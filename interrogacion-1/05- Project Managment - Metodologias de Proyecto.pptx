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7" r:id="rId5"/>
    <p:sldMasterId id="2147483718" r:id="rId6"/>
    <p:sldMasterId id="2147483719" r:id="rId7"/>
    <p:sldMasterId id="2147483720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34" r:id="rId88"/>
    <p:sldId id="335" r:id="rId89"/>
    <p:sldId id="336" r:id="rId90"/>
  </p:sldIdLst>
  <p:sldSz cy="5143500" cx="9144000"/>
  <p:notesSz cx="6858000" cy="9144000"/>
  <p:embeddedFontLst>
    <p:embeddedFont>
      <p:font typeface="Proxima Nova"/>
      <p:regular r:id="rId91"/>
      <p:bold r:id="rId92"/>
      <p:italic r:id="rId93"/>
      <p:boldItalic r:id="rId94"/>
    </p:embeddedFont>
    <p:embeddedFont>
      <p:font typeface="Nunito"/>
      <p:regular r:id="rId95"/>
      <p:bold r:id="rId96"/>
      <p:italic r:id="rId97"/>
      <p:boldItalic r:id="rId98"/>
    </p:embeddedFont>
    <p:embeddedFont>
      <p:font typeface="Inter"/>
      <p:regular r:id="rId99"/>
      <p:bold r:id="rId100"/>
      <p:italic r:id="rId101"/>
      <p:boldItalic r:id="rId102"/>
    </p:embeddedFont>
    <p:embeddedFont>
      <p:font typeface="Bitter"/>
      <p:regular r:id="rId103"/>
      <p:bold r:id="rId104"/>
      <p:italic r:id="rId105"/>
      <p:boldItalic r:id="rId106"/>
    </p:embeddedFont>
    <p:embeddedFont>
      <p:font typeface="Prompt"/>
      <p:regular r:id="rId107"/>
      <p:bold r:id="rId108"/>
      <p:italic r:id="rId109"/>
      <p:boldItalic r:id="rId110"/>
    </p:embeddedFont>
    <p:embeddedFont>
      <p:font typeface="Asap"/>
      <p:regular r:id="rId111"/>
      <p:bold r:id="rId112"/>
      <p:italic r:id="rId113"/>
      <p:boldItalic r:id="rId114"/>
    </p:embeddedFont>
    <p:embeddedFont>
      <p:font typeface="Open Sans Light"/>
      <p:regular r:id="rId115"/>
      <p:bold r:id="rId116"/>
      <p:italic r:id="rId117"/>
      <p:boldItalic r:id="rId1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24BBB4-5AA8-4776-AE99-AC1C4D8F8763}">
  <a:tblStyle styleId="{FD24BBB4-5AA8-4776-AE99-AC1C4D8F87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107" Type="http://schemas.openxmlformats.org/officeDocument/2006/relationships/font" Target="fonts/Prompt-regular.fntdata"/><Relationship Id="rId106" Type="http://schemas.openxmlformats.org/officeDocument/2006/relationships/font" Target="fonts/Bitter-boldItalic.fntdata"/><Relationship Id="rId105" Type="http://schemas.openxmlformats.org/officeDocument/2006/relationships/font" Target="fonts/Bitter-italic.fntdata"/><Relationship Id="rId104" Type="http://schemas.openxmlformats.org/officeDocument/2006/relationships/font" Target="fonts/Bitter-bold.fntdata"/><Relationship Id="rId109" Type="http://schemas.openxmlformats.org/officeDocument/2006/relationships/font" Target="fonts/Prompt-italic.fntdata"/><Relationship Id="rId108" Type="http://schemas.openxmlformats.org/officeDocument/2006/relationships/font" Target="fonts/Prompt-bold.fntdata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slide" Target="slides/slide40.xml"/><Relationship Id="rId103" Type="http://schemas.openxmlformats.org/officeDocument/2006/relationships/font" Target="fonts/Bitter-regular.fntdata"/><Relationship Id="rId102" Type="http://schemas.openxmlformats.org/officeDocument/2006/relationships/font" Target="fonts/Inter-boldItalic.fntdata"/><Relationship Id="rId101" Type="http://schemas.openxmlformats.org/officeDocument/2006/relationships/font" Target="fonts/Inter-italic.fntdata"/><Relationship Id="rId100" Type="http://schemas.openxmlformats.org/officeDocument/2006/relationships/font" Target="fonts/Inter-bold.fntdata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95" Type="http://schemas.openxmlformats.org/officeDocument/2006/relationships/font" Target="fonts/Nunito-regular.fntdata"/><Relationship Id="rId94" Type="http://schemas.openxmlformats.org/officeDocument/2006/relationships/font" Target="fonts/ProximaNova-boldItalic.fntdata"/><Relationship Id="rId97" Type="http://schemas.openxmlformats.org/officeDocument/2006/relationships/font" Target="fonts/Nunito-italic.fntdata"/><Relationship Id="rId96" Type="http://schemas.openxmlformats.org/officeDocument/2006/relationships/font" Target="fonts/Nunito-bold.fntdata"/><Relationship Id="rId11" Type="http://schemas.openxmlformats.org/officeDocument/2006/relationships/slide" Target="slides/slide2.xml"/><Relationship Id="rId99" Type="http://schemas.openxmlformats.org/officeDocument/2006/relationships/font" Target="fonts/Inter-regular.fntdata"/><Relationship Id="rId10" Type="http://schemas.openxmlformats.org/officeDocument/2006/relationships/slide" Target="slides/slide1.xml"/><Relationship Id="rId98" Type="http://schemas.openxmlformats.org/officeDocument/2006/relationships/font" Target="fonts/Nunito-boldItalic.fntdata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91" Type="http://schemas.openxmlformats.org/officeDocument/2006/relationships/font" Target="fonts/ProximaNova-regular.fntdata"/><Relationship Id="rId90" Type="http://schemas.openxmlformats.org/officeDocument/2006/relationships/slide" Target="slides/slide81.xml"/><Relationship Id="rId93" Type="http://schemas.openxmlformats.org/officeDocument/2006/relationships/font" Target="fonts/ProximaNova-italic.fntdata"/><Relationship Id="rId92" Type="http://schemas.openxmlformats.org/officeDocument/2006/relationships/font" Target="fonts/ProximaNova-bold.fntdata"/><Relationship Id="rId118" Type="http://schemas.openxmlformats.org/officeDocument/2006/relationships/font" Target="fonts/OpenSansLight-boldItalic.fntdata"/><Relationship Id="rId117" Type="http://schemas.openxmlformats.org/officeDocument/2006/relationships/font" Target="fonts/OpenSansLight-italic.fntdata"/><Relationship Id="rId116" Type="http://schemas.openxmlformats.org/officeDocument/2006/relationships/font" Target="fonts/OpenSansLight-bold.fntdata"/><Relationship Id="rId115" Type="http://schemas.openxmlformats.org/officeDocument/2006/relationships/font" Target="fonts/OpenSansLight-regular.fntdata"/><Relationship Id="rId15" Type="http://schemas.openxmlformats.org/officeDocument/2006/relationships/slide" Target="slides/slide6.xml"/><Relationship Id="rId110" Type="http://schemas.openxmlformats.org/officeDocument/2006/relationships/font" Target="fonts/Prompt-boldItalic.fntdata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14" Type="http://schemas.openxmlformats.org/officeDocument/2006/relationships/font" Target="fonts/Asap-boldItalic.fntdata"/><Relationship Id="rId18" Type="http://schemas.openxmlformats.org/officeDocument/2006/relationships/slide" Target="slides/slide9.xml"/><Relationship Id="rId113" Type="http://schemas.openxmlformats.org/officeDocument/2006/relationships/font" Target="fonts/Asap-italic.fntdata"/><Relationship Id="rId112" Type="http://schemas.openxmlformats.org/officeDocument/2006/relationships/font" Target="fonts/Asap-bold.fntdata"/><Relationship Id="rId111" Type="http://schemas.openxmlformats.org/officeDocument/2006/relationships/font" Target="fonts/Asap-regular.fntdata"/><Relationship Id="rId84" Type="http://schemas.openxmlformats.org/officeDocument/2006/relationships/slide" Target="slides/slide75.xml"/><Relationship Id="rId83" Type="http://schemas.openxmlformats.org/officeDocument/2006/relationships/slide" Target="slides/slide74.xml"/><Relationship Id="rId86" Type="http://schemas.openxmlformats.org/officeDocument/2006/relationships/slide" Target="slides/slide77.xml"/><Relationship Id="rId85" Type="http://schemas.openxmlformats.org/officeDocument/2006/relationships/slide" Target="slides/slide76.xml"/><Relationship Id="rId88" Type="http://schemas.openxmlformats.org/officeDocument/2006/relationships/slide" Target="slides/slide79.xml"/><Relationship Id="rId87" Type="http://schemas.openxmlformats.org/officeDocument/2006/relationships/slide" Target="slides/slide78.xml"/><Relationship Id="rId89" Type="http://schemas.openxmlformats.org/officeDocument/2006/relationships/slide" Target="slides/slide80.xml"/><Relationship Id="rId80" Type="http://schemas.openxmlformats.org/officeDocument/2006/relationships/slide" Target="slides/slide71.xml"/><Relationship Id="rId82" Type="http://schemas.openxmlformats.org/officeDocument/2006/relationships/slide" Target="slides/slide73.xml"/><Relationship Id="rId81" Type="http://schemas.openxmlformats.org/officeDocument/2006/relationships/slide" Target="slides/slide72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73" Type="http://schemas.openxmlformats.org/officeDocument/2006/relationships/slide" Target="slides/slide64.xml"/><Relationship Id="rId72" Type="http://schemas.openxmlformats.org/officeDocument/2006/relationships/slide" Target="slides/slide63.xml"/><Relationship Id="rId75" Type="http://schemas.openxmlformats.org/officeDocument/2006/relationships/slide" Target="slides/slide66.xml"/><Relationship Id="rId74" Type="http://schemas.openxmlformats.org/officeDocument/2006/relationships/slide" Target="slides/slide65.xml"/><Relationship Id="rId77" Type="http://schemas.openxmlformats.org/officeDocument/2006/relationships/slide" Target="slides/slide68.xml"/><Relationship Id="rId76" Type="http://schemas.openxmlformats.org/officeDocument/2006/relationships/slide" Target="slides/slide67.xml"/><Relationship Id="rId79" Type="http://schemas.openxmlformats.org/officeDocument/2006/relationships/slide" Target="slides/slide70.xml"/><Relationship Id="rId78" Type="http://schemas.openxmlformats.org/officeDocument/2006/relationships/slide" Target="slides/slide69.xml"/><Relationship Id="rId71" Type="http://schemas.openxmlformats.org/officeDocument/2006/relationships/slide" Target="slides/slide62.xml"/><Relationship Id="rId70" Type="http://schemas.openxmlformats.org/officeDocument/2006/relationships/slide" Target="slides/slide61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64" Type="http://schemas.openxmlformats.org/officeDocument/2006/relationships/slide" Target="slides/slide55.xml"/><Relationship Id="rId63" Type="http://schemas.openxmlformats.org/officeDocument/2006/relationships/slide" Target="slides/slide54.xml"/><Relationship Id="rId66" Type="http://schemas.openxmlformats.org/officeDocument/2006/relationships/slide" Target="slides/slide57.xml"/><Relationship Id="rId65" Type="http://schemas.openxmlformats.org/officeDocument/2006/relationships/slide" Target="slides/slide56.xml"/><Relationship Id="rId68" Type="http://schemas.openxmlformats.org/officeDocument/2006/relationships/slide" Target="slides/slide59.xml"/><Relationship Id="rId67" Type="http://schemas.openxmlformats.org/officeDocument/2006/relationships/slide" Target="slides/slide58.xml"/><Relationship Id="rId60" Type="http://schemas.openxmlformats.org/officeDocument/2006/relationships/slide" Target="slides/slide51.xml"/><Relationship Id="rId69" Type="http://schemas.openxmlformats.org/officeDocument/2006/relationships/slide" Target="slides/slide60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55" Type="http://schemas.openxmlformats.org/officeDocument/2006/relationships/slide" Target="slides/slide46.xml"/><Relationship Id="rId54" Type="http://schemas.openxmlformats.org/officeDocument/2006/relationships/slide" Target="slides/slide45.xml"/><Relationship Id="rId57" Type="http://schemas.openxmlformats.org/officeDocument/2006/relationships/slide" Target="slides/slide48.xml"/><Relationship Id="rId56" Type="http://schemas.openxmlformats.org/officeDocument/2006/relationships/slide" Target="slides/slide47.xml"/><Relationship Id="rId59" Type="http://schemas.openxmlformats.org/officeDocument/2006/relationships/slide" Target="slides/slide50.xml"/><Relationship Id="rId58" Type="http://schemas.openxmlformats.org/officeDocument/2006/relationships/slide" Target="slides/slide4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3" name="Shape 3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4" name="Google Shape;3414;g34ea4e02b3e_0_7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5" name="Google Shape;3415;g34ea4e02b3e_0_7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6" name="Shape 3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7" name="Google Shape;3497;g34ea4e02b3e_0_7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8" name="Google Shape;3498;g34ea4e02b3e_0_7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9" name="Shape 3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0" name="Google Shape;3580;g34ea4e02b3e_0_7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1" name="Google Shape;3581;g34ea4e02b3e_0_7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9" name="Shape 3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0" name="Google Shape;3590;g34ea4e02b3e_0_7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1" name="Google Shape;3591;g34ea4e02b3e_0_7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8" name="Shape 3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9" name="Google Shape;3599;g34ea4e02b3e_0_7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0" name="Google Shape;3600;g34ea4e02b3e_0_7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5" name="Shape 3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6" name="Google Shape;3606;g34ea4e02b3e_0_7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7" name="Google Shape;3607;g34ea4e02b3e_0_7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8" name="Shape 3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9" name="Google Shape;3619;g34ea4e02b3e_0_7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0" name="Google Shape;3620;g34ea4e02b3e_0_7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4" name="Shape 3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5" name="Google Shape;3625;g34ea4e02b3e_0_7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6" name="Google Shape;3626;g34ea4e02b3e_0_7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3" name="Shape 3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4" name="Google Shape;3634;g34ea4e02b3e_0_7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5" name="Google Shape;3635;g34ea4e02b3e_0_7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0" name="Shape 3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1" name="Google Shape;3641;g34ea4e02b3e_0_7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2" name="Google Shape;3642;g34ea4e02b3e_0_7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7" name="Shape 3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8" name="Google Shape;3648;g34ea4e02b3e_0_7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9" name="Google Shape;3649;g34ea4e02b3e_0_7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4" name="Shape 3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" name="Google Shape;3655;g34ea4e02b3e_0_7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6" name="Google Shape;3656;g34ea4e02b3e_0_7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1" name="Shape 3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2" name="Google Shape;3662;g34ea4e02b3e_0_7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3" name="Google Shape;3663;g34ea4e02b3e_0_7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8" name="Shape 3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9" name="Google Shape;3669;g34ea4e02b3e_0_7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0" name="Google Shape;3670;g34ea4e02b3e_0_7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4" name="Shape 3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5" name="Google Shape;3675;g34ea4e02b3e_0_7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6" name="Google Shape;3676;g34ea4e02b3e_0_7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1" name="Shape 3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2" name="Google Shape;3682;g34ea4e02b3e_0_7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3" name="Google Shape;3683;g34ea4e02b3e_0_7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8" name="Shape 3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9" name="Google Shape;3689;g34ea4e02b3e_0_7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0" name="Google Shape;3690;g34ea4e02b3e_0_7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7" name="Shape 3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8" name="Google Shape;3698;g34ea4e02b3e_0_7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9" name="Google Shape;3699;g34ea4e02b3e_0_7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4" name="Shape 3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5" name="Google Shape;3705;g34ea4e02b3e_0_7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6" name="Google Shape;3706;g34ea4e02b3e_0_7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1" name="Shape 3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2" name="Google Shape;3712;g34ea4e02b3e_0_7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3" name="Google Shape;3713;g34ea4e02b3e_0_7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8" name="Shape 3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9" name="Google Shape;3719;g34ea4e02b3e_0_7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0" name="Google Shape;3720;g34ea4e02b3e_0_7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5" name="Shape 3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6" name="Google Shape;3726;g34ea4e02b3e_0_7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7" name="Google Shape;3727;g34ea4e02b3e_0_7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1" name="Shape 3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2" name="Google Shape;3732;g34ea4e02b3e_0_7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3" name="Google Shape;3733;g34ea4e02b3e_0_7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7" name="Shape 3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8" name="Google Shape;3738;g34ea4e02b3e_0_7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9" name="Google Shape;3739;g34ea4e02b3e_0_7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3" name="Shape 3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4" name="Google Shape;3744;g34ea4e02b3e_0_7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5" name="Google Shape;3745;g34ea4e02b3e_0_7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0" name="Shape 3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1" name="Google Shape;3751;g34ea4e02b3e_0_7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2" name="Google Shape;3752;g34ea4e02b3e_0_7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7" name="Shape 3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" name="Google Shape;3758;g34ea4e02b3e_0_7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9" name="Google Shape;3759;g34ea4e02b3e_0_7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6" name="Shape 3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7" name="Google Shape;3767;g34ea4e02b3e_0_7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8" name="Google Shape;3768;g34ea4e02b3e_0_7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3" name="Shape 3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4" name="Google Shape;3774;g34ea4e02b3e_0_7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5" name="Google Shape;3775;g34ea4e02b3e_0_7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0" name="Shape 3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1" name="Google Shape;3781;g34ea4e02b3e_0_7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2" name="Google Shape;3782;g34ea4e02b3e_0_7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6" name="Shape 3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7" name="Google Shape;3787;g34ea4e02b3e_0_7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8" name="Google Shape;3788;g34ea4e02b3e_0_7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3" name="Shape 3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4" name="Google Shape;3794;g34ea4e02b3e_0_7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5" name="Google Shape;3795;g34ea4e02b3e_0_7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9" name="Shape 3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0" name="Google Shape;3800;g34ea4e02b3e_0_7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1" name="Google Shape;3801;g34ea4e02b3e_0_7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7" name="Shape 3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8" name="Google Shape;3808;g34ea4e02b3e_0_7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9" name="Google Shape;3809;g34ea4e02b3e_0_7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4" name="Shape 3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5" name="Google Shape;3815;g34ea4e02b3e_0_7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6" name="Google Shape;3816;g34ea4e02b3e_0_7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1" name="Shape 3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2" name="Google Shape;3822;g34ea4e02b3e_0_7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3" name="Google Shape;3823;g34ea4e02b3e_0_7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8" name="Shape 3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" name="Google Shape;3829;g34ea4e02b3e_0_7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0" name="Google Shape;3830;g34ea4e02b3e_0_7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5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g34ea4e02b3e_0_7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7" name="Google Shape;3837;g34ea4e02b3e_0_7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2" name="Shape 3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3" name="Google Shape;3843;g34ea4e02b3e_0_7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4" name="Google Shape;3844;g34ea4e02b3e_0_7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9" name="Shape 3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" name="Google Shape;3850;g34ea4e02b3e_0_7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1" name="Google Shape;3851;g34ea4e02b3e_0_7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2" name="Shape 3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3" name="Google Shape;3933;g34ea4e02b3e_0_7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4" name="Google Shape;3934;g34ea4e02b3e_0_7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9" name="Shape 3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0" name="Google Shape;3940;g34ea4e02b3e_0_8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1" name="Google Shape;3941;g34ea4e02b3e_0_8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5" name="Shape 3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6" name="Google Shape;3946;g34ea4e02b3e_0_8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7" name="Google Shape;3947;g34ea4e02b3e_0_8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2" name="Shape 3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3" name="Google Shape;3953;g34ea4e02b3e_0_8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4" name="Google Shape;3954;g34ea4e02b3e_0_8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8" name="Shape 3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9" name="Google Shape;3959;g34ea4e02b3e_0_80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0" name="Google Shape;3960;g34ea4e02b3e_0_8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6" name="Shape 3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7" name="Google Shape;3967;g34ea4e02b3e_0_8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8" name="Google Shape;3968;g34ea4e02b3e_0_8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3" name="Shape 3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4" name="Google Shape;3974;g34ea4e02b3e_0_8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5" name="Google Shape;3975;g34ea4e02b3e_0_8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1" name="Shape 3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2" name="Google Shape;3982;g34ea4e02b3e_0_8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3" name="Google Shape;3983;g34ea4e02b3e_0_8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9" name="Shape 3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0" name="Google Shape;3990;g34ea4e02b3e_0_8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1" name="Google Shape;3991;g34ea4e02b3e_0_8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6" name="Shape 3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7" name="Google Shape;3997;g34ea4e02b3e_0_8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8" name="Google Shape;3998;g34ea4e02b3e_0_8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3" name="Shape 4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4" name="Google Shape;4004;g34ea4e02b3e_0_80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5" name="Google Shape;4005;g34ea4e02b3e_0_8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0" name="Shape 4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1" name="Google Shape;4011;g34ea4e02b3e_0_8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2" name="Google Shape;4012;g34ea4e02b3e_0_8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7" name="Shape 4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8" name="Google Shape;4018;g34ea4e02b3e_0_8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9" name="Google Shape;4019;g34ea4e02b3e_0_8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4" name="Shape 4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5" name="Google Shape;4025;g34ea4e02b3e_0_8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6" name="Google Shape;4026;g34ea4e02b3e_0_8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9" name="Shape 4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0" name="Google Shape;4030;g34ea4e02b3e_0_8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1" name="Google Shape;4031;g34ea4e02b3e_0_8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6" name="Shape 4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7" name="Google Shape;4037;g34ea4e02b3e_0_8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8" name="Google Shape;4038;g34ea4e02b3e_0_8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2" name="Shape 4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Google Shape;4043;g34ea4e02b3e_0_8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4" name="Google Shape;4044;g34ea4e02b3e_0_8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0" name="Shape 4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1" name="Google Shape;4051;g34ea4e02b3e_0_8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2" name="Google Shape;4052;g34ea4e02b3e_0_8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0" name="Shape 4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1" name="Google Shape;4061;g34ea4e02b3e_0_8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2" name="Google Shape;4062;g34ea4e02b3e_0_8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7" name="Shape 4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8" name="Google Shape;4068;g34ea4e02b3e_0_8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9" name="Google Shape;4069;g34ea4e02b3e_0_8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4" name="Shape 4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" name="Google Shape;4075;g34ea4e02b3e_0_8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6" name="Google Shape;4076;g34ea4e02b3e_0_8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2" name="Shape 4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3" name="Google Shape;4083;g34ea4e02b3e_0_8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4" name="Google Shape;4084;g34ea4e02b3e_0_8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0" name="Shape 4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1" name="Google Shape;4091;g34ea4e02b3e_0_8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2" name="Google Shape;4092;g34ea4e02b3e_0_8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6" name="Shape 4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Google Shape;4097;g34ea4e02b3e_0_8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8" name="Google Shape;4098;g34ea4e02b3e_0_8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3" name="Shape 4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Google Shape;4104;g34ea4e02b3e_0_8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5" name="Google Shape;4105;g34ea4e02b3e_0_8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9" name="Shape 4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Google Shape;4110;g34ea4e02b3e_0_8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1" name="Google Shape;4111;g34ea4e02b3e_0_8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5" name="Shape 4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Google Shape;4116;g34ea4e02b3e_0_8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7" name="Google Shape;4117;g34ea4e02b3e_0_8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8" name="Shape 4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" name="Google Shape;4199;g34ea4e02b3e_0_8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0" name="Google Shape;4200;g34ea4e02b3e_0_8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1" name="Shape 4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2" name="Google Shape;4282;g34ea4e02b3e_0_8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3" name="Google Shape;4283;g34ea4e02b3e_0_8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7" name="Shape 4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8" name="Google Shape;4288;g34ea4e02b3e_0_8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9" name="Google Shape;4289;g34ea4e02b3e_0_8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4" name="Shape 4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5" name="Google Shape;4295;g34ea4e02b3e_0_8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6" name="Google Shape;4296;g34ea4e02b3e_0_8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1" name="Shape 4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2" name="Google Shape;4302;g34ea4e02b3e_0_8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3" name="Google Shape;4303;g34ea4e02b3e_0_8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8" name="Shape 4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9" name="Google Shape;4309;g34ea4e02b3e_0_8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0" name="Google Shape;4310;g34ea4e02b3e_0_8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5" name="Shape 4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6" name="Google Shape;4316;g34ea4e02b3e_0_8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7" name="Google Shape;4317;g34ea4e02b3e_0_8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2" name="Shape 4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3" name="Google Shape;4323;g34ea4e02b3e_0_8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4" name="Google Shape;4324;g34ea4e02b3e_0_8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8" name="Shape 4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9" name="Google Shape;4329;g34ea4e02b3e_0_8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0" name="Google Shape;4330;g34ea4e02b3e_0_8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6" name="Shape 4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7" name="Google Shape;4337;g34ea4e02b3e_0_8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8" name="Google Shape;4338;g34ea4e02b3e_0_8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3" name="Shape 4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4" name="Google Shape;4344;g34ea4e02b3e_0_8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5" name="Google Shape;4345;g34ea4e02b3e_0_8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0" name="Shape 4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1" name="Google Shape;4351;g34ea4e02b3e_0_8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2" name="Google Shape;4352;g34ea4e02b3e_0_8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7" name="Shape 4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8" name="Google Shape;4358;g34ea4e02b3e_0_8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9" name="Google Shape;4359;g34ea4e02b3e_0_8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4" name="Shape 4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5" name="Google Shape;4365;g34ea4e02b3e_0_8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6" name="Google Shape;4366;g34ea4e02b3e_0_8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69000" y="365700"/>
            <a:ext cx="8463300" cy="17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69000" y="2257425"/>
            <a:ext cx="8463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Inter"/>
              <a:buNone/>
              <a:defRPr sz="2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369000" y="1065700"/>
            <a:ext cx="8406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69000" y="1361400"/>
            <a:ext cx="8406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5" name="Google Shape;65;p16"/>
          <p:cNvSpPr txBox="1"/>
          <p:nvPr>
            <p:ph idx="2" type="subTitle"/>
          </p:nvPr>
        </p:nvSpPr>
        <p:spPr>
          <a:xfrm>
            <a:off x="374450" y="857600"/>
            <a:ext cx="84060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  <a:defRPr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">
  <p:cSld name="TITLE_2">
    <p:bg>
      <p:bgPr>
        <a:solidFill>
          <a:schemeClr val="accen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idx="1" type="body"/>
          </p:nvPr>
        </p:nvSpPr>
        <p:spPr>
          <a:xfrm>
            <a:off x="374450" y="13614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9"/>
          <p:cNvSpPr txBox="1"/>
          <p:nvPr>
            <p:ph idx="2" type="body"/>
          </p:nvPr>
        </p:nvSpPr>
        <p:spPr>
          <a:xfrm>
            <a:off x="4800925" y="13614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9"/>
          <p:cNvSpPr txBox="1"/>
          <p:nvPr>
            <p:ph type="title"/>
          </p:nvPr>
        </p:nvSpPr>
        <p:spPr>
          <a:xfrm>
            <a:off x="369000" y="3657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77" name="Google Shape;77;p19"/>
          <p:cNvSpPr txBox="1"/>
          <p:nvPr>
            <p:ph idx="3" type="subTitle"/>
          </p:nvPr>
        </p:nvSpPr>
        <p:spPr>
          <a:xfrm>
            <a:off x="374450" y="857600"/>
            <a:ext cx="84633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  <a:defRPr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column conten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0" name="Google Shape;80;p20"/>
          <p:cNvSpPr txBox="1"/>
          <p:nvPr>
            <p:ph type="title"/>
          </p:nvPr>
        </p:nvSpPr>
        <p:spPr>
          <a:xfrm>
            <a:off x="369000" y="365700"/>
            <a:ext cx="3836700" cy="9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" type="body"/>
          </p:nvPr>
        </p:nvSpPr>
        <p:spPr>
          <a:xfrm>
            <a:off x="369000" y="1754875"/>
            <a:ext cx="3834300" cy="30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20"/>
          <p:cNvSpPr txBox="1"/>
          <p:nvPr>
            <p:ph idx="2" type="subTitle"/>
          </p:nvPr>
        </p:nvSpPr>
        <p:spPr>
          <a:xfrm>
            <a:off x="371469" y="1251075"/>
            <a:ext cx="38343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rtnership logo">
  <p:cSld name="TITLE_1"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type="ctrTitle"/>
          </p:nvPr>
        </p:nvSpPr>
        <p:spPr>
          <a:xfrm>
            <a:off x="369000" y="1289125"/>
            <a:ext cx="4077300" cy="200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369000" y="3476925"/>
            <a:ext cx="4077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  <a:defRPr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rtnership logo title only">
  <p:cSld name="TITLE_1_1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type="ctrTitle"/>
          </p:nvPr>
        </p:nvSpPr>
        <p:spPr>
          <a:xfrm>
            <a:off x="369000" y="1289125"/>
            <a:ext cx="40773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">
  <p:cSld name="CUSTOM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4938300" y="365700"/>
            <a:ext cx="3836700" cy="371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93" name="Google Shape;93;p23"/>
          <p:cNvSpPr txBox="1"/>
          <p:nvPr>
            <p:ph idx="1" type="subTitle"/>
          </p:nvPr>
        </p:nvSpPr>
        <p:spPr>
          <a:xfrm>
            <a:off x="4938300" y="4351200"/>
            <a:ext cx="38367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  <a:defRPr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369000" y="2150850"/>
            <a:ext cx="8406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split">
  <p:cSld name="ONE_COLUMN_TEXT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9" name="Google Shape;99;p25"/>
          <p:cNvSpPr txBox="1"/>
          <p:nvPr>
            <p:ph type="title"/>
          </p:nvPr>
        </p:nvSpPr>
        <p:spPr>
          <a:xfrm>
            <a:off x="369000" y="365700"/>
            <a:ext cx="3836700" cy="9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" type="body"/>
          </p:nvPr>
        </p:nvSpPr>
        <p:spPr>
          <a:xfrm>
            <a:off x="369000" y="1754875"/>
            <a:ext cx="3834300" cy="30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1" name="Google Shape;101;p25"/>
          <p:cNvSpPr txBox="1"/>
          <p:nvPr>
            <p:ph idx="2" type="subTitle"/>
          </p:nvPr>
        </p:nvSpPr>
        <p:spPr>
          <a:xfrm>
            <a:off x="371469" y="1251075"/>
            <a:ext cx="38343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  <a:defRPr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3" type="body"/>
          </p:nvPr>
        </p:nvSpPr>
        <p:spPr>
          <a:xfrm>
            <a:off x="4940700" y="1331700"/>
            <a:ext cx="3834300" cy="24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title"/>
          </p:nvPr>
        </p:nvSpPr>
        <p:spPr>
          <a:xfrm>
            <a:off x="369000" y="365700"/>
            <a:ext cx="6367800" cy="44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105" name="Google Shape;10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/>
          <p:nvPr>
            <p:ph hasCustomPrompt="1" type="title"/>
          </p:nvPr>
        </p:nvSpPr>
        <p:spPr>
          <a:xfrm>
            <a:off x="4938300" y="1106125"/>
            <a:ext cx="38367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8" name="Google Shape;108;p27"/>
          <p:cNvSpPr txBox="1"/>
          <p:nvPr>
            <p:ph idx="1" type="body"/>
          </p:nvPr>
        </p:nvSpPr>
        <p:spPr>
          <a:xfrm>
            <a:off x="4938300" y="3152225"/>
            <a:ext cx="38367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b="1" sz="2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8" name="Google Shape;118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unito"/>
              <a:buNone/>
              <a:defRPr sz="2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 sz="2800">
                <a:latin typeface="Nunito"/>
                <a:ea typeface="Nunito"/>
                <a:cs typeface="Nunito"/>
                <a:sym typeface="Nuni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 sz="2800">
                <a:latin typeface="Nunito"/>
                <a:ea typeface="Nunito"/>
                <a:cs typeface="Nunito"/>
                <a:sym typeface="Nuni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 sz="2800">
                <a:latin typeface="Nunito"/>
                <a:ea typeface="Nunito"/>
                <a:cs typeface="Nunito"/>
                <a:sym typeface="Nuni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 sz="2800">
                <a:latin typeface="Nunito"/>
                <a:ea typeface="Nunito"/>
                <a:cs typeface="Nunito"/>
                <a:sym typeface="Nuni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 sz="2800">
                <a:latin typeface="Nunito"/>
                <a:ea typeface="Nunito"/>
                <a:cs typeface="Nunito"/>
                <a:sym typeface="Nuni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 sz="2800">
                <a:latin typeface="Nunito"/>
                <a:ea typeface="Nunito"/>
                <a:cs typeface="Nunito"/>
                <a:sym typeface="Nuni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 sz="2800">
                <a:latin typeface="Nunito"/>
                <a:ea typeface="Nunito"/>
                <a:cs typeface="Nunito"/>
                <a:sym typeface="Nuni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 sz="28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9" name="Google Shape;11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2" name="Google Shape;12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unito"/>
              <a:buChar char="●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○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■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○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■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○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Nunito"/>
              <a:buChar char="■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6" name="Google Shape;12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3"/>
          <p:cNvSpPr txBox="1"/>
          <p:nvPr>
            <p:ph type="title"/>
          </p:nvPr>
        </p:nvSpPr>
        <p:spPr>
          <a:xfrm>
            <a:off x="311700" y="40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0" name="Google Shape;130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" name="Google Shape;13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4"/>
          <p:cNvSpPr txBox="1"/>
          <p:nvPr>
            <p:ph type="title"/>
          </p:nvPr>
        </p:nvSpPr>
        <p:spPr>
          <a:xfrm>
            <a:off x="311700" y="40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" name="Google Shape;13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7" name="Google Shape;137;p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8" name="Google Shape;13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1" name="Google Shape;14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5" name="Google Shape;145;p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6" name="Google Shape;146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7" name="Google Shape;14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50" name="Google Shape;15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3" name="Google Shape;153;p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4" name="Google Shape;15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2"/>
          <p:cNvSpPr txBox="1"/>
          <p:nvPr>
            <p:ph type="ctrTitle"/>
          </p:nvPr>
        </p:nvSpPr>
        <p:spPr>
          <a:xfrm>
            <a:off x="713225" y="701700"/>
            <a:ext cx="4459800" cy="25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2" name="Google Shape;162;p42"/>
          <p:cNvSpPr txBox="1"/>
          <p:nvPr>
            <p:ph idx="1" type="subTitle"/>
          </p:nvPr>
        </p:nvSpPr>
        <p:spPr>
          <a:xfrm>
            <a:off x="713225" y="3191175"/>
            <a:ext cx="44598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63" name="Google Shape;163;p42"/>
          <p:cNvGrpSpPr/>
          <p:nvPr/>
        </p:nvGrpSpPr>
        <p:grpSpPr>
          <a:xfrm>
            <a:off x="6844224" y="991907"/>
            <a:ext cx="2528583" cy="3403880"/>
            <a:chOff x="3074425" y="836100"/>
            <a:chExt cx="1472075" cy="1981650"/>
          </a:xfrm>
        </p:grpSpPr>
        <p:sp>
          <p:nvSpPr>
            <p:cNvPr id="164" name="Google Shape;164;p42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42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42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42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42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2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42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2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" name="Google Shape;172;p42"/>
          <p:cNvGrpSpPr/>
          <p:nvPr/>
        </p:nvGrpSpPr>
        <p:grpSpPr>
          <a:xfrm>
            <a:off x="5353357" y="1166011"/>
            <a:ext cx="1511499" cy="3290861"/>
            <a:chOff x="1622025" y="238125"/>
            <a:chExt cx="746825" cy="1626000"/>
          </a:xfrm>
        </p:grpSpPr>
        <p:sp>
          <p:nvSpPr>
            <p:cNvPr id="173" name="Google Shape;173;p42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2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2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2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42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" name="Google Shape;178;p42"/>
          <p:cNvGrpSpPr/>
          <p:nvPr/>
        </p:nvGrpSpPr>
        <p:grpSpPr>
          <a:xfrm>
            <a:off x="7189504" y="2296000"/>
            <a:ext cx="954842" cy="1856849"/>
            <a:chOff x="4087800" y="723675"/>
            <a:chExt cx="700750" cy="1362725"/>
          </a:xfrm>
        </p:grpSpPr>
        <p:sp>
          <p:nvSpPr>
            <p:cNvPr id="179" name="Google Shape;179;p42"/>
            <p:cNvSpPr/>
            <p:nvPr/>
          </p:nvSpPr>
          <p:spPr>
            <a:xfrm>
              <a:off x="4255125" y="723675"/>
              <a:ext cx="342125" cy="111600"/>
            </a:xfrm>
            <a:custGeom>
              <a:rect b="b" l="l" r="r" t="t"/>
              <a:pathLst>
                <a:path extrusionOk="0" h="4464" w="13685">
                  <a:moveTo>
                    <a:pt x="1" y="1"/>
                  </a:moveTo>
                  <a:lnTo>
                    <a:pt x="1" y="4463"/>
                  </a:lnTo>
                  <a:lnTo>
                    <a:pt x="13685" y="4463"/>
                  </a:lnTo>
                  <a:lnTo>
                    <a:pt x="1368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2"/>
            <p:cNvSpPr/>
            <p:nvPr/>
          </p:nvSpPr>
          <p:spPr>
            <a:xfrm>
              <a:off x="4512250" y="723675"/>
              <a:ext cx="85000" cy="111600"/>
            </a:xfrm>
            <a:custGeom>
              <a:rect b="b" l="l" r="r" t="t"/>
              <a:pathLst>
                <a:path extrusionOk="0" h="4464" w="3400">
                  <a:moveTo>
                    <a:pt x="0" y="1"/>
                  </a:moveTo>
                  <a:lnTo>
                    <a:pt x="0" y="4463"/>
                  </a:lnTo>
                  <a:lnTo>
                    <a:pt x="3400" y="4463"/>
                  </a:lnTo>
                  <a:lnTo>
                    <a:pt x="340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2"/>
            <p:cNvSpPr/>
            <p:nvPr/>
          </p:nvSpPr>
          <p:spPr>
            <a:xfrm>
              <a:off x="4087800" y="816075"/>
              <a:ext cx="700750" cy="1270325"/>
            </a:xfrm>
            <a:custGeom>
              <a:rect b="b" l="l" r="r" t="t"/>
              <a:pathLst>
                <a:path extrusionOk="0" h="50813" w="28030">
                  <a:moveTo>
                    <a:pt x="0" y="0"/>
                  </a:moveTo>
                  <a:lnTo>
                    <a:pt x="0" y="50812"/>
                  </a:lnTo>
                  <a:lnTo>
                    <a:pt x="28030" y="50812"/>
                  </a:lnTo>
                  <a:lnTo>
                    <a:pt x="28030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42"/>
            <p:cNvSpPr/>
            <p:nvPr/>
          </p:nvSpPr>
          <p:spPr>
            <a:xfrm>
              <a:off x="4582400" y="816075"/>
              <a:ext cx="206150" cy="1270325"/>
            </a:xfrm>
            <a:custGeom>
              <a:rect b="b" l="l" r="r" t="t"/>
              <a:pathLst>
                <a:path extrusionOk="0" h="50813" w="8246">
                  <a:moveTo>
                    <a:pt x="1" y="0"/>
                  </a:moveTo>
                  <a:lnTo>
                    <a:pt x="1" y="50812"/>
                  </a:lnTo>
                  <a:lnTo>
                    <a:pt x="8246" y="50812"/>
                  </a:lnTo>
                  <a:lnTo>
                    <a:pt x="824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42"/>
            <p:cNvSpPr/>
            <p:nvPr/>
          </p:nvSpPr>
          <p:spPr>
            <a:xfrm>
              <a:off x="4138350" y="94287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2"/>
            <p:cNvSpPr/>
            <p:nvPr/>
          </p:nvSpPr>
          <p:spPr>
            <a:xfrm>
              <a:off x="4297850" y="94287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42"/>
            <p:cNvSpPr/>
            <p:nvPr/>
          </p:nvSpPr>
          <p:spPr>
            <a:xfrm>
              <a:off x="4456475" y="94287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2"/>
            <p:cNvSpPr/>
            <p:nvPr/>
          </p:nvSpPr>
          <p:spPr>
            <a:xfrm>
              <a:off x="4138350" y="108842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2"/>
            <p:cNvSpPr/>
            <p:nvPr/>
          </p:nvSpPr>
          <p:spPr>
            <a:xfrm>
              <a:off x="4297850" y="108842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2"/>
            <p:cNvSpPr/>
            <p:nvPr/>
          </p:nvSpPr>
          <p:spPr>
            <a:xfrm>
              <a:off x="4456475" y="108842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42"/>
            <p:cNvSpPr/>
            <p:nvPr/>
          </p:nvSpPr>
          <p:spPr>
            <a:xfrm>
              <a:off x="4138350" y="1233975"/>
              <a:ext cx="68450" cy="68450"/>
            </a:xfrm>
            <a:custGeom>
              <a:rect b="b" l="l" r="r" t="t"/>
              <a:pathLst>
                <a:path extrusionOk="0" h="2738" w="2738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2"/>
            <p:cNvSpPr/>
            <p:nvPr/>
          </p:nvSpPr>
          <p:spPr>
            <a:xfrm>
              <a:off x="4297850" y="1233975"/>
              <a:ext cx="68875" cy="68450"/>
            </a:xfrm>
            <a:custGeom>
              <a:rect b="b" l="l" r="r" t="t"/>
              <a:pathLst>
                <a:path extrusionOk="0" h="2738" w="2755">
                  <a:moveTo>
                    <a:pt x="0" y="1"/>
                  </a:moveTo>
                  <a:lnTo>
                    <a:pt x="0" y="2737"/>
                  </a:lnTo>
                  <a:lnTo>
                    <a:pt x="2754" y="2737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2"/>
            <p:cNvSpPr/>
            <p:nvPr/>
          </p:nvSpPr>
          <p:spPr>
            <a:xfrm>
              <a:off x="4456475" y="1233975"/>
              <a:ext cx="68425" cy="68450"/>
            </a:xfrm>
            <a:custGeom>
              <a:rect b="b" l="l" r="r" t="t"/>
              <a:pathLst>
                <a:path extrusionOk="0" h="2738" w="2737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2"/>
            <p:cNvSpPr/>
            <p:nvPr/>
          </p:nvSpPr>
          <p:spPr>
            <a:xfrm>
              <a:off x="4138350" y="137910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2"/>
            <p:cNvSpPr/>
            <p:nvPr/>
          </p:nvSpPr>
          <p:spPr>
            <a:xfrm>
              <a:off x="4297850" y="137910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42"/>
            <p:cNvSpPr/>
            <p:nvPr/>
          </p:nvSpPr>
          <p:spPr>
            <a:xfrm>
              <a:off x="4456475" y="137910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42"/>
            <p:cNvSpPr/>
            <p:nvPr/>
          </p:nvSpPr>
          <p:spPr>
            <a:xfrm>
              <a:off x="4138350" y="152465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2"/>
            <p:cNvSpPr/>
            <p:nvPr/>
          </p:nvSpPr>
          <p:spPr>
            <a:xfrm>
              <a:off x="4297850" y="152465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2"/>
            <p:cNvSpPr/>
            <p:nvPr/>
          </p:nvSpPr>
          <p:spPr>
            <a:xfrm>
              <a:off x="4456475" y="152465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2"/>
            <p:cNvSpPr/>
            <p:nvPr/>
          </p:nvSpPr>
          <p:spPr>
            <a:xfrm>
              <a:off x="4138350" y="1668875"/>
              <a:ext cx="68450" cy="68900"/>
            </a:xfrm>
            <a:custGeom>
              <a:rect b="b" l="l" r="r" t="t"/>
              <a:pathLst>
                <a:path extrusionOk="0" h="2756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2"/>
            <p:cNvSpPr/>
            <p:nvPr/>
          </p:nvSpPr>
          <p:spPr>
            <a:xfrm>
              <a:off x="4297850" y="1668875"/>
              <a:ext cx="68875" cy="68900"/>
            </a:xfrm>
            <a:custGeom>
              <a:rect b="b" l="l" r="r" t="t"/>
              <a:pathLst>
                <a:path extrusionOk="0" h="2756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2"/>
            <p:cNvSpPr/>
            <p:nvPr/>
          </p:nvSpPr>
          <p:spPr>
            <a:xfrm>
              <a:off x="4456475" y="1668875"/>
              <a:ext cx="68425" cy="68900"/>
            </a:xfrm>
            <a:custGeom>
              <a:rect b="b" l="l" r="r" t="t"/>
              <a:pathLst>
                <a:path extrusionOk="0" h="2756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" name="Google Shape;201;p42"/>
          <p:cNvGrpSpPr/>
          <p:nvPr/>
        </p:nvGrpSpPr>
        <p:grpSpPr>
          <a:xfrm>
            <a:off x="6125063" y="2365317"/>
            <a:ext cx="1004134" cy="1939934"/>
            <a:chOff x="3308625" y="459175"/>
            <a:chExt cx="736925" cy="1423700"/>
          </a:xfrm>
        </p:grpSpPr>
        <p:sp>
          <p:nvSpPr>
            <p:cNvPr id="202" name="Google Shape;202;p42"/>
            <p:cNvSpPr/>
            <p:nvPr/>
          </p:nvSpPr>
          <p:spPr>
            <a:xfrm>
              <a:off x="3308625" y="459175"/>
              <a:ext cx="736925" cy="1423700"/>
            </a:xfrm>
            <a:custGeom>
              <a:rect b="b" l="l" r="r" t="t"/>
              <a:pathLst>
                <a:path extrusionOk="0" h="56948" w="29477">
                  <a:moveTo>
                    <a:pt x="0" y="0"/>
                  </a:moveTo>
                  <a:lnTo>
                    <a:pt x="0" y="56948"/>
                  </a:lnTo>
                  <a:lnTo>
                    <a:pt x="29477" y="56948"/>
                  </a:lnTo>
                  <a:lnTo>
                    <a:pt x="29477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2"/>
            <p:cNvSpPr/>
            <p:nvPr/>
          </p:nvSpPr>
          <p:spPr>
            <a:xfrm>
              <a:off x="3352625" y="748525"/>
              <a:ext cx="109850" cy="148175"/>
            </a:xfrm>
            <a:custGeom>
              <a:rect b="b" l="l" r="r" t="t"/>
              <a:pathLst>
                <a:path extrusionOk="0" h="5927" w="4394">
                  <a:moveTo>
                    <a:pt x="2197" y="0"/>
                  </a:moveTo>
                  <a:cubicBezTo>
                    <a:pt x="977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42"/>
            <p:cNvSpPr/>
            <p:nvPr/>
          </p:nvSpPr>
          <p:spPr>
            <a:xfrm>
              <a:off x="3499500" y="7485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94" y="0"/>
                    <a:pt x="0" y="994"/>
                    <a:pt x="0" y="2214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214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42"/>
            <p:cNvSpPr/>
            <p:nvPr/>
          </p:nvSpPr>
          <p:spPr>
            <a:xfrm>
              <a:off x="3646350" y="7485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214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42"/>
            <p:cNvSpPr/>
            <p:nvPr/>
          </p:nvSpPr>
          <p:spPr>
            <a:xfrm>
              <a:off x="3352625" y="5546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42"/>
            <p:cNvSpPr/>
            <p:nvPr/>
          </p:nvSpPr>
          <p:spPr>
            <a:xfrm>
              <a:off x="3499500" y="5546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42"/>
            <p:cNvSpPr/>
            <p:nvPr/>
          </p:nvSpPr>
          <p:spPr>
            <a:xfrm>
              <a:off x="3646350" y="5546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42"/>
            <p:cNvSpPr/>
            <p:nvPr/>
          </p:nvSpPr>
          <p:spPr>
            <a:xfrm>
              <a:off x="3352625" y="956825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42"/>
            <p:cNvSpPr/>
            <p:nvPr/>
          </p:nvSpPr>
          <p:spPr>
            <a:xfrm>
              <a:off x="3499500" y="956825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42"/>
            <p:cNvSpPr/>
            <p:nvPr/>
          </p:nvSpPr>
          <p:spPr>
            <a:xfrm>
              <a:off x="3646350" y="956825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42"/>
            <p:cNvSpPr/>
            <p:nvPr/>
          </p:nvSpPr>
          <p:spPr>
            <a:xfrm>
              <a:off x="335482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94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42"/>
            <p:cNvSpPr/>
            <p:nvPr/>
          </p:nvSpPr>
          <p:spPr>
            <a:xfrm>
              <a:off x="350167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94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42"/>
            <p:cNvSpPr/>
            <p:nvPr/>
          </p:nvSpPr>
          <p:spPr>
            <a:xfrm>
              <a:off x="3648975" y="1356000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42"/>
            <p:cNvSpPr/>
            <p:nvPr/>
          </p:nvSpPr>
          <p:spPr>
            <a:xfrm>
              <a:off x="335482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76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42"/>
            <p:cNvSpPr/>
            <p:nvPr/>
          </p:nvSpPr>
          <p:spPr>
            <a:xfrm>
              <a:off x="350167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76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76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42"/>
            <p:cNvSpPr/>
            <p:nvPr/>
          </p:nvSpPr>
          <p:spPr>
            <a:xfrm>
              <a:off x="3648975" y="15621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76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42"/>
            <p:cNvSpPr/>
            <p:nvPr/>
          </p:nvSpPr>
          <p:spPr>
            <a:xfrm>
              <a:off x="3352625" y="11564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1"/>
                  </a:moveTo>
                  <a:cubicBezTo>
                    <a:pt x="977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42"/>
            <p:cNvSpPr/>
            <p:nvPr/>
          </p:nvSpPr>
          <p:spPr>
            <a:xfrm>
              <a:off x="3499500" y="11564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1"/>
                  </a:moveTo>
                  <a:cubicBezTo>
                    <a:pt x="994" y="1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42"/>
            <p:cNvSpPr/>
            <p:nvPr/>
          </p:nvSpPr>
          <p:spPr>
            <a:xfrm>
              <a:off x="3646350" y="11564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1"/>
                  </a:moveTo>
                  <a:cubicBezTo>
                    <a:pt x="994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1"/>
                    <a:pt x="2214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42"/>
            <p:cNvSpPr/>
            <p:nvPr/>
          </p:nvSpPr>
          <p:spPr>
            <a:xfrm>
              <a:off x="3813700" y="459175"/>
              <a:ext cx="231850" cy="1423700"/>
            </a:xfrm>
            <a:custGeom>
              <a:rect b="b" l="l" r="r" t="t"/>
              <a:pathLst>
                <a:path extrusionOk="0" h="56948" w="9274">
                  <a:moveTo>
                    <a:pt x="0" y="0"/>
                  </a:moveTo>
                  <a:lnTo>
                    <a:pt x="0" y="56948"/>
                  </a:lnTo>
                  <a:lnTo>
                    <a:pt x="9274" y="56948"/>
                  </a:lnTo>
                  <a:lnTo>
                    <a:pt x="927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42"/>
          <p:cNvGrpSpPr/>
          <p:nvPr/>
        </p:nvGrpSpPr>
        <p:grpSpPr>
          <a:xfrm>
            <a:off x="5172958" y="2730008"/>
            <a:ext cx="891924" cy="1726789"/>
            <a:chOff x="2607875" y="643925"/>
            <a:chExt cx="654575" cy="1267275"/>
          </a:xfrm>
        </p:grpSpPr>
        <p:sp>
          <p:nvSpPr>
            <p:cNvPr id="223" name="Google Shape;223;p42"/>
            <p:cNvSpPr/>
            <p:nvPr/>
          </p:nvSpPr>
          <p:spPr>
            <a:xfrm>
              <a:off x="2607875" y="643925"/>
              <a:ext cx="654575" cy="1267275"/>
            </a:xfrm>
            <a:custGeom>
              <a:rect b="b" l="l" r="r" t="t"/>
              <a:pathLst>
                <a:path extrusionOk="0" h="50691" w="26183">
                  <a:moveTo>
                    <a:pt x="1" y="1"/>
                  </a:moveTo>
                  <a:lnTo>
                    <a:pt x="1" y="50691"/>
                  </a:lnTo>
                  <a:lnTo>
                    <a:pt x="26183" y="50691"/>
                  </a:lnTo>
                  <a:lnTo>
                    <a:pt x="26183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42"/>
            <p:cNvSpPr/>
            <p:nvPr/>
          </p:nvSpPr>
          <p:spPr>
            <a:xfrm>
              <a:off x="2667150" y="718450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42"/>
            <p:cNvSpPr/>
            <p:nvPr/>
          </p:nvSpPr>
          <p:spPr>
            <a:xfrm>
              <a:off x="276520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42"/>
            <p:cNvSpPr/>
            <p:nvPr/>
          </p:nvSpPr>
          <p:spPr>
            <a:xfrm>
              <a:off x="286325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42"/>
            <p:cNvSpPr/>
            <p:nvPr/>
          </p:nvSpPr>
          <p:spPr>
            <a:xfrm>
              <a:off x="2960875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42"/>
            <p:cNvSpPr/>
            <p:nvPr/>
          </p:nvSpPr>
          <p:spPr>
            <a:xfrm>
              <a:off x="2667150" y="1012175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0"/>
                  </a:moveTo>
                  <a:lnTo>
                    <a:pt x="1" y="8419"/>
                  </a:lnTo>
                  <a:lnTo>
                    <a:pt x="2075" y="8419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42"/>
            <p:cNvSpPr/>
            <p:nvPr/>
          </p:nvSpPr>
          <p:spPr>
            <a:xfrm>
              <a:off x="276520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42"/>
            <p:cNvSpPr/>
            <p:nvPr/>
          </p:nvSpPr>
          <p:spPr>
            <a:xfrm>
              <a:off x="286325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42"/>
            <p:cNvSpPr/>
            <p:nvPr/>
          </p:nvSpPr>
          <p:spPr>
            <a:xfrm>
              <a:off x="2960875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19"/>
                  </a:lnTo>
                  <a:lnTo>
                    <a:pt x="2057" y="8419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42"/>
            <p:cNvSpPr/>
            <p:nvPr/>
          </p:nvSpPr>
          <p:spPr>
            <a:xfrm>
              <a:off x="2667150" y="1294125"/>
              <a:ext cx="51875" cy="210050"/>
            </a:xfrm>
            <a:custGeom>
              <a:rect b="b" l="l" r="r" t="t"/>
              <a:pathLst>
                <a:path extrusionOk="0" h="8402" w="2075">
                  <a:moveTo>
                    <a:pt x="1" y="0"/>
                  </a:moveTo>
                  <a:lnTo>
                    <a:pt x="1" y="8402"/>
                  </a:lnTo>
                  <a:lnTo>
                    <a:pt x="2075" y="8402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42"/>
            <p:cNvSpPr/>
            <p:nvPr/>
          </p:nvSpPr>
          <p:spPr>
            <a:xfrm>
              <a:off x="276520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42"/>
            <p:cNvSpPr/>
            <p:nvPr/>
          </p:nvSpPr>
          <p:spPr>
            <a:xfrm>
              <a:off x="286325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42"/>
            <p:cNvSpPr/>
            <p:nvPr/>
          </p:nvSpPr>
          <p:spPr>
            <a:xfrm>
              <a:off x="2960875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0" y="0"/>
                  </a:moveTo>
                  <a:lnTo>
                    <a:pt x="0" y="8402"/>
                  </a:lnTo>
                  <a:lnTo>
                    <a:pt x="2057" y="8402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42"/>
            <p:cNvSpPr/>
            <p:nvPr/>
          </p:nvSpPr>
          <p:spPr>
            <a:xfrm>
              <a:off x="2667150" y="1568650"/>
              <a:ext cx="51875" cy="210525"/>
            </a:xfrm>
            <a:custGeom>
              <a:rect b="b" l="l" r="r" t="t"/>
              <a:pathLst>
                <a:path extrusionOk="0" h="8421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42"/>
            <p:cNvSpPr/>
            <p:nvPr/>
          </p:nvSpPr>
          <p:spPr>
            <a:xfrm>
              <a:off x="276520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42"/>
            <p:cNvSpPr/>
            <p:nvPr/>
          </p:nvSpPr>
          <p:spPr>
            <a:xfrm>
              <a:off x="286325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42"/>
            <p:cNvSpPr/>
            <p:nvPr/>
          </p:nvSpPr>
          <p:spPr>
            <a:xfrm>
              <a:off x="2960875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42"/>
            <p:cNvSpPr/>
            <p:nvPr/>
          </p:nvSpPr>
          <p:spPr>
            <a:xfrm>
              <a:off x="3099450" y="643925"/>
              <a:ext cx="163000" cy="1267275"/>
            </a:xfrm>
            <a:custGeom>
              <a:rect b="b" l="l" r="r" t="t"/>
              <a:pathLst>
                <a:path extrusionOk="0" h="50691" w="6520">
                  <a:moveTo>
                    <a:pt x="0" y="1"/>
                  </a:moveTo>
                  <a:lnTo>
                    <a:pt x="0" y="50691"/>
                  </a:lnTo>
                  <a:lnTo>
                    <a:pt x="6520" y="50691"/>
                  </a:lnTo>
                  <a:lnTo>
                    <a:pt x="652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" name="Google Shape;241;p42"/>
          <p:cNvGrpSpPr/>
          <p:nvPr/>
        </p:nvGrpSpPr>
        <p:grpSpPr>
          <a:xfrm>
            <a:off x="8195375" y="1969419"/>
            <a:ext cx="891345" cy="1727368"/>
            <a:chOff x="4826000" y="484000"/>
            <a:chExt cx="654150" cy="1267700"/>
          </a:xfrm>
        </p:grpSpPr>
        <p:sp>
          <p:nvSpPr>
            <p:cNvPr id="242" name="Google Shape;242;p42"/>
            <p:cNvSpPr/>
            <p:nvPr/>
          </p:nvSpPr>
          <p:spPr>
            <a:xfrm>
              <a:off x="4826000" y="484000"/>
              <a:ext cx="654150" cy="1267700"/>
            </a:xfrm>
            <a:custGeom>
              <a:rect b="b" l="l" r="r" t="t"/>
              <a:pathLst>
                <a:path extrusionOk="0" h="50708" w="26166">
                  <a:moveTo>
                    <a:pt x="1" y="1"/>
                  </a:moveTo>
                  <a:lnTo>
                    <a:pt x="1" y="50708"/>
                  </a:lnTo>
                  <a:lnTo>
                    <a:pt x="26165" y="50708"/>
                  </a:lnTo>
                  <a:lnTo>
                    <a:pt x="2616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42"/>
            <p:cNvSpPr/>
            <p:nvPr/>
          </p:nvSpPr>
          <p:spPr>
            <a:xfrm>
              <a:off x="4885275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42"/>
            <p:cNvSpPr/>
            <p:nvPr/>
          </p:nvSpPr>
          <p:spPr>
            <a:xfrm>
              <a:off x="49829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2"/>
            <p:cNvSpPr/>
            <p:nvPr/>
          </p:nvSpPr>
          <p:spPr>
            <a:xfrm>
              <a:off x="508095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42"/>
            <p:cNvSpPr/>
            <p:nvPr/>
          </p:nvSpPr>
          <p:spPr>
            <a:xfrm>
              <a:off x="51790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2"/>
            <p:cNvSpPr/>
            <p:nvPr/>
          </p:nvSpPr>
          <p:spPr>
            <a:xfrm>
              <a:off x="4885275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2"/>
            <p:cNvSpPr/>
            <p:nvPr/>
          </p:nvSpPr>
          <p:spPr>
            <a:xfrm>
              <a:off x="49829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2"/>
            <p:cNvSpPr/>
            <p:nvPr/>
          </p:nvSpPr>
          <p:spPr>
            <a:xfrm>
              <a:off x="508095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2"/>
            <p:cNvSpPr/>
            <p:nvPr/>
          </p:nvSpPr>
          <p:spPr>
            <a:xfrm>
              <a:off x="51790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2"/>
            <p:cNvSpPr/>
            <p:nvPr/>
          </p:nvSpPr>
          <p:spPr>
            <a:xfrm>
              <a:off x="4885275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2"/>
            <p:cNvSpPr/>
            <p:nvPr/>
          </p:nvSpPr>
          <p:spPr>
            <a:xfrm>
              <a:off x="49829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2"/>
            <p:cNvSpPr/>
            <p:nvPr/>
          </p:nvSpPr>
          <p:spPr>
            <a:xfrm>
              <a:off x="508095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2"/>
            <p:cNvSpPr/>
            <p:nvPr/>
          </p:nvSpPr>
          <p:spPr>
            <a:xfrm>
              <a:off x="51790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2"/>
            <p:cNvSpPr/>
            <p:nvPr/>
          </p:nvSpPr>
          <p:spPr>
            <a:xfrm>
              <a:off x="4885275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1" y="1"/>
                  </a:moveTo>
                  <a:lnTo>
                    <a:pt x="1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42"/>
            <p:cNvSpPr/>
            <p:nvPr/>
          </p:nvSpPr>
          <p:spPr>
            <a:xfrm>
              <a:off x="49829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2"/>
            <p:cNvSpPr/>
            <p:nvPr/>
          </p:nvSpPr>
          <p:spPr>
            <a:xfrm>
              <a:off x="508095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2"/>
            <p:cNvSpPr/>
            <p:nvPr/>
          </p:nvSpPr>
          <p:spPr>
            <a:xfrm>
              <a:off x="51790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2"/>
            <p:cNvSpPr/>
            <p:nvPr/>
          </p:nvSpPr>
          <p:spPr>
            <a:xfrm>
              <a:off x="5317575" y="484000"/>
              <a:ext cx="162575" cy="1267700"/>
            </a:xfrm>
            <a:custGeom>
              <a:rect b="b" l="l" r="r" t="t"/>
              <a:pathLst>
                <a:path extrusionOk="0" h="50708" w="6503">
                  <a:moveTo>
                    <a:pt x="0" y="1"/>
                  </a:moveTo>
                  <a:lnTo>
                    <a:pt x="0" y="50708"/>
                  </a:lnTo>
                  <a:lnTo>
                    <a:pt x="6502" y="50708"/>
                  </a:lnTo>
                  <a:lnTo>
                    <a:pt x="650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" name="Google Shape;260;p42"/>
          <p:cNvGrpSpPr/>
          <p:nvPr/>
        </p:nvGrpSpPr>
        <p:grpSpPr>
          <a:xfrm>
            <a:off x="6157382" y="2265586"/>
            <a:ext cx="1184079" cy="2130184"/>
            <a:chOff x="5195125" y="2889950"/>
            <a:chExt cx="787025" cy="1415875"/>
          </a:xfrm>
        </p:grpSpPr>
        <p:sp>
          <p:nvSpPr>
            <p:cNvPr id="261" name="Google Shape;261;p42"/>
            <p:cNvSpPr/>
            <p:nvPr/>
          </p:nvSpPr>
          <p:spPr>
            <a:xfrm>
              <a:off x="5291425" y="3540550"/>
              <a:ext cx="25" cy="692925"/>
            </a:xfrm>
            <a:custGeom>
              <a:rect b="b" l="l" r="r" t="t"/>
              <a:pathLst>
                <a:path extrusionOk="0" fill="none" h="27717" w="1">
                  <a:moveTo>
                    <a:pt x="0" y="1"/>
                  </a:moveTo>
                  <a:lnTo>
                    <a:pt x="0" y="2771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2"/>
            <p:cNvSpPr/>
            <p:nvPr/>
          </p:nvSpPr>
          <p:spPr>
            <a:xfrm>
              <a:off x="5345900" y="3298700"/>
              <a:ext cx="25" cy="934775"/>
            </a:xfrm>
            <a:custGeom>
              <a:rect b="b" l="l" r="r" t="t"/>
              <a:pathLst>
                <a:path extrusionOk="0" fill="none" h="37391" w="1">
                  <a:moveTo>
                    <a:pt x="0" y="1"/>
                  </a:moveTo>
                  <a:lnTo>
                    <a:pt x="0" y="3739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2"/>
            <p:cNvSpPr/>
            <p:nvPr/>
          </p:nvSpPr>
          <p:spPr>
            <a:xfrm>
              <a:off x="5238250" y="3536200"/>
              <a:ext cx="25" cy="755675"/>
            </a:xfrm>
            <a:custGeom>
              <a:rect b="b" l="l" r="r" t="t"/>
              <a:pathLst>
                <a:path extrusionOk="0" fill="none" h="30227" w="1">
                  <a:moveTo>
                    <a:pt x="1" y="1"/>
                  </a:moveTo>
                  <a:lnTo>
                    <a:pt x="1" y="3022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2"/>
            <p:cNvSpPr/>
            <p:nvPr/>
          </p:nvSpPr>
          <p:spPr>
            <a:xfrm>
              <a:off x="54339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42"/>
            <p:cNvSpPr/>
            <p:nvPr/>
          </p:nvSpPr>
          <p:spPr>
            <a:xfrm>
              <a:off x="5504075" y="2970550"/>
              <a:ext cx="25" cy="1335275"/>
            </a:xfrm>
            <a:custGeom>
              <a:rect b="b" l="l" r="r" t="t"/>
              <a:pathLst>
                <a:path extrusionOk="0" fill="none" h="53411" w="1">
                  <a:moveTo>
                    <a:pt x="1" y="1"/>
                  </a:moveTo>
                  <a:lnTo>
                    <a:pt x="1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2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2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2"/>
            <p:cNvSpPr/>
            <p:nvPr/>
          </p:nvSpPr>
          <p:spPr>
            <a:xfrm>
              <a:off x="5643975" y="293700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1"/>
                  </a:moveTo>
                  <a:lnTo>
                    <a:pt x="0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42"/>
            <p:cNvSpPr/>
            <p:nvPr/>
          </p:nvSpPr>
          <p:spPr>
            <a:xfrm>
              <a:off x="57141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1" y="0"/>
                  </a:moveTo>
                  <a:lnTo>
                    <a:pt x="1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42"/>
            <p:cNvSpPr/>
            <p:nvPr/>
          </p:nvSpPr>
          <p:spPr>
            <a:xfrm>
              <a:off x="578430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42"/>
            <p:cNvSpPr/>
            <p:nvPr/>
          </p:nvSpPr>
          <p:spPr>
            <a:xfrm>
              <a:off x="5827425" y="3031575"/>
              <a:ext cx="25" cy="1210175"/>
            </a:xfrm>
            <a:custGeom>
              <a:rect b="b" l="l" r="r" t="t"/>
              <a:pathLst>
                <a:path extrusionOk="0" fill="none" h="48407" w="1">
                  <a:moveTo>
                    <a:pt x="1" y="0"/>
                  </a:moveTo>
                  <a:lnTo>
                    <a:pt x="1" y="4840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42"/>
            <p:cNvSpPr/>
            <p:nvPr/>
          </p:nvSpPr>
          <p:spPr>
            <a:xfrm>
              <a:off x="5897600" y="3273425"/>
              <a:ext cx="25" cy="970950"/>
            </a:xfrm>
            <a:custGeom>
              <a:rect b="b" l="l" r="r" t="t"/>
              <a:pathLst>
                <a:path extrusionOk="0" fill="none" h="38838" w="1">
                  <a:moveTo>
                    <a:pt x="0" y="1"/>
                  </a:moveTo>
                  <a:lnTo>
                    <a:pt x="0" y="3883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2"/>
            <p:cNvSpPr/>
            <p:nvPr/>
          </p:nvSpPr>
          <p:spPr>
            <a:xfrm>
              <a:off x="5407350" y="3131800"/>
              <a:ext cx="466300" cy="25"/>
            </a:xfrm>
            <a:custGeom>
              <a:rect b="b" l="l" r="r" t="t"/>
              <a:pathLst>
                <a:path extrusionOk="0" fill="none" h="1" w="18652">
                  <a:moveTo>
                    <a:pt x="0" y="0"/>
                  </a:moveTo>
                  <a:lnTo>
                    <a:pt x="18652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2"/>
            <p:cNvSpPr/>
            <p:nvPr/>
          </p:nvSpPr>
          <p:spPr>
            <a:xfrm>
              <a:off x="5332825" y="32010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2"/>
            <p:cNvSpPr/>
            <p:nvPr/>
          </p:nvSpPr>
          <p:spPr>
            <a:xfrm>
              <a:off x="5332825" y="32512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2"/>
            <p:cNvSpPr/>
            <p:nvPr/>
          </p:nvSpPr>
          <p:spPr>
            <a:xfrm>
              <a:off x="5332825" y="33043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2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42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42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42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42"/>
            <p:cNvSpPr/>
            <p:nvPr/>
          </p:nvSpPr>
          <p:spPr>
            <a:xfrm>
              <a:off x="5332825" y="360462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42"/>
            <p:cNvSpPr/>
            <p:nvPr/>
          </p:nvSpPr>
          <p:spPr>
            <a:xfrm>
              <a:off x="5195125" y="36046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42"/>
            <p:cNvSpPr/>
            <p:nvPr/>
          </p:nvSpPr>
          <p:spPr>
            <a:xfrm>
              <a:off x="5195125" y="37048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42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42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42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42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42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42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42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42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2"/>
            <p:cNvSpPr/>
            <p:nvPr/>
          </p:nvSpPr>
          <p:spPr>
            <a:xfrm>
              <a:off x="5195125" y="41358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3" name="Google Shape;293;p42"/>
          <p:cNvGrpSpPr/>
          <p:nvPr/>
        </p:nvGrpSpPr>
        <p:grpSpPr>
          <a:xfrm>
            <a:off x="7341438" y="1489938"/>
            <a:ext cx="1782332" cy="2212156"/>
            <a:chOff x="5932450" y="2691225"/>
            <a:chExt cx="1445525" cy="1794125"/>
          </a:xfrm>
        </p:grpSpPr>
        <p:sp>
          <p:nvSpPr>
            <p:cNvPr id="294" name="Google Shape;294;p42"/>
            <p:cNvSpPr/>
            <p:nvPr/>
          </p:nvSpPr>
          <p:spPr>
            <a:xfrm>
              <a:off x="6817975" y="3120900"/>
              <a:ext cx="0" cy="1364450"/>
            </a:xfrm>
            <a:custGeom>
              <a:rect b="b" l="l" r="r" t="t"/>
              <a:pathLst>
                <a:path extrusionOk="0" fill="none" h="54578" w="0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2"/>
            <p:cNvSpPr/>
            <p:nvPr/>
          </p:nvSpPr>
          <p:spPr>
            <a:xfrm>
              <a:off x="6775700" y="3120900"/>
              <a:ext cx="25" cy="1364450"/>
            </a:xfrm>
            <a:custGeom>
              <a:rect b="b" l="l" r="r" t="t"/>
              <a:pathLst>
                <a:path extrusionOk="0" fill="none" h="54578" w="1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42"/>
            <p:cNvSpPr/>
            <p:nvPr/>
          </p:nvSpPr>
          <p:spPr>
            <a:xfrm>
              <a:off x="6776125" y="3153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42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42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42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42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42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42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42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42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42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42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2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42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42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2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2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2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42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42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2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42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42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2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42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2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42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42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42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42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42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2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2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2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2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2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2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42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2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2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2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42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2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2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2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42"/>
            <p:cNvSpPr/>
            <p:nvPr/>
          </p:nvSpPr>
          <p:spPr>
            <a:xfrm>
              <a:off x="6776125" y="4383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42"/>
            <p:cNvSpPr/>
            <p:nvPr/>
          </p:nvSpPr>
          <p:spPr>
            <a:xfrm>
              <a:off x="6722100" y="2980150"/>
              <a:ext cx="118550" cy="144700"/>
            </a:xfrm>
            <a:custGeom>
              <a:rect b="b" l="l" r="r" t="t"/>
              <a:pathLst>
                <a:path extrusionOk="0" h="5788" w="4742">
                  <a:moveTo>
                    <a:pt x="0" y="0"/>
                  </a:moveTo>
                  <a:lnTo>
                    <a:pt x="0" y="5788"/>
                  </a:lnTo>
                  <a:lnTo>
                    <a:pt x="4741" y="5788"/>
                  </a:lnTo>
                  <a:lnTo>
                    <a:pt x="47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2"/>
            <p:cNvSpPr/>
            <p:nvPr/>
          </p:nvSpPr>
          <p:spPr>
            <a:xfrm>
              <a:off x="6227050" y="2692975"/>
              <a:ext cx="686375" cy="264100"/>
            </a:xfrm>
            <a:custGeom>
              <a:rect b="b" l="l" r="r" t="t"/>
              <a:pathLst>
                <a:path extrusionOk="0" fill="none" h="10564" w="27455">
                  <a:moveTo>
                    <a:pt x="27454" y="0"/>
                  </a:moveTo>
                  <a:lnTo>
                    <a:pt x="0" y="10564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2"/>
            <p:cNvSpPr/>
            <p:nvPr/>
          </p:nvSpPr>
          <p:spPr>
            <a:xfrm>
              <a:off x="6454525" y="2692975"/>
              <a:ext cx="460200" cy="237525"/>
            </a:xfrm>
            <a:custGeom>
              <a:rect b="b" l="l" r="r" t="t"/>
              <a:pathLst>
                <a:path extrusionOk="0" fill="none" h="9501" w="18408">
                  <a:moveTo>
                    <a:pt x="18408" y="0"/>
                  </a:moveTo>
                  <a:lnTo>
                    <a:pt x="1691" y="9500"/>
                  </a:lnTo>
                  <a:lnTo>
                    <a:pt x="0" y="7060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2"/>
            <p:cNvSpPr/>
            <p:nvPr/>
          </p:nvSpPr>
          <p:spPr>
            <a:xfrm>
              <a:off x="6912525" y="2691225"/>
              <a:ext cx="160400" cy="232300"/>
            </a:xfrm>
            <a:custGeom>
              <a:rect b="b" l="l" r="r" t="t"/>
              <a:pathLst>
                <a:path extrusionOk="0" fill="none" h="9292" w="6416">
                  <a:moveTo>
                    <a:pt x="1" y="1"/>
                  </a:moveTo>
                  <a:lnTo>
                    <a:pt x="6415" y="9291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2"/>
            <p:cNvSpPr/>
            <p:nvPr/>
          </p:nvSpPr>
          <p:spPr>
            <a:xfrm>
              <a:off x="5932450" y="2897775"/>
              <a:ext cx="1445525" cy="86325"/>
            </a:xfrm>
            <a:custGeom>
              <a:rect b="b" l="l" r="r" t="t"/>
              <a:pathLst>
                <a:path extrusionOk="0" h="3453" w="57821">
                  <a:moveTo>
                    <a:pt x="39796" y="175"/>
                  </a:moveTo>
                  <a:lnTo>
                    <a:pt x="44119" y="977"/>
                  </a:lnTo>
                  <a:lnTo>
                    <a:pt x="44241" y="994"/>
                  </a:lnTo>
                  <a:lnTo>
                    <a:pt x="48059" y="1709"/>
                  </a:lnTo>
                  <a:lnTo>
                    <a:pt x="48163" y="1727"/>
                  </a:lnTo>
                  <a:lnTo>
                    <a:pt x="51998" y="2441"/>
                  </a:lnTo>
                  <a:lnTo>
                    <a:pt x="52103" y="2459"/>
                  </a:lnTo>
                  <a:lnTo>
                    <a:pt x="57193" y="3348"/>
                  </a:lnTo>
                  <a:lnTo>
                    <a:pt x="1343" y="3348"/>
                  </a:lnTo>
                  <a:lnTo>
                    <a:pt x="7374" y="2825"/>
                  </a:lnTo>
                  <a:lnTo>
                    <a:pt x="7496" y="2825"/>
                  </a:lnTo>
                  <a:lnTo>
                    <a:pt x="11767" y="2476"/>
                  </a:lnTo>
                  <a:lnTo>
                    <a:pt x="11871" y="2476"/>
                  </a:lnTo>
                  <a:lnTo>
                    <a:pt x="15619" y="2162"/>
                  </a:lnTo>
                  <a:lnTo>
                    <a:pt x="15724" y="2162"/>
                  </a:lnTo>
                  <a:lnTo>
                    <a:pt x="19576" y="1831"/>
                  </a:lnTo>
                  <a:lnTo>
                    <a:pt x="19698" y="1831"/>
                  </a:lnTo>
                  <a:lnTo>
                    <a:pt x="23620" y="1500"/>
                  </a:lnTo>
                  <a:lnTo>
                    <a:pt x="23725" y="1500"/>
                  </a:lnTo>
                  <a:lnTo>
                    <a:pt x="27368" y="1186"/>
                  </a:lnTo>
                  <a:lnTo>
                    <a:pt x="27472" y="1186"/>
                  </a:lnTo>
                  <a:lnTo>
                    <a:pt x="31377" y="855"/>
                  </a:lnTo>
                  <a:lnTo>
                    <a:pt x="31482" y="855"/>
                  </a:lnTo>
                  <a:lnTo>
                    <a:pt x="35386" y="524"/>
                  </a:lnTo>
                  <a:lnTo>
                    <a:pt x="35491" y="524"/>
                  </a:lnTo>
                  <a:lnTo>
                    <a:pt x="39692" y="175"/>
                  </a:lnTo>
                  <a:close/>
                  <a:moveTo>
                    <a:pt x="39692" y="1"/>
                  </a:moveTo>
                  <a:lnTo>
                    <a:pt x="35491" y="350"/>
                  </a:lnTo>
                  <a:lnTo>
                    <a:pt x="35386" y="350"/>
                  </a:lnTo>
                  <a:lnTo>
                    <a:pt x="31499" y="681"/>
                  </a:lnTo>
                  <a:lnTo>
                    <a:pt x="31377" y="698"/>
                  </a:lnTo>
                  <a:lnTo>
                    <a:pt x="27490" y="1012"/>
                  </a:lnTo>
                  <a:lnTo>
                    <a:pt x="27385" y="1012"/>
                  </a:lnTo>
                  <a:lnTo>
                    <a:pt x="11837" y="2319"/>
                  </a:lnTo>
                  <a:lnTo>
                    <a:pt x="11767" y="2319"/>
                  </a:lnTo>
                  <a:lnTo>
                    <a:pt x="7461" y="2685"/>
                  </a:lnTo>
                  <a:lnTo>
                    <a:pt x="7392" y="2685"/>
                  </a:lnTo>
                  <a:lnTo>
                    <a:pt x="53" y="3348"/>
                  </a:lnTo>
                  <a:cubicBezTo>
                    <a:pt x="36" y="3348"/>
                    <a:pt x="1" y="3365"/>
                    <a:pt x="1" y="3400"/>
                  </a:cubicBezTo>
                  <a:cubicBezTo>
                    <a:pt x="1" y="3417"/>
                    <a:pt x="36" y="3452"/>
                    <a:pt x="53" y="3452"/>
                  </a:cubicBezTo>
                  <a:lnTo>
                    <a:pt x="57768" y="3452"/>
                  </a:lnTo>
                  <a:cubicBezTo>
                    <a:pt x="57803" y="3452"/>
                    <a:pt x="57820" y="3417"/>
                    <a:pt x="57820" y="3400"/>
                  </a:cubicBezTo>
                  <a:cubicBezTo>
                    <a:pt x="57820" y="3365"/>
                    <a:pt x="57803" y="3348"/>
                    <a:pt x="57785" y="3348"/>
                  </a:cubicBezTo>
                  <a:lnTo>
                    <a:pt x="52120" y="2284"/>
                  </a:lnTo>
                  <a:lnTo>
                    <a:pt x="51998" y="2267"/>
                  </a:lnTo>
                  <a:lnTo>
                    <a:pt x="48181" y="1552"/>
                  </a:lnTo>
                  <a:lnTo>
                    <a:pt x="48076" y="1535"/>
                  </a:lnTo>
                  <a:lnTo>
                    <a:pt x="44259" y="820"/>
                  </a:lnTo>
                  <a:lnTo>
                    <a:pt x="44137" y="803"/>
                  </a:lnTo>
                  <a:lnTo>
                    <a:pt x="398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2"/>
            <p:cNvSpPr/>
            <p:nvPr/>
          </p:nvSpPr>
          <p:spPr>
            <a:xfrm>
              <a:off x="6117225" y="2965325"/>
              <a:ext cx="2650" cy="18325"/>
            </a:xfrm>
            <a:custGeom>
              <a:rect b="b" l="l" r="r" t="t"/>
              <a:pathLst>
                <a:path extrusionOk="0" h="733" w="106">
                  <a:moveTo>
                    <a:pt x="53" y="1"/>
                  </a:moveTo>
                  <a:cubicBezTo>
                    <a:pt x="27" y="1"/>
                    <a:pt x="1" y="18"/>
                    <a:pt x="1" y="53"/>
                  </a:cubicBezTo>
                  <a:lnTo>
                    <a:pt x="1" y="663"/>
                  </a:lnTo>
                  <a:cubicBezTo>
                    <a:pt x="1" y="698"/>
                    <a:pt x="18" y="733"/>
                    <a:pt x="53" y="733"/>
                  </a:cubicBezTo>
                  <a:cubicBezTo>
                    <a:pt x="88" y="733"/>
                    <a:pt x="105" y="698"/>
                    <a:pt x="105" y="663"/>
                  </a:cubicBezTo>
                  <a:lnTo>
                    <a:pt x="105" y="53"/>
                  </a:lnTo>
                  <a:cubicBezTo>
                    <a:pt x="105" y="18"/>
                    <a:pt x="79" y="1"/>
                    <a:pt x="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42"/>
            <p:cNvSpPr/>
            <p:nvPr/>
          </p:nvSpPr>
          <p:spPr>
            <a:xfrm>
              <a:off x="6226400" y="2956175"/>
              <a:ext cx="3075" cy="26600"/>
            </a:xfrm>
            <a:custGeom>
              <a:rect b="b" l="l" r="r" t="t"/>
              <a:pathLst>
                <a:path extrusionOk="0" h="1064" w="123">
                  <a:moveTo>
                    <a:pt x="61" y="1"/>
                  </a:moveTo>
                  <a:cubicBezTo>
                    <a:pt x="31" y="1"/>
                    <a:pt x="0" y="18"/>
                    <a:pt x="9" y="53"/>
                  </a:cubicBezTo>
                  <a:lnTo>
                    <a:pt x="9" y="1012"/>
                  </a:lnTo>
                  <a:cubicBezTo>
                    <a:pt x="9" y="1047"/>
                    <a:pt x="26" y="1064"/>
                    <a:pt x="61" y="1064"/>
                  </a:cubicBezTo>
                  <a:cubicBezTo>
                    <a:pt x="96" y="1064"/>
                    <a:pt x="113" y="1047"/>
                    <a:pt x="113" y="1012"/>
                  </a:cubicBezTo>
                  <a:lnTo>
                    <a:pt x="113" y="53"/>
                  </a:lnTo>
                  <a:cubicBezTo>
                    <a:pt x="122" y="18"/>
                    <a:pt x="92" y="1"/>
                    <a:pt x="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2"/>
            <p:cNvSpPr/>
            <p:nvPr/>
          </p:nvSpPr>
          <p:spPr>
            <a:xfrm>
              <a:off x="6322925" y="2948775"/>
              <a:ext cx="2625" cy="34000"/>
            </a:xfrm>
            <a:custGeom>
              <a:rect b="b" l="l" r="r" t="t"/>
              <a:pathLst>
                <a:path extrusionOk="0" h="1360" w="105">
                  <a:moveTo>
                    <a:pt x="52" y="0"/>
                  </a:moveTo>
                  <a:cubicBezTo>
                    <a:pt x="35" y="0"/>
                    <a:pt x="0" y="18"/>
                    <a:pt x="0" y="53"/>
                  </a:cubicBezTo>
                  <a:lnTo>
                    <a:pt x="0" y="1308"/>
                  </a:lnTo>
                  <a:cubicBezTo>
                    <a:pt x="0" y="1343"/>
                    <a:pt x="35" y="1360"/>
                    <a:pt x="52" y="1360"/>
                  </a:cubicBezTo>
                  <a:cubicBezTo>
                    <a:pt x="87" y="1360"/>
                    <a:pt x="105" y="1343"/>
                    <a:pt x="105" y="1308"/>
                  </a:cubicBezTo>
                  <a:lnTo>
                    <a:pt x="105" y="53"/>
                  </a:lnTo>
                  <a:cubicBezTo>
                    <a:pt x="105" y="18"/>
                    <a:pt x="87" y="0"/>
                    <a:pt x="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2"/>
            <p:cNvSpPr/>
            <p:nvPr/>
          </p:nvSpPr>
          <p:spPr>
            <a:xfrm>
              <a:off x="6422275" y="2940500"/>
              <a:ext cx="2650" cy="42275"/>
            </a:xfrm>
            <a:custGeom>
              <a:rect b="b" l="l" r="r" t="t"/>
              <a:pathLst>
                <a:path extrusionOk="0" h="1691" w="106">
                  <a:moveTo>
                    <a:pt x="53" y="0"/>
                  </a:moveTo>
                  <a:cubicBezTo>
                    <a:pt x="27" y="0"/>
                    <a:pt x="0" y="18"/>
                    <a:pt x="0" y="52"/>
                  </a:cubicBezTo>
                  <a:lnTo>
                    <a:pt x="0" y="1639"/>
                  </a:lnTo>
                  <a:cubicBezTo>
                    <a:pt x="0" y="1674"/>
                    <a:pt x="18" y="1691"/>
                    <a:pt x="53" y="1691"/>
                  </a:cubicBezTo>
                  <a:cubicBezTo>
                    <a:pt x="88" y="1691"/>
                    <a:pt x="105" y="1674"/>
                    <a:pt x="105" y="1639"/>
                  </a:cubicBezTo>
                  <a:lnTo>
                    <a:pt x="105" y="52"/>
                  </a:lnTo>
                  <a:cubicBezTo>
                    <a:pt x="105" y="18"/>
                    <a:pt x="79" y="0"/>
                    <a:pt x="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42"/>
            <p:cNvSpPr/>
            <p:nvPr/>
          </p:nvSpPr>
          <p:spPr>
            <a:xfrm>
              <a:off x="6523150" y="2932200"/>
              <a:ext cx="3075" cy="50575"/>
            </a:xfrm>
            <a:custGeom>
              <a:rect b="b" l="l" r="r" t="t"/>
              <a:pathLst>
                <a:path extrusionOk="0" h="2023" w="123">
                  <a:moveTo>
                    <a:pt x="62" y="1"/>
                  </a:moveTo>
                  <a:cubicBezTo>
                    <a:pt x="31" y="1"/>
                    <a:pt x="1" y="18"/>
                    <a:pt x="10" y="53"/>
                  </a:cubicBezTo>
                  <a:lnTo>
                    <a:pt x="10" y="1971"/>
                  </a:lnTo>
                  <a:cubicBezTo>
                    <a:pt x="10" y="2006"/>
                    <a:pt x="27" y="2023"/>
                    <a:pt x="62" y="2023"/>
                  </a:cubicBezTo>
                  <a:cubicBezTo>
                    <a:pt x="79" y="2023"/>
                    <a:pt x="114" y="2006"/>
                    <a:pt x="114" y="1971"/>
                  </a:cubicBezTo>
                  <a:lnTo>
                    <a:pt x="114" y="53"/>
                  </a:lnTo>
                  <a:cubicBezTo>
                    <a:pt x="123" y="18"/>
                    <a:pt x="92" y="1"/>
                    <a:pt x="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42"/>
            <p:cNvSpPr/>
            <p:nvPr/>
          </p:nvSpPr>
          <p:spPr>
            <a:xfrm>
              <a:off x="6617075" y="2923500"/>
              <a:ext cx="2625" cy="59275"/>
            </a:xfrm>
            <a:custGeom>
              <a:rect b="b" l="l" r="r" t="t"/>
              <a:pathLst>
                <a:path extrusionOk="0" h="2371" w="105">
                  <a:moveTo>
                    <a:pt x="105" y="0"/>
                  </a:moveTo>
                  <a:lnTo>
                    <a:pt x="0" y="18"/>
                  </a:lnTo>
                  <a:lnTo>
                    <a:pt x="0" y="2319"/>
                  </a:lnTo>
                  <a:cubicBezTo>
                    <a:pt x="9" y="2354"/>
                    <a:pt x="35" y="2371"/>
                    <a:pt x="59" y="2371"/>
                  </a:cubicBezTo>
                  <a:cubicBezTo>
                    <a:pt x="83" y="2371"/>
                    <a:pt x="105" y="2354"/>
                    <a:pt x="105" y="2319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42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2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2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2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2"/>
            <p:cNvSpPr/>
            <p:nvPr/>
          </p:nvSpPr>
          <p:spPr>
            <a:xfrm>
              <a:off x="7036300" y="2917825"/>
              <a:ext cx="2625" cy="64950"/>
            </a:xfrm>
            <a:custGeom>
              <a:rect b="b" l="l" r="r" t="t"/>
              <a:pathLst>
                <a:path extrusionOk="0" h="2598" w="105">
                  <a:moveTo>
                    <a:pt x="0" y="1"/>
                  </a:moveTo>
                  <a:lnTo>
                    <a:pt x="0" y="2546"/>
                  </a:lnTo>
                  <a:cubicBezTo>
                    <a:pt x="0" y="2581"/>
                    <a:pt x="17" y="2598"/>
                    <a:pt x="52" y="2598"/>
                  </a:cubicBezTo>
                  <a:cubicBezTo>
                    <a:pt x="87" y="2598"/>
                    <a:pt x="105" y="2581"/>
                    <a:pt x="105" y="2546"/>
                  </a:cubicBezTo>
                  <a:lnTo>
                    <a:pt x="105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2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2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2"/>
            <p:cNvSpPr/>
            <p:nvPr/>
          </p:nvSpPr>
          <p:spPr>
            <a:xfrm>
              <a:off x="7232825" y="2954425"/>
              <a:ext cx="2650" cy="28350"/>
            </a:xfrm>
            <a:custGeom>
              <a:rect b="b" l="l" r="r" t="t"/>
              <a:pathLst>
                <a:path extrusionOk="0" h="1134" w="106">
                  <a:moveTo>
                    <a:pt x="1" y="1"/>
                  </a:moveTo>
                  <a:lnTo>
                    <a:pt x="1" y="1082"/>
                  </a:lnTo>
                  <a:cubicBezTo>
                    <a:pt x="1" y="1117"/>
                    <a:pt x="18" y="1134"/>
                    <a:pt x="53" y="1134"/>
                  </a:cubicBezTo>
                  <a:cubicBezTo>
                    <a:pt x="88" y="1134"/>
                    <a:pt x="105" y="1117"/>
                    <a:pt x="105" y="1082"/>
                  </a:cubicBezTo>
                  <a:lnTo>
                    <a:pt x="105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2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2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2"/>
            <p:cNvSpPr/>
            <p:nvPr/>
          </p:nvSpPr>
          <p:spPr>
            <a:xfrm>
              <a:off x="6224425" y="2983200"/>
              <a:ext cx="122475" cy="346900"/>
            </a:xfrm>
            <a:custGeom>
              <a:rect b="b" l="l" r="r" t="t"/>
              <a:pathLst>
                <a:path extrusionOk="0" fill="none" h="13876" w="4899">
                  <a:moveTo>
                    <a:pt x="4899" y="0"/>
                  </a:moveTo>
                  <a:lnTo>
                    <a:pt x="4899" y="5822"/>
                  </a:lnTo>
                  <a:lnTo>
                    <a:pt x="1" y="13876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2"/>
            <p:cNvSpPr/>
            <p:nvPr/>
          </p:nvSpPr>
          <p:spPr>
            <a:xfrm>
              <a:off x="6346875" y="3128750"/>
              <a:ext cx="96350" cy="195250"/>
            </a:xfrm>
            <a:custGeom>
              <a:rect b="b" l="l" r="r" t="t"/>
              <a:pathLst>
                <a:path extrusionOk="0" fill="none" h="7810" w="3854">
                  <a:moveTo>
                    <a:pt x="1" y="0"/>
                  </a:moveTo>
                  <a:lnTo>
                    <a:pt x="3853" y="7810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2"/>
            <p:cNvSpPr/>
            <p:nvPr/>
          </p:nvSpPr>
          <p:spPr>
            <a:xfrm>
              <a:off x="6177800" y="3308300"/>
              <a:ext cx="331225" cy="178250"/>
            </a:xfrm>
            <a:custGeom>
              <a:rect b="b" l="l" r="r" t="t"/>
              <a:pathLst>
                <a:path extrusionOk="0" h="7130" w="13249">
                  <a:moveTo>
                    <a:pt x="1" y="0"/>
                  </a:moveTo>
                  <a:lnTo>
                    <a:pt x="1" y="7129"/>
                  </a:lnTo>
                  <a:lnTo>
                    <a:pt x="13248" y="7129"/>
                  </a:lnTo>
                  <a:lnTo>
                    <a:pt x="132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2"/>
            <p:cNvSpPr/>
            <p:nvPr/>
          </p:nvSpPr>
          <p:spPr>
            <a:xfrm>
              <a:off x="6438400" y="3308300"/>
              <a:ext cx="70625" cy="178250"/>
            </a:xfrm>
            <a:custGeom>
              <a:rect b="b" l="l" r="r" t="t"/>
              <a:pathLst>
                <a:path extrusionOk="0" h="7130" w="2825">
                  <a:moveTo>
                    <a:pt x="0" y="0"/>
                  </a:moveTo>
                  <a:lnTo>
                    <a:pt x="0" y="7129"/>
                  </a:lnTo>
                  <a:lnTo>
                    <a:pt x="2824" y="7129"/>
                  </a:lnTo>
                  <a:lnTo>
                    <a:pt x="282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6" name="Google Shape;366;p42"/>
          <p:cNvGrpSpPr/>
          <p:nvPr/>
        </p:nvGrpSpPr>
        <p:grpSpPr>
          <a:xfrm>
            <a:off x="-381000" y="3714140"/>
            <a:ext cx="9870375" cy="1455000"/>
            <a:chOff x="-381000" y="2758675"/>
            <a:chExt cx="9870375" cy="1455000"/>
          </a:xfrm>
        </p:grpSpPr>
        <p:sp>
          <p:nvSpPr>
            <p:cNvPr id="367" name="Google Shape;367;p42"/>
            <p:cNvSpPr/>
            <p:nvPr/>
          </p:nvSpPr>
          <p:spPr>
            <a:xfrm>
              <a:off x="152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2"/>
            <p:cNvSpPr/>
            <p:nvPr/>
          </p:nvSpPr>
          <p:spPr>
            <a:xfrm>
              <a:off x="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2"/>
            <p:cNvSpPr/>
            <p:nvPr/>
          </p:nvSpPr>
          <p:spPr>
            <a:xfrm>
              <a:off x="76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42"/>
            <p:cNvSpPr/>
            <p:nvPr/>
          </p:nvSpPr>
          <p:spPr>
            <a:xfrm>
              <a:off x="381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42"/>
            <p:cNvSpPr/>
            <p:nvPr/>
          </p:nvSpPr>
          <p:spPr>
            <a:xfrm>
              <a:off x="228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2"/>
            <p:cNvSpPr/>
            <p:nvPr/>
          </p:nvSpPr>
          <p:spPr>
            <a:xfrm>
              <a:off x="304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2"/>
            <p:cNvSpPr/>
            <p:nvPr/>
          </p:nvSpPr>
          <p:spPr>
            <a:xfrm>
              <a:off x="609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2"/>
            <p:cNvSpPr/>
            <p:nvPr/>
          </p:nvSpPr>
          <p:spPr>
            <a:xfrm>
              <a:off x="457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2"/>
            <p:cNvSpPr/>
            <p:nvPr/>
          </p:nvSpPr>
          <p:spPr>
            <a:xfrm>
              <a:off x="533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2"/>
            <p:cNvSpPr/>
            <p:nvPr/>
          </p:nvSpPr>
          <p:spPr>
            <a:xfrm>
              <a:off x="762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2"/>
            <p:cNvSpPr/>
            <p:nvPr/>
          </p:nvSpPr>
          <p:spPr>
            <a:xfrm>
              <a:off x="685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2"/>
            <p:cNvSpPr/>
            <p:nvPr/>
          </p:nvSpPr>
          <p:spPr>
            <a:xfrm>
              <a:off x="838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2"/>
            <p:cNvSpPr/>
            <p:nvPr/>
          </p:nvSpPr>
          <p:spPr>
            <a:xfrm>
              <a:off x="186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2"/>
            <p:cNvSpPr/>
            <p:nvPr/>
          </p:nvSpPr>
          <p:spPr>
            <a:xfrm>
              <a:off x="3764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2"/>
            <p:cNvSpPr/>
            <p:nvPr/>
          </p:nvSpPr>
          <p:spPr>
            <a:xfrm>
              <a:off x="110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2"/>
            <p:cNvSpPr/>
            <p:nvPr/>
          </p:nvSpPr>
          <p:spPr>
            <a:xfrm>
              <a:off x="415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2"/>
            <p:cNvSpPr/>
            <p:nvPr/>
          </p:nvSpPr>
          <p:spPr>
            <a:xfrm>
              <a:off x="263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2"/>
            <p:cNvSpPr/>
            <p:nvPr/>
          </p:nvSpPr>
          <p:spPr>
            <a:xfrm>
              <a:off x="339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2"/>
            <p:cNvSpPr/>
            <p:nvPr/>
          </p:nvSpPr>
          <p:spPr>
            <a:xfrm>
              <a:off x="644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2"/>
            <p:cNvSpPr/>
            <p:nvPr/>
          </p:nvSpPr>
          <p:spPr>
            <a:xfrm>
              <a:off x="491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2"/>
            <p:cNvSpPr/>
            <p:nvPr/>
          </p:nvSpPr>
          <p:spPr>
            <a:xfrm>
              <a:off x="567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2"/>
            <p:cNvSpPr/>
            <p:nvPr/>
          </p:nvSpPr>
          <p:spPr>
            <a:xfrm>
              <a:off x="796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2"/>
            <p:cNvSpPr/>
            <p:nvPr/>
          </p:nvSpPr>
          <p:spPr>
            <a:xfrm>
              <a:off x="720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42"/>
            <p:cNvSpPr/>
            <p:nvPr/>
          </p:nvSpPr>
          <p:spPr>
            <a:xfrm>
              <a:off x="872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2"/>
            <p:cNvSpPr/>
            <p:nvPr/>
          </p:nvSpPr>
          <p:spPr>
            <a:xfrm>
              <a:off x="-381000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2"/>
            <p:cNvSpPr/>
            <p:nvPr/>
          </p:nvSpPr>
          <p:spPr>
            <a:xfrm>
              <a:off x="1524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2"/>
            <p:cNvSpPr/>
            <p:nvPr/>
          </p:nvSpPr>
          <p:spPr>
            <a:xfrm>
              <a:off x="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2"/>
            <p:cNvSpPr/>
            <p:nvPr/>
          </p:nvSpPr>
          <p:spPr>
            <a:xfrm>
              <a:off x="76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2"/>
            <p:cNvSpPr/>
            <p:nvPr/>
          </p:nvSpPr>
          <p:spPr>
            <a:xfrm>
              <a:off x="381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2"/>
            <p:cNvSpPr/>
            <p:nvPr/>
          </p:nvSpPr>
          <p:spPr>
            <a:xfrm>
              <a:off x="2286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2"/>
            <p:cNvSpPr/>
            <p:nvPr/>
          </p:nvSpPr>
          <p:spPr>
            <a:xfrm>
              <a:off x="3048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42"/>
            <p:cNvSpPr/>
            <p:nvPr/>
          </p:nvSpPr>
          <p:spPr>
            <a:xfrm>
              <a:off x="6096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2"/>
            <p:cNvSpPr/>
            <p:nvPr/>
          </p:nvSpPr>
          <p:spPr>
            <a:xfrm>
              <a:off x="457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2"/>
            <p:cNvSpPr/>
            <p:nvPr/>
          </p:nvSpPr>
          <p:spPr>
            <a:xfrm>
              <a:off x="5334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2"/>
            <p:cNvSpPr/>
            <p:nvPr/>
          </p:nvSpPr>
          <p:spPr>
            <a:xfrm>
              <a:off x="762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42"/>
            <p:cNvSpPr/>
            <p:nvPr/>
          </p:nvSpPr>
          <p:spPr>
            <a:xfrm>
              <a:off x="6858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2"/>
            <p:cNvSpPr/>
            <p:nvPr/>
          </p:nvSpPr>
          <p:spPr>
            <a:xfrm>
              <a:off x="838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2"/>
            <p:cNvSpPr/>
            <p:nvPr/>
          </p:nvSpPr>
          <p:spPr>
            <a:xfrm>
              <a:off x="1869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2"/>
            <p:cNvSpPr/>
            <p:nvPr/>
          </p:nvSpPr>
          <p:spPr>
            <a:xfrm>
              <a:off x="3764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2"/>
            <p:cNvSpPr/>
            <p:nvPr/>
          </p:nvSpPr>
          <p:spPr>
            <a:xfrm>
              <a:off x="110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2"/>
            <p:cNvSpPr/>
            <p:nvPr/>
          </p:nvSpPr>
          <p:spPr>
            <a:xfrm>
              <a:off x="2631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2"/>
            <p:cNvSpPr/>
            <p:nvPr/>
          </p:nvSpPr>
          <p:spPr>
            <a:xfrm>
              <a:off x="6441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2"/>
            <p:cNvSpPr/>
            <p:nvPr/>
          </p:nvSpPr>
          <p:spPr>
            <a:xfrm>
              <a:off x="7965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2"/>
            <p:cNvSpPr/>
            <p:nvPr/>
          </p:nvSpPr>
          <p:spPr>
            <a:xfrm>
              <a:off x="7203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2"/>
            <p:cNvSpPr/>
            <p:nvPr/>
          </p:nvSpPr>
          <p:spPr>
            <a:xfrm>
              <a:off x="872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2"/>
            <p:cNvSpPr/>
            <p:nvPr/>
          </p:nvSpPr>
          <p:spPr>
            <a:xfrm>
              <a:off x="-381000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2"/>
            <p:cNvSpPr/>
            <p:nvPr/>
          </p:nvSpPr>
          <p:spPr>
            <a:xfrm>
              <a:off x="7620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2"/>
            <p:cNvSpPr/>
            <p:nvPr/>
          </p:nvSpPr>
          <p:spPr>
            <a:xfrm>
              <a:off x="6858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42"/>
            <p:cNvSpPr/>
            <p:nvPr/>
          </p:nvSpPr>
          <p:spPr>
            <a:xfrm>
              <a:off x="8382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42"/>
            <p:cNvSpPr/>
            <p:nvPr/>
          </p:nvSpPr>
          <p:spPr>
            <a:xfrm>
              <a:off x="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7" name="Google Shape;417;p42"/>
          <p:cNvSpPr/>
          <p:nvPr/>
        </p:nvSpPr>
        <p:spPr>
          <a:xfrm>
            <a:off x="0" y="3714150"/>
            <a:ext cx="2898900" cy="11745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2"/>
          <p:cNvSpPr/>
          <p:nvPr/>
        </p:nvSpPr>
        <p:spPr>
          <a:xfrm>
            <a:off x="0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2"/>
          <p:cNvSpPr/>
          <p:nvPr/>
        </p:nvSpPr>
        <p:spPr>
          <a:xfrm>
            <a:off x="0" y="4521719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2"/>
          <p:cNvSpPr/>
          <p:nvPr/>
        </p:nvSpPr>
        <p:spPr>
          <a:xfrm>
            <a:off x="2742610" y="4791913"/>
            <a:ext cx="2036911" cy="36137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2"/>
          <p:cNvSpPr/>
          <p:nvPr/>
        </p:nvSpPr>
        <p:spPr>
          <a:xfrm>
            <a:off x="0" y="5025282"/>
            <a:ext cx="653285" cy="235097"/>
          </a:xfrm>
          <a:custGeom>
            <a:rect b="b" l="l" r="r" t="t"/>
            <a:pathLst>
              <a:path extrusionOk="0" h="3187" w="8856">
                <a:moveTo>
                  <a:pt x="4158" y="1"/>
                </a:moveTo>
                <a:cubicBezTo>
                  <a:pt x="2578" y="1"/>
                  <a:pt x="1059" y="686"/>
                  <a:pt x="0" y="1896"/>
                </a:cubicBezTo>
                <a:lnTo>
                  <a:pt x="0" y="3186"/>
                </a:lnTo>
                <a:lnTo>
                  <a:pt x="8855" y="3186"/>
                </a:lnTo>
                <a:cubicBezTo>
                  <a:pt x="8140" y="1530"/>
                  <a:pt x="6659" y="362"/>
                  <a:pt x="4881" y="49"/>
                </a:cubicBezTo>
                <a:cubicBezTo>
                  <a:pt x="4639" y="16"/>
                  <a:pt x="4398" y="1"/>
                  <a:pt x="41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2"/>
          <p:cNvSpPr/>
          <p:nvPr/>
        </p:nvSpPr>
        <p:spPr>
          <a:xfrm>
            <a:off x="370767" y="32605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2"/>
          <p:cNvSpPr/>
          <p:nvPr/>
        </p:nvSpPr>
        <p:spPr>
          <a:xfrm>
            <a:off x="6716384" y="1142647"/>
            <a:ext cx="1422800" cy="201218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4" name="Google Shape;424;p42"/>
          <p:cNvGrpSpPr/>
          <p:nvPr/>
        </p:nvGrpSpPr>
        <p:grpSpPr>
          <a:xfrm>
            <a:off x="6258499" y="4642"/>
            <a:ext cx="1874021" cy="991923"/>
            <a:chOff x="3927875" y="2818025"/>
            <a:chExt cx="1071175" cy="566975"/>
          </a:xfrm>
        </p:grpSpPr>
        <p:sp>
          <p:nvSpPr>
            <p:cNvPr id="425" name="Google Shape;425;p42"/>
            <p:cNvSpPr/>
            <p:nvPr/>
          </p:nvSpPr>
          <p:spPr>
            <a:xfrm>
              <a:off x="3927875" y="3269075"/>
              <a:ext cx="1071175" cy="115925"/>
            </a:xfrm>
            <a:custGeom>
              <a:rect b="b" l="l" r="r" t="t"/>
              <a:pathLst>
                <a:path extrusionOk="0" h="4637" w="42847">
                  <a:moveTo>
                    <a:pt x="0" y="192"/>
                  </a:moveTo>
                  <a:cubicBezTo>
                    <a:pt x="0" y="192"/>
                    <a:pt x="0" y="192"/>
                    <a:pt x="0" y="192"/>
                  </a:cubicBezTo>
                  <a:lnTo>
                    <a:pt x="0" y="192"/>
                  </a:lnTo>
                  <a:lnTo>
                    <a:pt x="0" y="192"/>
                  </a:lnTo>
                  <a:close/>
                  <a:moveTo>
                    <a:pt x="42846" y="0"/>
                  </a:moveTo>
                  <a:lnTo>
                    <a:pt x="40005" y="35"/>
                  </a:lnTo>
                  <a:cubicBezTo>
                    <a:pt x="32108" y="87"/>
                    <a:pt x="10093" y="227"/>
                    <a:pt x="2563" y="227"/>
                  </a:cubicBezTo>
                  <a:cubicBezTo>
                    <a:pt x="973" y="227"/>
                    <a:pt x="18" y="210"/>
                    <a:pt x="0" y="192"/>
                  </a:cubicBezTo>
                  <a:lnTo>
                    <a:pt x="0" y="192"/>
                  </a:lnTo>
                  <a:lnTo>
                    <a:pt x="2022" y="4236"/>
                  </a:lnTo>
                  <a:lnTo>
                    <a:pt x="2231" y="4637"/>
                  </a:lnTo>
                  <a:lnTo>
                    <a:pt x="40719" y="4637"/>
                  </a:lnTo>
                  <a:lnTo>
                    <a:pt x="42375" y="1029"/>
                  </a:lnTo>
                  <a:lnTo>
                    <a:pt x="428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2"/>
            <p:cNvSpPr/>
            <p:nvPr/>
          </p:nvSpPr>
          <p:spPr>
            <a:xfrm>
              <a:off x="3947050" y="3252075"/>
              <a:ext cx="1032825" cy="25"/>
            </a:xfrm>
            <a:custGeom>
              <a:rect b="b" l="l" r="r" t="t"/>
              <a:pathLst>
                <a:path extrusionOk="0" fill="none" h="1" w="41313">
                  <a:moveTo>
                    <a:pt x="0" y="0"/>
                  </a:moveTo>
                  <a:lnTo>
                    <a:pt x="41312" y="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2"/>
            <p:cNvSpPr/>
            <p:nvPr/>
          </p:nvSpPr>
          <p:spPr>
            <a:xfrm>
              <a:off x="3991925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1" y="1"/>
                  </a:moveTo>
                  <a:lnTo>
                    <a:pt x="1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2"/>
            <p:cNvSpPr/>
            <p:nvPr/>
          </p:nvSpPr>
          <p:spPr>
            <a:xfrm>
              <a:off x="4927550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0" y="1"/>
                  </a:moveTo>
                  <a:lnTo>
                    <a:pt x="0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2"/>
            <p:cNvSpPr/>
            <p:nvPr/>
          </p:nvSpPr>
          <p:spPr>
            <a:xfrm>
              <a:off x="3978425" y="3294775"/>
              <a:ext cx="1008850" cy="90225"/>
            </a:xfrm>
            <a:custGeom>
              <a:rect b="b" l="l" r="r" t="t"/>
              <a:pathLst>
                <a:path extrusionOk="0" h="3609" w="40354">
                  <a:moveTo>
                    <a:pt x="40353" y="1"/>
                  </a:moveTo>
                  <a:lnTo>
                    <a:pt x="0" y="3208"/>
                  </a:lnTo>
                  <a:lnTo>
                    <a:pt x="209" y="3609"/>
                  </a:lnTo>
                  <a:lnTo>
                    <a:pt x="38680" y="3609"/>
                  </a:lnTo>
                  <a:lnTo>
                    <a:pt x="4035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2"/>
            <p:cNvSpPr/>
            <p:nvPr/>
          </p:nvSpPr>
          <p:spPr>
            <a:xfrm>
              <a:off x="4044225" y="2940925"/>
              <a:ext cx="152975" cy="335575"/>
            </a:xfrm>
            <a:custGeom>
              <a:rect b="b" l="l" r="r" t="t"/>
              <a:pathLst>
                <a:path extrusionOk="0" fill="none" h="13423" w="6119">
                  <a:moveTo>
                    <a:pt x="0" y="13423"/>
                  </a:moveTo>
                  <a:lnTo>
                    <a:pt x="4131" y="1"/>
                  </a:lnTo>
                  <a:lnTo>
                    <a:pt x="6119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2"/>
            <p:cNvSpPr/>
            <p:nvPr/>
          </p:nvSpPr>
          <p:spPr>
            <a:xfrm>
              <a:off x="4133550" y="2913900"/>
              <a:ext cx="28350" cy="28350"/>
            </a:xfrm>
            <a:custGeom>
              <a:rect b="b" l="l" r="r" t="t"/>
              <a:pathLst>
                <a:path extrusionOk="0" fill="none" h="1134" w="1134">
                  <a:moveTo>
                    <a:pt x="1134" y="559"/>
                  </a:moveTo>
                  <a:cubicBezTo>
                    <a:pt x="1134" y="872"/>
                    <a:pt x="872" y="1134"/>
                    <a:pt x="558" y="1134"/>
                  </a:cubicBezTo>
                  <a:cubicBezTo>
                    <a:pt x="245" y="1134"/>
                    <a:pt x="1" y="872"/>
                    <a:pt x="1" y="559"/>
                  </a:cubicBezTo>
                  <a:cubicBezTo>
                    <a:pt x="1" y="245"/>
                    <a:pt x="245" y="1"/>
                    <a:pt x="558" y="1"/>
                  </a:cubicBezTo>
                  <a:cubicBezTo>
                    <a:pt x="872" y="1"/>
                    <a:pt x="1134" y="245"/>
                    <a:pt x="1134" y="559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2"/>
            <p:cNvSpPr/>
            <p:nvPr/>
          </p:nvSpPr>
          <p:spPr>
            <a:xfrm>
              <a:off x="4146625" y="2818025"/>
              <a:ext cx="900" cy="95900"/>
            </a:xfrm>
            <a:custGeom>
              <a:rect b="b" l="l" r="r" t="t"/>
              <a:pathLst>
                <a:path extrusionOk="0" fill="none" h="3836" w="36">
                  <a:moveTo>
                    <a:pt x="35" y="3836"/>
                  </a:moveTo>
                  <a:lnTo>
                    <a:pt x="1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2"/>
            <p:cNvSpPr/>
            <p:nvPr/>
          </p:nvSpPr>
          <p:spPr>
            <a:xfrm>
              <a:off x="4736675" y="2938300"/>
              <a:ext cx="153425" cy="335575"/>
            </a:xfrm>
            <a:custGeom>
              <a:rect b="b" l="l" r="r" t="t"/>
              <a:pathLst>
                <a:path extrusionOk="0" fill="none" h="13423" w="6137">
                  <a:moveTo>
                    <a:pt x="6136" y="13423"/>
                  </a:moveTo>
                  <a:lnTo>
                    <a:pt x="2005" y="1"/>
                  </a:lnTo>
                  <a:lnTo>
                    <a:pt x="0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2"/>
            <p:cNvSpPr/>
            <p:nvPr/>
          </p:nvSpPr>
          <p:spPr>
            <a:xfrm>
              <a:off x="4771975" y="2911300"/>
              <a:ext cx="28775" cy="28775"/>
            </a:xfrm>
            <a:custGeom>
              <a:rect b="b" l="l" r="r" t="t"/>
              <a:pathLst>
                <a:path extrusionOk="0" fill="none" h="1151" w="1151">
                  <a:moveTo>
                    <a:pt x="1151" y="575"/>
                  </a:moveTo>
                  <a:cubicBezTo>
                    <a:pt x="1151" y="889"/>
                    <a:pt x="889" y="1151"/>
                    <a:pt x="576" y="1151"/>
                  </a:cubicBezTo>
                  <a:cubicBezTo>
                    <a:pt x="262" y="1151"/>
                    <a:pt x="0" y="889"/>
                    <a:pt x="0" y="575"/>
                  </a:cubicBezTo>
                  <a:cubicBezTo>
                    <a:pt x="0" y="262"/>
                    <a:pt x="262" y="0"/>
                    <a:pt x="576" y="0"/>
                  </a:cubicBezTo>
                  <a:cubicBezTo>
                    <a:pt x="889" y="0"/>
                    <a:pt x="1151" y="262"/>
                    <a:pt x="1151" y="575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2"/>
            <p:cNvSpPr/>
            <p:nvPr/>
          </p:nvSpPr>
          <p:spPr>
            <a:xfrm>
              <a:off x="4786350" y="2818900"/>
              <a:ext cx="900" cy="92425"/>
            </a:xfrm>
            <a:custGeom>
              <a:rect b="b" l="l" r="r" t="t"/>
              <a:pathLst>
                <a:path extrusionOk="0" fill="none" h="3697" w="36">
                  <a:moveTo>
                    <a:pt x="1" y="3696"/>
                  </a:moveTo>
                  <a:lnTo>
                    <a:pt x="36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6" name="Google Shape;436;p42"/>
          <p:cNvSpPr/>
          <p:nvPr/>
        </p:nvSpPr>
        <p:spPr>
          <a:xfrm>
            <a:off x="8244388" y="4530058"/>
            <a:ext cx="928204" cy="430572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3"/>
          <p:cNvSpPr txBox="1"/>
          <p:nvPr>
            <p:ph type="title"/>
          </p:nvPr>
        </p:nvSpPr>
        <p:spPr>
          <a:xfrm>
            <a:off x="699125" y="2979600"/>
            <a:ext cx="3296400" cy="6942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9" name="Google Shape;439;p43"/>
          <p:cNvSpPr txBox="1"/>
          <p:nvPr>
            <p:ph idx="1" type="subTitle"/>
          </p:nvPr>
        </p:nvSpPr>
        <p:spPr>
          <a:xfrm>
            <a:off x="699125" y="3798600"/>
            <a:ext cx="3296400" cy="6324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0" name="Google Shape;440;p43"/>
          <p:cNvSpPr txBox="1"/>
          <p:nvPr>
            <p:ph hasCustomPrompt="1" idx="2" type="title"/>
          </p:nvPr>
        </p:nvSpPr>
        <p:spPr>
          <a:xfrm>
            <a:off x="1506575" y="1533602"/>
            <a:ext cx="1681500" cy="13212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441" name="Google Shape;441;p43"/>
          <p:cNvGrpSpPr/>
          <p:nvPr/>
        </p:nvGrpSpPr>
        <p:grpSpPr>
          <a:xfrm>
            <a:off x="6085954" y="2272387"/>
            <a:ext cx="2581452" cy="3335997"/>
            <a:chOff x="2784353" y="929598"/>
            <a:chExt cx="2843322" cy="3674410"/>
          </a:xfrm>
        </p:grpSpPr>
        <p:sp>
          <p:nvSpPr>
            <p:cNvPr id="442" name="Google Shape;442;p43"/>
            <p:cNvSpPr/>
            <p:nvPr/>
          </p:nvSpPr>
          <p:spPr>
            <a:xfrm>
              <a:off x="2805900" y="2220450"/>
              <a:ext cx="2800122" cy="2383558"/>
            </a:xfrm>
            <a:custGeom>
              <a:rect b="b" l="l" r="r" t="t"/>
              <a:pathLst>
                <a:path extrusionOk="0" h="28861" w="23843">
                  <a:moveTo>
                    <a:pt x="1" y="0"/>
                  </a:moveTo>
                  <a:lnTo>
                    <a:pt x="1" y="28860"/>
                  </a:lnTo>
                  <a:lnTo>
                    <a:pt x="23842" y="28860"/>
                  </a:lnTo>
                  <a:lnTo>
                    <a:pt x="238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3"/>
            <p:cNvSpPr/>
            <p:nvPr/>
          </p:nvSpPr>
          <p:spPr>
            <a:xfrm>
              <a:off x="2819866" y="929598"/>
              <a:ext cx="61445" cy="1345763"/>
            </a:xfrm>
            <a:custGeom>
              <a:rect b="b" l="l" r="r" t="t"/>
              <a:pathLst>
                <a:path extrusionOk="0" h="16295" w="744">
                  <a:moveTo>
                    <a:pt x="1" y="1"/>
                  </a:moveTo>
                  <a:lnTo>
                    <a:pt x="1" y="16295"/>
                  </a:lnTo>
                  <a:lnTo>
                    <a:pt x="744" y="16295"/>
                  </a:lnTo>
                  <a:lnTo>
                    <a:pt x="7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3"/>
            <p:cNvSpPr/>
            <p:nvPr/>
          </p:nvSpPr>
          <p:spPr>
            <a:xfrm>
              <a:off x="3537964" y="929598"/>
              <a:ext cx="60371" cy="1345763"/>
            </a:xfrm>
            <a:custGeom>
              <a:rect b="b" l="l" r="r" t="t"/>
              <a:pathLst>
                <a:path extrusionOk="0" h="16295" w="731">
                  <a:moveTo>
                    <a:pt x="0" y="1"/>
                  </a:moveTo>
                  <a:lnTo>
                    <a:pt x="0" y="16295"/>
                  </a:lnTo>
                  <a:lnTo>
                    <a:pt x="730" y="16295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3"/>
            <p:cNvSpPr/>
            <p:nvPr/>
          </p:nvSpPr>
          <p:spPr>
            <a:xfrm>
              <a:off x="4777107" y="929598"/>
              <a:ext cx="60371" cy="1345763"/>
            </a:xfrm>
            <a:custGeom>
              <a:rect b="b" l="l" r="r" t="t"/>
              <a:pathLst>
                <a:path extrusionOk="0" h="16295" w="731">
                  <a:moveTo>
                    <a:pt x="0" y="1"/>
                  </a:moveTo>
                  <a:lnTo>
                    <a:pt x="0" y="16295"/>
                  </a:lnTo>
                  <a:lnTo>
                    <a:pt x="730" y="16295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3"/>
            <p:cNvSpPr/>
            <p:nvPr/>
          </p:nvSpPr>
          <p:spPr>
            <a:xfrm>
              <a:off x="5494049" y="929598"/>
              <a:ext cx="61445" cy="1345763"/>
            </a:xfrm>
            <a:custGeom>
              <a:rect b="b" l="l" r="r" t="t"/>
              <a:pathLst>
                <a:path extrusionOk="0" h="16295" w="744">
                  <a:moveTo>
                    <a:pt x="1" y="1"/>
                  </a:moveTo>
                  <a:lnTo>
                    <a:pt x="1" y="16295"/>
                  </a:lnTo>
                  <a:lnTo>
                    <a:pt x="744" y="16295"/>
                  </a:lnTo>
                  <a:lnTo>
                    <a:pt x="7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3"/>
            <p:cNvSpPr/>
            <p:nvPr/>
          </p:nvSpPr>
          <p:spPr>
            <a:xfrm>
              <a:off x="2805909" y="2220441"/>
              <a:ext cx="1003438" cy="2383558"/>
            </a:xfrm>
            <a:custGeom>
              <a:rect b="b" l="l" r="r" t="t"/>
              <a:pathLst>
                <a:path extrusionOk="0" h="28861" w="12150">
                  <a:moveTo>
                    <a:pt x="0" y="0"/>
                  </a:moveTo>
                  <a:lnTo>
                    <a:pt x="0" y="28860"/>
                  </a:lnTo>
                  <a:lnTo>
                    <a:pt x="12149" y="28860"/>
                  </a:lnTo>
                  <a:lnTo>
                    <a:pt x="12149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3"/>
            <p:cNvSpPr/>
            <p:nvPr/>
          </p:nvSpPr>
          <p:spPr>
            <a:xfrm>
              <a:off x="2784353" y="2194447"/>
              <a:ext cx="2843322" cy="94810"/>
            </a:xfrm>
            <a:custGeom>
              <a:rect b="b" l="l" r="r" t="t"/>
              <a:pathLst>
                <a:path extrusionOk="0" h="1148" w="34428">
                  <a:moveTo>
                    <a:pt x="1" y="1"/>
                  </a:moveTo>
                  <a:lnTo>
                    <a:pt x="1" y="1148"/>
                  </a:lnTo>
                  <a:lnTo>
                    <a:pt x="34427" y="1148"/>
                  </a:lnTo>
                  <a:lnTo>
                    <a:pt x="344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3"/>
            <p:cNvSpPr/>
            <p:nvPr/>
          </p:nvSpPr>
          <p:spPr>
            <a:xfrm>
              <a:off x="2784353" y="2948119"/>
              <a:ext cx="2843322" cy="87295"/>
            </a:xfrm>
            <a:custGeom>
              <a:rect b="b" l="l" r="r" t="t"/>
              <a:pathLst>
                <a:path extrusionOk="0" h="1057" w="34428">
                  <a:moveTo>
                    <a:pt x="1" y="1"/>
                  </a:moveTo>
                  <a:lnTo>
                    <a:pt x="1" y="1057"/>
                  </a:lnTo>
                  <a:lnTo>
                    <a:pt x="34427" y="1057"/>
                  </a:lnTo>
                  <a:lnTo>
                    <a:pt x="344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3"/>
            <p:cNvSpPr/>
            <p:nvPr/>
          </p:nvSpPr>
          <p:spPr>
            <a:xfrm>
              <a:off x="2784353" y="3723285"/>
              <a:ext cx="2843322" cy="87295"/>
            </a:xfrm>
            <a:custGeom>
              <a:rect b="b" l="l" r="r" t="t"/>
              <a:pathLst>
                <a:path extrusionOk="0" h="1057" w="34428">
                  <a:moveTo>
                    <a:pt x="1" y="0"/>
                  </a:moveTo>
                  <a:lnTo>
                    <a:pt x="1" y="1056"/>
                  </a:lnTo>
                  <a:lnTo>
                    <a:pt x="34427" y="1056"/>
                  </a:lnTo>
                  <a:lnTo>
                    <a:pt x="34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43"/>
            <p:cNvSpPr/>
            <p:nvPr/>
          </p:nvSpPr>
          <p:spPr>
            <a:xfrm>
              <a:off x="4300164" y="2402298"/>
              <a:ext cx="235870" cy="441513"/>
            </a:xfrm>
            <a:custGeom>
              <a:rect b="b" l="l" r="r" t="t"/>
              <a:pathLst>
                <a:path extrusionOk="0" h="5346" w="2856">
                  <a:moveTo>
                    <a:pt x="0" y="1"/>
                  </a:moveTo>
                  <a:lnTo>
                    <a:pt x="0" y="5345"/>
                  </a:lnTo>
                  <a:lnTo>
                    <a:pt x="2855" y="5345"/>
                  </a:lnTo>
                  <a:lnTo>
                    <a:pt x="28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3"/>
            <p:cNvSpPr/>
            <p:nvPr/>
          </p:nvSpPr>
          <p:spPr>
            <a:xfrm>
              <a:off x="4755552" y="2402298"/>
              <a:ext cx="236944" cy="441513"/>
            </a:xfrm>
            <a:custGeom>
              <a:rect b="b" l="l" r="r" t="t"/>
              <a:pathLst>
                <a:path extrusionOk="0" h="5346" w="2869">
                  <a:moveTo>
                    <a:pt x="0" y="1"/>
                  </a:moveTo>
                  <a:lnTo>
                    <a:pt x="0" y="5345"/>
                  </a:lnTo>
                  <a:lnTo>
                    <a:pt x="2868" y="5345"/>
                  </a:lnTo>
                  <a:lnTo>
                    <a:pt x="28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3"/>
            <p:cNvSpPr/>
            <p:nvPr/>
          </p:nvSpPr>
          <p:spPr>
            <a:xfrm>
              <a:off x="3841556" y="2402298"/>
              <a:ext cx="235870" cy="441513"/>
            </a:xfrm>
            <a:custGeom>
              <a:rect b="b" l="l" r="r" t="t"/>
              <a:pathLst>
                <a:path extrusionOk="0" h="5346" w="2856">
                  <a:moveTo>
                    <a:pt x="0" y="1"/>
                  </a:moveTo>
                  <a:lnTo>
                    <a:pt x="0" y="5345"/>
                  </a:lnTo>
                  <a:lnTo>
                    <a:pt x="2855" y="5345"/>
                  </a:lnTo>
                  <a:lnTo>
                    <a:pt x="28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3"/>
            <p:cNvSpPr/>
            <p:nvPr/>
          </p:nvSpPr>
          <p:spPr>
            <a:xfrm>
              <a:off x="5197973" y="2402298"/>
              <a:ext cx="235870" cy="441513"/>
            </a:xfrm>
            <a:custGeom>
              <a:rect b="b" l="l" r="r" t="t"/>
              <a:pathLst>
                <a:path extrusionOk="0" h="5346" w="2856">
                  <a:moveTo>
                    <a:pt x="1" y="1"/>
                  </a:moveTo>
                  <a:lnTo>
                    <a:pt x="1" y="5345"/>
                  </a:lnTo>
                  <a:lnTo>
                    <a:pt x="2856" y="5345"/>
                  </a:lnTo>
                  <a:lnTo>
                    <a:pt x="28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3"/>
            <p:cNvSpPr/>
            <p:nvPr/>
          </p:nvSpPr>
          <p:spPr>
            <a:xfrm>
              <a:off x="3284999" y="2402298"/>
              <a:ext cx="192759" cy="441513"/>
            </a:xfrm>
            <a:custGeom>
              <a:rect b="b" l="l" r="r" t="t"/>
              <a:pathLst>
                <a:path extrusionOk="0" h="5346" w="2334">
                  <a:moveTo>
                    <a:pt x="0" y="1"/>
                  </a:moveTo>
                  <a:lnTo>
                    <a:pt x="0" y="5345"/>
                  </a:lnTo>
                  <a:lnTo>
                    <a:pt x="2333" y="5345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43"/>
            <p:cNvSpPr/>
            <p:nvPr/>
          </p:nvSpPr>
          <p:spPr>
            <a:xfrm>
              <a:off x="2930781" y="2402298"/>
              <a:ext cx="191686" cy="441513"/>
            </a:xfrm>
            <a:custGeom>
              <a:rect b="b" l="l" r="r" t="t"/>
              <a:pathLst>
                <a:path extrusionOk="0" h="5346" w="2321">
                  <a:moveTo>
                    <a:pt x="0" y="1"/>
                  </a:moveTo>
                  <a:lnTo>
                    <a:pt x="0" y="5345"/>
                  </a:lnTo>
                  <a:lnTo>
                    <a:pt x="2321" y="5345"/>
                  </a:lnTo>
                  <a:lnTo>
                    <a:pt x="23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3"/>
            <p:cNvSpPr/>
            <p:nvPr/>
          </p:nvSpPr>
          <p:spPr>
            <a:xfrm>
              <a:off x="4300164" y="3155909"/>
              <a:ext cx="235870" cy="442586"/>
            </a:xfrm>
            <a:custGeom>
              <a:rect b="b" l="l" r="r" t="t"/>
              <a:pathLst>
                <a:path extrusionOk="0" h="5359" w="2856">
                  <a:moveTo>
                    <a:pt x="0" y="1"/>
                  </a:moveTo>
                  <a:lnTo>
                    <a:pt x="0" y="5358"/>
                  </a:lnTo>
                  <a:lnTo>
                    <a:pt x="2855" y="5358"/>
                  </a:lnTo>
                  <a:lnTo>
                    <a:pt x="28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3"/>
            <p:cNvSpPr/>
            <p:nvPr/>
          </p:nvSpPr>
          <p:spPr>
            <a:xfrm>
              <a:off x="4755552" y="3155909"/>
              <a:ext cx="236944" cy="442586"/>
            </a:xfrm>
            <a:custGeom>
              <a:rect b="b" l="l" r="r" t="t"/>
              <a:pathLst>
                <a:path extrusionOk="0" h="5359" w="2869">
                  <a:moveTo>
                    <a:pt x="0" y="1"/>
                  </a:moveTo>
                  <a:lnTo>
                    <a:pt x="0" y="5358"/>
                  </a:lnTo>
                  <a:lnTo>
                    <a:pt x="2868" y="5358"/>
                  </a:lnTo>
                  <a:lnTo>
                    <a:pt x="28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43"/>
            <p:cNvSpPr/>
            <p:nvPr/>
          </p:nvSpPr>
          <p:spPr>
            <a:xfrm>
              <a:off x="3841556" y="3155909"/>
              <a:ext cx="235870" cy="442586"/>
            </a:xfrm>
            <a:custGeom>
              <a:rect b="b" l="l" r="r" t="t"/>
              <a:pathLst>
                <a:path extrusionOk="0" h="5359" w="2856">
                  <a:moveTo>
                    <a:pt x="0" y="1"/>
                  </a:moveTo>
                  <a:lnTo>
                    <a:pt x="0" y="5358"/>
                  </a:lnTo>
                  <a:lnTo>
                    <a:pt x="2855" y="5358"/>
                  </a:lnTo>
                  <a:lnTo>
                    <a:pt x="28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43"/>
            <p:cNvSpPr/>
            <p:nvPr/>
          </p:nvSpPr>
          <p:spPr>
            <a:xfrm>
              <a:off x="5197973" y="3155909"/>
              <a:ext cx="235870" cy="442586"/>
            </a:xfrm>
            <a:custGeom>
              <a:rect b="b" l="l" r="r" t="t"/>
              <a:pathLst>
                <a:path extrusionOk="0" h="5359" w="2856">
                  <a:moveTo>
                    <a:pt x="1" y="1"/>
                  </a:moveTo>
                  <a:lnTo>
                    <a:pt x="1" y="5358"/>
                  </a:lnTo>
                  <a:lnTo>
                    <a:pt x="2856" y="5358"/>
                  </a:lnTo>
                  <a:lnTo>
                    <a:pt x="28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43"/>
            <p:cNvSpPr/>
            <p:nvPr/>
          </p:nvSpPr>
          <p:spPr>
            <a:xfrm>
              <a:off x="3284999" y="3155909"/>
              <a:ext cx="192759" cy="442586"/>
            </a:xfrm>
            <a:custGeom>
              <a:rect b="b" l="l" r="r" t="t"/>
              <a:pathLst>
                <a:path extrusionOk="0" h="5359" w="2334">
                  <a:moveTo>
                    <a:pt x="0" y="1"/>
                  </a:moveTo>
                  <a:lnTo>
                    <a:pt x="0" y="5358"/>
                  </a:lnTo>
                  <a:lnTo>
                    <a:pt x="2333" y="5358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43"/>
            <p:cNvSpPr/>
            <p:nvPr/>
          </p:nvSpPr>
          <p:spPr>
            <a:xfrm>
              <a:off x="2930781" y="3155909"/>
              <a:ext cx="191686" cy="442586"/>
            </a:xfrm>
            <a:custGeom>
              <a:rect b="b" l="l" r="r" t="t"/>
              <a:pathLst>
                <a:path extrusionOk="0" h="5359" w="2321">
                  <a:moveTo>
                    <a:pt x="0" y="1"/>
                  </a:moveTo>
                  <a:lnTo>
                    <a:pt x="0" y="5358"/>
                  </a:lnTo>
                  <a:lnTo>
                    <a:pt x="2321" y="5358"/>
                  </a:lnTo>
                  <a:lnTo>
                    <a:pt x="23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43"/>
            <p:cNvSpPr/>
            <p:nvPr/>
          </p:nvSpPr>
          <p:spPr>
            <a:xfrm>
              <a:off x="4300164" y="3975177"/>
              <a:ext cx="717107" cy="628821"/>
            </a:xfrm>
            <a:custGeom>
              <a:rect b="b" l="l" r="r" t="t"/>
              <a:pathLst>
                <a:path extrusionOk="0" h="7614" w="8683">
                  <a:moveTo>
                    <a:pt x="0" y="1"/>
                  </a:moveTo>
                  <a:lnTo>
                    <a:pt x="0" y="7613"/>
                  </a:lnTo>
                  <a:lnTo>
                    <a:pt x="8682" y="7613"/>
                  </a:lnTo>
                  <a:lnTo>
                    <a:pt x="868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43"/>
            <p:cNvSpPr/>
            <p:nvPr/>
          </p:nvSpPr>
          <p:spPr>
            <a:xfrm>
              <a:off x="3841556" y="3975177"/>
              <a:ext cx="235870" cy="446881"/>
            </a:xfrm>
            <a:custGeom>
              <a:rect b="b" l="l" r="r" t="t"/>
              <a:pathLst>
                <a:path extrusionOk="0" h="5411" w="2856">
                  <a:moveTo>
                    <a:pt x="0" y="1"/>
                  </a:moveTo>
                  <a:lnTo>
                    <a:pt x="0" y="5410"/>
                  </a:lnTo>
                  <a:lnTo>
                    <a:pt x="2855" y="5410"/>
                  </a:lnTo>
                  <a:lnTo>
                    <a:pt x="28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43"/>
            <p:cNvSpPr/>
            <p:nvPr/>
          </p:nvSpPr>
          <p:spPr>
            <a:xfrm>
              <a:off x="5197973" y="3975177"/>
              <a:ext cx="235870" cy="446881"/>
            </a:xfrm>
            <a:custGeom>
              <a:rect b="b" l="l" r="r" t="t"/>
              <a:pathLst>
                <a:path extrusionOk="0" h="5411" w="2856">
                  <a:moveTo>
                    <a:pt x="1" y="1"/>
                  </a:moveTo>
                  <a:lnTo>
                    <a:pt x="1" y="5410"/>
                  </a:lnTo>
                  <a:lnTo>
                    <a:pt x="2856" y="5410"/>
                  </a:lnTo>
                  <a:lnTo>
                    <a:pt x="28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43"/>
            <p:cNvSpPr/>
            <p:nvPr/>
          </p:nvSpPr>
          <p:spPr>
            <a:xfrm>
              <a:off x="3284999" y="3975177"/>
              <a:ext cx="192759" cy="446881"/>
            </a:xfrm>
            <a:custGeom>
              <a:rect b="b" l="l" r="r" t="t"/>
              <a:pathLst>
                <a:path extrusionOk="0" h="5411" w="2334">
                  <a:moveTo>
                    <a:pt x="0" y="1"/>
                  </a:moveTo>
                  <a:lnTo>
                    <a:pt x="0" y="5410"/>
                  </a:lnTo>
                  <a:lnTo>
                    <a:pt x="2333" y="5410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43"/>
            <p:cNvSpPr/>
            <p:nvPr/>
          </p:nvSpPr>
          <p:spPr>
            <a:xfrm>
              <a:off x="2930781" y="3975177"/>
              <a:ext cx="191686" cy="446881"/>
            </a:xfrm>
            <a:custGeom>
              <a:rect b="b" l="l" r="r" t="t"/>
              <a:pathLst>
                <a:path extrusionOk="0" h="5411" w="2321">
                  <a:moveTo>
                    <a:pt x="0" y="1"/>
                  </a:moveTo>
                  <a:lnTo>
                    <a:pt x="0" y="5410"/>
                  </a:lnTo>
                  <a:lnTo>
                    <a:pt x="2321" y="5410"/>
                  </a:lnTo>
                  <a:lnTo>
                    <a:pt x="23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8" name="Google Shape;468;p43"/>
          <p:cNvGrpSpPr/>
          <p:nvPr/>
        </p:nvGrpSpPr>
        <p:grpSpPr>
          <a:xfrm flipH="1">
            <a:off x="4397008" y="859355"/>
            <a:ext cx="3285468" cy="5265540"/>
            <a:chOff x="5212325" y="1924475"/>
            <a:chExt cx="1870250" cy="2997575"/>
          </a:xfrm>
        </p:grpSpPr>
        <p:sp>
          <p:nvSpPr>
            <p:cNvPr id="469" name="Google Shape;469;p43"/>
            <p:cNvSpPr/>
            <p:nvPr/>
          </p:nvSpPr>
          <p:spPr>
            <a:xfrm>
              <a:off x="5239925" y="1945525"/>
              <a:ext cx="1828150" cy="497875"/>
            </a:xfrm>
            <a:custGeom>
              <a:rect b="b" l="l" r="r" t="t"/>
              <a:pathLst>
                <a:path extrusionOk="0" fill="none" h="19915" w="73126">
                  <a:moveTo>
                    <a:pt x="0" y="19915"/>
                  </a:moveTo>
                  <a:lnTo>
                    <a:pt x="51639" y="1"/>
                  </a:lnTo>
                  <a:lnTo>
                    <a:pt x="73126" y="19915"/>
                  </a:lnTo>
                </a:path>
              </a:pathLst>
            </a:custGeom>
            <a:noFill/>
            <a:ln cap="flat" cmpd="sng" w="6550">
              <a:solidFill>
                <a:schemeClr val="lt1"/>
              </a:solidFill>
              <a:prstDash val="solid"/>
              <a:miter lim="187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43"/>
            <p:cNvSpPr/>
            <p:nvPr/>
          </p:nvSpPr>
          <p:spPr>
            <a:xfrm>
              <a:off x="6549602" y="2055479"/>
              <a:ext cx="26703" cy="2866571"/>
            </a:xfrm>
            <a:custGeom>
              <a:rect b="b" l="l" r="r" t="t"/>
              <a:pathLst>
                <a:path extrusionOk="0" h="91263" w="1068">
                  <a:moveTo>
                    <a:pt x="1" y="1"/>
                  </a:moveTo>
                  <a:lnTo>
                    <a:pt x="1" y="91263"/>
                  </a:lnTo>
                  <a:lnTo>
                    <a:pt x="1068" y="91263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43"/>
            <p:cNvSpPr/>
            <p:nvPr/>
          </p:nvSpPr>
          <p:spPr>
            <a:xfrm>
              <a:off x="6484570" y="2055479"/>
              <a:ext cx="26678" cy="2866571"/>
            </a:xfrm>
            <a:custGeom>
              <a:rect b="b" l="l" r="r" t="t"/>
              <a:pathLst>
                <a:path extrusionOk="0" h="91263" w="1067">
                  <a:moveTo>
                    <a:pt x="0" y="1"/>
                  </a:moveTo>
                  <a:lnTo>
                    <a:pt x="0" y="91263"/>
                  </a:lnTo>
                  <a:lnTo>
                    <a:pt x="1067" y="91263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43"/>
            <p:cNvSpPr/>
            <p:nvPr/>
          </p:nvSpPr>
          <p:spPr>
            <a:xfrm>
              <a:off x="6443850" y="2364425"/>
              <a:ext cx="174575" cy="158875"/>
            </a:xfrm>
            <a:custGeom>
              <a:rect b="b" l="l" r="r" t="t"/>
              <a:pathLst>
                <a:path extrusionOk="0" h="6355" w="6983">
                  <a:moveTo>
                    <a:pt x="3497" y="1"/>
                  </a:moveTo>
                  <a:cubicBezTo>
                    <a:pt x="3252" y="1"/>
                    <a:pt x="3002" y="30"/>
                    <a:pt x="2752" y="89"/>
                  </a:cubicBezTo>
                  <a:cubicBezTo>
                    <a:pt x="1049" y="482"/>
                    <a:pt x="1" y="2204"/>
                    <a:pt x="394" y="3908"/>
                  </a:cubicBezTo>
                  <a:cubicBezTo>
                    <a:pt x="746" y="5363"/>
                    <a:pt x="2041" y="6354"/>
                    <a:pt x="3474" y="6354"/>
                  </a:cubicBezTo>
                  <a:cubicBezTo>
                    <a:pt x="3717" y="6354"/>
                    <a:pt x="3965" y="6326"/>
                    <a:pt x="4212" y="6266"/>
                  </a:cubicBezTo>
                  <a:cubicBezTo>
                    <a:pt x="5915" y="5873"/>
                    <a:pt x="6982" y="4151"/>
                    <a:pt x="6570" y="2448"/>
                  </a:cubicBezTo>
                  <a:cubicBezTo>
                    <a:pt x="6234" y="992"/>
                    <a:pt x="4941" y="1"/>
                    <a:pt x="3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43"/>
            <p:cNvSpPr/>
            <p:nvPr/>
          </p:nvSpPr>
          <p:spPr>
            <a:xfrm>
              <a:off x="6464925" y="2041925"/>
              <a:ext cx="132425" cy="13575"/>
            </a:xfrm>
            <a:custGeom>
              <a:rect b="b" l="l" r="r" t="t"/>
              <a:pathLst>
                <a:path extrusionOk="0" h="543" w="5297">
                  <a:moveTo>
                    <a:pt x="0" y="0"/>
                  </a:moveTo>
                  <a:lnTo>
                    <a:pt x="0" y="543"/>
                  </a:lnTo>
                  <a:lnTo>
                    <a:pt x="5297" y="543"/>
                  </a:lnTo>
                  <a:lnTo>
                    <a:pt x="5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43"/>
            <p:cNvSpPr/>
            <p:nvPr/>
          </p:nvSpPr>
          <p:spPr>
            <a:xfrm>
              <a:off x="6511700" y="1991375"/>
              <a:ext cx="38875" cy="50575"/>
            </a:xfrm>
            <a:custGeom>
              <a:rect b="b" l="l" r="r" t="t"/>
              <a:pathLst>
                <a:path extrusionOk="0" h="2023" w="1555">
                  <a:moveTo>
                    <a:pt x="1" y="1"/>
                  </a:moveTo>
                  <a:lnTo>
                    <a:pt x="1" y="2022"/>
                  </a:lnTo>
                  <a:lnTo>
                    <a:pt x="1554" y="2022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43"/>
            <p:cNvSpPr/>
            <p:nvPr/>
          </p:nvSpPr>
          <p:spPr>
            <a:xfrm>
              <a:off x="6521525" y="1966125"/>
              <a:ext cx="19225" cy="25275"/>
            </a:xfrm>
            <a:custGeom>
              <a:rect b="b" l="l" r="r" t="t"/>
              <a:pathLst>
                <a:path extrusionOk="0" h="1011" w="769">
                  <a:moveTo>
                    <a:pt x="1" y="0"/>
                  </a:moveTo>
                  <a:lnTo>
                    <a:pt x="1" y="1011"/>
                  </a:lnTo>
                  <a:lnTo>
                    <a:pt x="768" y="1011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43"/>
            <p:cNvSpPr/>
            <p:nvPr/>
          </p:nvSpPr>
          <p:spPr>
            <a:xfrm>
              <a:off x="6510300" y="1924475"/>
              <a:ext cx="48700" cy="41800"/>
            </a:xfrm>
            <a:custGeom>
              <a:rect b="b" l="l" r="r" t="t"/>
              <a:pathLst>
                <a:path extrusionOk="0" h="1672" w="1948">
                  <a:moveTo>
                    <a:pt x="824" y="0"/>
                  </a:moveTo>
                  <a:cubicBezTo>
                    <a:pt x="375" y="0"/>
                    <a:pt x="1" y="375"/>
                    <a:pt x="1" y="843"/>
                  </a:cubicBezTo>
                  <a:cubicBezTo>
                    <a:pt x="1" y="1346"/>
                    <a:pt x="407" y="1672"/>
                    <a:pt x="832" y="1672"/>
                  </a:cubicBezTo>
                  <a:cubicBezTo>
                    <a:pt x="1040" y="1672"/>
                    <a:pt x="1251" y="1594"/>
                    <a:pt x="1423" y="1423"/>
                  </a:cubicBezTo>
                  <a:cubicBezTo>
                    <a:pt x="1947" y="899"/>
                    <a:pt x="1573" y="0"/>
                    <a:pt x="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43"/>
            <p:cNvSpPr/>
            <p:nvPr/>
          </p:nvSpPr>
          <p:spPr>
            <a:xfrm>
              <a:off x="5212325" y="2429350"/>
              <a:ext cx="1870250" cy="28100"/>
            </a:xfrm>
            <a:custGeom>
              <a:rect b="b" l="l" r="r" t="t"/>
              <a:pathLst>
                <a:path extrusionOk="0" h="1124" w="74810">
                  <a:moveTo>
                    <a:pt x="0" y="0"/>
                  </a:moveTo>
                  <a:lnTo>
                    <a:pt x="0" y="1123"/>
                  </a:lnTo>
                  <a:lnTo>
                    <a:pt x="74810" y="1123"/>
                  </a:lnTo>
                  <a:lnTo>
                    <a:pt x="748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43"/>
            <p:cNvSpPr/>
            <p:nvPr/>
          </p:nvSpPr>
          <p:spPr>
            <a:xfrm>
              <a:off x="5212325" y="2457425"/>
              <a:ext cx="335050" cy="98275"/>
            </a:xfrm>
            <a:custGeom>
              <a:rect b="b" l="l" r="r" t="t"/>
              <a:pathLst>
                <a:path extrusionOk="0" h="3931" w="13402">
                  <a:moveTo>
                    <a:pt x="0" y="0"/>
                  </a:moveTo>
                  <a:lnTo>
                    <a:pt x="0" y="3931"/>
                  </a:lnTo>
                  <a:lnTo>
                    <a:pt x="13401" y="3931"/>
                  </a:lnTo>
                  <a:lnTo>
                    <a:pt x="13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3"/>
            <p:cNvSpPr/>
            <p:nvPr/>
          </p:nvSpPr>
          <p:spPr>
            <a:xfrm>
              <a:off x="5894075" y="2457425"/>
              <a:ext cx="167050" cy="32300"/>
            </a:xfrm>
            <a:custGeom>
              <a:rect b="b" l="l" r="r" t="t"/>
              <a:pathLst>
                <a:path extrusionOk="0" h="1292" w="6682">
                  <a:moveTo>
                    <a:pt x="0" y="0"/>
                  </a:moveTo>
                  <a:lnTo>
                    <a:pt x="0" y="1292"/>
                  </a:lnTo>
                  <a:lnTo>
                    <a:pt x="6682" y="1292"/>
                  </a:lnTo>
                  <a:lnTo>
                    <a:pt x="66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3"/>
            <p:cNvSpPr/>
            <p:nvPr/>
          </p:nvSpPr>
          <p:spPr>
            <a:xfrm>
              <a:off x="6333425" y="2635225"/>
              <a:ext cx="151175" cy="281700"/>
            </a:xfrm>
            <a:custGeom>
              <a:rect b="b" l="l" r="r" t="t"/>
              <a:pathLst>
                <a:path extrusionOk="0" h="11268" w="6047">
                  <a:moveTo>
                    <a:pt x="1" y="1"/>
                  </a:moveTo>
                  <a:lnTo>
                    <a:pt x="1" y="11268"/>
                  </a:lnTo>
                  <a:lnTo>
                    <a:pt x="6046" y="11268"/>
                  </a:lnTo>
                  <a:lnTo>
                    <a:pt x="60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3"/>
            <p:cNvSpPr/>
            <p:nvPr/>
          </p:nvSpPr>
          <p:spPr>
            <a:xfrm>
              <a:off x="6793850" y="2457425"/>
              <a:ext cx="288725" cy="78625"/>
            </a:xfrm>
            <a:custGeom>
              <a:rect b="b" l="l" r="r" t="t"/>
              <a:pathLst>
                <a:path extrusionOk="0" h="3145" w="11549">
                  <a:moveTo>
                    <a:pt x="1" y="0"/>
                  </a:moveTo>
                  <a:lnTo>
                    <a:pt x="1" y="3145"/>
                  </a:lnTo>
                  <a:lnTo>
                    <a:pt x="11549" y="3145"/>
                  </a:lnTo>
                  <a:lnTo>
                    <a:pt x="11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43"/>
            <p:cNvSpPr/>
            <p:nvPr/>
          </p:nvSpPr>
          <p:spPr>
            <a:xfrm>
              <a:off x="6926275" y="2429350"/>
              <a:ext cx="156300" cy="28100"/>
            </a:xfrm>
            <a:custGeom>
              <a:rect b="b" l="l" r="r" t="t"/>
              <a:pathLst>
                <a:path extrusionOk="0" h="1124" w="6252">
                  <a:moveTo>
                    <a:pt x="0" y="0"/>
                  </a:moveTo>
                  <a:lnTo>
                    <a:pt x="0" y="1123"/>
                  </a:lnTo>
                  <a:lnTo>
                    <a:pt x="6252" y="1123"/>
                  </a:lnTo>
                  <a:lnTo>
                    <a:pt x="62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3"/>
            <p:cNvSpPr/>
            <p:nvPr/>
          </p:nvSpPr>
          <p:spPr>
            <a:xfrm>
              <a:off x="6479875" y="2397325"/>
              <a:ext cx="102050" cy="92800"/>
            </a:xfrm>
            <a:custGeom>
              <a:rect b="b" l="l" r="r" t="t"/>
              <a:pathLst>
                <a:path extrusionOk="0" h="3712" w="4082">
                  <a:moveTo>
                    <a:pt x="2040" y="0"/>
                  </a:moveTo>
                  <a:cubicBezTo>
                    <a:pt x="1904" y="0"/>
                    <a:pt x="1767" y="15"/>
                    <a:pt x="1629" y="46"/>
                  </a:cubicBezTo>
                  <a:cubicBezTo>
                    <a:pt x="619" y="289"/>
                    <a:pt x="1" y="1281"/>
                    <a:pt x="244" y="2292"/>
                  </a:cubicBezTo>
                  <a:cubicBezTo>
                    <a:pt x="436" y="3138"/>
                    <a:pt x="1199" y="3711"/>
                    <a:pt x="2034" y="3711"/>
                  </a:cubicBezTo>
                  <a:cubicBezTo>
                    <a:pt x="2179" y="3711"/>
                    <a:pt x="2325" y="3694"/>
                    <a:pt x="2472" y="3658"/>
                  </a:cubicBezTo>
                  <a:cubicBezTo>
                    <a:pt x="3464" y="3434"/>
                    <a:pt x="4081" y="2423"/>
                    <a:pt x="3857" y="1431"/>
                  </a:cubicBezTo>
                  <a:cubicBezTo>
                    <a:pt x="3647" y="577"/>
                    <a:pt x="2882" y="0"/>
                    <a:pt x="2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4" name="Google Shape;484;p43"/>
          <p:cNvSpPr/>
          <p:nvPr/>
        </p:nvSpPr>
        <p:spPr>
          <a:xfrm>
            <a:off x="342967" y="82005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3"/>
          <p:cNvSpPr/>
          <p:nvPr/>
        </p:nvSpPr>
        <p:spPr>
          <a:xfrm>
            <a:off x="3364775" y="350693"/>
            <a:ext cx="1247188" cy="176383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6" name="Google Shape;486;p43"/>
          <p:cNvGrpSpPr/>
          <p:nvPr/>
        </p:nvGrpSpPr>
        <p:grpSpPr>
          <a:xfrm>
            <a:off x="6715699" y="4642"/>
            <a:ext cx="1874021" cy="991923"/>
            <a:chOff x="3927875" y="2818025"/>
            <a:chExt cx="1071175" cy="566975"/>
          </a:xfrm>
        </p:grpSpPr>
        <p:sp>
          <p:nvSpPr>
            <p:cNvPr id="487" name="Google Shape;487;p43"/>
            <p:cNvSpPr/>
            <p:nvPr/>
          </p:nvSpPr>
          <p:spPr>
            <a:xfrm>
              <a:off x="3927875" y="3269075"/>
              <a:ext cx="1071175" cy="115925"/>
            </a:xfrm>
            <a:custGeom>
              <a:rect b="b" l="l" r="r" t="t"/>
              <a:pathLst>
                <a:path extrusionOk="0" h="4637" w="42847">
                  <a:moveTo>
                    <a:pt x="0" y="192"/>
                  </a:moveTo>
                  <a:cubicBezTo>
                    <a:pt x="0" y="192"/>
                    <a:pt x="0" y="192"/>
                    <a:pt x="0" y="192"/>
                  </a:cubicBezTo>
                  <a:lnTo>
                    <a:pt x="0" y="192"/>
                  </a:lnTo>
                  <a:lnTo>
                    <a:pt x="0" y="192"/>
                  </a:lnTo>
                  <a:close/>
                  <a:moveTo>
                    <a:pt x="42846" y="0"/>
                  </a:moveTo>
                  <a:lnTo>
                    <a:pt x="40005" y="35"/>
                  </a:lnTo>
                  <a:cubicBezTo>
                    <a:pt x="32108" y="87"/>
                    <a:pt x="10093" y="227"/>
                    <a:pt x="2563" y="227"/>
                  </a:cubicBezTo>
                  <a:cubicBezTo>
                    <a:pt x="973" y="227"/>
                    <a:pt x="18" y="210"/>
                    <a:pt x="0" y="192"/>
                  </a:cubicBezTo>
                  <a:lnTo>
                    <a:pt x="0" y="192"/>
                  </a:lnTo>
                  <a:lnTo>
                    <a:pt x="2022" y="4236"/>
                  </a:lnTo>
                  <a:lnTo>
                    <a:pt x="2231" y="4637"/>
                  </a:lnTo>
                  <a:lnTo>
                    <a:pt x="40719" y="4637"/>
                  </a:lnTo>
                  <a:lnTo>
                    <a:pt x="42375" y="1029"/>
                  </a:lnTo>
                  <a:lnTo>
                    <a:pt x="428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3"/>
            <p:cNvSpPr/>
            <p:nvPr/>
          </p:nvSpPr>
          <p:spPr>
            <a:xfrm>
              <a:off x="3947050" y="3252075"/>
              <a:ext cx="1032825" cy="25"/>
            </a:xfrm>
            <a:custGeom>
              <a:rect b="b" l="l" r="r" t="t"/>
              <a:pathLst>
                <a:path extrusionOk="0" fill="none" h="1" w="41313">
                  <a:moveTo>
                    <a:pt x="0" y="0"/>
                  </a:moveTo>
                  <a:lnTo>
                    <a:pt x="41312" y="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3"/>
            <p:cNvSpPr/>
            <p:nvPr/>
          </p:nvSpPr>
          <p:spPr>
            <a:xfrm>
              <a:off x="3991925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1" y="1"/>
                  </a:moveTo>
                  <a:lnTo>
                    <a:pt x="1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3"/>
            <p:cNvSpPr/>
            <p:nvPr/>
          </p:nvSpPr>
          <p:spPr>
            <a:xfrm>
              <a:off x="4927550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0" y="1"/>
                  </a:moveTo>
                  <a:lnTo>
                    <a:pt x="0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3"/>
            <p:cNvSpPr/>
            <p:nvPr/>
          </p:nvSpPr>
          <p:spPr>
            <a:xfrm>
              <a:off x="3978425" y="3294775"/>
              <a:ext cx="1008850" cy="90225"/>
            </a:xfrm>
            <a:custGeom>
              <a:rect b="b" l="l" r="r" t="t"/>
              <a:pathLst>
                <a:path extrusionOk="0" h="3609" w="40354">
                  <a:moveTo>
                    <a:pt x="40353" y="1"/>
                  </a:moveTo>
                  <a:lnTo>
                    <a:pt x="0" y="3208"/>
                  </a:lnTo>
                  <a:lnTo>
                    <a:pt x="209" y="3609"/>
                  </a:lnTo>
                  <a:lnTo>
                    <a:pt x="38680" y="3609"/>
                  </a:lnTo>
                  <a:lnTo>
                    <a:pt x="4035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43"/>
            <p:cNvSpPr/>
            <p:nvPr/>
          </p:nvSpPr>
          <p:spPr>
            <a:xfrm>
              <a:off x="4044225" y="2940925"/>
              <a:ext cx="152975" cy="335575"/>
            </a:xfrm>
            <a:custGeom>
              <a:rect b="b" l="l" r="r" t="t"/>
              <a:pathLst>
                <a:path extrusionOk="0" fill="none" h="13423" w="6119">
                  <a:moveTo>
                    <a:pt x="0" y="13423"/>
                  </a:moveTo>
                  <a:lnTo>
                    <a:pt x="4131" y="1"/>
                  </a:lnTo>
                  <a:lnTo>
                    <a:pt x="6119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3"/>
            <p:cNvSpPr/>
            <p:nvPr/>
          </p:nvSpPr>
          <p:spPr>
            <a:xfrm>
              <a:off x="4133550" y="2913900"/>
              <a:ext cx="28350" cy="28350"/>
            </a:xfrm>
            <a:custGeom>
              <a:rect b="b" l="l" r="r" t="t"/>
              <a:pathLst>
                <a:path extrusionOk="0" fill="none" h="1134" w="1134">
                  <a:moveTo>
                    <a:pt x="1134" y="559"/>
                  </a:moveTo>
                  <a:cubicBezTo>
                    <a:pt x="1134" y="872"/>
                    <a:pt x="872" y="1134"/>
                    <a:pt x="558" y="1134"/>
                  </a:cubicBezTo>
                  <a:cubicBezTo>
                    <a:pt x="245" y="1134"/>
                    <a:pt x="1" y="872"/>
                    <a:pt x="1" y="559"/>
                  </a:cubicBezTo>
                  <a:cubicBezTo>
                    <a:pt x="1" y="245"/>
                    <a:pt x="245" y="1"/>
                    <a:pt x="558" y="1"/>
                  </a:cubicBezTo>
                  <a:cubicBezTo>
                    <a:pt x="872" y="1"/>
                    <a:pt x="1134" y="245"/>
                    <a:pt x="1134" y="559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3"/>
            <p:cNvSpPr/>
            <p:nvPr/>
          </p:nvSpPr>
          <p:spPr>
            <a:xfrm>
              <a:off x="4146625" y="2818025"/>
              <a:ext cx="900" cy="95900"/>
            </a:xfrm>
            <a:custGeom>
              <a:rect b="b" l="l" r="r" t="t"/>
              <a:pathLst>
                <a:path extrusionOk="0" fill="none" h="3836" w="36">
                  <a:moveTo>
                    <a:pt x="35" y="3836"/>
                  </a:moveTo>
                  <a:lnTo>
                    <a:pt x="1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3"/>
            <p:cNvSpPr/>
            <p:nvPr/>
          </p:nvSpPr>
          <p:spPr>
            <a:xfrm>
              <a:off x="4736675" y="2938300"/>
              <a:ext cx="153425" cy="335575"/>
            </a:xfrm>
            <a:custGeom>
              <a:rect b="b" l="l" r="r" t="t"/>
              <a:pathLst>
                <a:path extrusionOk="0" fill="none" h="13423" w="6137">
                  <a:moveTo>
                    <a:pt x="6136" y="13423"/>
                  </a:moveTo>
                  <a:lnTo>
                    <a:pt x="2005" y="1"/>
                  </a:lnTo>
                  <a:lnTo>
                    <a:pt x="0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43"/>
            <p:cNvSpPr/>
            <p:nvPr/>
          </p:nvSpPr>
          <p:spPr>
            <a:xfrm>
              <a:off x="4771975" y="2911300"/>
              <a:ext cx="28775" cy="28775"/>
            </a:xfrm>
            <a:custGeom>
              <a:rect b="b" l="l" r="r" t="t"/>
              <a:pathLst>
                <a:path extrusionOk="0" fill="none" h="1151" w="1151">
                  <a:moveTo>
                    <a:pt x="1151" y="575"/>
                  </a:moveTo>
                  <a:cubicBezTo>
                    <a:pt x="1151" y="889"/>
                    <a:pt x="889" y="1151"/>
                    <a:pt x="576" y="1151"/>
                  </a:cubicBezTo>
                  <a:cubicBezTo>
                    <a:pt x="262" y="1151"/>
                    <a:pt x="0" y="889"/>
                    <a:pt x="0" y="575"/>
                  </a:cubicBezTo>
                  <a:cubicBezTo>
                    <a:pt x="0" y="262"/>
                    <a:pt x="262" y="0"/>
                    <a:pt x="576" y="0"/>
                  </a:cubicBezTo>
                  <a:cubicBezTo>
                    <a:pt x="889" y="0"/>
                    <a:pt x="1151" y="262"/>
                    <a:pt x="1151" y="575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3"/>
            <p:cNvSpPr/>
            <p:nvPr/>
          </p:nvSpPr>
          <p:spPr>
            <a:xfrm>
              <a:off x="4786350" y="2818900"/>
              <a:ext cx="900" cy="92425"/>
            </a:xfrm>
            <a:custGeom>
              <a:rect b="b" l="l" r="r" t="t"/>
              <a:pathLst>
                <a:path extrusionOk="0" fill="none" h="3697" w="36">
                  <a:moveTo>
                    <a:pt x="1" y="3696"/>
                  </a:moveTo>
                  <a:lnTo>
                    <a:pt x="36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8" name="Google Shape;498;p43"/>
          <p:cNvSpPr/>
          <p:nvPr/>
        </p:nvSpPr>
        <p:spPr>
          <a:xfrm>
            <a:off x="8228600" y="1615293"/>
            <a:ext cx="1247188" cy="176383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3"/>
          <p:cNvSpPr/>
          <p:nvPr/>
        </p:nvSpPr>
        <p:spPr>
          <a:xfrm>
            <a:off x="439041" y="1246900"/>
            <a:ext cx="3816600" cy="403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3"/>
          <p:cNvSpPr/>
          <p:nvPr/>
        </p:nvSpPr>
        <p:spPr>
          <a:xfrm>
            <a:off x="594116" y="1408900"/>
            <a:ext cx="3506400" cy="38739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3"/>
          <p:cNvSpPr/>
          <p:nvPr/>
        </p:nvSpPr>
        <p:spPr>
          <a:xfrm flipH="1" rot="-652027">
            <a:off x="3879724" y="4023259"/>
            <a:ext cx="2659815" cy="2478903"/>
          </a:xfrm>
          <a:custGeom>
            <a:rect b="b" l="l" r="r" t="t"/>
            <a:pathLst>
              <a:path extrusionOk="0" h="16247" w="17433">
                <a:moveTo>
                  <a:pt x="10686" y="0"/>
                </a:moveTo>
                <a:cubicBezTo>
                  <a:pt x="10372" y="157"/>
                  <a:pt x="7653" y="3382"/>
                  <a:pt x="5893" y="5038"/>
                </a:cubicBezTo>
                <a:cubicBezTo>
                  <a:pt x="4115" y="6694"/>
                  <a:pt x="1" y="9256"/>
                  <a:pt x="1" y="9256"/>
                </a:cubicBezTo>
                <a:lnTo>
                  <a:pt x="1622" y="16246"/>
                </a:lnTo>
                <a:cubicBezTo>
                  <a:pt x="1622" y="16246"/>
                  <a:pt x="6259" y="11906"/>
                  <a:pt x="6991" y="11226"/>
                </a:cubicBezTo>
                <a:cubicBezTo>
                  <a:pt x="7723" y="10529"/>
                  <a:pt x="9205" y="10163"/>
                  <a:pt x="11087" y="8420"/>
                </a:cubicBezTo>
                <a:cubicBezTo>
                  <a:pt x="12307" y="7304"/>
                  <a:pt x="12883" y="5369"/>
                  <a:pt x="12883" y="5369"/>
                </a:cubicBezTo>
                <a:cubicBezTo>
                  <a:pt x="13283" y="4829"/>
                  <a:pt x="13754" y="4323"/>
                  <a:pt x="14260" y="3853"/>
                </a:cubicBezTo>
                <a:cubicBezTo>
                  <a:pt x="15061" y="3138"/>
                  <a:pt x="17432" y="872"/>
                  <a:pt x="16805" y="349"/>
                </a:cubicBezTo>
                <a:cubicBezTo>
                  <a:pt x="16745" y="301"/>
                  <a:pt x="16658" y="279"/>
                  <a:pt x="16549" y="279"/>
                </a:cubicBezTo>
                <a:cubicBezTo>
                  <a:pt x="15517" y="279"/>
                  <a:pt x="12534" y="2249"/>
                  <a:pt x="12534" y="2249"/>
                </a:cubicBezTo>
                <a:cubicBezTo>
                  <a:pt x="12290" y="1796"/>
                  <a:pt x="10686" y="0"/>
                  <a:pt x="106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43"/>
          <p:cNvSpPr/>
          <p:nvPr/>
        </p:nvSpPr>
        <p:spPr>
          <a:xfrm flipH="1" rot="591853">
            <a:off x="4214334" y="4065228"/>
            <a:ext cx="464060" cy="469830"/>
          </a:xfrm>
          <a:prstGeom prst="roundRect">
            <a:avLst>
              <a:gd fmla="val 78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4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505" name="Google Shape;505;p44"/>
          <p:cNvSpPr txBox="1"/>
          <p:nvPr>
            <p:ph idx="1" type="body"/>
          </p:nvPr>
        </p:nvSpPr>
        <p:spPr>
          <a:xfrm>
            <a:off x="713250" y="1187600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6" name="Google Shape;506;p44"/>
          <p:cNvSpPr/>
          <p:nvPr/>
        </p:nvSpPr>
        <p:spPr>
          <a:xfrm>
            <a:off x="279167" y="628976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4"/>
          <p:cNvSpPr/>
          <p:nvPr/>
        </p:nvSpPr>
        <p:spPr>
          <a:xfrm>
            <a:off x="7618077" y="205549"/>
            <a:ext cx="1248134" cy="176527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4"/>
          <p:cNvSpPr/>
          <p:nvPr/>
        </p:nvSpPr>
        <p:spPr>
          <a:xfrm>
            <a:off x="4668974" y="406772"/>
            <a:ext cx="882209" cy="124776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9" name="Google Shape;509;p44"/>
          <p:cNvGrpSpPr/>
          <p:nvPr/>
        </p:nvGrpSpPr>
        <p:grpSpPr>
          <a:xfrm flipH="1">
            <a:off x="-13955" y="1343012"/>
            <a:ext cx="2889683" cy="3889979"/>
            <a:chOff x="3074425" y="836100"/>
            <a:chExt cx="1472075" cy="1981650"/>
          </a:xfrm>
        </p:grpSpPr>
        <p:sp>
          <p:nvSpPr>
            <p:cNvPr id="510" name="Google Shape;510;p44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4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4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44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44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44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44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44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8" name="Google Shape;518;p44"/>
          <p:cNvGrpSpPr/>
          <p:nvPr/>
        </p:nvGrpSpPr>
        <p:grpSpPr>
          <a:xfrm flipH="1">
            <a:off x="6921757" y="461100"/>
            <a:ext cx="2222252" cy="4838326"/>
            <a:chOff x="1622025" y="238125"/>
            <a:chExt cx="746825" cy="1626000"/>
          </a:xfrm>
        </p:grpSpPr>
        <p:sp>
          <p:nvSpPr>
            <p:cNvPr id="519" name="Google Shape;519;p44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44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44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44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44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4" name="Google Shape;524;p44"/>
          <p:cNvGrpSpPr/>
          <p:nvPr/>
        </p:nvGrpSpPr>
        <p:grpSpPr>
          <a:xfrm>
            <a:off x="3060821" y="1495402"/>
            <a:ext cx="3675652" cy="3889979"/>
            <a:chOff x="3074425" y="836100"/>
            <a:chExt cx="1863732" cy="1981650"/>
          </a:xfrm>
        </p:grpSpPr>
        <p:sp>
          <p:nvSpPr>
            <p:cNvPr id="525" name="Google Shape;525;p44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4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4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4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4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44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44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4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5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535" name="Google Shape;535;p45"/>
          <p:cNvSpPr txBox="1"/>
          <p:nvPr>
            <p:ph idx="1" type="body"/>
          </p:nvPr>
        </p:nvSpPr>
        <p:spPr>
          <a:xfrm>
            <a:off x="1613889" y="2128150"/>
            <a:ext cx="2626500" cy="8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6" name="Google Shape;536;p45"/>
          <p:cNvSpPr txBox="1"/>
          <p:nvPr>
            <p:ph idx="2" type="body"/>
          </p:nvPr>
        </p:nvSpPr>
        <p:spPr>
          <a:xfrm>
            <a:off x="4903609" y="2128150"/>
            <a:ext cx="2626500" cy="8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7" name="Google Shape;537;p45"/>
          <p:cNvSpPr txBox="1"/>
          <p:nvPr>
            <p:ph idx="3" type="title"/>
          </p:nvPr>
        </p:nvSpPr>
        <p:spPr>
          <a:xfrm>
            <a:off x="1613889" y="1815249"/>
            <a:ext cx="26265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538" name="Google Shape;538;p45"/>
          <p:cNvSpPr txBox="1"/>
          <p:nvPr>
            <p:ph idx="4" type="title"/>
          </p:nvPr>
        </p:nvSpPr>
        <p:spPr>
          <a:xfrm>
            <a:off x="4903611" y="1815249"/>
            <a:ext cx="26265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grpSp>
        <p:nvGrpSpPr>
          <p:cNvPr id="539" name="Google Shape;539;p45"/>
          <p:cNvGrpSpPr/>
          <p:nvPr/>
        </p:nvGrpSpPr>
        <p:grpSpPr>
          <a:xfrm flipH="1">
            <a:off x="1975003" y="1458991"/>
            <a:ext cx="4045976" cy="3889979"/>
            <a:chOff x="3074425" y="836100"/>
            <a:chExt cx="1863732" cy="1981650"/>
          </a:xfrm>
        </p:grpSpPr>
        <p:sp>
          <p:nvSpPr>
            <p:cNvPr id="540" name="Google Shape;540;p45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45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45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5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5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5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5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45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8" name="Google Shape;548;p45"/>
          <p:cNvGrpSpPr/>
          <p:nvPr/>
        </p:nvGrpSpPr>
        <p:grpSpPr>
          <a:xfrm flipH="1">
            <a:off x="7416682" y="86363"/>
            <a:ext cx="2222252" cy="4838326"/>
            <a:chOff x="1622025" y="238125"/>
            <a:chExt cx="746825" cy="1626000"/>
          </a:xfrm>
        </p:grpSpPr>
        <p:sp>
          <p:nvSpPr>
            <p:cNvPr id="549" name="Google Shape;549;p45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5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5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45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45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4" name="Google Shape;554;p45"/>
          <p:cNvGrpSpPr/>
          <p:nvPr/>
        </p:nvGrpSpPr>
        <p:grpSpPr>
          <a:xfrm flipH="1">
            <a:off x="-195446" y="905495"/>
            <a:ext cx="1941800" cy="3493159"/>
            <a:chOff x="3074425" y="1038250"/>
            <a:chExt cx="989200" cy="1779500"/>
          </a:xfrm>
        </p:grpSpPr>
        <p:sp>
          <p:nvSpPr>
            <p:cNvPr id="555" name="Google Shape;555;p45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5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45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5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5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" name="Google Shape;560;p45"/>
          <p:cNvSpPr/>
          <p:nvPr/>
        </p:nvSpPr>
        <p:spPr>
          <a:xfrm flipH="1">
            <a:off x="7322708" y="5395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45"/>
          <p:cNvSpPr/>
          <p:nvPr/>
        </p:nvSpPr>
        <p:spPr>
          <a:xfrm flipH="1">
            <a:off x="481192" y="19896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5"/>
          <p:cNvSpPr/>
          <p:nvPr/>
        </p:nvSpPr>
        <p:spPr>
          <a:xfrm>
            <a:off x="0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3" name="Google Shape;563;p45"/>
          <p:cNvGrpSpPr/>
          <p:nvPr/>
        </p:nvGrpSpPr>
        <p:grpSpPr>
          <a:xfrm>
            <a:off x="-381000" y="3162504"/>
            <a:ext cx="9870375" cy="1746000"/>
            <a:chOff x="-381000" y="2898432"/>
            <a:chExt cx="9870375" cy="1746000"/>
          </a:xfrm>
        </p:grpSpPr>
        <p:grpSp>
          <p:nvGrpSpPr>
            <p:cNvPr id="564" name="Google Shape;564;p45"/>
            <p:cNvGrpSpPr/>
            <p:nvPr/>
          </p:nvGrpSpPr>
          <p:grpSpPr>
            <a:xfrm>
              <a:off x="-381000" y="3189432"/>
              <a:ext cx="9870375" cy="1455000"/>
              <a:chOff x="-381000" y="3189432"/>
              <a:chExt cx="9870375" cy="1455000"/>
            </a:xfrm>
          </p:grpSpPr>
          <p:grpSp>
            <p:nvGrpSpPr>
              <p:cNvPr id="565" name="Google Shape;565;p45"/>
              <p:cNvGrpSpPr/>
              <p:nvPr/>
            </p:nvGrpSpPr>
            <p:grpSpPr>
              <a:xfrm>
                <a:off x="-381000" y="3189432"/>
                <a:ext cx="9870375" cy="1455000"/>
                <a:chOff x="-381000" y="2758675"/>
                <a:chExt cx="9870375" cy="1455000"/>
              </a:xfrm>
            </p:grpSpPr>
            <p:sp>
              <p:nvSpPr>
                <p:cNvPr id="566" name="Google Shape;566;p45"/>
                <p:cNvSpPr/>
                <p:nvPr/>
              </p:nvSpPr>
              <p:spPr>
                <a:xfrm>
                  <a:off x="152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7" name="Google Shape;567;p45"/>
                <p:cNvSpPr/>
                <p:nvPr/>
              </p:nvSpPr>
              <p:spPr>
                <a:xfrm>
                  <a:off x="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8" name="Google Shape;568;p45"/>
                <p:cNvSpPr/>
                <p:nvPr/>
              </p:nvSpPr>
              <p:spPr>
                <a:xfrm>
                  <a:off x="76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9" name="Google Shape;569;p45"/>
                <p:cNvSpPr/>
                <p:nvPr/>
              </p:nvSpPr>
              <p:spPr>
                <a:xfrm>
                  <a:off x="381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0" name="Google Shape;570;p45"/>
                <p:cNvSpPr/>
                <p:nvPr/>
              </p:nvSpPr>
              <p:spPr>
                <a:xfrm>
                  <a:off x="228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1" name="Google Shape;571;p45"/>
                <p:cNvSpPr/>
                <p:nvPr/>
              </p:nvSpPr>
              <p:spPr>
                <a:xfrm>
                  <a:off x="304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2" name="Google Shape;572;p45"/>
                <p:cNvSpPr/>
                <p:nvPr/>
              </p:nvSpPr>
              <p:spPr>
                <a:xfrm>
                  <a:off x="609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3" name="Google Shape;573;p45"/>
                <p:cNvSpPr/>
                <p:nvPr/>
              </p:nvSpPr>
              <p:spPr>
                <a:xfrm>
                  <a:off x="457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4" name="Google Shape;574;p45"/>
                <p:cNvSpPr/>
                <p:nvPr/>
              </p:nvSpPr>
              <p:spPr>
                <a:xfrm>
                  <a:off x="533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5" name="Google Shape;575;p45"/>
                <p:cNvSpPr/>
                <p:nvPr/>
              </p:nvSpPr>
              <p:spPr>
                <a:xfrm>
                  <a:off x="762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6" name="Google Shape;576;p45"/>
                <p:cNvSpPr/>
                <p:nvPr/>
              </p:nvSpPr>
              <p:spPr>
                <a:xfrm>
                  <a:off x="685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7" name="Google Shape;577;p45"/>
                <p:cNvSpPr/>
                <p:nvPr/>
              </p:nvSpPr>
              <p:spPr>
                <a:xfrm>
                  <a:off x="838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8" name="Google Shape;578;p45"/>
                <p:cNvSpPr/>
                <p:nvPr/>
              </p:nvSpPr>
              <p:spPr>
                <a:xfrm>
                  <a:off x="186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9" name="Google Shape;579;p45"/>
                <p:cNvSpPr/>
                <p:nvPr/>
              </p:nvSpPr>
              <p:spPr>
                <a:xfrm>
                  <a:off x="3764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0" name="Google Shape;580;p45"/>
                <p:cNvSpPr/>
                <p:nvPr/>
              </p:nvSpPr>
              <p:spPr>
                <a:xfrm>
                  <a:off x="110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1" name="Google Shape;581;p45"/>
                <p:cNvSpPr/>
                <p:nvPr/>
              </p:nvSpPr>
              <p:spPr>
                <a:xfrm>
                  <a:off x="415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2" name="Google Shape;582;p45"/>
                <p:cNvSpPr/>
                <p:nvPr/>
              </p:nvSpPr>
              <p:spPr>
                <a:xfrm>
                  <a:off x="263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3" name="Google Shape;583;p45"/>
                <p:cNvSpPr/>
                <p:nvPr/>
              </p:nvSpPr>
              <p:spPr>
                <a:xfrm>
                  <a:off x="339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4" name="Google Shape;584;p45"/>
                <p:cNvSpPr/>
                <p:nvPr/>
              </p:nvSpPr>
              <p:spPr>
                <a:xfrm>
                  <a:off x="644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5" name="Google Shape;585;p45"/>
                <p:cNvSpPr/>
                <p:nvPr/>
              </p:nvSpPr>
              <p:spPr>
                <a:xfrm>
                  <a:off x="491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6" name="Google Shape;586;p45"/>
                <p:cNvSpPr/>
                <p:nvPr/>
              </p:nvSpPr>
              <p:spPr>
                <a:xfrm>
                  <a:off x="567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7" name="Google Shape;587;p45"/>
                <p:cNvSpPr/>
                <p:nvPr/>
              </p:nvSpPr>
              <p:spPr>
                <a:xfrm>
                  <a:off x="796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8" name="Google Shape;588;p45"/>
                <p:cNvSpPr/>
                <p:nvPr/>
              </p:nvSpPr>
              <p:spPr>
                <a:xfrm>
                  <a:off x="720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9" name="Google Shape;589;p45"/>
                <p:cNvSpPr/>
                <p:nvPr/>
              </p:nvSpPr>
              <p:spPr>
                <a:xfrm>
                  <a:off x="872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0" name="Google Shape;590;p45"/>
                <p:cNvSpPr/>
                <p:nvPr/>
              </p:nvSpPr>
              <p:spPr>
                <a:xfrm>
                  <a:off x="-381000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1" name="Google Shape;591;p45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2" name="Google Shape;592;p45"/>
                <p:cNvSpPr/>
                <p:nvPr/>
              </p:nvSpPr>
              <p:spPr>
                <a:xfrm>
                  <a:off x="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3" name="Google Shape;593;p45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4" name="Google Shape;594;p45"/>
                <p:cNvSpPr/>
                <p:nvPr/>
              </p:nvSpPr>
              <p:spPr>
                <a:xfrm>
                  <a:off x="381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5" name="Google Shape;595;p45"/>
                <p:cNvSpPr/>
                <p:nvPr/>
              </p:nvSpPr>
              <p:spPr>
                <a:xfrm>
                  <a:off x="228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6" name="Google Shape;596;p45"/>
                <p:cNvSpPr/>
                <p:nvPr/>
              </p:nvSpPr>
              <p:spPr>
                <a:xfrm>
                  <a:off x="304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7" name="Google Shape;597;p45"/>
                <p:cNvSpPr/>
                <p:nvPr/>
              </p:nvSpPr>
              <p:spPr>
                <a:xfrm>
                  <a:off x="609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8" name="Google Shape;598;p45"/>
                <p:cNvSpPr/>
                <p:nvPr/>
              </p:nvSpPr>
              <p:spPr>
                <a:xfrm>
                  <a:off x="457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9" name="Google Shape;599;p45"/>
                <p:cNvSpPr/>
                <p:nvPr/>
              </p:nvSpPr>
              <p:spPr>
                <a:xfrm>
                  <a:off x="533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0" name="Google Shape;600;p45"/>
                <p:cNvSpPr/>
                <p:nvPr/>
              </p:nvSpPr>
              <p:spPr>
                <a:xfrm>
                  <a:off x="762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1" name="Google Shape;601;p45"/>
                <p:cNvSpPr/>
                <p:nvPr/>
              </p:nvSpPr>
              <p:spPr>
                <a:xfrm>
                  <a:off x="685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2" name="Google Shape;602;p45"/>
                <p:cNvSpPr/>
                <p:nvPr/>
              </p:nvSpPr>
              <p:spPr>
                <a:xfrm>
                  <a:off x="838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3" name="Google Shape;603;p45"/>
                <p:cNvSpPr/>
                <p:nvPr/>
              </p:nvSpPr>
              <p:spPr>
                <a:xfrm>
                  <a:off x="1869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4" name="Google Shape;604;p45"/>
                <p:cNvSpPr/>
                <p:nvPr/>
              </p:nvSpPr>
              <p:spPr>
                <a:xfrm>
                  <a:off x="3764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5" name="Google Shape;605;p45"/>
                <p:cNvSpPr/>
                <p:nvPr/>
              </p:nvSpPr>
              <p:spPr>
                <a:xfrm>
                  <a:off x="110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6" name="Google Shape;606;p45"/>
                <p:cNvSpPr/>
                <p:nvPr/>
              </p:nvSpPr>
              <p:spPr>
                <a:xfrm>
                  <a:off x="7965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7" name="Google Shape;607;p45"/>
                <p:cNvSpPr/>
                <p:nvPr/>
              </p:nvSpPr>
              <p:spPr>
                <a:xfrm>
                  <a:off x="7203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8" name="Google Shape;608;p45"/>
                <p:cNvSpPr/>
                <p:nvPr/>
              </p:nvSpPr>
              <p:spPr>
                <a:xfrm>
                  <a:off x="872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9" name="Google Shape;609;p45"/>
                <p:cNvSpPr/>
                <p:nvPr/>
              </p:nvSpPr>
              <p:spPr>
                <a:xfrm>
                  <a:off x="-381000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0" name="Google Shape;610;p45"/>
                <p:cNvSpPr/>
                <p:nvPr/>
              </p:nvSpPr>
              <p:spPr>
                <a:xfrm>
                  <a:off x="7620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1" name="Google Shape;611;p45"/>
                <p:cNvSpPr/>
                <p:nvPr/>
              </p:nvSpPr>
              <p:spPr>
                <a:xfrm>
                  <a:off x="8382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2" name="Google Shape;612;p45"/>
                <p:cNvSpPr/>
                <p:nvPr/>
              </p:nvSpPr>
              <p:spPr>
                <a:xfrm>
                  <a:off x="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13" name="Google Shape;613;p45"/>
              <p:cNvGrpSpPr/>
              <p:nvPr/>
            </p:nvGrpSpPr>
            <p:grpSpPr>
              <a:xfrm>
                <a:off x="762000" y="3189432"/>
                <a:ext cx="1524000" cy="291000"/>
                <a:chOff x="762000" y="3340675"/>
                <a:chExt cx="1524000" cy="291000"/>
              </a:xfrm>
            </p:grpSpPr>
            <p:sp>
              <p:nvSpPr>
                <p:cNvPr id="614" name="Google Shape;614;p45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5" name="Google Shape;615;p45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16" name="Google Shape;616;p45"/>
            <p:cNvGrpSpPr/>
            <p:nvPr/>
          </p:nvGrpSpPr>
          <p:grpSpPr>
            <a:xfrm>
              <a:off x="7965375" y="2898432"/>
              <a:ext cx="1524000" cy="291000"/>
              <a:chOff x="7965375" y="3049675"/>
              <a:chExt cx="1524000" cy="291000"/>
            </a:xfrm>
          </p:grpSpPr>
          <p:sp>
            <p:nvSpPr>
              <p:cNvPr id="617" name="Google Shape;617;p45"/>
              <p:cNvSpPr/>
              <p:nvPr/>
            </p:nvSpPr>
            <p:spPr>
              <a:xfrm>
                <a:off x="7965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45"/>
              <p:cNvSpPr/>
              <p:nvPr/>
            </p:nvSpPr>
            <p:spPr>
              <a:xfrm>
                <a:off x="872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9" name="Google Shape;619;p45"/>
            <p:cNvGrpSpPr/>
            <p:nvPr/>
          </p:nvGrpSpPr>
          <p:grpSpPr>
            <a:xfrm>
              <a:off x="-381000" y="2902607"/>
              <a:ext cx="1519475" cy="291000"/>
              <a:chOff x="-381000" y="3049675"/>
              <a:chExt cx="1519475" cy="291000"/>
            </a:xfrm>
          </p:grpSpPr>
          <p:sp>
            <p:nvSpPr>
              <p:cNvPr id="620" name="Google Shape;620;p45"/>
              <p:cNvSpPr/>
              <p:nvPr/>
            </p:nvSpPr>
            <p:spPr>
              <a:xfrm>
                <a:off x="3764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45"/>
              <p:cNvSpPr/>
              <p:nvPr/>
            </p:nvSpPr>
            <p:spPr>
              <a:xfrm>
                <a:off x="-381000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22" name="Google Shape;622;p45"/>
          <p:cNvSpPr/>
          <p:nvPr/>
        </p:nvSpPr>
        <p:spPr>
          <a:xfrm>
            <a:off x="0" y="3178097"/>
            <a:ext cx="3621300" cy="17460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5"/>
          <p:cNvSpPr/>
          <p:nvPr/>
        </p:nvSpPr>
        <p:spPr>
          <a:xfrm flipH="1">
            <a:off x="0" y="4427347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5"/>
          <p:cNvSpPr/>
          <p:nvPr/>
        </p:nvSpPr>
        <p:spPr>
          <a:xfrm flipH="1">
            <a:off x="2306815" y="4820290"/>
            <a:ext cx="2036911" cy="36137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5"/>
          <p:cNvSpPr/>
          <p:nvPr/>
        </p:nvSpPr>
        <p:spPr>
          <a:xfrm flipH="1">
            <a:off x="7416684" y="4603997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6" name="Google Shape;626;p45"/>
          <p:cNvGrpSpPr/>
          <p:nvPr/>
        </p:nvGrpSpPr>
        <p:grpSpPr>
          <a:xfrm>
            <a:off x="4885811" y="4153655"/>
            <a:ext cx="678436" cy="831316"/>
            <a:chOff x="2876954" y="198975"/>
            <a:chExt cx="2854169" cy="3497334"/>
          </a:xfrm>
        </p:grpSpPr>
        <p:sp>
          <p:nvSpPr>
            <p:cNvPr id="627" name="Google Shape;627;p45"/>
            <p:cNvSpPr/>
            <p:nvPr/>
          </p:nvSpPr>
          <p:spPr>
            <a:xfrm>
              <a:off x="2876954" y="3420731"/>
              <a:ext cx="2854169" cy="275579"/>
            </a:xfrm>
            <a:custGeom>
              <a:rect b="b" l="l" r="r" t="t"/>
              <a:pathLst>
                <a:path extrusionOk="0" h="535" w="5541">
                  <a:moveTo>
                    <a:pt x="1" y="0"/>
                  </a:moveTo>
                  <a:lnTo>
                    <a:pt x="1" y="535"/>
                  </a:lnTo>
                  <a:lnTo>
                    <a:pt x="5541" y="535"/>
                  </a:lnTo>
                  <a:lnTo>
                    <a:pt x="55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5"/>
            <p:cNvSpPr/>
            <p:nvPr/>
          </p:nvSpPr>
          <p:spPr>
            <a:xfrm>
              <a:off x="3091750" y="198975"/>
              <a:ext cx="2424576" cy="3236888"/>
            </a:xfrm>
            <a:custGeom>
              <a:rect b="b" l="l" r="r" t="t"/>
              <a:pathLst>
                <a:path extrusionOk="0" h="6284" w="4707">
                  <a:moveTo>
                    <a:pt x="2360" y="0"/>
                  </a:moveTo>
                  <a:lnTo>
                    <a:pt x="1" y="6283"/>
                  </a:lnTo>
                  <a:lnTo>
                    <a:pt x="4707" y="6283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5"/>
            <p:cNvSpPr/>
            <p:nvPr/>
          </p:nvSpPr>
          <p:spPr>
            <a:xfrm>
              <a:off x="3568733" y="1810207"/>
              <a:ext cx="1471126" cy="356449"/>
            </a:xfrm>
            <a:custGeom>
              <a:rect b="b" l="l" r="r" t="t"/>
              <a:pathLst>
                <a:path extrusionOk="0" h="692" w="2856">
                  <a:moveTo>
                    <a:pt x="261" y="1"/>
                  </a:moveTo>
                  <a:lnTo>
                    <a:pt x="0" y="692"/>
                  </a:lnTo>
                  <a:lnTo>
                    <a:pt x="2855" y="692"/>
                  </a:lnTo>
                  <a:lnTo>
                    <a:pt x="2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5"/>
            <p:cNvSpPr/>
            <p:nvPr/>
          </p:nvSpPr>
          <p:spPr>
            <a:xfrm>
              <a:off x="3803618" y="1172513"/>
              <a:ext cx="1000839" cy="356449"/>
            </a:xfrm>
            <a:custGeom>
              <a:rect b="b" l="l" r="r" t="t"/>
              <a:pathLst>
                <a:path extrusionOk="0" h="692" w="1943">
                  <a:moveTo>
                    <a:pt x="261" y="0"/>
                  </a:moveTo>
                  <a:lnTo>
                    <a:pt x="1" y="691"/>
                  </a:lnTo>
                  <a:lnTo>
                    <a:pt x="1943" y="691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1" name="Google Shape;631;p45"/>
          <p:cNvGrpSpPr/>
          <p:nvPr/>
        </p:nvGrpSpPr>
        <p:grpSpPr>
          <a:xfrm>
            <a:off x="5657936" y="4223030"/>
            <a:ext cx="678436" cy="831316"/>
            <a:chOff x="2876954" y="198975"/>
            <a:chExt cx="2854169" cy="3497334"/>
          </a:xfrm>
        </p:grpSpPr>
        <p:sp>
          <p:nvSpPr>
            <p:cNvPr id="632" name="Google Shape;632;p45"/>
            <p:cNvSpPr/>
            <p:nvPr/>
          </p:nvSpPr>
          <p:spPr>
            <a:xfrm>
              <a:off x="2876954" y="3420731"/>
              <a:ext cx="2854169" cy="275579"/>
            </a:xfrm>
            <a:custGeom>
              <a:rect b="b" l="l" r="r" t="t"/>
              <a:pathLst>
                <a:path extrusionOk="0" h="535" w="5541">
                  <a:moveTo>
                    <a:pt x="1" y="0"/>
                  </a:moveTo>
                  <a:lnTo>
                    <a:pt x="1" y="535"/>
                  </a:lnTo>
                  <a:lnTo>
                    <a:pt x="5541" y="535"/>
                  </a:lnTo>
                  <a:lnTo>
                    <a:pt x="55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5"/>
            <p:cNvSpPr/>
            <p:nvPr/>
          </p:nvSpPr>
          <p:spPr>
            <a:xfrm>
              <a:off x="3091750" y="198975"/>
              <a:ext cx="2424576" cy="3236888"/>
            </a:xfrm>
            <a:custGeom>
              <a:rect b="b" l="l" r="r" t="t"/>
              <a:pathLst>
                <a:path extrusionOk="0" h="6284" w="4707">
                  <a:moveTo>
                    <a:pt x="2360" y="0"/>
                  </a:moveTo>
                  <a:lnTo>
                    <a:pt x="1" y="6283"/>
                  </a:lnTo>
                  <a:lnTo>
                    <a:pt x="4707" y="6283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5"/>
            <p:cNvSpPr/>
            <p:nvPr/>
          </p:nvSpPr>
          <p:spPr>
            <a:xfrm>
              <a:off x="3568733" y="1810207"/>
              <a:ext cx="1471126" cy="356449"/>
            </a:xfrm>
            <a:custGeom>
              <a:rect b="b" l="l" r="r" t="t"/>
              <a:pathLst>
                <a:path extrusionOk="0" h="692" w="2856">
                  <a:moveTo>
                    <a:pt x="261" y="1"/>
                  </a:moveTo>
                  <a:lnTo>
                    <a:pt x="0" y="692"/>
                  </a:lnTo>
                  <a:lnTo>
                    <a:pt x="2855" y="692"/>
                  </a:lnTo>
                  <a:lnTo>
                    <a:pt x="2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45"/>
            <p:cNvSpPr/>
            <p:nvPr/>
          </p:nvSpPr>
          <p:spPr>
            <a:xfrm>
              <a:off x="3803618" y="1172513"/>
              <a:ext cx="1000839" cy="356449"/>
            </a:xfrm>
            <a:custGeom>
              <a:rect b="b" l="l" r="r" t="t"/>
              <a:pathLst>
                <a:path extrusionOk="0" h="692" w="1943">
                  <a:moveTo>
                    <a:pt x="261" y="0"/>
                  </a:moveTo>
                  <a:lnTo>
                    <a:pt x="1" y="691"/>
                  </a:lnTo>
                  <a:lnTo>
                    <a:pt x="1943" y="691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7" name="Google Shape;637;p46"/>
          <p:cNvGrpSpPr/>
          <p:nvPr/>
        </p:nvGrpSpPr>
        <p:grpSpPr>
          <a:xfrm>
            <a:off x="52927" y="1509533"/>
            <a:ext cx="1727332" cy="3760613"/>
            <a:chOff x="1622025" y="238125"/>
            <a:chExt cx="746825" cy="1626000"/>
          </a:xfrm>
        </p:grpSpPr>
        <p:sp>
          <p:nvSpPr>
            <p:cNvPr id="638" name="Google Shape;638;p46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6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6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6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46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3" name="Google Shape;643;p46"/>
          <p:cNvGrpSpPr/>
          <p:nvPr/>
        </p:nvGrpSpPr>
        <p:grpSpPr>
          <a:xfrm>
            <a:off x="7356613" y="1210295"/>
            <a:ext cx="1941800" cy="3493159"/>
            <a:chOff x="3074425" y="1038250"/>
            <a:chExt cx="989200" cy="1779500"/>
          </a:xfrm>
        </p:grpSpPr>
        <p:sp>
          <p:nvSpPr>
            <p:cNvPr id="644" name="Google Shape;644;p46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6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6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6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6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9" name="Google Shape;649;p46"/>
          <p:cNvGrpSpPr/>
          <p:nvPr/>
        </p:nvGrpSpPr>
        <p:grpSpPr>
          <a:xfrm flipH="1">
            <a:off x="5406654" y="1683636"/>
            <a:ext cx="1511499" cy="3290861"/>
            <a:chOff x="1622025" y="238125"/>
            <a:chExt cx="746825" cy="1626000"/>
          </a:xfrm>
        </p:grpSpPr>
        <p:sp>
          <p:nvSpPr>
            <p:cNvPr id="650" name="Google Shape;650;p46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6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6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46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46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5" name="Google Shape;655;p46"/>
          <p:cNvSpPr/>
          <p:nvPr/>
        </p:nvSpPr>
        <p:spPr>
          <a:xfrm>
            <a:off x="-4478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46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657" name="Google Shape;657;p46"/>
          <p:cNvGrpSpPr/>
          <p:nvPr/>
        </p:nvGrpSpPr>
        <p:grpSpPr>
          <a:xfrm flipH="1">
            <a:off x="2147753" y="1328282"/>
            <a:ext cx="2528583" cy="3403880"/>
            <a:chOff x="3074425" y="836100"/>
            <a:chExt cx="1472075" cy="1981650"/>
          </a:xfrm>
        </p:grpSpPr>
        <p:sp>
          <p:nvSpPr>
            <p:cNvPr id="658" name="Google Shape;658;p46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6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6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46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46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46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6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6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6" name="Google Shape;666;p46"/>
          <p:cNvGrpSpPr/>
          <p:nvPr/>
        </p:nvGrpSpPr>
        <p:grpSpPr>
          <a:xfrm>
            <a:off x="-385478" y="3712365"/>
            <a:ext cx="9870375" cy="1176260"/>
            <a:chOff x="-385478" y="3712365"/>
            <a:chExt cx="9870375" cy="1176260"/>
          </a:xfrm>
        </p:grpSpPr>
        <p:grpSp>
          <p:nvGrpSpPr>
            <p:cNvPr id="667" name="Google Shape;667;p46"/>
            <p:cNvGrpSpPr/>
            <p:nvPr/>
          </p:nvGrpSpPr>
          <p:grpSpPr>
            <a:xfrm>
              <a:off x="-385478" y="3712365"/>
              <a:ext cx="9870375" cy="1176260"/>
              <a:chOff x="-385478" y="3712365"/>
              <a:chExt cx="9870375" cy="1176260"/>
            </a:xfrm>
          </p:grpSpPr>
          <p:grpSp>
            <p:nvGrpSpPr>
              <p:cNvPr id="668" name="Google Shape;668;p46"/>
              <p:cNvGrpSpPr/>
              <p:nvPr/>
            </p:nvGrpSpPr>
            <p:grpSpPr>
              <a:xfrm>
                <a:off x="-385478" y="4005140"/>
                <a:ext cx="9870375" cy="883485"/>
                <a:chOff x="-381000" y="4005140"/>
                <a:chExt cx="9870375" cy="883485"/>
              </a:xfrm>
            </p:grpSpPr>
            <p:sp>
              <p:nvSpPr>
                <p:cNvPr id="669" name="Google Shape;669;p46"/>
                <p:cNvSpPr/>
                <p:nvPr/>
              </p:nvSpPr>
              <p:spPr>
                <a:xfrm>
                  <a:off x="1869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0" name="Google Shape;670;p46"/>
                <p:cNvSpPr/>
                <p:nvPr/>
              </p:nvSpPr>
              <p:spPr>
                <a:xfrm>
                  <a:off x="3764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1" name="Google Shape;671;p46"/>
                <p:cNvSpPr/>
                <p:nvPr/>
              </p:nvSpPr>
              <p:spPr>
                <a:xfrm>
                  <a:off x="1107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2" name="Google Shape;672;p46"/>
                <p:cNvSpPr/>
                <p:nvPr/>
              </p:nvSpPr>
              <p:spPr>
                <a:xfrm>
                  <a:off x="4155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3" name="Google Shape;673;p46"/>
                <p:cNvSpPr/>
                <p:nvPr/>
              </p:nvSpPr>
              <p:spPr>
                <a:xfrm>
                  <a:off x="2631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4" name="Google Shape;674;p46"/>
                <p:cNvSpPr/>
                <p:nvPr/>
              </p:nvSpPr>
              <p:spPr>
                <a:xfrm>
                  <a:off x="3393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5" name="Google Shape;675;p46"/>
                <p:cNvSpPr/>
                <p:nvPr/>
              </p:nvSpPr>
              <p:spPr>
                <a:xfrm>
                  <a:off x="6441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6" name="Google Shape;676;p46"/>
                <p:cNvSpPr/>
                <p:nvPr/>
              </p:nvSpPr>
              <p:spPr>
                <a:xfrm>
                  <a:off x="4917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7" name="Google Shape;677;p46"/>
                <p:cNvSpPr/>
                <p:nvPr/>
              </p:nvSpPr>
              <p:spPr>
                <a:xfrm>
                  <a:off x="5679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46"/>
                <p:cNvSpPr/>
                <p:nvPr/>
              </p:nvSpPr>
              <p:spPr>
                <a:xfrm>
                  <a:off x="7965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9" name="Google Shape;679;p46"/>
                <p:cNvSpPr/>
                <p:nvPr/>
              </p:nvSpPr>
              <p:spPr>
                <a:xfrm>
                  <a:off x="7203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46"/>
                <p:cNvSpPr/>
                <p:nvPr/>
              </p:nvSpPr>
              <p:spPr>
                <a:xfrm>
                  <a:off x="8727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1" name="Google Shape;681;p46"/>
                <p:cNvSpPr/>
                <p:nvPr/>
              </p:nvSpPr>
              <p:spPr>
                <a:xfrm>
                  <a:off x="-381000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2" name="Google Shape;682;p46"/>
                <p:cNvSpPr/>
                <p:nvPr/>
              </p:nvSpPr>
              <p:spPr>
                <a:xfrm>
                  <a:off x="0" y="4296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3" name="Google Shape;683;p46"/>
                <p:cNvSpPr/>
                <p:nvPr/>
              </p:nvSpPr>
              <p:spPr>
                <a:xfrm>
                  <a:off x="8382000" y="4296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4" name="Google Shape;684;p46"/>
                <p:cNvSpPr/>
                <p:nvPr/>
              </p:nvSpPr>
              <p:spPr>
                <a:xfrm>
                  <a:off x="8727375" y="4005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5" name="Google Shape;685;p46"/>
                <p:cNvSpPr/>
                <p:nvPr/>
              </p:nvSpPr>
              <p:spPr>
                <a:xfrm>
                  <a:off x="-381000" y="4005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6" name="Google Shape;686;p46"/>
                <p:cNvSpPr/>
                <p:nvPr/>
              </p:nvSpPr>
              <p:spPr>
                <a:xfrm>
                  <a:off x="-22" y="4128425"/>
                  <a:ext cx="1524000" cy="760200"/>
                </a:xfrm>
                <a:prstGeom prst="rtTriangle">
                  <a:avLst/>
                </a:prstGeom>
                <a:solidFill>
                  <a:srgbClr val="000000">
                    <a:alpha val="485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87" name="Google Shape;687;p46"/>
              <p:cNvSpPr/>
              <p:nvPr/>
            </p:nvSpPr>
            <p:spPr>
              <a:xfrm>
                <a:off x="-9003" y="371236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8" name="Google Shape;688;p46"/>
            <p:cNvSpPr/>
            <p:nvPr/>
          </p:nvSpPr>
          <p:spPr>
            <a:xfrm>
              <a:off x="8377522" y="371236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9" name="Google Shape;689;p46"/>
          <p:cNvSpPr/>
          <p:nvPr/>
        </p:nvSpPr>
        <p:spPr>
          <a:xfrm>
            <a:off x="3883548" y="4785649"/>
            <a:ext cx="1136568" cy="201654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46"/>
          <p:cNvSpPr/>
          <p:nvPr/>
        </p:nvSpPr>
        <p:spPr>
          <a:xfrm>
            <a:off x="-4465" y="4603894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6"/>
          <p:cNvSpPr/>
          <p:nvPr/>
        </p:nvSpPr>
        <p:spPr>
          <a:xfrm flipH="1">
            <a:off x="8191274" y="4720209"/>
            <a:ext cx="963896" cy="201648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46"/>
          <p:cNvSpPr/>
          <p:nvPr/>
        </p:nvSpPr>
        <p:spPr>
          <a:xfrm flipH="1">
            <a:off x="963412" y="223192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46"/>
          <p:cNvSpPr/>
          <p:nvPr/>
        </p:nvSpPr>
        <p:spPr>
          <a:xfrm flipH="1">
            <a:off x="7354378" y="5395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7"/>
          <p:cNvSpPr txBox="1"/>
          <p:nvPr>
            <p:ph type="title"/>
          </p:nvPr>
        </p:nvSpPr>
        <p:spPr>
          <a:xfrm>
            <a:off x="713225" y="539500"/>
            <a:ext cx="771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96" name="Google Shape;696;p47"/>
          <p:cNvSpPr txBox="1"/>
          <p:nvPr>
            <p:ph idx="1" type="body"/>
          </p:nvPr>
        </p:nvSpPr>
        <p:spPr>
          <a:xfrm>
            <a:off x="713225" y="1242750"/>
            <a:ext cx="3630000" cy="23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697" name="Google Shape;697;p47"/>
          <p:cNvGrpSpPr/>
          <p:nvPr/>
        </p:nvGrpSpPr>
        <p:grpSpPr>
          <a:xfrm>
            <a:off x="3" y="1253641"/>
            <a:ext cx="4045976" cy="3889979"/>
            <a:chOff x="3074425" y="836100"/>
            <a:chExt cx="1863732" cy="1981650"/>
          </a:xfrm>
        </p:grpSpPr>
        <p:sp>
          <p:nvSpPr>
            <p:cNvPr id="698" name="Google Shape;698;p47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47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47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47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47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47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47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47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6" name="Google Shape;706;p47"/>
          <p:cNvGrpSpPr/>
          <p:nvPr/>
        </p:nvGrpSpPr>
        <p:grpSpPr>
          <a:xfrm flipH="1">
            <a:off x="-587592" y="-795558"/>
            <a:ext cx="3285468" cy="5265540"/>
            <a:chOff x="5212325" y="1924475"/>
            <a:chExt cx="1870250" cy="2997575"/>
          </a:xfrm>
        </p:grpSpPr>
        <p:sp>
          <p:nvSpPr>
            <p:cNvPr id="707" name="Google Shape;707;p47"/>
            <p:cNvSpPr/>
            <p:nvPr/>
          </p:nvSpPr>
          <p:spPr>
            <a:xfrm>
              <a:off x="5239925" y="1945525"/>
              <a:ext cx="1828150" cy="497875"/>
            </a:xfrm>
            <a:custGeom>
              <a:rect b="b" l="l" r="r" t="t"/>
              <a:pathLst>
                <a:path extrusionOk="0" fill="none" h="19915" w="73126">
                  <a:moveTo>
                    <a:pt x="0" y="19915"/>
                  </a:moveTo>
                  <a:lnTo>
                    <a:pt x="51639" y="1"/>
                  </a:lnTo>
                  <a:lnTo>
                    <a:pt x="73126" y="19915"/>
                  </a:lnTo>
                </a:path>
              </a:pathLst>
            </a:custGeom>
            <a:noFill/>
            <a:ln cap="flat" cmpd="sng" w="6550">
              <a:solidFill>
                <a:schemeClr val="lt1"/>
              </a:solidFill>
              <a:prstDash val="solid"/>
              <a:miter lim="187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47"/>
            <p:cNvSpPr/>
            <p:nvPr/>
          </p:nvSpPr>
          <p:spPr>
            <a:xfrm>
              <a:off x="6549602" y="2055479"/>
              <a:ext cx="26703" cy="2866571"/>
            </a:xfrm>
            <a:custGeom>
              <a:rect b="b" l="l" r="r" t="t"/>
              <a:pathLst>
                <a:path extrusionOk="0" h="91263" w="1068">
                  <a:moveTo>
                    <a:pt x="1" y="1"/>
                  </a:moveTo>
                  <a:lnTo>
                    <a:pt x="1" y="91263"/>
                  </a:lnTo>
                  <a:lnTo>
                    <a:pt x="1068" y="91263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47"/>
            <p:cNvSpPr/>
            <p:nvPr/>
          </p:nvSpPr>
          <p:spPr>
            <a:xfrm>
              <a:off x="6484570" y="2055479"/>
              <a:ext cx="26678" cy="2866571"/>
            </a:xfrm>
            <a:custGeom>
              <a:rect b="b" l="l" r="r" t="t"/>
              <a:pathLst>
                <a:path extrusionOk="0" h="91263" w="1067">
                  <a:moveTo>
                    <a:pt x="0" y="1"/>
                  </a:moveTo>
                  <a:lnTo>
                    <a:pt x="0" y="91263"/>
                  </a:lnTo>
                  <a:lnTo>
                    <a:pt x="1067" y="91263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47"/>
            <p:cNvSpPr/>
            <p:nvPr/>
          </p:nvSpPr>
          <p:spPr>
            <a:xfrm>
              <a:off x="6443850" y="2364425"/>
              <a:ext cx="174575" cy="158875"/>
            </a:xfrm>
            <a:custGeom>
              <a:rect b="b" l="l" r="r" t="t"/>
              <a:pathLst>
                <a:path extrusionOk="0" h="6355" w="6983">
                  <a:moveTo>
                    <a:pt x="3497" y="1"/>
                  </a:moveTo>
                  <a:cubicBezTo>
                    <a:pt x="3252" y="1"/>
                    <a:pt x="3002" y="30"/>
                    <a:pt x="2752" y="89"/>
                  </a:cubicBezTo>
                  <a:cubicBezTo>
                    <a:pt x="1049" y="482"/>
                    <a:pt x="1" y="2204"/>
                    <a:pt x="394" y="3908"/>
                  </a:cubicBezTo>
                  <a:cubicBezTo>
                    <a:pt x="746" y="5363"/>
                    <a:pt x="2041" y="6354"/>
                    <a:pt x="3474" y="6354"/>
                  </a:cubicBezTo>
                  <a:cubicBezTo>
                    <a:pt x="3717" y="6354"/>
                    <a:pt x="3965" y="6326"/>
                    <a:pt x="4212" y="6266"/>
                  </a:cubicBezTo>
                  <a:cubicBezTo>
                    <a:pt x="5915" y="5873"/>
                    <a:pt x="6982" y="4151"/>
                    <a:pt x="6570" y="2448"/>
                  </a:cubicBezTo>
                  <a:cubicBezTo>
                    <a:pt x="6234" y="992"/>
                    <a:pt x="4941" y="1"/>
                    <a:pt x="3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47"/>
            <p:cNvSpPr/>
            <p:nvPr/>
          </p:nvSpPr>
          <p:spPr>
            <a:xfrm>
              <a:off x="6464925" y="2041925"/>
              <a:ext cx="132425" cy="13575"/>
            </a:xfrm>
            <a:custGeom>
              <a:rect b="b" l="l" r="r" t="t"/>
              <a:pathLst>
                <a:path extrusionOk="0" h="543" w="5297">
                  <a:moveTo>
                    <a:pt x="0" y="0"/>
                  </a:moveTo>
                  <a:lnTo>
                    <a:pt x="0" y="543"/>
                  </a:lnTo>
                  <a:lnTo>
                    <a:pt x="5297" y="543"/>
                  </a:lnTo>
                  <a:lnTo>
                    <a:pt x="5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47"/>
            <p:cNvSpPr/>
            <p:nvPr/>
          </p:nvSpPr>
          <p:spPr>
            <a:xfrm>
              <a:off x="6511700" y="1991375"/>
              <a:ext cx="38875" cy="50575"/>
            </a:xfrm>
            <a:custGeom>
              <a:rect b="b" l="l" r="r" t="t"/>
              <a:pathLst>
                <a:path extrusionOk="0" h="2023" w="1555">
                  <a:moveTo>
                    <a:pt x="1" y="1"/>
                  </a:moveTo>
                  <a:lnTo>
                    <a:pt x="1" y="2022"/>
                  </a:lnTo>
                  <a:lnTo>
                    <a:pt x="1554" y="2022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47"/>
            <p:cNvSpPr/>
            <p:nvPr/>
          </p:nvSpPr>
          <p:spPr>
            <a:xfrm>
              <a:off x="6521525" y="1966125"/>
              <a:ext cx="19225" cy="25275"/>
            </a:xfrm>
            <a:custGeom>
              <a:rect b="b" l="l" r="r" t="t"/>
              <a:pathLst>
                <a:path extrusionOk="0" h="1011" w="769">
                  <a:moveTo>
                    <a:pt x="1" y="0"/>
                  </a:moveTo>
                  <a:lnTo>
                    <a:pt x="1" y="1011"/>
                  </a:lnTo>
                  <a:lnTo>
                    <a:pt x="768" y="1011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47"/>
            <p:cNvSpPr/>
            <p:nvPr/>
          </p:nvSpPr>
          <p:spPr>
            <a:xfrm>
              <a:off x="6510300" y="1924475"/>
              <a:ext cx="48700" cy="41800"/>
            </a:xfrm>
            <a:custGeom>
              <a:rect b="b" l="l" r="r" t="t"/>
              <a:pathLst>
                <a:path extrusionOk="0" h="1672" w="1948">
                  <a:moveTo>
                    <a:pt x="824" y="0"/>
                  </a:moveTo>
                  <a:cubicBezTo>
                    <a:pt x="375" y="0"/>
                    <a:pt x="1" y="375"/>
                    <a:pt x="1" y="843"/>
                  </a:cubicBezTo>
                  <a:cubicBezTo>
                    <a:pt x="1" y="1346"/>
                    <a:pt x="407" y="1672"/>
                    <a:pt x="832" y="1672"/>
                  </a:cubicBezTo>
                  <a:cubicBezTo>
                    <a:pt x="1040" y="1672"/>
                    <a:pt x="1251" y="1594"/>
                    <a:pt x="1423" y="1423"/>
                  </a:cubicBezTo>
                  <a:cubicBezTo>
                    <a:pt x="1947" y="899"/>
                    <a:pt x="1573" y="0"/>
                    <a:pt x="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47"/>
            <p:cNvSpPr/>
            <p:nvPr/>
          </p:nvSpPr>
          <p:spPr>
            <a:xfrm>
              <a:off x="5212325" y="2429350"/>
              <a:ext cx="1870250" cy="28100"/>
            </a:xfrm>
            <a:custGeom>
              <a:rect b="b" l="l" r="r" t="t"/>
              <a:pathLst>
                <a:path extrusionOk="0" h="1124" w="74810">
                  <a:moveTo>
                    <a:pt x="0" y="0"/>
                  </a:moveTo>
                  <a:lnTo>
                    <a:pt x="0" y="1123"/>
                  </a:lnTo>
                  <a:lnTo>
                    <a:pt x="74810" y="1123"/>
                  </a:lnTo>
                  <a:lnTo>
                    <a:pt x="748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47"/>
            <p:cNvSpPr/>
            <p:nvPr/>
          </p:nvSpPr>
          <p:spPr>
            <a:xfrm>
              <a:off x="5212325" y="2457425"/>
              <a:ext cx="335050" cy="98275"/>
            </a:xfrm>
            <a:custGeom>
              <a:rect b="b" l="l" r="r" t="t"/>
              <a:pathLst>
                <a:path extrusionOk="0" h="3931" w="13402">
                  <a:moveTo>
                    <a:pt x="0" y="0"/>
                  </a:moveTo>
                  <a:lnTo>
                    <a:pt x="0" y="3931"/>
                  </a:lnTo>
                  <a:lnTo>
                    <a:pt x="13401" y="3931"/>
                  </a:lnTo>
                  <a:lnTo>
                    <a:pt x="134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47"/>
            <p:cNvSpPr/>
            <p:nvPr/>
          </p:nvSpPr>
          <p:spPr>
            <a:xfrm>
              <a:off x="5894075" y="2457425"/>
              <a:ext cx="167050" cy="32300"/>
            </a:xfrm>
            <a:custGeom>
              <a:rect b="b" l="l" r="r" t="t"/>
              <a:pathLst>
                <a:path extrusionOk="0" h="1292" w="6682">
                  <a:moveTo>
                    <a:pt x="0" y="0"/>
                  </a:moveTo>
                  <a:lnTo>
                    <a:pt x="0" y="1292"/>
                  </a:lnTo>
                  <a:lnTo>
                    <a:pt x="6682" y="1292"/>
                  </a:lnTo>
                  <a:lnTo>
                    <a:pt x="66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47"/>
            <p:cNvSpPr/>
            <p:nvPr/>
          </p:nvSpPr>
          <p:spPr>
            <a:xfrm>
              <a:off x="6333425" y="2635225"/>
              <a:ext cx="151175" cy="281700"/>
            </a:xfrm>
            <a:custGeom>
              <a:rect b="b" l="l" r="r" t="t"/>
              <a:pathLst>
                <a:path extrusionOk="0" h="11268" w="6047">
                  <a:moveTo>
                    <a:pt x="1" y="1"/>
                  </a:moveTo>
                  <a:lnTo>
                    <a:pt x="1" y="11268"/>
                  </a:lnTo>
                  <a:lnTo>
                    <a:pt x="6046" y="11268"/>
                  </a:lnTo>
                  <a:lnTo>
                    <a:pt x="604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47"/>
            <p:cNvSpPr/>
            <p:nvPr/>
          </p:nvSpPr>
          <p:spPr>
            <a:xfrm>
              <a:off x="6793850" y="2457425"/>
              <a:ext cx="288725" cy="78625"/>
            </a:xfrm>
            <a:custGeom>
              <a:rect b="b" l="l" r="r" t="t"/>
              <a:pathLst>
                <a:path extrusionOk="0" h="3145" w="11549">
                  <a:moveTo>
                    <a:pt x="1" y="0"/>
                  </a:moveTo>
                  <a:lnTo>
                    <a:pt x="1" y="3145"/>
                  </a:lnTo>
                  <a:lnTo>
                    <a:pt x="11549" y="3145"/>
                  </a:lnTo>
                  <a:lnTo>
                    <a:pt x="11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47"/>
            <p:cNvSpPr/>
            <p:nvPr/>
          </p:nvSpPr>
          <p:spPr>
            <a:xfrm>
              <a:off x="6926275" y="2429350"/>
              <a:ext cx="156300" cy="28100"/>
            </a:xfrm>
            <a:custGeom>
              <a:rect b="b" l="l" r="r" t="t"/>
              <a:pathLst>
                <a:path extrusionOk="0" h="1124" w="6252">
                  <a:moveTo>
                    <a:pt x="0" y="0"/>
                  </a:moveTo>
                  <a:lnTo>
                    <a:pt x="0" y="1123"/>
                  </a:lnTo>
                  <a:lnTo>
                    <a:pt x="6252" y="1123"/>
                  </a:lnTo>
                  <a:lnTo>
                    <a:pt x="62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47"/>
            <p:cNvSpPr/>
            <p:nvPr/>
          </p:nvSpPr>
          <p:spPr>
            <a:xfrm>
              <a:off x="6479875" y="2397325"/>
              <a:ext cx="102050" cy="92800"/>
            </a:xfrm>
            <a:custGeom>
              <a:rect b="b" l="l" r="r" t="t"/>
              <a:pathLst>
                <a:path extrusionOk="0" h="3712" w="4082">
                  <a:moveTo>
                    <a:pt x="2040" y="0"/>
                  </a:moveTo>
                  <a:cubicBezTo>
                    <a:pt x="1904" y="0"/>
                    <a:pt x="1767" y="15"/>
                    <a:pt x="1629" y="46"/>
                  </a:cubicBezTo>
                  <a:cubicBezTo>
                    <a:pt x="619" y="289"/>
                    <a:pt x="1" y="1281"/>
                    <a:pt x="244" y="2292"/>
                  </a:cubicBezTo>
                  <a:cubicBezTo>
                    <a:pt x="436" y="3138"/>
                    <a:pt x="1199" y="3711"/>
                    <a:pt x="2034" y="3711"/>
                  </a:cubicBezTo>
                  <a:cubicBezTo>
                    <a:pt x="2179" y="3711"/>
                    <a:pt x="2325" y="3694"/>
                    <a:pt x="2472" y="3658"/>
                  </a:cubicBezTo>
                  <a:cubicBezTo>
                    <a:pt x="3464" y="3434"/>
                    <a:pt x="4081" y="2423"/>
                    <a:pt x="3857" y="1431"/>
                  </a:cubicBezTo>
                  <a:cubicBezTo>
                    <a:pt x="3647" y="577"/>
                    <a:pt x="2882" y="0"/>
                    <a:pt x="20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2" name="Google Shape;722;p47"/>
          <p:cNvGrpSpPr/>
          <p:nvPr/>
        </p:nvGrpSpPr>
        <p:grpSpPr>
          <a:xfrm>
            <a:off x="4874370" y="2347112"/>
            <a:ext cx="1185173" cy="2294528"/>
            <a:chOff x="2607875" y="643925"/>
            <a:chExt cx="654575" cy="1267275"/>
          </a:xfrm>
        </p:grpSpPr>
        <p:sp>
          <p:nvSpPr>
            <p:cNvPr id="723" name="Google Shape;723;p47"/>
            <p:cNvSpPr/>
            <p:nvPr/>
          </p:nvSpPr>
          <p:spPr>
            <a:xfrm>
              <a:off x="2607875" y="643925"/>
              <a:ext cx="654575" cy="1267275"/>
            </a:xfrm>
            <a:custGeom>
              <a:rect b="b" l="l" r="r" t="t"/>
              <a:pathLst>
                <a:path extrusionOk="0" h="50691" w="26183">
                  <a:moveTo>
                    <a:pt x="1" y="1"/>
                  </a:moveTo>
                  <a:lnTo>
                    <a:pt x="1" y="50691"/>
                  </a:lnTo>
                  <a:lnTo>
                    <a:pt x="26183" y="50691"/>
                  </a:lnTo>
                  <a:lnTo>
                    <a:pt x="26183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47"/>
            <p:cNvSpPr/>
            <p:nvPr/>
          </p:nvSpPr>
          <p:spPr>
            <a:xfrm>
              <a:off x="2667150" y="718450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47"/>
            <p:cNvSpPr/>
            <p:nvPr/>
          </p:nvSpPr>
          <p:spPr>
            <a:xfrm>
              <a:off x="276520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47"/>
            <p:cNvSpPr/>
            <p:nvPr/>
          </p:nvSpPr>
          <p:spPr>
            <a:xfrm>
              <a:off x="286325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47"/>
            <p:cNvSpPr/>
            <p:nvPr/>
          </p:nvSpPr>
          <p:spPr>
            <a:xfrm>
              <a:off x="2960875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7"/>
            <p:cNvSpPr/>
            <p:nvPr/>
          </p:nvSpPr>
          <p:spPr>
            <a:xfrm>
              <a:off x="2667150" y="1012175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0"/>
                  </a:moveTo>
                  <a:lnTo>
                    <a:pt x="1" y="8419"/>
                  </a:lnTo>
                  <a:lnTo>
                    <a:pt x="2075" y="8419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7"/>
            <p:cNvSpPr/>
            <p:nvPr/>
          </p:nvSpPr>
          <p:spPr>
            <a:xfrm>
              <a:off x="276520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7"/>
            <p:cNvSpPr/>
            <p:nvPr/>
          </p:nvSpPr>
          <p:spPr>
            <a:xfrm>
              <a:off x="286325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47"/>
            <p:cNvSpPr/>
            <p:nvPr/>
          </p:nvSpPr>
          <p:spPr>
            <a:xfrm>
              <a:off x="2960875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19"/>
                  </a:lnTo>
                  <a:lnTo>
                    <a:pt x="2057" y="8419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47"/>
            <p:cNvSpPr/>
            <p:nvPr/>
          </p:nvSpPr>
          <p:spPr>
            <a:xfrm>
              <a:off x="2667150" y="1294125"/>
              <a:ext cx="51875" cy="210050"/>
            </a:xfrm>
            <a:custGeom>
              <a:rect b="b" l="l" r="r" t="t"/>
              <a:pathLst>
                <a:path extrusionOk="0" h="8402" w="2075">
                  <a:moveTo>
                    <a:pt x="1" y="0"/>
                  </a:moveTo>
                  <a:lnTo>
                    <a:pt x="1" y="8402"/>
                  </a:lnTo>
                  <a:lnTo>
                    <a:pt x="2075" y="8402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47"/>
            <p:cNvSpPr/>
            <p:nvPr/>
          </p:nvSpPr>
          <p:spPr>
            <a:xfrm>
              <a:off x="276520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47"/>
            <p:cNvSpPr/>
            <p:nvPr/>
          </p:nvSpPr>
          <p:spPr>
            <a:xfrm>
              <a:off x="286325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47"/>
            <p:cNvSpPr/>
            <p:nvPr/>
          </p:nvSpPr>
          <p:spPr>
            <a:xfrm>
              <a:off x="2960875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0" y="0"/>
                  </a:moveTo>
                  <a:lnTo>
                    <a:pt x="0" y="8402"/>
                  </a:lnTo>
                  <a:lnTo>
                    <a:pt x="2057" y="8402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7"/>
            <p:cNvSpPr/>
            <p:nvPr/>
          </p:nvSpPr>
          <p:spPr>
            <a:xfrm>
              <a:off x="2667150" y="1568650"/>
              <a:ext cx="51875" cy="210525"/>
            </a:xfrm>
            <a:custGeom>
              <a:rect b="b" l="l" r="r" t="t"/>
              <a:pathLst>
                <a:path extrusionOk="0" h="8421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7"/>
            <p:cNvSpPr/>
            <p:nvPr/>
          </p:nvSpPr>
          <p:spPr>
            <a:xfrm>
              <a:off x="276520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7"/>
            <p:cNvSpPr/>
            <p:nvPr/>
          </p:nvSpPr>
          <p:spPr>
            <a:xfrm>
              <a:off x="286325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7"/>
            <p:cNvSpPr/>
            <p:nvPr/>
          </p:nvSpPr>
          <p:spPr>
            <a:xfrm>
              <a:off x="2960875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7"/>
            <p:cNvSpPr/>
            <p:nvPr/>
          </p:nvSpPr>
          <p:spPr>
            <a:xfrm>
              <a:off x="3099450" y="643925"/>
              <a:ext cx="163000" cy="1267275"/>
            </a:xfrm>
            <a:custGeom>
              <a:rect b="b" l="l" r="r" t="t"/>
              <a:pathLst>
                <a:path extrusionOk="0" h="50691" w="6520">
                  <a:moveTo>
                    <a:pt x="0" y="1"/>
                  </a:moveTo>
                  <a:lnTo>
                    <a:pt x="0" y="50691"/>
                  </a:lnTo>
                  <a:lnTo>
                    <a:pt x="6520" y="50691"/>
                  </a:lnTo>
                  <a:lnTo>
                    <a:pt x="652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47"/>
          <p:cNvGrpSpPr/>
          <p:nvPr/>
        </p:nvGrpSpPr>
        <p:grpSpPr>
          <a:xfrm flipH="1">
            <a:off x="6348546" y="900438"/>
            <a:ext cx="2795912" cy="3763748"/>
            <a:chOff x="3074425" y="836100"/>
            <a:chExt cx="1472075" cy="1981650"/>
          </a:xfrm>
        </p:grpSpPr>
        <p:sp>
          <p:nvSpPr>
            <p:cNvPr id="742" name="Google Shape;742;p47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7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47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47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47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47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47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7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47"/>
          <p:cNvGrpSpPr/>
          <p:nvPr/>
        </p:nvGrpSpPr>
        <p:grpSpPr>
          <a:xfrm>
            <a:off x="-374325" y="3711777"/>
            <a:ext cx="9518700" cy="1164000"/>
            <a:chOff x="-374325" y="3711777"/>
            <a:chExt cx="9518700" cy="1164000"/>
          </a:xfrm>
        </p:grpSpPr>
        <p:sp>
          <p:nvSpPr>
            <p:cNvPr id="751" name="Google Shape;751;p47"/>
            <p:cNvSpPr/>
            <p:nvPr/>
          </p:nvSpPr>
          <p:spPr>
            <a:xfrm>
              <a:off x="38099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7"/>
            <p:cNvSpPr/>
            <p:nvPr/>
          </p:nvSpPr>
          <p:spPr>
            <a:xfrm>
              <a:off x="45719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47"/>
            <p:cNvSpPr/>
            <p:nvPr/>
          </p:nvSpPr>
          <p:spPr>
            <a:xfrm>
              <a:off x="2292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47"/>
            <p:cNvSpPr/>
            <p:nvPr/>
          </p:nvSpPr>
          <p:spPr>
            <a:xfrm>
              <a:off x="3054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47"/>
            <p:cNvSpPr/>
            <p:nvPr/>
          </p:nvSpPr>
          <p:spPr>
            <a:xfrm>
              <a:off x="1876050" y="4293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47"/>
            <p:cNvSpPr/>
            <p:nvPr/>
          </p:nvSpPr>
          <p:spPr>
            <a:xfrm>
              <a:off x="5330813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47"/>
            <p:cNvSpPr/>
            <p:nvPr/>
          </p:nvSpPr>
          <p:spPr>
            <a:xfrm>
              <a:off x="60892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47"/>
            <p:cNvSpPr/>
            <p:nvPr/>
          </p:nvSpPr>
          <p:spPr>
            <a:xfrm>
              <a:off x="6851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47"/>
            <p:cNvSpPr/>
            <p:nvPr/>
          </p:nvSpPr>
          <p:spPr>
            <a:xfrm>
              <a:off x="7613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47"/>
            <p:cNvSpPr/>
            <p:nvPr/>
          </p:nvSpPr>
          <p:spPr>
            <a:xfrm>
              <a:off x="83823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47"/>
            <p:cNvSpPr/>
            <p:nvPr/>
          </p:nvSpPr>
          <p:spPr>
            <a:xfrm>
              <a:off x="1530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47"/>
            <p:cNvSpPr/>
            <p:nvPr/>
          </p:nvSpPr>
          <p:spPr>
            <a:xfrm>
              <a:off x="6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7"/>
            <p:cNvSpPr/>
            <p:nvPr/>
          </p:nvSpPr>
          <p:spPr>
            <a:xfrm>
              <a:off x="768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7"/>
            <p:cNvSpPr/>
            <p:nvPr/>
          </p:nvSpPr>
          <p:spPr>
            <a:xfrm>
              <a:off x="383150" y="4293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7"/>
            <p:cNvSpPr/>
            <p:nvPr/>
          </p:nvSpPr>
          <p:spPr>
            <a:xfrm>
              <a:off x="1114050" y="4293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47"/>
            <p:cNvSpPr/>
            <p:nvPr/>
          </p:nvSpPr>
          <p:spPr>
            <a:xfrm>
              <a:off x="-374325" y="4293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47"/>
            <p:cNvSpPr/>
            <p:nvPr/>
          </p:nvSpPr>
          <p:spPr>
            <a:xfrm>
              <a:off x="6675" y="4002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47"/>
            <p:cNvSpPr/>
            <p:nvPr/>
          </p:nvSpPr>
          <p:spPr>
            <a:xfrm>
              <a:off x="-374325" y="3711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9" name="Google Shape;769;p47"/>
          <p:cNvSpPr/>
          <p:nvPr/>
        </p:nvSpPr>
        <p:spPr>
          <a:xfrm>
            <a:off x="6355" y="4161400"/>
            <a:ext cx="2952300" cy="7143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47"/>
          <p:cNvSpPr/>
          <p:nvPr/>
        </p:nvSpPr>
        <p:spPr>
          <a:xfrm>
            <a:off x="0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47"/>
          <p:cNvSpPr/>
          <p:nvPr/>
        </p:nvSpPr>
        <p:spPr>
          <a:xfrm>
            <a:off x="0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47"/>
          <p:cNvSpPr/>
          <p:nvPr/>
        </p:nvSpPr>
        <p:spPr>
          <a:xfrm flipH="1">
            <a:off x="2768716" y="4641654"/>
            <a:ext cx="1775536" cy="315005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47"/>
          <p:cNvSpPr/>
          <p:nvPr/>
        </p:nvSpPr>
        <p:spPr>
          <a:xfrm flipH="1">
            <a:off x="8490726" y="4721557"/>
            <a:ext cx="653285" cy="235097"/>
          </a:xfrm>
          <a:custGeom>
            <a:rect b="b" l="l" r="r" t="t"/>
            <a:pathLst>
              <a:path extrusionOk="0" h="3187" w="8856">
                <a:moveTo>
                  <a:pt x="4158" y="1"/>
                </a:moveTo>
                <a:cubicBezTo>
                  <a:pt x="2578" y="1"/>
                  <a:pt x="1059" y="686"/>
                  <a:pt x="0" y="1896"/>
                </a:cubicBezTo>
                <a:lnTo>
                  <a:pt x="0" y="3186"/>
                </a:lnTo>
                <a:lnTo>
                  <a:pt x="8855" y="3186"/>
                </a:lnTo>
                <a:cubicBezTo>
                  <a:pt x="8140" y="1530"/>
                  <a:pt x="6659" y="362"/>
                  <a:pt x="4881" y="49"/>
                </a:cubicBezTo>
                <a:cubicBezTo>
                  <a:pt x="4639" y="16"/>
                  <a:pt x="4398" y="1"/>
                  <a:pt x="41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47"/>
          <p:cNvSpPr/>
          <p:nvPr/>
        </p:nvSpPr>
        <p:spPr>
          <a:xfrm flipH="1">
            <a:off x="6675" y="4546169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47"/>
          <p:cNvSpPr/>
          <p:nvPr/>
        </p:nvSpPr>
        <p:spPr>
          <a:xfrm flipH="1">
            <a:off x="7354378" y="5395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47"/>
          <p:cNvSpPr/>
          <p:nvPr/>
        </p:nvSpPr>
        <p:spPr>
          <a:xfrm flipH="1">
            <a:off x="2958662" y="18231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8"/>
          <p:cNvSpPr txBox="1"/>
          <p:nvPr>
            <p:ph type="title"/>
          </p:nvPr>
        </p:nvSpPr>
        <p:spPr>
          <a:xfrm>
            <a:off x="1670925" y="1218850"/>
            <a:ext cx="5802000" cy="24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779" name="Google Shape;779;p48"/>
          <p:cNvGrpSpPr/>
          <p:nvPr/>
        </p:nvGrpSpPr>
        <p:grpSpPr>
          <a:xfrm flipH="1">
            <a:off x="7158613" y="539493"/>
            <a:ext cx="2014112" cy="4385159"/>
            <a:chOff x="1622025" y="238125"/>
            <a:chExt cx="746825" cy="1626000"/>
          </a:xfrm>
        </p:grpSpPr>
        <p:sp>
          <p:nvSpPr>
            <p:cNvPr id="780" name="Google Shape;780;p48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48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48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48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48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48"/>
          <p:cNvGrpSpPr/>
          <p:nvPr/>
        </p:nvGrpSpPr>
        <p:grpSpPr>
          <a:xfrm>
            <a:off x="6508299" y="481650"/>
            <a:ext cx="2779311" cy="3449564"/>
            <a:chOff x="5932450" y="2691225"/>
            <a:chExt cx="1445525" cy="1794125"/>
          </a:xfrm>
        </p:grpSpPr>
        <p:sp>
          <p:nvSpPr>
            <p:cNvPr id="786" name="Google Shape;786;p48"/>
            <p:cNvSpPr/>
            <p:nvPr/>
          </p:nvSpPr>
          <p:spPr>
            <a:xfrm>
              <a:off x="6817975" y="3120900"/>
              <a:ext cx="0" cy="1364450"/>
            </a:xfrm>
            <a:custGeom>
              <a:rect b="b" l="l" r="r" t="t"/>
              <a:pathLst>
                <a:path extrusionOk="0" fill="none" h="54578" w="0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48"/>
            <p:cNvSpPr/>
            <p:nvPr/>
          </p:nvSpPr>
          <p:spPr>
            <a:xfrm>
              <a:off x="6775700" y="3120900"/>
              <a:ext cx="25" cy="1364450"/>
            </a:xfrm>
            <a:custGeom>
              <a:rect b="b" l="l" r="r" t="t"/>
              <a:pathLst>
                <a:path extrusionOk="0" fill="none" h="54578" w="1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8"/>
            <p:cNvSpPr/>
            <p:nvPr/>
          </p:nvSpPr>
          <p:spPr>
            <a:xfrm>
              <a:off x="6776125" y="3153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48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48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48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48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48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48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48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48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48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48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48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48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48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48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48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48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48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48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48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48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48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48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48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48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48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48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48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48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48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48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48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8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48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48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48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48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48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48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48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48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48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48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48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48"/>
            <p:cNvSpPr/>
            <p:nvPr/>
          </p:nvSpPr>
          <p:spPr>
            <a:xfrm>
              <a:off x="6776125" y="4383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48"/>
            <p:cNvSpPr/>
            <p:nvPr/>
          </p:nvSpPr>
          <p:spPr>
            <a:xfrm>
              <a:off x="6722100" y="2980150"/>
              <a:ext cx="118550" cy="144700"/>
            </a:xfrm>
            <a:custGeom>
              <a:rect b="b" l="l" r="r" t="t"/>
              <a:pathLst>
                <a:path extrusionOk="0" h="5788" w="4742">
                  <a:moveTo>
                    <a:pt x="0" y="0"/>
                  </a:moveTo>
                  <a:lnTo>
                    <a:pt x="0" y="5788"/>
                  </a:lnTo>
                  <a:lnTo>
                    <a:pt x="4741" y="5788"/>
                  </a:lnTo>
                  <a:lnTo>
                    <a:pt x="47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48"/>
            <p:cNvSpPr/>
            <p:nvPr/>
          </p:nvSpPr>
          <p:spPr>
            <a:xfrm>
              <a:off x="6227050" y="2692975"/>
              <a:ext cx="686375" cy="264100"/>
            </a:xfrm>
            <a:custGeom>
              <a:rect b="b" l="l" r="r" t="t"/>
              <a:pathLst>
                <a:path extrusionOk="0" fill="none" h="10564" w="27455">
                  <a:moveTo>
                    <a:pt x="27454" y="0"/>
                  </a:moveTo>
                  <a:lnTo>
                    <a:pt x="0" y="10564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48"/>
            <p:cNvSpPr/>
            <p:nvPr/>
          </p:nvSpPr>
          <p:spPr>
            <a:xfrm>
              <a:off x="6454525" y="2692975"/>
              <a:ext cx="460200" cy="237525"/>
            </a:xfrm>
            <a:custGeom>
              <a:rect b="b" l="l" r="r" t="t"/>
              <a:pathLst>
                <a:path extrusionOk="0" fill="none" h="9501" w="18408">
                  <a:moveTo>
                    <a:pt x="18408" y="0"/>
                  </a:moveTo>
                  <a:lnTo>
                    <a:pt x="1691" y="9500"/>
                  </a:lnTo>
                  <a:lnTo>
                    <a:pt x="0" y="7060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48"/>
            <p:cNvSpPr/>
            <p:nvPr/>
          </p:nvSpPr>
          <p:spPr>
            <a:xfrm>
              <a:off x="6912525" y="2691225"/>
              <a:ext cx="160400" cy="232300"/>
            </a:xfrm>
            <a:custGeom>
              <a:rect b="b" l="l" r="r" t="t"/>
              <a:pathLst>
                <a:path extrusionOk="0" fill="none" h="9292" w="6416">
                  <a:moveTo>
                    <a:pt x="1" y="1"/>
                  </a:moveTo>
                  <a:lnTo>
                    <a:pt x="6415" y="9291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48"/>
            <p:cNvSpPr/>
            <p:nvPr/>
          </p:nvSpPr>
          <p:spPr>
            <a:xfrm>
              <a:off x="5932450" y="2897775"/>
              <a:ext cx="1445525" cy="86325"/>
            </a:xfrm>
            <a:custGeom>
              <a:rect b="b" l="l" r="r" t="t"/>
              <a:pathLst>
                <a:path extrusionOk="0" h="3453" w="57821">
                  <a:moveTo>
                    <a:pt x="39796" y="175"/>
                  </a:moveTo>
                  <a:lnTo>
                    <a:pt x="44119" y="977"/>
                  </a:lnTo>
                  <a:lnTo>
                    <a:pt x="44241" y="994"/>
                  </a:lnTo>
                  <a:lnTo>
                    <a:pt x="48059" y="1709"/>
                  </a:lnTo>
                  <a:lnTo>
                    <a:pt x="48163" y="1727"/>
                  </a:lnTo>
                  <a:lnTo>
                    <a:pt x="51998" y="2441"/>
                  </a:lnTo>
                  <a:lnTo>
                    <a:pt x="52103" y="2459"/>
                  </a:lnTo>
                  <a:lnTo>
                    <a:pt x="57193" y="3348"/>
                  </a:lnTo>
                  <a:lnTo>
                    <a:pt x="1343" y="3348"/>
                  </a:lnTo>
                  <a:lnTo>
                    <a:pt x="7374" y="2825"/>
                  </a:lnTo>
                  <a:lnTo>
                    <a:pt x="7496" y="2825"/>
                  </a:lnTo>
                  <a:lnTo>
                    <a:pt x="11767" y="2476"/>
                  </a:lnTo>
                  <a:lnTo>
                    <a:pt x="11871" y="2476"/>
                  </a:lnTo>
                  <a:lnTo>
                    <a:pt x="15619" y="2162"/>
                  </a:lnTo>
                  <a:lnTo>
                    <a:pt x="15724" y="2162"/>
                  </a:lnTo>
                  <a:lnTo>
                    <a:pt x="19576" y="1831"/>
                  </a:lnTo>
                  <a:lnTo>
                    <a:pt x="19698" y="1831"/>
                  </a:lnTo>
                  <a:lnTo>
                    <a:pt x="23620" y="1500"/>
                  </a:lnTo>
                  <a:lnTo>
                    <a:pt x="23725" y="1500"/>
                  </a:lnTo>
                  <a:lnTo>
                    <a:pt x="27368" y="1186"/>
                  </a:lnTo>
                  <a:lnTo>
                    <a:pt x="27472" y="1186"/>
                  </a:lnTo>
                  <a:lnTo>
                    <a:pt x="31377" y="855"/>
                  </a:lnTo>
                  <a:lnTo>
                    <a:pt x="31482" y="855"/>
                  </a:lnTo>
                  <a:lnTo>
                    <a:pt x="35386" y="524"/>
                  </a:lnTo>
                  <a:lnTo>
                    <a:pt x="35491" y="524"/>
                  </a:lnTo>
                  <a:lnTo>
                    <a:pt x="39692" y="175"/>
                  </a:lnTo>
                  <a:close/>
                  <a:moveTo>
                    <a:pt x="39692" y="1"/>
                  </a:moveTo>
                  <a:lnTo>
                    <a:pt x="35491" y="350"/>
                  </a:lnTo>
                  <a:lnTo>
                    <a:pt x="35386" y="350"/>
                  </a:lnTo>
                  <a:lnTo>
                    <a:pt x="31499" y="681"/>
                  </a:lnTo>
                  <a:lnTo>
                    <a:pt x="31377" y="698"/>
                  </a:lnTo>
                  <a:lnTo>
                    <a:pt x="27490" y="1012"/>
                  </a:lnTo>
                  <a:lnTo>
                    <a:pt x="27385" y="1012"/>
                  </a:lnTo>
                  <a:lnTo>
                    <a:pt x="11837" y="2319"/>
                  </a:lnTo>
                  <a:lnTo>
                    <a:pt x="11767" y="2319"/>
                  </a:lnTo>
                  <a:lnTo>
                    <a:pt x="7461" y="2685"/>
                  </a:lnTo>
                  <a:lnTo>
                    <a:pt x="7392" y="2685"/>
                  </a:lnTo>
                  <a:lnTo>
                    <a:pt x="53" y="3348"/>
                  </a:lnTo>
                  <a:cubicBezTo>
                    <a:pt x="36" y="3348"/>
                    <a:pt x="1" y="3365"/>
                    <a:pt x="1" y="3400"/>
                  </a:cubicBezTo>
                  <a:cubicBezTo>
                    <a:pt x="1" y="3417"/>
                    <a:pt x="36" y="3452"/>
                    <a:pt x="53" y="3452"/>
                  </a:cubicBezTo>
                  <a:lnTo>
                    <a:pt x="57768" y="3452"/>
                  </a:lnTo>
                  <a:cubicBezTo>
                    <a:pt x="57803" y="3452"/>
                    <a:pt x="57820" y="3417"/>
                    <a:pt x="57820" y="3400"/>
                  </a:cubicBezTo>
                  <a:cubicBezTo>
                    <a:pt x="57820" y="3365"/>
                    <a:pt x="57803" y="3348"/>
                    <a:pt x="57785" y="3348"/>
                  </a:cubicBezTo>
                  <a:lnTo>
                    <a:pt x="52120" y="2284"/>
                  </a:lnTo>
                  <a:lnTo>
                    <a:pt x="51998" y="2267"/>
                  </a:lnTo>
                  <a:lnTo>
                    <a:pt x="48181" y="1552"/>
                  </a:lnTo>
                  <a:lnTo>
                    <a:pt x="48076" y="1535"/>
                  </a:lnTo>
                  <a:lnTo>
                    <a:pt x="44259" y="820"/>
                  </a:lnTo>
                  <a:lnTo>
                    <a:pt x="44137" y="803"/>
                  </a:lnTo>
                  <a:lnTo>
                    <a:pt x="398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48"/>
            <p:cNvSpPr/>
            <p:nvPr/>
          </p:nvSpPr>
          <p:spPr>
            <a:xfrm>
              <a:off x="6117225" y="2965325"/>
              <a:ext cx="2650" cy="18325"/>
            </a:xfrm>
            <a:custGeom>
              <a:rect b="b" l="l" r="r" t="t"/>
              <a:pathLst>
                <a:path extrusionOk="0" h="733" w="106">
                  <a:moveTo>
                    <a:pt x="53" y="1"/>
                  </a:moveTo>
                  <a:cubicBezTo>
                    <a:pt x="27" y="1"/>
                    <a:pt x="1" y="18"/>
                    <a:pt x="1" y="53"/>
                  </a:cubicBezTo>
                  <a:lnTo>
                    <a:pt x="1" y="663"/>
                  </a:lnTo>
                  <a:cubicBezTo>
                    <a:pt x="1" y="698"/>
                    <a:pt x="18" y="733"/>
                    <a:pt x="53" y="733"/>
                  </a:cubicBezTo>
                  <a:cubicBezTo>
                    <a:pt x="88" y="733"/>
                    <a:pt x="105" y="698"/>
                    <a:pt x="105" y="663"/>
                  </a:cubicBezTo>
                  <a:lnTo>
                    <a:pt x="105" y="53"/>
                  </a:lnTo>
                  <a:cubicBezTo>
                    <a:pt x="105" y="18"/>
                    <a:pt x="79" y="1"/>
                    <a:pt x="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48"/>
            <p:cNvSpPr/>
            <p:nvPr/>
          </p:nvSpPr>
          <p:spPr>
            <a:xfrm>
              <a:off x="6226400" y="2956175"/>
              <a:ext cx="3075" cy="26600"/>
            </a:xfrm>
            <a:custGeom>
              <a:rect b="b" l="l" r="r" t="t"/>
              <a:pathLst>
                <a:path extrusionOk="0" h="1064" w="123">
                  <a:moveTo>
                    <a:pt x="61" y="1"/>
                  </a:moveTo>
                  <a:cubicBezTo>
                    <a:pt x="31" y="1"/>
                    <a:pt x="0" y="18"/>
                    <a:pt x="9" y="53"/>
                  </a:cubicBezTo>
                  <a:lnTo>
                    <a:pt x="9" y="1012"/>
                  </a:lnTo>
                  <a:cubicBezTo>
                    <a:pt x="9" y="1047"/>
                    <a:pt x="26" y="1064"/>
                    <a:pt x="61" y="1064"/>
                  </a:cubicBezTo>
                  <a:cubicBezTo>
                    <a:pt x="96" y="1064"/>
                    <a:pt x="113" y="1047"/>
                    <a:pt x="113" y="1012"/>
                  </a:cubicBezTo>
                  <a:lnTo>
                    <a:pt x="113" y="53"/>
                  </a:lnTo>
                  <a:cubicBezTo>
                    <a:pt x="122" y="18"/>
                    <a:pt x="92" y="1"/>
                    <a:pt x="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48"/>
            <p:cNvSpPr/>
            <p:nvPr/>
          </p:nvSpPr>
          <p:spPr>
            <a:xfrm>
              <a:off x="6322925" y="2948775"/>
              <a:ext cx="2625" cy="34000"/>
            </a:xfrm>
            <a:custGeom>
              <a:rect b="b" l="l" r="r" t="t"/>
              <a:pathLst>
                <a:path extrusionOk="0" h="1360" w="105">
                  <a:moveTo>
                    <a:pt x="52" y="0"/>
                  </a:moveTo>
                  <a:cubicBezTo>
                    <a:pt x="35" y="0"/>
                    <a:pt x="0" y="18"/>
                    <a:pt x="0" y="53"/>
                  </a:cubicBezTo>
                  <a:lnTo>
                    <a:pt x="0" y="1308"/>
                  </a:lnTo>
                  <a:cubicBezTo>
                    <a:pt x="0" y="1343"/>
                    <a:pt x="35" y="1360"/>
                    <a:pt x="52" y="1360"/>
                  </a:cubicBezTo>
                  <a:cubicBezTo>
                    <a:pt x="87" y="1360"/>
                    <a:pt x="105" y="1343"/>
                    <a:pt x="105" y="1308"/>
                  </a:cubicBezTo>
                  <a:lnTo>
                    <a:pt x="105" y="53"/>
                  </a:lnTo>
                  <a:cubicBezTo>
                    <a:pt x="105" y="18"/>
                    <a:pt x="87" y="0"/>
                    <a:pt x="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48"/>
            <p:cNvSpPr/>
            <p:nvPr/>
          </p:nvSpPr>
          <p:spPr>
            <a:xfrm>
              <a:off x="6422275" y="2940500"/>
              <a:ext cx="2650" cy="42275"/>
            </a:xfrm>
            <a:custGeom>
              <a:rect b="b" l="l" r="r" t="t"/>
              <a:pathLst>
                <a:path extrusionOk="0" h="1691" w="106">
                  <a:moveTo>
                    <a:pt x="53" y="0"/>
                  </a:moveTo>
                  <a:cubicBezTo>
                    <a:pt x="27" y="0"/>
                    <a:pt x="0" y="18"/>
                    <a:pt x="0" y="52"/>
                  </a:cubicBezTo>
                  <a:lnTo>
                    <a:pt x="0" y="1639"/>
                  </a:lnTo>
                  <a:cubicBezTo>
                    <a:pt x="0" y="1674"/>
                    <a:pt x="18" y="1691"/>
                    <a:pt x="53" y="1691"/>
                  </a:cubicBezTo>
                  <a:cubicBezTo>
                    <a:pt x="88" y="1691"/>
                    <a:pt x="105" y="1674"/>
                    <a:pt x="105" y="1639"/>
                  </a:cubicBezTo>
                  <a:lnTo>
                    <a:pt x="105" y="52"/>
                  </a:lnTo>
                  <a:cubicBezTo>
                    <a:pt x="105" y="18"/>
                    <a:pt x="79" y="0"/>
                    <a:pt x="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48"/>
            <p:cNvSpPr/>
            <p:nvPr/>
          </p:nvSpPr>
          <p:spPr>
            <a:xfrm>
              <a:off x="6523150" y="2932200"/>
              <a:ext cx="3075" cy="50575"/>
            </a:xfrm>
            <a:custGeom>
              <a:rect b="b" l="l" r="r" t="t"/>
              <a:pathLst>
                <a:path extrusionOk="0" h="2023" w="123">
                  <a:moveTo>
                    <a:pt x="62" y="1"/>
                  </a:moveTo>
                  <a:cubicBezTo>
                    <a:pt x="31" y="1"/>
                    <a:pt x="1" y="18"/>
                    <a:pt x="10" y="53"/>
                  </a:cubicBezTo>
                  <a:lnTo>
                    <a:pt x="10" y="1971"/>
                  </a:lnTo>
                  <a:cubicBezTo>
                    <a:pt x="10" y="2006"/>
                    <a:pt x="27" y="2023"/>
                    <a:pt x="62" y="2023"/>
                  </a:cubicBezTo>
                  <a:cubicBezTo>
                    <a:pt x="79" y="2023"/>
                    <a:pt x="114" y="2006"/>
                    <a:pt x="114" y="1971"/>
                  </a:cubicBezTo>
                  <a:lnTo>
                    <a:pt x="114" y="53"/>
                  </a:lnTo>
                  <a:cubicBezTo>
                    <a:pt x="123" y="18"/>
                    <a:pt x="92" y="1"/>
                    <a:pt x="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48"/>
            <p:cNvSpPr/>
            <p:nvPr/>
          </p:nvSpPr>
          <p:spPr>
            <a:xfrm>
              <a:off x="6617075" y="2923500"/>
              <a:ext cx="2625" cy="59275"/>
            </a:xfrm>
            <a:custGeom>
              <a:rect b="b" l="l" r="r" t="t"/>
              <a:pathLst>
                <a:path extrusionOk="0" h="2371" w="105">
                  <a:moveTo>
                    <a:pt x="105" y="0"/>
                  </a:moveTo>
                  <a:lnTo>
                    <a:pt x="0" y="18"/>
                  </a:lnTo>
                  <a:lnTo>
                    <a:pt x="0" y="2319"/>
                  </a:lnTo>
                  <a:cubicBezTo>
                    <a:pt x="9" y="2354"/>
                    <a:pt x="35" y="2371"/>
                    <a:pt x="59" y="2371"/>
                  </a:cubicBezTo>
                  <a:cubicBezTo>
                    <a:pt x="83" y="2371"/>
                    <a:pt x="105" y="2354"/>
                    <a:pt x="105" y="2319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48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48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48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48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48"/>
            <p:cNvSpPr/>
            <p:nvPr/>
          </p:nvSpPr>
          <p:spPr>
            <a:xfrm>
              <a:off x="7036300" y="2917825"/>
              <a:ext cx="2625" cy="64950"/>
            </a:xfrm>
            <a:custGeom>
              <a:rect b="b" l="l" r="r" t="t"/>
              <a:pathLst>
                <a:path extrusionOk="0" h="2598" w="105">
                  <a:moveTo>
                    <a:pt x="0" y="1"/>
                  </a:moveTo>
                  <a:lnTo>
                    <a:pt x="0" y="2546"/>
                  </a:lnTo>
                  <a:cubicBezTo>
                    <a:pt x="0" y="2581"/>
                    <a:pt x="17" y="2598"/>
                    <a:pt x="52" y="2598"/>
                  </a:cubicBezTo>
                  <a:cubicBezTo>
                    <a:pt x="87" y="2598"/>
                    <a:pt x="105" y="2581"/>
                    <a:pt x="105" y="2546"/>
                  </a:cubicBezTo>
                  <a:lnTo>
                    <a:pt x="105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48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48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48"/>
            <p:cNvSpPr/>
            <p:nvPr/>
          </p:nvSpPr>
          <p:spPr>
            <a:xfrm>
              <a:off x="7232825" y="2954425"/>
              <a:ext cx="2650" cy="28350"/>
            </a:xfrm>
            <a:custGeom>
              <a:rect b="b" l="l" r="r" t="t"/>
              <a:pathLst>
                <a:path extrusionOk="0" h="1134" w="106">
                  <a:moveTo>
                    <a:pt x="1" y="1"/>
                  </a:moveTo>
                  <a:lnTo>
                    <a:pt x="1" y="1082"/>
                  </a:lnTo>
                  <a:cubicBezTo>
                    <a:pt x="1" y="1117"/>
                    <a:pt x="18" y="1134"/>
                    <a:pt x="53" y="1134"/>
                  </a:cubicBezTo>
                  <a:cubicBezTo>
                    <a:pt x="88" y="1134"/>
                    <a:pt x="105" y="1117"/>
                    <a:pt x="105" y="1082"/>
                  </a:cubicBezTo>
                  <a:lnTo>
                    <a:pt x="105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48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48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48"/>
            <p:cNvSpPr/>
            <p:nvPr/>
          </p:nvSpPr>
          <p:spPr>
            <a:xfrm>
              <a:off x="6224425" y="2983200"/>
              <a:ext cx="122475" cy="346900"/>
            </a:xfrm>
            <a:custGeom>
              <a:rect b="b" l="l" r="r" t="t"/>
              <a:pathLst>
                <a:path extrusionOk="0" fill="none" h="13876" w="4899">
                  <a:moveTo>
                    <a:pt x="4899" y="0"/>
                  </a:moveTo>
                  <a:lnTo>
                    <a:pt x="4899" y="5822"/>
                  </a:lnTo>
                  <a:lnTo>
                    <a:pt x="1" y="13876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48"/>
            <p:cNvSpPr/>
            <p:nvPr/>
          </p:nvSpPr>
          <p:spPr>
            <a:xfrm>
              <a:off x="6346875" y="3128750"/>
              <a:ext cx="96350" cy="195250"/>
            </a:xfrm>
            <a:custGeom>
              <a:rect b="b" l="l" r="r" t="t"/>
              <a:pathLst>
                <a:path extrusionOk="0" fill="none" h="7810" w="3854">
                  <a:moveTo>
                    <a:pt x="1" y="0"/>
                  </a:moveTo>
                  <a:lnTo>
                    <a:pt x="3853" y="7810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48"/>
            <p:cNvSpPr/>
            <p:nvPr/>
          </p:nvSpPr>
          <p:spPr>
            <a:xfrm>
              <a:off x="6177800" y="3308300"/>
              <a:ext cx="331225" cy="178250"/>
            </a:xfrm>
            <a:custGeom>
              <a:rect b="b" l="l" r="r" t="t"/>
              <a:pathLst>
                <a:path extrusionOk="0" h="7130" w="13249">
                  <a:moveTo>
                    <a:pt x="1" y="0"/>
                  </a:moveTo>
                  <a:lnTo>
                    <a:pt x="1" y="7129"/>
                  </a:lnTo>
                  <a:lnTo>
                    <a:pt x="13248" y="7129"/>
                  </a:lnTo>
                  <a:lnTo>
                    <a:pt x="132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48"/>
            <p:cNvSpPr/>
            <p:nvPr/>
          </p:nvSpPr>
          <p:spPr>
            <a:xfrm>
              <a:off x="6438400" y="3308300"/>
              <a:ext cx="70625" cy="178250"/>
            </a:xfrm>
            <a:custGeom>
              <a:rect b="b" l="l" r="r" t="t"/>
              <a:pathLst>
                <a:path extrusionOk="0" h="7130" w="2825">
                  <a:moveTo>
                    <a:pt x="0" y="0"/>
                  </a:moveTo>
                  <a:lnTo>
                    <a:pt x="0" y="7129"/>
                  </a:lnTo>
                  <a:lnTo>
                    <a:pt x="2824" y="7129"/>
                  </a:lnTo>
                  <a:lnTo>
                    <a:pt x="282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48"/>
          <p:cNvGrpSpPr/>
          <p:nvPr/>
        </p:nvGrpSpPr>
        <p:grpSpPr>
          <a:xfrm>
            <a:off x="8356975" y="2063594"/>
            <a:ext cx="891345" cy="1727368"/>
            <a:chOff x="4826000" y="484000"/>
            <a:chExt cx="654150" cy="1267700"/>
          </a:xfrm>
        </p:grpSpPr>
        <p:sp>
          <p:nvSpPr>
            <p:cNvPr id="859" name="Google Shape;859;p48"/>
            <p:cNvSpPr/>
            <p:nvPr/>
          </p:nvSpPr>
          <p:spPr>
            <a:xfrm>
              <a:off x="4826000" y="484000"/>
              <a:ext cx="654150" cy="1267700"/>
            </a:xfrm>
            <a:custGeom>
              <a:rect b="b" l="l" r="r" t="t"/>
              <a:pathLst>
                <a:path extrusionOk="0" h="50708" w="26166">
                  <a:moveTo>
                    <a:pt x="1" y="1"/>
                  </a:moveTo>
                  <a:lnTo>
                    <a:pt x="1" y="50708"/>
                  </a:lnTo>
                  <a:lnTo>
                    <a:pt x="26165" y="50708"/>
                  </a:lnTo>
                  <a:lnTo>
                    <a:pt x="2616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48"/>
            <p:cNvSpPr/>
            <p:nvPr/>
          </p:nvSpPr>
          <p:spPr>
            <a:xfrm>
              <a:off x="4885275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48"/>
            <p:cNvSpPr/>
            <p:nvPr/>
          </p:nvSpPr>
          <p:spPr>
            <a:xfrm>
              <a:off x="49829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48"/>
            <p:cNvSpPr/>
            <p:nvPr/>
          </p:nvSpPr>
          <p:spPr>
            <a:xfrm>
              <a:off x="508095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48"/>
            <p:cNvSpPr/>
            <p:nvPr/>
          </p:nvSpPr>
          <p:spPr>
            <a:xfrm>
              <a:off x="51790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48"/>
            <p:cNvSpPr/>
            <p:nvPr/>
          </p:nvSpPr>
          <p:spPr>
            <a:xfrm>
              <a:off x="4885275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48"/>
            <p:cNvSpPr/>
            <p:nvPr/>
          </p:nvSpPr>
          <p:spPr>
            <a:xfrm>
              <a:off x="49829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48"/>
            <p:cNvSpPr/>
            <p:nvPr/>
          </p:nvSpPr>
          <p:spPr>
            <a:xfrm>
              <a:off x="508095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48"/>
            <p:cNvSpPr/>
            <p:nvPr/>
          </p:nvSpPr>
          <p:spPr>
            <a:xfrm>
              <a:off x="51790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48"/>
            <p:cNvSpPr/>
            <p:nvPr/>
          </p:nvSpPr>
          <p:spPr>
            <a:xfrm>
              <a:off x="4885275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48"/>
            <p:cNvSpPr/>
            <p:nvPr/>
          </p:nvSpPr>
          <p:spPr>
            <a:xfrm>
              <a:off x="49829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48"/>
            <p:cNvSpPr/>
            <p:nvPr/>
          </p:nvSpPr>
          <p:spPr>
            <a:xfrm>
              <a:off x="508095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48"/>
            <p:cNvSpPr/>
            <p:nvPr/>
          </p:nvSpPr>
          <p:spPr>
            <a:xfrm>
              <a:off x="51790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48"/>
            <p:cNvSpPr/>
            <p:nvPr/>
          </p:nvSpPr>
          <p:spPr>
            <a:xfrm>
              <a:off x="4885275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1" y="1"/>
                  </a:moveTo>
                  <a:lnTo>
                    <a:pt x="1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48"/>
            <p:cNvSpPr/>
            <p:nvPr/>
          </p:nvSpPr>
          <p:spPr>
            <a:xfrm>
              <a:off x="49829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48"/>
            <p:cNvSpPr/>
            <p:nvPr/>
          </p:nvSpPr>
          <p:spPr>
            <a:xfrm>
              <a:off x="508095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48"/>
            <p:cNvSpPr/>
            <p:nvPr/>
          </p:nvSpPr>
          <p:spPr>
            <a:xfrm>
              <a:off x="51790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48"/>
            <p:cNvSpPr/>
            <p:nvPr/>
          </p:nvSpPr>
          <p:spPr>
            <a:xfrm>
              <a:off x="5317575" y="484000"/>
              <a:ext cx="162575" cy="1267700"/>
            </a:xfrm>
            <a:custGeom>
              <a:rect b="b" l="l" r="r" t="t"/>
              <a:pathLst>
                <a:path extrusionOk="0" h="50708" w="6503">
                  <a:moveTo>
                    <a:pt x="0" y="1"/>
                  </a:moveTo>
                  <a:lnTo>
                    <a:pt x="0" y="50708"/>
                  </a:lnTo>
                  <a:lnTo>
                    <a:pt x="6502" y="50708"/>
                  </a:lnTo>
                  <a:lnTo>
                    <a:pt x="650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7" name="Google Shape;877;p48"/>
          <p:cNvGrpSpPr/>
          <p:nvPr/>
        </p:nvGrpSpPr>
        <p:grpSpPr>
          <a:xfrm flipH="1">
            <a:off x="-22984" y="939791"/>
            <a:ext cx="4045976" cy="3889979"/>
            <a:chOff x="3074425" y="836100"/>
            <a:chExt cx="1863732" cy="1981650"/>
          </a:xfrm>
        </p:grpSpPr>
        <p:sp>
          <p:nvSpPr>
            <p:cNvPr id="878" name="Google Shape;878;p48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48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48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48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48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48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48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48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6" name="Google Shape;886;p48"/>
          <p:cNvGrpSpPr/>
          <p:nvPr/>
        </p:nvGrpSpPr>
        <p:grpSpPr>
          <a:xfrm>
            <a:off x="208171" y="1657850"/>
            <a:ext cx="1270164" cy="2453889"/>
            <a:chOff x="3308625" y="459175"/>
            <a:chExt cx="736925" cy="1423700"/>
          </a:xfrm>
        </p:grpSpPr>
        <p:sp>
          <p:nvSpPr>
            <p:cNvPr id="887" name="Google Shape;887;p48"/>
            <p:cNvSpPr/>
            <p:nvPr/>
          </p:nvSpPr>
          <p:spPr>
            <a:xfrm>
              <a:off x="3308625" y="459175"/>
              <a:ext cx="736925" cy="1423700"/>
            </a:xfrm>
            <a:custGeom>
              <a:rect b="b" l="l" r="r" t="t"/>
              <a:pathLst>
                <a:path extrusionOk="0" h="56948" w="29477">
                  <a:moveTo>
                    <a:pt x="0" y="0"/>
                  </a:moveTo>
                  <a:lnTo>
                    <a:pt x="0" y="56948"/>
                  </a:lnTo>
                  <a:lnTo>
                    <a:pt x="29477" y="56948"/>
                  </a:lnTo>
                  <a:lnTo>
                    <a:pt x="29477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48"/>
            <p:cNvSpPr/>
            <p:nvPr/>
          </p:nvSpPr>
          <p:spPr>
            <a:xfrm>
              <a:off x="3352625" y="748525"/>
              <a:ext cx="109850" cy="148175"/>
            </a:xfrm>
            <a:custGeom>
              <a:rect b="b" l="l" r="r" t="t"/>
              <a:pathLst>
                <a:path extrusionOk="0" h="5927" w="4394">
                  <a:moveTo>
                    <a:pt x="2197" y="0"/>
                  </a:moveTo>
                  <a:cubicBezTo>
                    <a:pt x="977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48"/>
            <p:cNvSpPr/>
            <p:nvPr/>
          </p:nvSpPr>
          <p:spPr>
            <a:xfrm>
              <a:off x="3499500" y="7485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94" y="0"/>
                    <a:pt x="0" y="994"/>
                    <a:pt x="0" y="2214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214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48"/>
            <p:cNvSpPr/>
            <p:nvPr/>
          </p:nvSpPr>
          <p:spPr>
            <a:xfrm>
              <a:off x="3646350" y="7485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214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48"/>
            <p:cNvSpPr/>
            <p:nvPr/>
          </p:nvSpPr>
          <p:spPr>
            <a:xfrm>
              <a:off x="3352625" y="5546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48"/>
            <p:cNvSpPr/>
            <p:nvPr/>
          </p:nvSpPr>
          <p:spPr>
            <a:xfrm>
              <a:off x="3499500" y="5546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48"/>
            <p:cNvSpPr/>
            <p:nvPr/>
          </p:nvSpPr>
          <p:spPr>
            <a:xfrm>
              <a:off x="3646350" y="5546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48"/>
            <p:cNvSpPr/>
            <p:nvPr/>
          </p:nvSpPr>
          <p:spPr>
            <a:xfrm>
              <a:off x="3352625" y="956825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48"/>
            <p:cNvSpPr/>
            <p:nvPr/>
          </p:nvSpPr>
          <p:spPr>
            <a:xfrm>
              <a:off x="3499500" y="956825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48"/>
            <p:cNvSpPr/>
            <p:nvPr/>
          </p:nvSpPr>
          <p:spPr>
            <a:xfrm>
              <a:off x="3646350" y="956825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48"/>
            <p:cNvSpPr/>
            <p:nvPr/>
          </p:nvSpPr>
          <p:spPr>
            <a:xfrm>
              <a:off x="335482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94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48"/>
            <p:cNvSpPr/>
            <p:nvPr/>
          </p:nvSpPr>
          <p:spPr>
            <a:xfrm>
              <a:off x="350167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94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48"/>
            <p:cNvSpPr/>
            <p:nvPr/>
          </p:nvSpPr>
          <p:spPr>
            <a:xfrm>
              <a:off x="3648975" y="1356000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48"/>
            <p:cNvSpPr/>
            <p:nvPr/>
          </p:nvSpPr>
          <p:spPr>
            <a:xfrm>
              <a:off x="335482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76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48"/>
            <p:cNvSpPr/>
            <p:nvPr/>
          </p:nvSpPr>
          <p:spPr>
            <a:xfrm>
              <a:off x="350167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76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76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48"/>
            <p:cNvSpPr/>
            <p:nvPr/>
          </p:nvSpPr>
          <p:spPr>
            <a:xfrm>
              <a:off x="3648975" y="15621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76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48"/>
            <p:cNvSpPr/>
            <p:nvPr/>
          </p:nvSpPr>
          <p:spPr>
            <a:xfrm>
              <a:off x="3352625" y="11564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1"/>
                  </a:moveTo>
                  <a:cubicBezTo>
                    <a:pt x="977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48"/>
            <p:cNvSpPr/>
            <p:nvPr/>
          </p:nvSpPr>
          <p:spPr>
            <a:xfrm>
              <a:off x="3499500" y="11564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1"/>
                  </a:moveTo>
                  <a:cubicBezTo>
                    <a:pt x="994" y="1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48"/>
            <p:cNvSpPr/>
            <p:nvPr/>
          </p:nvSpPr>
          <p:spPr>
            <a:xfrm>
              <a:off x="3646350" y="11564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1"/>
                  </a:moveTo>
                  <a:cubicBezTo>
                    <a:pt x="994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1"/>
                    <a:pt x="2214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48"/>
            <p:cNvSpPr/>
            <p:nvPr/>
          </p:nvSpPr>
          <p:spPr>
            <a:xfrm>
              <a:off x="3813700" y="459175"/>
              <a:ext cx="231850" cy="1423700"/>
            </a:xfrm>
            <a:custGeom>
              <a:rect b="b" l="l" r="r" t="t"/>
              <a:pathLst>
                <a:path extrusionOk="0" h="56948" w="9274">
                  <a:moveTo>
                    <a:pt x="0" y="0"/>
                  </a:moveTo>
                  <a:lnTo>
                    <a:pt x="0" y="56948"/>
                  </a:lnTo>
                  <a:lnTo>
                    <a:pt x="9274" y="56948"/>
                  </a:lnTo>
                  <a:lnTo>
                    <a:pt x="927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48"/>
          <p:cNvGrpSpPr/>
          <p:nvPr/>
        </p:nvGrpSpPr>
        <p:grpSpPr>
          <a:xfrm>
            <a:off x="948457" y="2296036"/>
            <a:ext cx="1184079" cy="2130184"/>
            <a:chOff x="5195125" y="2889950"/>
            <a:chExt cx="787025" cy="1415875"/>
          </a:xfrm>
        </p:grpSpPr>
        <p:sp>
          <p:nvSpPr>
            <p:cNvPr id="908" name="Google Shape;908;p48"/>
            <p:cNvSpPr/>
            <p:nvPr/>
          </p:nvSpPr>
          <p:spPr>
            <a:xfrm>
              <a:off x="5291425" y="3540550"/>
              <a:ext cx="25" cy="692925"/>
            </a:xfrm>
            <a:custGeom>
              <a:rect b="b" l="l" r="r" t="t"/>
              <a:pathLst>
                <a:path extrusionOk="0" fill="none" h="27717" w="1">
                  <a:moveTo>
                    <a:pt x="0" y="1"/>
                  </a:moveTo>
                  <a:lnTo>
                    <a:pt x="0" y="2771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48"/>
            <p:cNvSpPr/>
            <p:nvPr/>
          </p:nvSpPr>
          <p:spPr>
            <a:xfrm>
              <a:off x="5345900" y="3298700"/>
              <a:ext cx="25" cy="934775"/>
            </a:xfrm>
            <a:custGeom>
              <a:rect b="b" l="l" r="r" t="t"/>
              <a:pathLst>
                <a:path extrusionOk="0" fill="none" h="37391" w="1">
                  <a:moveTo>
                    <a:pt x="0" y="1"/>
                  </a:moveTo>
                  <a:lnTo>
                    <a:pt x="0" y="3739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48"/>
            <p:cNvSpPr/>
            <p:nvPr/>
          </p:nvSpPr>
          <p:spPr>
            <a:xfrm>
              <a:off x="5238250" y="3536200"/>
              <a:ext cx="25" cy="755675"/>
            </a:xfrm>
            <a:custGeom>
              <a:rect b="b" l="l" r="r" t="t"/>
              <a:pathLst>
                <a:path extrusionOk="0" fill="none" h="30227" w="1">
                  <a:moveTo>
                    <a:pt x="1" y="1"/>
                  </a:moveTo>
                  <a:lnTo>
                    <a:pt x="1" y="3022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48"/>
            <p:cNvSpPr/>
            <p:nvPr/>
          </p:nvSpPr>
          <p:spPr>
            <a:xfrm>
              <a:off x="54339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48"/>
            <p:cNvSpPr/>
            <p:nvPr/>
          </p:nvSpPr>
          <p:spPr>
            <a:xfrm>
              <a:off x="5504075" y="2970550"/>
              <a:ext cx="25" cy="1335275"/>
            </a:xfrm>
            <a:custGeom>
              <a:rect b="b" l="l" r="r" t="t"/>
              <a:pathLst>
                <a:path extrusionOk="0" fill="none" h="53411" w="1">
                  <a:moveTo>
                    <a:pt x="1" y="1"/>
                  </a:moveTo>
                  <a:lnTo>
                    <a:pt x="1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48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48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48"/>
            <p:cNvSpPr/>
            <p:nvPr/>
          </p:nvSpPr>
          <p:spPr>
            <a:xfrm>
              <a:off x="5643975" y="293700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1"/>
                  </a:moveTo>
                  <a:lnTo>
                    <a:pt x="0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48"/>
            <p:cNvSpPr/>
            <p:nvPr/>
          </p:nvSpPr>
          <p:spPr>
            <a:xfrm>
              <a:off x="57141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1" y="0"/>
                  </a:moveTo>
                  <a:lnTo>
                    <a:pt x="1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48"/>
            <p:cNvSpPr/>
            <p:nvPr/>
          </p:nvSpPr>
          <p:spPr>
            <a:xfrm>
              <a:off x="578430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48"/>
            <p:cNvSpPr/>
            <p:nvPr/>
          </p:nvSpPr>
          <p:spPr>
            <a:xfrm>
              <a:off x="5827425" y="3031575"/>
              <a:ext cx="25" cy="1210175"/>
            </a:xfrm>
            <a:custGeom>
              <a:rect b="b" l="l" r="r" t="t"/>
              <a:pathLst>
                <a:path extrusionOk="0" fill="none" h="48407" w="1">
                  <a:moveTo>
                    <a:pt x="1" y="0"/>
                  </a:moveTo>
                  <a:lnTo>
                    <a:pt x="1" y="4840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48"/>
            <p:cNvSpPr/>
            <p:nvPr/>
          </p:nvSpPr>
          <p:spPr>
            <a:xfrm>
              <a:off x="5897600" y="3273425"/>
              <a:ext cx="25" cy="970950"/>
            </a:xfrm>
            <a:custGeom>
              <a:rect b="b" l="l" r="r" t="t"/>
              <a:pathLst>
                <a:path extrusionOk="0" fill="none" h="38838" w="1">
                  <a:moveTo>
                    <a:pt x="0" y="1"/>
                  </a:moveTo>
                  <a:lnTo>
                    <a:pt x="0" y="3883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48"/>
            <p:cNvSpPr/>
            <p:nvPr/>
          </p:nvSpPr>
          <p:spPr>
            <a:xfrm>
              <a:off x="5407350" y="3131800"/>
              <a:ext cx="466300" cy="25"/>
            </a:xfrm>
            <a:custGeom>
              <a:rect b="b" l="l" r="r" t="t"/>
              <a:pathLst>
                <a:path extrusionOk="0" fill="none" h="1" w="18652">
                  <a:moveTo>
                    <a:pt x="0" y="0"/>
                  </a:moveTo>
                  <a:lnTo>
                    <a:pt x="18652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48"/>
            <p:cNvSpPr/>
            <p:nvPr/>
          </p:nvSpPr>
          <p:spPr>
            <a:xfrm>
              <a:off x="5332825" y="32010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48"/>
            <p:cNvSpPr/>
            <p:nvPr/>
          </p:nvSpPr>
          <p:spPr>
            <a:xfrm>
              <a:off x="5332825" y="32512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48"/>
            <p:cNvSpPr/>
            <p:nvPr/>
          </p:nvSpPr>
          <p:spPr>
            <a:xfrm>
              <a:off x="5332825" y="33043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48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48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48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48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48"/>
            <p:cNvSpPr/>
            <p:nvPr/>
          </p:nvSpPr>
          <p:spPr>
            <a:xfrm>
              <a:off x="5332825" y="360462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48"/>
            <p:cNvSpPr/>
            <p:nvPr/>
          </p:nvSpPr>
          <p:spPr>
            <a:xfrm>
              <a:off x="5195125" y="36046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48"/>
            <p:cNvSpPr/>
            <p:nvPr/>
          </p:nvSpPr>
          <p:spPr>
            <a:xfrm>
              <a:off x="5195125" y="37048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48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48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48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48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48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48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48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48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48"/>
            <p:cNvSpPr/>
            <p:nvPr/>
          </p:nvSpPr>
          <p:spPr>
            <a:xfrm>
              <a:off x="5195125" y="41358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0" name="Google Shape;940;p48"/>
          <p:cNvSpPr/>
          <p:nvPr/>
        </p:nvSpPr>
        <p:spPr>
          <a:xfrm>
            <a:off x="33565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1" name="Google Shape;941;p48"/>
          <p:cNvGrpSpPr/>
          <p:nvPr/>
        </p:nvGrpSpPr>
        <p:grpSpPr>
          <a:xfrm>
            <a:off x="-348848" y="3417837"/>
            <a:ext cx="9870375" cy="1455000"/>
            <a:chOff x="-381000" y="2758675"/>
            <a:chExt cx="9870375" cy="1455000"/>
          </a:xfrm>
        </p:grpSpPr>
        <p:sp>
          <p:nvSpPr>
            <p:cNvPr id="942" name="Google Shape;942;p48"/>
            <p:cNvSpPr/>
            <p:nvPr/>
          </p:nvSpPr>
          <p:spPr>
            <a:xfrm>
              <a:off x="152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48"/>
            <p:cNvSpPr/>
            <p:nvPr/>
          </p:nvSpPr>
          <p:spPr>
            <a:xfrm>
              <a:off x="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48"/>
            <p:cNvSpPr/>
            <p:nvPr/>
          </p:nvSpPr>
          <p:spPr>
            <a:xfrm>
              <a:off x="76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48"/>
            <p:cNvSpPr/>
            <p:nvPr/>
          </p:nvSpPr>
          <p:spPr>
            <a:xfrm>
              <a:off x="381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48"/>
            <p:cNvSpPr/>
            <p:nvPr/>
          </p:nvSpPr>
          <p:spPr>
            <a:xfrm>
              <a:off x="228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48"/>
            <p:cNvSpPr/>
            <p:nvPr/>
          </p:nvSpPr>
          <p:spPr>
            <a:xfrm>
              <a:off x="304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48"/>
            <p:cNvSpPr/>
            <p:nvPr/>
          </p:nvSpPr>
          <p:spPr>
            <a:xfrm>
              <a:off x="609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48"/>
            <p:cNvSpPr/>
            <p:nvPr/>
          </p:nvSpPr>
          <p:spPr>
            <a:xfrm>
              <a:off x="457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48"/>
            <p:cNvSpPr/>
            <p:nvPr/>
          </p:nvSpPr>
          <p:spPr>
            <a:xfrm>
              <a:off x="533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48"/>
            <p:cNvSpPr/>
            <p:nvPr/>
          </p:nvSpPr>
          <p:spPr>
            <a:xfrm>
              <a:off x="762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48"/>
            <p:cNvSpPr/>
            <p:nvPr/>
          </p:nvSpPr>
          <p:spPr>
            <a:xfrm>
              <a:off x="685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48"/>
            <p:cNvSpPr/>
            <p:nvPr/>
          </p:nvSpPr>
          <p:spPr>
            <a:xfrm>
              <a:off x="838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48"/>
            <p:cNvSpPr/>
            <p:nvPr/>
          </p:nvSpPr>
          <p:spPr>
            <a:xfrm>
              <a:off x="186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48"/>
            <p:cNvSpPr/>
            <p:nvPr/>
          </p:nvSpPr>
          <p:spPr>
            <a:xfrm>
              <a:off x="3764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48"/>
            <p:cNvSpPr/>
            <p:nvPr/>
          </p:nvSpPr>
          <p:spPr>
            <a:xfrm>
              <a:off x="110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48"/>
            <p:cNvSpPr/>
            <p:nvPr/>
          </p:nvSpPr>
          <p:spPr>
            <a:xfrm>
              <a:off x="415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48"/>
            <p:cNvSpPr/>
            <p:nvPr/>
          </p:nvSpPr>
          <p:spPr>
            <a:xfrm>
              <a:off x="263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48"/>
            <p:cNvSpPr/>
            <p:nvPr/>
          </p:nvSpPr>
          <p:spPr>
            <a:xfrm>
              <a:off x="339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48"/>
            <p:cNvSpPr/>
            <p:nvPr/>
          </p:nvSpPr>
          <p:spPr>
            <a:xfrm>
              <a:off x="644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48"/>
            <p:cNvSpPr/>
            <p:nvPr/>
          </p:nvSpPr>
          <p:spPr>
            <a:xfrm>
              <a:off x="491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48"/>
            <p:cNvSpPr/>
            <p:nvPr/>
          </p:nvSpPr>
          <p:spPr>
            <a:xfrm>
              <a:off x="567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48"/>
            <p:cNvSpPr/>
            <p:nvPr/>
          </p:nvSpPr>
          <p:spPr>
            <a:xfrm>
              <a:off x="796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48"/>
            <p:cNvSpPr/>
            <p:nvPr/>
          </p:nvSpPr>
          <p:spPr>
            <a:xfrm>
              <a:off x="720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48"/>
            <p:cNvSpPr/>
            <p:nvPr/>
          </p:nvSpPr>
          <p:spPr>
            <a:xfrm>
              <a:off x="872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48"/>
            <p:cNvSpPr/>
            <p:nvPr/>
          </p:nvSpPr>
          <p:spPr>
            <a:xfrm>
              <a:off x="-381000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48"/>
            <p:cNvSpPr/>
            <p:nvPr/>
          </p:nvSpPr>
          <p:spPr>
            <a:xfrm>
              <a:off x="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48"/>
            <p:cNvSpPr/>
            <p:nvPr/>
          </p:nvSpPr>
          <p:spPr>
            <a:xfrm>
              <a:off x="76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48"/>
            <p:cNvSpPr/>
            <p:nvPr/>
          </p:nvSpPr>
          <p:spPr>
            <a:xfrm>
              <a:off x="762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48"/>
            <p:cNvSpPr/>
            <p:nvPr/>
          </p:nvSpPr>
          <p:spPr>
            <a:xfrm>
              <a:off x="838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48"/>
            <p:cNvSpPr/>
            <p:nvPr/>
          </p:nvSpPr>
          <p:spPr>
            <a:xfrm>
              <a:off x="3764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48"/>
            <p:cNvSpPr/>
            <p:nvPr/>
          </p:nvSpPr>
          <p:spPr>
            <a:xfrm>
              <a:off x="7965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48"/>
            <p:cNvSpPr/>
            <p:nvPr/>
          </p:nvSpPr>
          <p:spPr>
            <a:xfrm>
              <a:off x="872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48"/>
            <p:cNvSpPr/>
            <p:nvPr/>
          </p:nvSpPr>
          <p:spPr>
            <a:xfrm>
              <a:off x="-381000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48"/>
            <p:cNvSpPr/>
            <p:nvPr/>
          </p:nvSpPr>
          <p:spPr>
            <a:xfrm>
              <a:off x="8382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6" name="Google Shape;976;p48"/>
          <p:cNvSpPr/>
          <p:nvPr/>
        </p:nvSpPr>
        <p:spPr>
          <a:xfrm>
            <a:off x="30738" y="3705650"/>
            <a:ext cx="3621300" cy="11742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48"/>
          <p:cNvSpPr/>
          <p:nvPr/>
        </p:nvSpPr>
        <p:spPr>
          <a:xfrm>
            <a:off x="28678" y="4518419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48"/>
          <p:cNvSpPr/>
          <p:nvPr/>
        </p:nvSpPr>
        <p:spPr>
          <a:xfrm>
            <a:off x="8147568" y="4387869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48"/>
          <p:cNvSpPr/>
          <p:nvPr/>
        </p:nvSpPr>
        <p:spPr>
          <a:xfrm>
            <a:off x="4753580" y="4764700"/>
            <a:ext cx="1367043" cy="24255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48"/>
          <p:cNvSpPr/>
          <p:nvPr/>
        </p:nvSpPr>
        <p:spPr>
          <a:xfrm flipH="1">
            <a:off x="6120626" y="362971"/>
            <a:ext cx="1727311" cy="244475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48"/>
          <p:cNvSpPr/>
          <p:nvPr/>
        </p:nvSpPr>
        <p:spPr>
          <a:xfrm flipH="1">
            <a:off x="713213" y="252598"/>
            <a:ext cx="1248280" cy="176527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48"/>
          <p:cNvSpPr/>
          <p:nvPr/>
        </p:nvSpPr>
        <p:spPr>
          <a:xfrm flipH="1">
            <a:off x="3652042" y="763275"/>
            <a:ext cx="1248280" cy="176527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49"/>
          <p:cNvSpPr txBox="1"/>
          <p:nvPr>
            <p:ph type="title"/>
          </p:nvPr>
        </p:nvSpPr>
        <p:spPr>
          <a:xfrm>
            <a:off x="2789900" y="1048050"/>
            <a:ext cx="3564300" cy="8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85" name="Google Shape;985;p49"/>
          <p:cNvSpPr txBox="1"/>
          <p:nvPr>
            <p:ph idx="1" type="subTitle"/>
          </p:nvPr>
        </p:nvSpPr>
        <p:spPr>
          <a:xfrm>
            <a:off x="2010700" y="1807208"/>
            <a:ext cx="5122800" cy="15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986" name="Google Shape;986;p49"/>
          <p:cNvGrpSpPr/>
          <p:nvPr/>
        </p:nvGrpSpPr>
        <p:grpSpPr>
          <a:xfrm flipH="1">
            <a:off x="7133607" y="152575"/>
            <a:ext cx="2222252" cy="4838326"/>
            <a:chOff x="1622025" y="238125"/>
            <a:chExt cx="746825" cy="1626000"/>
          </a:xfrm>
        </p:grpSpPr>
        <p:sp>
          <p:nvSpPr>
            <p:cNvPr id="987" name="Google Shape;987;p49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49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49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49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49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2" name="Google Shape;992;p49"/>
          <p:cNvGrpSpPr/>
          <p:nvPr/>
        </p:nvGrpSpPr>
        <p:grpSpPr>
          <a:xfrm flipH="1">
            <a:off x="-480317" y="152570"/>
            <a:ext cx="2636192" cy="3548739"/>
            <a:chOff x="3074425" y="836100"/>
            <a:chExt cx="1472075" cy="1981650"/>
          </a:xfrm>
        </p:grpSpPr>
        <p:sp>
          <p:nvSpPr>
            <p:cNvPr id="993" name="Google Shape;993;p49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49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49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49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49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49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49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49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1" name="Google Shape;1001;p49"/>
          <p:cNvGrpSpPr/>
          <p:nvPr/>
        </p:nvGrpSpPr>
        <p:grpSpPr>
          <a:xfrm>
            <a:off x="7230034" y="1972372"/>
            <a:ext cx="1091278" cy="2122172"/>
            <a:chOff x="4087800" y="723675"/>
            <a:chExt cx="700750" cy="1362725"/>
          </a:xfrm>
        </p:grpSpPr>
        <p:sp>
          <p:nvSpPr>
            <p:cNvPr id="1002" name="Google Shape;1002;p49"/>
            <p:cNvSpPr/>
            <p:nvPr/>
          </p:nvSpPr>
          <p:spPr>
            <a:xfrm>
              <a:off x="4255125" y="723675"/>
              <a:ext cx="342125" cy="111600"/>
            </a:xfrm>
            <a:custGeom>
              <a:rect b="b" l="l" r="r" t="t"/>
              <a:pathLst>
                <a:path extrusionOk="0" h="4464" w="13685">
                  <a:moveTo>
                    <a:pt x="1" y="1"/>
                  </a:moveTo>
                  <a:lnTo>
                    <a:pt x="1" y="4463"/>
                  </a:lnTo>
                  <a:lnTo>
                    <a:pt x="13685" y="4463"/>
                  </a:lnTo>
                  <a:lnTo>
                    <a:pt x="1368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49"/>
            <p:cNvSpPr/>
            <p:nvPr/>
          </p:nvSpPr>
          <p:spPr>
            <a:xfrm>
              <a:off x="4512250" y="723675"/>
              <a:ext cx="85000" cy="111600"/>
            </a:xfrm>
            <a:custGeom>
              <a:rect b="b" l="l" r="r" t="t"/>
              <a:pathLst>
                <a:path extrusionOk="0" h="4464" w="3400">
                  <a:moveTo>
                    <a:pt x="0" y="1"/>
                  </a:moveTo>
                  <a:lnTo>
                    <a:pt x="0" y="4463"/>
                  </a:lnTo>
                  <a:lnTo>
                    <a:pt x="3400" y="4463"/>
                  </a:lnTo>
                  <a:lnTo>
                    <a:pt x="340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49"/>
            <p:cNvSpPr/>
            <p:nvPr/>
          </p:nvSpPr>
          <p:spPr>
            <a:xfrm>
              <a:off x="4087800" y="816075"/>
              <a:ext cx="700750" cy="1270325"/>
            </a:xfrm>
            <a:custGeom>
              <a:rect b="b" l="l" r="r" t="t"/>
              <a:pathLst>
                <a:path extrusionOk="0" h="50813" w="28030">
                  <a:moveTo>
                    <a:pt x="0" y="0"/>
                  </a:moveTo>
                  <a:lnTo>
                    <a:pt x="0" y="50812"/>
                  </a:lnTo>
                  <a:lnTo>
                    <a:pt x="28030" y="50812"/>
                  </a:lnTo>
                  <a:lnTo>
                    <a:pt x="28030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49"/>
            <p:cNvSpPr/>
            <p:nvPr/>
          </p:nvSpPr>
          <p:spPr>
            <a:xfrm>
              <a:off x="4582400" y="816075"/>
              <a:ext cx="206150" cy="1270325"/>
            </a:xfrm>
            <a:custGeom>
              <a:rect b="b" l="l" r="r" t="t"/>
              <a:pathLst>
                <a:path extrusionOk="0" h="50813" w="8246">
                  <a:moveTo>
                    <a:pt x="1" y="0"/>
                  </a:moveTo>
                  <a:lnTo>
                    <a:pt x="1" y="50812"/>
                  </a:lnTo>
                  <a:lnTo>
                    <a:pt x="8246" y="50812"/>
                  </a:lnTo>
                  <a:lnTo>
                    <a:pt x="824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49"/>
            <p:cNvSpPr/>
            <p:nvPr/>
          </p:nvSpPr>
          <p:spPr>
            <a:xfrm>
              <a:off x="4138350" y="94287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49"/>
            <p:cNvSpPr/>
            <p:nvPr/>
          </p:nvSpPr>
          <p:spPr>
            <a:xfrm>
              <a:off x="4297850" y="94287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49"/>
            <p:cNvSpPr/>
            <p:nvPr/>
          </p:nvSpPr>
          <p:spPr>
            <a:xfrm>
              <a:off x="4456475" y="94287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49"/>
            <p:cNvSpPr/>
            <p:nvPr/>
          </p:nvSpPr>
          <p:spPr>
            <a:xfrm>
              <a:off x="4138350" y="108842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49"/>
            <p:cNvSpPr/>
            <p:nvPr/>
          </p:nvSpPr>
          <p:spPr>
            <a:xfrm>
              <a:off x="4297850" y="108842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49"/>
            <p:cNvSpPr/>
            <p:nvPr/>
          </p:nvSpPr>
          <p:spPr>
            <a:xfrm>
              <a:off x="4456475" y="108842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49"/>
            <p:cNvSpPr/>
            <p:nvPr/>
          </p:nvSpPr>
          <p:spPr>
            <a:xfrm>
              <a:off x="4138350" y="1233975"/>
              <a:ext cx="68450" cy="68450"/>
            </a:xfrm>
            <a:custGeom>
              <a:rect b="b" l="l" r="r" t="t"/>
              <a:pathLst>
                <a:path extrusionOk="0" h="2738" w="2738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49"/>
            <p:cNvSpPr/>
            <p:nvPr/>
          </p:nvSpPr>
          <p:spPr>
            <a:xfrm>
              <a:off x="4297850" y="1233975"/>
              <a:ext cx="68875" cy="68450"/>
            </a:xfrm>
            <a:custGeom>
              <a:rect b="b" l="l" r="r" t="t"/>
              <a:pathLst>
                <a:path extrusionOk="0" h="2738" w="2755">
                  <a:moveTo>
                    <a:pt x="0" y="1"/>
                  </a:moveTo>
                  <a:lnTo>
                    <a:pt x="0" y="2737"/>
                  </a:lnTo>
                  <a:lnTo>
                    <a:pt x="2754" y="2737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49"/>
            <p:cNvSpPr/>
            <p:nvPr/>
          </p:nvSpPr>
          <p:spPr>
            <a:xfrm>
              <a:off x="4456475" y="1233975"/>
              <a:ext cx="68425" cy="68450"/>
            </a:xfrm>
            <a:custGeom>
              <a:rect b="b" l="l" r="r" t="t"/>
              <a:pathLst>
                <a:path extrusionOk="0" h="2738" w="2737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49"/>
            <p:cNvSpPr/>
            <p:nvPr/>
          </p:nvSpPr>
          <p:spPr>
            <a:xfrm>
              <a:off x="4138350" y="137910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49"/>
            <p:cNvSpPr/>
            <p:nvPr/>
          </p:nvSpPr>
          <p:spPr>
            <a:xfrm>
              <a:off x="4297850" y="137910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49"/>
            <p:cNvSpPr/>
            <p:nvPr/>
          </p:nvSpPr>
          <p:spPr>
            <a:xfrm>
              <a:off x="4456475" y="137910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49"/>
            <p:cNvSpPr/>
            <p:nvPr/>
          </p:nvSpPr>
          <p:spPr>
            <a:xfrm>
              <a:off x="4138350" y="152465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49"/>
            <p:cNvSpPr/>
            <p:nvPr/>
          </p:nvSpPr>
          <p:spPr>
            <a:xfrm>
              <a:off x="4297850" y="152465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49"/>
            <p:cNvSpPr/>
            <p:nvPr/>
          </p:nvSpPr>
          <p:spPr>
            <a:xfrm>
              <a:off x="4456475" y="152465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49"/>
            <p:cNvSpPr/>
            <p:nvPr/>
          </p:nvSpPr>
          <p:spPr>
            <a:xfrm>
              <a:off x="4138350" y="1668875"/>
              <a:ext cx="68450" cy="68900"/>
            </a:xfrm>
            <a:custGeom>
              <a:rect b="b" l="l" r="r" t="t"/>
              <a:pathLst>
                <a:path extrusionOk="0" h="2756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49"/>
            <p:cNvSpPr/>
            <p:nvPr/>
          </p:nvSpPr>
          <p:spPr>
            <a:xfrm>
              <a:off x="4297850" y="1668875"/>
              <a:ext cx="68875" cy="68900"/>
            </a:xfrm>
            <a:custGeom>
              <a:rect b="b" l="l" r="r" t="t"/>
              <a:pathLst>
                <a:path extrusionOk="0" h="2756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49"/>
            <p:cNvSpPr/>
            <p:nvPr/>
          </p:nvSpPr>
          <p:spPr>
            <a:xfrm>
              <a:off x="4456475" y="1668875"/>
              <a:ext cx="68425" cy="68900"/>
            </a:xfrm>
            <a:custGeom>
              <a:rect b="b" l="l" r="r" t="t"/>
              <a:pathLst>
                <a:path extrusionOk="0" h="2756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4" name="Google Shape;1024;p49"/>
          <p:cNvGrpSpPr/>
          <p:nvPr/>
        </p:nvGrpSpPr>
        <p:grpSpPr>
          <a:xfrm>
            <a:off x="8485657" y="1833377"/>
            <a:ext cx="1018708" cy="1974189"/>
            <a:chOff x="4826000" y="484000"/>
            <a:chExt cx="654150" cy="1267700"/>
          </a:xfrm>
        </p:grpSpPr>
        <p:sp>
          <p:nvSpPr>
            <p:cNvPr id="1025" name="Google Shape;1025;p49"/>
            <p:cNvSpPr/>
            <p:nvPr/>
          </p:nvSpPr>
          <p:spPr>
            <a:xfrm>
              <a:off x="4826000" y="484000"/>
              <a:ext cx="654150" cy="1267700"/>
            </a:xfrm>
            <a:custGeom>
              <a:rect b="b" l="l" r="r" t="t"/>
              <a:pathLst>
                <a:path extrusionOk="0" h="50708" w="26166">
                  <a:moveTo>
                    <a:pt x="1" y="1"/>
                  </a:moveTo>
                  <a:lnTo>
                    <a:pt x="1" y="50708"/>
                  </a:lnTo>
                  <a:lnTo>
                    <a:pt x="26165" y="50708"/>
                  </a:lnTo>
                  <a:lnTo>
                    <a:pt x="2616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49"/>
            <p:cNvSpPr/>
            <p:nvPr/>
          </p:nvSpPr>
          <p:spPr>
            <a:xfrm>
              <a:off x="4885275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49"/>
            <p:cNvSpPr/>
            <p:nvPr/>
          </p:nvSpPr>
          <p:spPr>
            <a:xfrm>
              <a:off x="49829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49"/>
            <p:cNvSpPr/>
            <p:nvPr/>
          </p:nvSpPr>
          <p:spPr>
            <a:xfrm>
              <a:off x="508095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49"/>
            <p:cNvSpPr/>
            <p:nvPr/>
          </p:nvSpPr>
          <p:spPr>
            <a:xfrm>
              <a:off x="51790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49"/>
            <p:cNvSpPr/>
            <p:nvPr/>
          </p:nvSpPr>
          <p:spPr>
            <a:xfrm>
              <a:off x="4885275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49"/>
            <p:cNvSpPr/>
            <p:nvPr/>
          </p:nvSpPr>
          <p:spPr>
            <a:xfrm>
              <a:off x="49829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49"/>
            <p:cNvSpPr/>
            <p:nvPr/>
          </p:nvSpPr>
          <p:spPr>
            <a:xfrm>
              <a:off x="508095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49"/>
            <p:cNvSpPr/>
            <p:nvPr/>
          </p:nvSpPr>
          <p:spPr>
            <a:xfrm>
              <a:off x="51790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49"/>
            <p:cNvSpPr/>
            <p:nvPr/>
          </p:nvSpPr>
          <p:spPr>
            <a:xfrm>
              <a:off x="4885275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49"/>
            <p:cNvSpPr/>
            <p:nvPr/>
          </p:nvSpPr>
          <p:spPr>
            <a:xfrm>
              <a:off x="49829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49"/>
            <p:cNvSpPr/>
            <p:nvPr/>
          </p:nvSpPr>
          <p:spPr>
            <a:xfrm>
              <a:off x="508095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49"/>
            <p:cNvSpPr/>
            <p:nvPr/>
          </p:nvSpPr>
          <p:spPr>
            <a:xfrm>
              <a:off x="51790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49"/>
            <p:cNvSpPr/>
            <p:nvPr/>
          </p:nvSpPr>
          <p:spPr>
            <a:xfrm>
              <a:off x="4885275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1" y="1"/>
                  </a:moveTo>
                  <a:lnTo>
                    <a:pt x="1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49"/>
            <p:cNvSpPr/>
            <p:nvPr/>
          </p:nvSpPr>
          <p:spPr>
            <a:xfrm>
              <a:off x="49829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49"/>
            <p:cNvSpPr/>
            <p:nvPr/>
          </p:nvSpPr>
          <p:spPr>
            <a:xfrm>
              <a:off x="508095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49"/>
            <p:cNvSpPr/>
            <p:nvPr/>
          </p:nvSpPr>
          <p:spPr>
            <a:xfrm>
              <a:off x="51790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49"/>
            <p:cNvSpPr/>
            <p:nvPr/>
          </p:nvSpPr>
          <p:spPr>
            <a:xfrm>
              <a:off x="5317575" y="484000"/>
              <a:ext cx="162575" cy="1267700"/>
            </a:xfrm>
            <a:custGeom>
              <a:rect b="b" l="l" r="r" t="t"/>
              <a:pathLst>
                <a:path extrusionOk="0" h="50708" w="6503">
                  <a:moveTo>
                    <a:pt x="0" y="1"/>
                  </a:moveTo>
                  <a:lnTo>
                    <a:pt x="0" y="50708"/>
                  </a:lnTo>
                  <a:lnTo>
                    <a:pt x="6502" y="50708"/>
                  </a:lnTo>
                  <a:lnTo>
                    <a:pt x="650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3" name="Google Shape;1043;p49"/>
          <p:cNvGrpSpPr/>
          <p:nvPr/>
        </p:nvGrpSpPr>
        <p:grpSpPr>
          <a:xfrm>
            <a:off x="768515" y="1447675"/>
            <a:ext cx="1145771" cy="2213569"/>
            <a:chOff x="3308625" y="459175"/>
            <a:chExt cx="736925" cy="1423700"/>
          </a:xfrm>
        </p:grpSpPr>
        <p:sp>
          <p:nvSpPr>
            <p:cNvPr id="1044" name="Google Shape;1044;p49"/>
            <p:cNvSpPr/>
            <p:nvPr/>
          </p:nvSpPr>
          <p:spPr>
            <a:xfrm>
              <a:off x="3308625" y="459175"/>
              <a:ext cx="736925" cy="1423700"/>
            </a:xfrm>
            <a:custGeom>
              <a:rect b="b" l="l" r="r" t="t"/>
              <a:pathLst>
                <a:path extrusionOk="0" h="56948" w="29477">
                  <a:moveTo>
                    <a:pt x="0" y="0"/>
                  </a:moveTo>
                  <a:lnTo>
                    <a:pt x="0" y="56948"/>
                  </a:lnTo>
                  <a:lnTo>
                    <a:pt x="29477" y="56948"/>
                  </a:lnTo>
                  <a:lnTo>
                    <a:pt x="29477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49"/>
            <p:cNvSpPr/>
            <p:nvPr/>
          </p:nvSpPr>
          <p:spPr>
            <a:xfrm>
              <a:off x="3352625" y="748525"/>
              <a:ext cx="109850" cy="148175"/>
            </a:xfrm>
            <a:custGeom>
              <a:rect b="b" l="l" r="r" t="t"/>
              <a:pathLst>
                <a:path extrusionOk="0" h="5927" w="4394">
                  <a:moveTo>
                    <a:pt x="2197" y="0"/>
                  </a:moveTo>
                  <a:cubicBezTo>
                    <a:pt x="977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49"/>
            <p:cNvSpPr/>
            <p:nvPr/>
          </p:nvSpPr>
          <p:spPr>
            <a:xfrm>
              <a:off x="3499500" y="7485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94" y="0"/>
                    <a:pt x="0" y="994"/>
                    <a:pt x="0" y="2214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214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49"/>
            <p:cNvSpPr/>
            <p:nvPr/>
          </p:nvSpPr>
          <p:spPr>
            <a:xfrm>
              <a:off x="3646350" y="7485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214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49"/>
            <p:cNvSpPr/>
            <p:nvPr/>
          </p:nvSpPr>
          <p:spPr>
            <a:xfrm>
              <a:off x="3352625" y="5546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49"/>
            <p:cNvSpPr/>
            <p:nvPr/>
          </p:nvSpPr>
          <p:spPr>
            <a:xfrm>
              <a:off x="3499500" y="5546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49"/>
            <p:cNvSpPr/>
            <p:nvPr/>
          </p:nvSpPr>
          <p:spPr>
            <a:xfrm>
              <a:off x="3646350" y="5546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49"/>
            <p:cNvSpPr/>
            <p:nvPr/>
          </p:nvSpPr>
          <p:spPr>
            <a:xfrm>
              <a:off x="3352625" y="956825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49"/>
            <p:cNvSpPr/>
            <p:nvPr/>
          </p:nvSpPr>
          <p:spPr>
            <a:xfrm>
              <a:off x="3499500" y="956825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49"/>
            <p:cNvSpPr/>
            <p:nvPr/>
          </p:nvSpPr>
          <p:spPr>
            <a:xfrm>
              <a:off x="3646350" y="956825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49"/>
            <p:cNvSpPr/>
            <p:nvPr/>
          </p:nvSpPr>
          <p:spPr>
            <a:xfrm>
              <a:off x="335482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94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49"/>
            <p:cNvSpPr/>
            <p:nvPr/>
          </p:nvSpPr>
          <p:spPr>
            <a:xfrm>
              <a:off x="350167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94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49"/>
            <p:cNvSpPr/>
            <p:nvPr/>
          </p:nvSpPr>
          <p:spPr>
            <a:xfrm>
              <a:off x="3648975" y="1356000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49"/>
            <p:cNvSpPr/>
            <p:nvPr/>
          </p:nvSpPr>
          <p:spPr>
            <a:xfrm>
              <a:off x="335482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76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49"/>
            <p:cNvSpPr/>
            <p:nvPr/>
          </p:nvSpPr>
          <p:spPr>
            <a:xfrm>
              <a:off x="350167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76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76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49"/>
            <p:cNvSpPr/>
            <p:nvPr/>
          </p:nvSpPr>
          <p:spPr>
            <a:xfrm>
              <a:off x="3648975" y="15621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76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49"/>
            <p:cNvSpPr/>
            <p:nvPr/>
          </p:nvSpPr>
          <p:spPr>
            <a:xfrm>
              <a:off x="3352625" y="11564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1"/>
                  </a:moveTo>
                  <a:cubicBezTo>
                    <a:pt x="977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49"/>
            <p:cNvSpPr/>
            <p:nvPr/>
          </p:nvSpPr>
          <p:spPr>
            <a:xfrm>
              <a:off x="3499500" y="11564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1"/>
                  </a:moveTo>
                  <a:cubicBezTo>
                    <a:pt x="994" y="1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49"/>
            <p:cNvSpPr/>
            <p:nvPr/>
          </p:nvSpPr>
          <p:spPr>
            <a:xfrm>
              <a:off x="3646350" y="11564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1"/>
                  </a:moveTo>
                  <a:cubicBezTo>
                    <a:pt x="994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1"/>
                    <a:pt x="2214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49"/>
            <p:cNvSpPr/>
            <p:nvPr/>
          </p:nvSpPr>
          <p:spPr>
            <a:xfrm>
              <a:off x="3813700" y="459175"/>
              <a:ext cx="231850" cy="1423700"/>
            </a:xfrm>
            <a:custGeom>
              <a:rect b="b" l="l" r="r" t="t"/>
              <a:pathLst>
                <a:path extrusionOk="0" h="56948" w="9274">
                  <a:moveTo>
                    <a:pt x="0" y="0"/>
                  </a:moveTo>
                  <a:lnTo>
                    <a:pt x="0" y="56948"/>
                  </a:lnTo>
                  <a:lnTo>
                    <a:pt x="9274" y="56948"/>
                  </a:lnTo>
                  <a:lnTo>
                    <a:pt x="927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4" name="Google Shape;1064;p49"/>
          <p:cNvGrpSpPr/>
          <p:nvPr/>
        </p:nvGrpSpPr>
        <p:grpSpPr>
          <a:xfrm>
            <a:off x="-321011" y="1734924"/>
            <a:ext cx="1017733" cy="1970359"/>
            <a:chOff x="2607875" y="643925"/>
            <a:chExt cx="654575" cy="1267275"/>
          </a:xfrm>
        </p:grpSpPr>
        <p:sp>
          <p:nvSpPr>
            <p:cNvPr id="1065" name="Google Shape;1065;p49"/>
            <p:cNvSpPr/>
            <p:nvPr/>
          </p:nvSpPr>
          <p:spPr>
            <a:xfrm>
              <a:off x="2607875" y="643925"/>
              <a:ext cx="654575" cy="1267275"/>
            </a:xfrm>
            <a:custGeom>
              <a:rect b="b" l="l" r="r" t="t"/>
              <a:pathLst>
                <a:path extrusionOk="0" h="50691" w="26183">
                  <a:moveTo>
                    <a:pt x="1" y="1"/>
                  </a:moveTo>
                  <a:lnTo>
                    <a:pt x="1" y="50691"/>
                  </a:lnTo>
                  <a:lnTo>
                    <a:pt x="26183" y="50691"/>
                  </a:lnTo>
                  <a:lnTo>
                    <a:pt x="26183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49"/>
            <p:cNvSpPr/>
            <p:nvPr/>
          </p:nvSpPr>
          <p:spPr>
            <a:xfrm>
              <a:off x="2667150" y="718450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49"/>
            <p:cNvSpPr/>
            <p:nvPr/>
          </p:nvSpPr>
          <p:spPr>
            <a:xfrm>
              <a:off x="276520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49"/>
            <p:cNvSpPr/>
            <p:nvPr/>
          </p:nvSpPr>
          <p:spPr>
            <a:xfrm>
              <a:off x="286325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49"/>
            <p:cNvSpPr/>
            <p:nvPr/>
          </p:nvSpPr>
          <p:spPr>
            <a:xfrm>
              <a:off x="2960875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49"/>
            <p:cNvSpPr/>
            <p:nvPr/>
          </p:nvSpPr>
          <p:spPr>
            <a:xfrm>
              <a:off x="2667150" y="1012175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0"/>
                  </a:moveTo>
                  <a:lnTo>
                    <a:pt x="1" y="8419"/>
                  </a:lnTo>
                  <a:lnTo>
                    <a:pt x="2075" y="8419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49"/>
            <p:cNvSpPr/>
            <p:nvPr/>
          </p:nvSpPr>
          <p:spPr>
            <a:xfrm>
              <a:off x="276520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49"/>
            <p:cNvSpPr/>
            <p:nvPr/>
          </p:nvSpPr>
          <p:spPr>
            <a:xfrm>
              <a:off x="286325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49"/>
            <p:cNvSpPr/>
            <p:nvPr/>
          </p:nvSpPr>
          <p:spPr>
            <a:xfrm>
              <a:off x="2960875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19"/>
                  </a:lnTo>
                  <a:lnTo>
                    <a:pt x="2057" y="8419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49"/>
            <p:cNvSpPr/>
            <p:nvPr/>
          </p:nvSpPr>
          <p:spPr>
            <a:xfrm>
              <a:off x="2667150" y="1294125"/>
              <a:ext cx="51875" cy="210050"/>
            </a:xfrm>
            <a:custGeom>
              <a:rect b="b" l="l" r="r" t="t"/>
              <a:pathLst>
                <a:path extrusionOk="0" h="8402" w="2075">
                  <a:moveTo>
                    <a:pt x="1" y="0"/>
                  </a:moveTo>
                  <a:lnTo>
                    <a:pt x="1" y="8402"/>
                  </a:lnTo>
                  <a:lnTo>
                    <a:pt x="2075" y="8402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49"/>
            <p:cNvSpPr/>
            <p:nvPr/>
          </p:nvSpPr>
          <p:spPr>
            <a:xfrm>
              <a:off x="276520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49"/>
            <p:cNvSpPr/>
            <p:nvPr/>
          </p:nvSpPr>
          <p:spPr>
            <a:xfrm>
              <a:off x="286325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49"/>
            <p:cNvSpPr/>
            <p:nvPr/>
          </p:nvSpPr>
          <p:spPr>
            <a:xfrm>
              <a:off x="2960875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0" y="0"/>
                  </a:moveTo>
                  <a:lnTo>
                    <a:pt x="0" y="8402"/>
                  </a:lnTo>
                  <a:lnTo>
                    <a:pt x="2057" y="8402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49"/>
            <p:cNvSpPr/>
            <p:nvPr/>
          </p:nvSpPr>
          <p:spPr>
            <a:xfrm>
              <a:off x="2667150" y="1568650"/>
              <a:ext cx="51875" cy="210525"/>
            </a:xfrm>
            <a:custGeom>
              <a:rect b="b" l="l" r="r" t="t"/>
              <a:pathLst>
                <a:path extrusionOk="0" h="8421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49"/>
            <p:cNvSpPr/>
            <p:nvPr/>
          </p:nvSpPr>
          <p:spPr>
            <a:xfrm>
              <a:off x="276520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49"/>
            <p:cNvSpPr/>
            <p:nvPr/>
          </p:nvSpPr>
          <p:spPr>
            <a:xfrm>
              <a:off x="286325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49"/>
            <p:cNvSpPr/>
            <p:nvPr/>
          </p:nvSpPr>
          <p:spPr>
            <a:xfrm>
              <a:off x="2960875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49"/>
            <p:cNvSpPr/>
            <p:nvPr/>
          </p:nvSpPr>
          <p:spPr>
            <a:xfrm>
              <a:off x="3099450" y="643925"/>
              <a:ext cx="163000" cy="1267275"/>
            </a:xfrm>
            <a:custGeom>
              <a:rect b="b" l="l" r="r" t="t"/>
              <a:pathLst>
                <a:path extrusionOk="0" h="50691" w="6520">
                  <a:moveTo>
                    <a:pt x="0" y="1"/>
                  </a:moveTo>
                  <a:lnTo>
                    <a:pt x="0" y="50691"/>
                  </a:lnTo>
                  <a:lnTo>
                    <a:pt x="6520" y="50691"/>
                  </a:lnTo>
                  <a:lnTo>
                    <a:pt x="652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3" name="Google Shape;1083;p49"/>
          <p:cNvGrpSpPr/>
          <p:nvPr/>
        </p:nvGrpSpPr>
        <p:grpSpPr>
          <a:xfrm flipH="1">
            <a:off x="-348848" y="3417837"/>
            <a:ext cx="9870375" cy="1455000"/>
            <a:chOff x="-381000" y="2758675"/>
            <a:chExt cx="9870375" cy="1455000"/>
          </a:xfrm>
        </p:grpSpPr>
        <p:sp>
          <p:nvSpPr>
            <p:cNvPr id="1084" name="Google Shape;1084;p49"/>
            <p:cNvSpPr/>
            <p:nvPr/>
          </p:nvSpPr>
          <p:spPr>
            <a:xfrm>
              <a:off x="152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49"/>
            <p:cNvSpPr/>
            <p:nvPr/>
          </p:nvSpPr>
          <p:spPr>
            <a:xfrm>
              <a:off x="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49"/>
            <p:cNvSpPr/>
            <p:nvPr/>
          </p:nvSpPr>
          <p:spPr>
            <a:xfrm>
              <a:off x="76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49"/>
            <p:cNvSpPr/>
            <p:nvPr/>
          </p:nvSpPr>
          <p:spPr>
            <a:xfrm>
              <a:off x="381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49"/>
            <p:cNvSpPr/>
            <p:nvPr/>
          </p:nvSpPr>
          <p:spPr>
            <a:xfrm>
              <a:off x="228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49"/>
            <p:cNvSpPr/>
            <p:nvPr/>
          </p:nvSpPr>
          <p:spPr>
            <a:xfrm>
              <a:off x="304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49"/>
            <p:cNvSpPr/>
            <p:nvPr/>
          </p:nvSpPr>
          <p:spPr>
            <a:xfrm>
              <a:off x="609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49"/>
            <p:cNvSpPr/>
            <p:nvPr/>
          </p:nvSpPr>
          <p:spPr>
            <a:xfrm>
              <a:off x="457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49"/>
            <p:cNvSpPr/>
            <p:nvPr/>
          </p:nvSpPr>
          <p:spPr>
            <a:xfrm>
              <a:off x="533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49"/>
            <p:cNvSpPr/>
            <p:nvPr/>
          </p:nvSpPr>
          <p:spPr>
            <a:xfrm>
              <a:off x="762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49"/>
            <p:cNvSpPr/>
            <p:nvPr/>
          </p:nvSpPr>
          <p:spPr>
            <a:xfrm>
              <a:off x="685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49"/>
            <p:cNvSpPr/>
            <p:nvPr/>
          </p:nvSpPr>
          <p:spPr>
            <a:xfrm>
              <a:off x="838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49"/>
            <p:cNvSpPr/>
            <p:nvPr/>
          </p:nvSpPr>
          <p:spPr>
            <a:xfrm>
              <a:off x="186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49"/>
            <p:cNvSpPr/>
            <p:nvPr/>
          </p:nvSpPr>
          <p:spPr>
            <a:xfrm>
              <a:off x="3764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49"/>
            <p:cNvSpPr/>
            <p:nvPr/>
          </p:nvSpPr>
          <p:spPr>
            <a:xfrm>
              <a:off x="110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49"/>
            <p:cNvSpPr/>
            <p:nvPr/>
          </p:nvSpPr>
          <p:spPr>
            <a:xfrm>
              <a:off x="415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49"/>
            <p:cNvSpPr/>
            <p:nvPr/>
          </p:nvSpPr>
          <p:spPr>
            <a:xfrm>
              <a:off x="263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49"/>
            <p:cNvSpPr/>
            <p:nvPr/>
          </p:nvSpPr>
          <p:spPr>
            <a:xfrm>
              <a:off x="339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49"/>
            <p:cNvSpPr/>
            <p:nvPr/>
          </p:nvSpPr>
          <p:spPr>
            <a:xfrm>
              <a:off x="644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49"/>
            <p:cNvSpPr/>
            <p:nvPr/>
          </p:nvSpPr>
          <p:spPr>
            <a:xfrm>
              <a:off x="491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49"/>
            <p:cNvSpPr/>
            <p:nvPr/>
          </p:nvSpPr>
          <p:spPr>
            <a:xfrm>
              <a:off x="567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49"/>
            <p:cNvSpPr/>
            <p:nvPr/>
          </p:nvSpPr>
          <p:spPr>
            <a:xfrm>
              <a:off x="796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49"/>
            <p:cNvSpPr/>
            <p:nvPr/>
          </p:nvSpPr>
          <p:spPr>
            <a:xfrm>
              <a:off x="720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49"/>
            <p:cNvSpPr/>
            <p:nvPr/>
          </p:nvSpPr>
          <p:spPr>
            <a:xfrm>
              <a:off x="872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49"/>
            <p:cNvSpPr/>
            <p:nvPr/>
          </p:nvSpPr>
          <p:spPr>
            <a:xfrm>
              <a:off x="-381000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49"/>
            <p:cNvSpPr/>
            <p:nvPr/>
          </p:nvSpPr>
          <p:spPr>
            <a:xfrm>
              <a:off x="1524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49"/>
            <p:cNvSpPr/>
            <p:nvPr/>
          </p:nvSpPr>
          <p:spPr>
            <a:xfrm>
              <a:off x="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49"/>
            <p:cNvSpPr/>
            <p:nvPr/>
          </p:nvSpPr>
          <p:spPr>
            <a:xfrm>
              <a:off x="76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49"/>
            <p:cNvSpPr/>
            <p:nvPr/>
          </p:nvSpPr>
          <p:spPr>
            <a:xfrm>
              <a:off x="762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49"/>
            <p:cNvSpPr/>
            <p:nvPr/>
          </p:nvSpPr>
          <p:spPr>
            <a:xfrm>
              <a:off x="6858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49"/>
            <p:cNvSpPr/>
            <p:nvPr/>
          </p:nvSpPr>
          <p:spPr>
            <a:xfrm>
              <a:off x="838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49"/>
            <p:cNvSpPr/>
            <p:nvPr/>
          </p:nvSpPr>
          <p:spPr>
            <a:xfrm>
              <a:off x="3764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49"/>
            <p:cNvSpPr/>
            <p:nvPr/>
          </p:nvSpPr>
          <p:spPr>
            <a:xfrm>
              <a:off x="7965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49"/>
            <p:cNvSpPr/>
            <p:nvPr/>
          </p:nvSpPr>
          <p:spPr>
            <a:xfrm>
              <a:off x="7203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49"/>
            <p:cNvSpPr/>
            <p:nvPr/>
          </p:nvSpPr>
          <p:spPr>
            <a:xfrm>
              <a:off x="872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49"/>
            <p:cNvSpPr/>
            <p:nvPr/>
          </p:nvSpPr>
          <p:spPr>
            <a:xfrm>
              <a:off x="-381000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49"/>
            <p:cNvSpPr/>
            <p:nvPr/>
          </p:nvSpPr>
          <p:spPr>
            <a:xfrm>
              <a:off x="7620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49"/>
            <p:cNvSpPr/>
            <p:nvPr/>
          </p:nvSpPr>
          <p:spPr>
            <a:xfrm>
              <a:off x="8382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2" name="Google Shape;1122;p49"/>
          <p:cNvSpPr/>
          <p:nvPr/>
        </p:nvSpPr>
        <p:spPr>
          <a:xfrm flipH="1">
            <a:off x="5856650" y="3705275"/>
            <a:ext cx="3269700" cy="11745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49"/>
          <p:cNvSpPr/>
          <p:nvPr/>
        </p:nvSpPr>
        <p:spPr>
          <a:xfrm flipH="1">
            <a:off x="7416698" y="4518419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49"/>
          <p:cNvSpPr/>
          <p:nvPr/>
        </p:nvSpPr>
        <p:spPr>
          <a:xfrm flipH="1">
            <a:off x="-35611" y="4387869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49"/>
          <p:cNvSpPr/>
          <p:nvPr/>
        </p:nvSpPr>
        <p:spPr>
          <a:xfrm>
            <a:off x="7133592" y="451239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49"/>
          <p:cNvSpPr/>
          <p:nvPr/>
        </p:nvSpPr>
        <p:spPr>
          <a:xfrm>
            <a:off x="1159548" y="92692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49"/>
          <p:cNvSpPr/>
          <p:nvPr/>
        </p:nvSpPr>
        <p:spPr>
          <a:xfrm>
            <a:off x="0" y="4878773"/>
            <a:ext cx="9144000" cy="27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8" name="Google Shape;1128;p49"/>
          <p:cNvGrpSpPr/>
          <p:nvPr/>
        </p:nvGrpSpPr>
        <p:grpSpPr>
          <a:xfrm>
            <a:off x="1025105" y="3661240"/>
            <a:ext cx="1894812" cy="1342016"/>
            <a:chOff x="539750" y="4542450"/>
            <a:chExt cx="1297550" cy="919000"/>
          </a:xfrm>
        </p:grpSpPr>
        <p:sp>
          <p:nvSpPr>
            <p:cNvPr id="1129" name="Google Shape;1129;p49"/>
            <p:cNvSpPr/>
            <p:nvPr/>
          </p:nvSpPr>
          <p:spPr>
            <a:xfrm>
              <a:off x="703050" y="4650050"/>
              <a:ext cx="56175" cy="811400"/>
            </a:xfrm>
            <a:custGeom>
              <a:rect b="b" l="l" r="r" t="t"/>
              <a:pathLst>
                <a:path extrusionOk="0" h="32456" w="2247">
                  <a:moveTo>
                    <a:pt x="1" y="1"/>
                  </a:moveTo>
                  <a:lnTo>
                    <a:pt x="1" y="32455"/>
                  </a:lnTo>
                  <a:lnTo>
                    <a:pt x="2247" y="32455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49"/>
            <p:cNvSpPr/>
            <p:nvPr/>
          </p:nvSpPr>
          <p:spPr>
            <a:xfrm>
              <a:off x="1648250" y="4650050"/>
              <a:ext cx="56625" cy="811400"/>
            </a:xfrm>
            <a:custGeom>
              <a:rect b="b" l="l" r="r" t="t"/>
              <a:pathLst>
                <a:path extrusionOk="0" h="32456" w="2265">
                  <a:moveTo>
                    <a:pt x="0" y="1"/>
                  </a:moveTo>
                  <a:lnTo>
                    <a:pt x="0" y="32455"/>
                  </a:lnTo>
                  <a:lnTo>
                    <a:pt x="2265" y="32455"/>
                  </a:lnTo>
                  <a:lnTo>
                    <a:pt x="22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49"/>
            <p:cNvSpPr/>
            <p:nvPr/>
          </p:nvSpPr>
          <p:spPr>
            <a:xfrm>
              <a:off x="539750" y="4542450"/>
              <a:ext cx="1297550" cy="269075"/>
            </a:xfrm>
            <a:custGeom>
              <a:rect b="b" l="l" r="r" t="t"/>
              <a:pathLst>
                <a:path extrusionOk="0" h="10763" w="51902">
                  <a:moveTo>
                    <a:pt x="1" y="0"/>
                  </a:moveTo>
                  <a:lnTo>
                    <a:pt x="1" y="10762"/>
                  </a:lnTo>
                  <a:lnTo>
                    <a:pt x="51902" y="10762"/>
                  </a:lnTo>
                  <a:lnTo>
                    <a:pt x="519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49"/>
            <p:cNvSpPr/>
            <p:nvPr/>
          </p:nvSpPr>
          <p:spPr>
            <a:xfrm>
              <a:off x="5397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49"/>
            <p:cNvSpPr/>
            <p:nvPr/>
          </p:nvSpPr>
          <p:spPr>
            <a:xfrm>
              <a:off x="694175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201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49"/>
            <p:cNvSpPr/>
            <p:nvPr/>
          </p:nvSpPr>
          <p:spPr>
            <a:xfrm>
              <a:off x="849050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182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49"/>
            <p:cNvSpPr/>
            <p:nvPr/>
          </p:nvSpPr>
          <p:spPr>
            <a:xfrm>
              <a:off x="10034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49"/>
            <p:cNvSpPr/>
            <p:nvPr/>
          </p:nvSpPr>
          <p:spPr>
            <a:xfrm>
              <a:off x="1158325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10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49"/>
            <p:cNvSpPr/>
            <p:nvPr/>
          </p:nvSpPr>
          <p:spPr>
            <a:xfrm>
              <a:off x="1312750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182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49"/>
            <p:cNvSpPr/>
            <p:nvPr/>
          </p:nvSpPr>
          <p:spPr>
            <a:xfrm>
              <a:off x="14671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201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49"/>
            <p:cNvSpPr/>
            <p:nvPr/>
          </p:nvSpPr>
          <p:spPr>
            <a:xfrm>
              <a:off x="1622025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49"/>
            <p:cNvSpPr/>
            <p:nvPr/>
          </p:nvSpPr>
          <p:spPr>
            <a:xfrm>
              <a:off x="539750" y="4908825"/>
              <a:ext cx="1297550" cy="269525"/>
            </a:xfrm>
            <a:custGeom>
              <a:rect b="b" l="l" r="r" t="t"/>
              <a:pathLst>
                <a:path extrusionOk="0" h="10781" w="51902">
                  <a:moveTo>
                    <a:pt x="1" y="0"/>
                  </a:moveTo>
                  <a:lnTo>
                    <a:pt x="1" y="10781"/>
                  </a:lnTo>
                  <a:lnTo>
                    <a:pt x="51902" y="10781"/>
                  </a:lnTo>
                  <a:lnTo>
                    <a:pt x="519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49"/>
            <p:cNvSpPr/>
            <p:nvPr/>
          </p:nvSpPr>
          <p:spPr>
            <a:xfrm>
              <a:off x="5397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49"/>
            <p:cNvSpPr/>
            <p:nvPr/>
          </p:nvSpPr>
          <p:spPr>
            <a:xfrm>
              <a:off x="694175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201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49"/>
            <p:cNvSpPr/>
            <p:nvPr/>
          </p:nvSpPr>
          <p:spPr>
            <a:xfrm>
              <a:off x="849050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182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49"/>
            <p:cNvSpPr/>
            <p:nvPr/>
          </p:nvSpPr>
          <p:spPr>
            <a:xfrm>
              <a:off x="10034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49"/>
            <p:cNvSpPr/>
            <p:nvPr/>
          </p:nvSpPr>
          <p:spPr>
            <a:xfrm>
              <a:off x="1158325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10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49"/>
            <p:cNvSpPr/>
            <p:nvPr/>
          </p:nvSpPr>
          <p:spPr>
            <a:xfrm>
              <a:off x="1312750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182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49"/>
            <p:cNvSpPr/>
            <p:nvPr/>
          </p:nvSpPr>
          <p:spPr>
            <a:xfrm>
              <a:off x="14671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201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49"/>
            <p:cNvSpPr/>
            <p:nvPr/>
          </p:nvSpPr>
          <p:spPr>
            <a:xfrm>
              <a:off x="1622025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9" name="Google Shape;1149;p49"/>
          <p:cNvSpPr/>
          <p:nvPr/>
        </p:nvSpPr>
        <p:spPr>
          <a:xfrm flipH="1">
            <a:off x="4214081" y="4815925"/>
            <a:ext cx="1367043" cy="24255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50"/>
          <p:cNvSpPr txBox="1"/>
          <p:nvPr>
            <p:ph type="title"/>
          </p:nvPr>
        </p:nvSpPr>
        <p:spPr>
          <a:xfrm>
            <a:off x="713225" y="539500"/>
            <a:ext cx="3630900" cy="16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51"/>
          <p:cNvSpPr txBox="1"/>
          <p:nvPr>
            <p:ph hasCustomPrompt="1" type="title"/>
          </p:nvPr>
        </p:nvSpPr>
        <p:spPr>
          <a:xfrm>
            <a:off x="1564600" y="1129513"/>
            <a:ext cx="6014700" cy="16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4" name="Google Shape;1154;p51"/>
          <p:cNvSpPr txBox="1"/>
          <p:nvPr>
            <p:ph idx="1" type="body"/>
          </p:nvPr>
        </p:nvSpPr>
        <p:spPr>
          <a:xfrm>
            <a:off x="1564600" y="2786088"/>
            <a:ext cx="6014700" cy="4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155" name="Google Shape;1155;p51"/>
          <p:cNvGrpSpPr/>
          <p:nvPr/>
        </p:nvGrpSpPr>
        <p:grpSpPr>
          <a:xfrm>
            <a:off x="4437807" y="1023482"/>
            <a:ext cx="2528583" cy="3403880"/>
            <a:chOff x="3074425" y="836100"/>
            <a:chExt cx="1472075" cy="1981650"/>
          </a:xfrm>
        </p:grpSpPr>
        <p:sp>
          <p:nvSpPr>
            <p:cNvPr id="1156" name="Google Shape;1156;p51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51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51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51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51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51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51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51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4" name="Google Shape;1164;p51"/>
          <p:cNvGrpSpPr/>
          <p:nvPr/>
        </p:nvGrpSpPr>
        <p:grpSpPr>
          <a:xfrm flipH="1">
            <a:off x="7333885" y="1204733"/>
            <a:ext cx="1727332" cy="3760613"/>
            <a:chOff x="1622025" y="238125"/>
            <a:chExt cx="746825" cy="1626000"/>
          </a:xfrm>
        </p:grpSpPr>
        <p:sp>
          <p:nvSpPr>
            <p:cNvPr id="1165" name="Google Shape;1165;p51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51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51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51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51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51"/>
          <p:cNvGrpSpPr/>
          <p:nvPr/>
        </p:nvGrpSpPr>
        <p:grpSpPr>
          <a:xfrm flipH="1">
            <a:off x="-184269" y="905495"/>
            <a:ext cx="1941800" cy="3493159"/>
            <a:chOff x="3074425" y="1038250"/>
            <a:chExt cx="989200" cy="1779500"/>
          </a:xfrm>
        </p:grpSpPr>
        <p:sp>
          <p:nvSpPr>
            <p:cNvPr id="1171" name="Google Shape;1171;p51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51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51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51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51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6" name="Google Shape;1176;p51"/>
          <p:cNvSpPr/>
          <p:nvPr/>
        </p:nvSpPr>
        <p:spPr>
          <a:xfrm flipH="1">
            <a:off x="7333886" y="5395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51"/>
          <p:cNvSpPr/>
          <p:nvPr/>
        </p:nvSpPr>
        <p:spPr>
          <a:xfrm flipH="1">
            <a:off x="492370" y="19896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51"/>
          <p:cNvSpPr/>
          <p:nvPr/>
        </p:nvSpPr>
        <p:spPr>
          <a:xfrm>
            <a:off x="11177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9" name="Google Shape;1179;p51"/>
          <p:cNvGrpSpPr/>
          <p:nvPr/>
        </p:nvGrpSpPr>
        <p:grpSpPr>
          <a:xfrm>
            <a:off x="-369822" y="3162504"/>
            <a:ext cx="9870375" cy="1746000"/>
            <a:chOff x="-381000" y="2898432"/>
            <a:chExt cx="9870375" cy="1746000"/>
          </a:xfrm>
        </p:grpSpPr>
        <p:grpSp>
          <p:nvGrpSpPr>
            <p:cNvPr id="1180" name="Google Shape;1180;p51"/>
            <p:cNvGrpSpPr/>
            <p:nvPr/>
          </p:nvGrpSpPr>
          <p:grpSpPr>
            <a:xfrm>
              <a:off x="-381000" y="3189432"/>
              <a:ext cx="9870375" cy="1455000"/>
              <a:chOff x="-381000" y="3189432"/>
              <a:chExt cx="9870375" cy="1455000"/>
            </a:xfrm>
          </p:grpSpPr>
          <p:grpSp>
            <p:nvGrpSpPr>
              <p:cNvPr id="1181" name="Google Shape;1181;p51"/>
              <p:cNvGrpSpPr/>
              <p:nvPr/>
            </p:nvGrpSpPr>
            <p:grpSpPr>
              <a:xfrm>
                <a:off x="-381000" y="3189432"/>
                <a:ext cx="9870375" cy="1455000"/>
                <a:chOff x="-381000" y="2758675"/>
                <a:chExt cx="9870375" cy="1455000"/>
              </a:xfrm>
            </p:grpSpPr>
            <p:sp>
              <p:nvSpPr>
                <p:cNvPr id="1182" name="Google Shape;1182;p51"/>
                <p:cNvSpPr/>
                <p:nvPr/>
              </p:nvSpPr>
              <p:spPr>
                <a:xfrm>
                  <a:off x="152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3" name="Google Shape;1183;p51"/>
                <p:cNvSpPr/>
                <p:nvPr/>
              </p:nvSpPr>
              <p:spPr>
                <a:xfrm>
                  <a:off x="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4" name="Google Shape;1184;p51"/>
                <p:cNvSpPr/>
                <p:nvPr/>
              </p:nvSpPr>
              <p:spPr>
                <a:xfrm>
                  <a:off x="76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5" name="Google Shape;1185;p51"/>
                <p:cNvSpPr/>
                <p:nvPr/>
              </p:nvSpPr>
              <p:spPr>
                <a:xfrm>
                  <a:off x="381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6" name="Google Shape;1186;p51"/>
                <p:cNvSpPr/>
                <p:nvPr/>
              </p:nvSpPr>
              <p:spPr>
                <a:xfrm>
                  <a:off x="228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7" name="Google Shape;1187;p51"/>
                <p:cNvSpPr/>
                <p:nvPr/>
              </p:nvSpPr>
              <p:spPr>
                <a:xfrm>
                  <a:off x="304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8" name="Google Shape;1188;p51"/>
                <p:cNvSpPr/>
                <p:nvPr/>
              </p:nvSpPr>
              <p:spPr>
                <a:xfrm>
                  <a:off x="609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9" name="Google Shape;1189;p51"/>
                <p:cNvSpPr/>
                <p:nvPr/>
              </p:nvSpPr>
              <p:spPr>
                <a:xfrm>
                  <a:off x="457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0" name="Google Shape;1190;p51"/>
                <p:cNvSpPr/>
                <p:nvPr/>
              </p:nvSpPr>
              <p:spPr>
                <a:xfrm>
                  <a:off x="533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1" name="Google Shape;1191;p51"/>
                <p:cNvSpPr/>
                <p:nvPr/>
              </p:nvSpPr>
              <p:spPr>
                <a:xfrm>
                  <a:off x="762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2" name="Google Shape;1192;p51"/>
                <p:cNvSpPr/>
                <p:nvPr/>
              </p:nvSpPr>
              <p:spPr>
                <a:xfrm>
                  <a:off x="685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3" name="Google Shape;1193;p51"/>
                <p:cNvSpPr/>
                <p:nvPr/>
              </p:nvSpPr>
              <p:spPr>
                <a:xfrm>
                  <a:off x="838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4" name="Google Shape;1194;p51"/>
                <p:cNvSpPr/>
                <p:nvPr/>
              </p:nvSpPr>
              <p:spPr>
                <a:xfrm>
                  <a:off x="186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5" name="Google Shape;1195;p51"/>
                <p:cNvSpPr/>
                <p:nvPr/>
              </p:nvSpPr>
              <p:spPr>
                <a:xfrm>
                  <a:off x="3764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6" name="Google Shape;1196;p51"/>
                <p:cNvSpPr/>
                <p:nvPr/>
              </p:nvSpPr>
              <p:spPr>
                <a:xfrm>
                  <a:off x="110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7" name="Google Shape;1197;p51"/>
                <p:cNvSpPr/>
                <p:nvPr/>
              </p:nvSpPr>
              <p:spPr>
                <a:xfrm>
                  <a:off x="415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8" name="Google Shape;1198;p51"/>
                <p:cNvSpPr/>
                <p:nvPr/>
              </p:nvSpPr>
              <p:spPr>
                <a:xfrm>
                  <a:off x="263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9" name="Google Shape;1199;p51"/>
                <p:cNvSpPr/>
                <p:nvPr/>
              </p:nvSpPr>
              <p:spPr>
                <a:xfrm>
                  <a:off x="339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p51"/>
                <p:cNvSpPr/>
                <p:nvPr/>
              </p:nvSpPr>
              <p:spPr>
                <a:xfrm>
                  <a:off x="644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1" name="Google Shape;1201;p51"/>
                <p:cNvSpPr/>
                <p:nvPr/>
              </p:nvSpPr>
              <p:spPr>
                <a:xfrm>
                  <a:off x="491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2" name="Google Shape;1202;p51"/>
                <p:cNvSpPr/>
                <p:nvPr/>
              </p:nvSpPr>
              <p:spPr>
                <a:xfrm>
                  <a:off x="567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3" name="Google Shape;1203;p51"/>
                <p:cNvSpPr/>
                <p:nvPr/>
              </p:nvSpPr>
              <p:spPr>
                <a:xfrm>
                  <a:off x="796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4" name="Google Shape;1204;p51"/>
                <p:cNvSpPr/>
                <p:nvPr/>
              </p:nvSpPr>
              <p:spPr>
                <a:xfrm>
                  <a:off x="720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p51"/>
                <p:cNvSpPr/>
                <p:nvPr/>
              </p:nvSpPr>
              <p:spPr>
                <a:xfrm>
                  <a:off x="872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51"/>
                <p:cNvSpPr/>
                <p:nvPr/>
              </p:nvSpPr>
              <p:spPr>
                <a:xfrm>
                  <a:off x="-381000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7" name="Google Shape;1207;p51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8" name="Google Shape;1208;p51"/>
                <p:cNvSpPr/>
                <p:nvPr/>
              </p:nvSpPr>
              <p:spPr>
                <a:xfrm>
                  <a:off x="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9" name="Google Shape;1209;p51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0" name="Google Shape;1210;p51"/>
                <p:cNvSpPr/>
                <p:nvPr/>
              </p:nvSpPr>
              <p:spPr>
                <a:xfrm>
                  <a:off x="381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1" name="Google Shape;1211;p51"/>
                <p:cNvSpPr/>
                <p:nvPr/>
              </p:nvSpPr>
              <p:spPr>
                <a:xfrm>
                  <a:off x="228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2" name="Google Shape;1212;p51"/>
                <p:cNvSpPr/>
                <p:nvPr/>
              </p:nvSpPr>
              <p:spPr>
                <a:xfrm>
                  <a:off x="304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3" name="Google Shape;1213;p51"/>
                <p:cNvSpPr/>
                <p:nvPr/>
              </p:nvSpPr>
              <p:spPr>
                <a:xfrm>
                  <a:off x="609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4" name="Google Shape;1214;p51"/>
                <p:cNvSpPr/>
                <p:nvPr/>
              </p:nvSpPr>
              <p:spPr>
                <a:xfrm>
                  <a:off x="457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5" name="Google Shape;1215;p51"/>
                <p:cNvSpPr/>
                <p:nvPr/>
              </p:nvSpPr>
              <p:spPr>
                <a:xfrm>
                  <a:off x="533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6" name="Google Shape;1216;p51"/>
                <p:cNvSpPr/>
                <p:nvPr/>
              </p:nvSpPr>
              <p:spPr>
                <a:xfrm>
                  <a:off x="762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7" name="Google Shape;1217;p51"/>
                <p:cNvSpPr/>
                <p:nvPr/>
              </p:nvSpPr>
              <p:spPr>
                <a:xfrm>
                  <a:off x="685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8" name="Google Shape;1218;p51"/>
                <p:cNvSpPr/>
                <p:nvPr/>
              </p:nvSpPr>
              <p:spPr>
                <a:xfrm>
                  <a:off x="838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9" name="Google Shape;1219;p51"/>
                <p:cNvSpPr/>
                <p:nvPr/>
              </p:nvSpPr>
              <p:spPr>
                <a:xfrm>
                  <a:off x="1869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0" name="Google Shape;1220;p51"/>
                <p:cNvSpPr/>
                <p:nvPr/>
              </p:nvSpPr>
              <p:spPr>
                <a:xfrm>
                  <a:off x="3764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1" name="Google Shape;1221;p51"/>
                <p:cNvSpPr/>
                <p:nvPr/>
              </p:nvSpPr>
              <p:spPr>
                <a:xfrm>
                  <a:off x="110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2" name="Google Shape;1222;p51"/>
                <p:cNvSpPr/>
                <p:nvPr/>
              </p:nvSpPr>
              <p:spPr>
                <a:xfrm>
                  <a:off x="7965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3" name="Google Shape;1223;p51"/>
                <p:cNvSpPr/>
                <p:nvPr/>
              </p:nvSpPr>
              <p:spPr>
                <a:xfrm>
                  <a:off x="7203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4" name="Google Shape;1224;p51"/>
                <p:cNvSpPr/>
                <p:nvPr/>
              </p:nvSpPr>
              <p:spPr>
                <a:xfrm>
                  <a:off x="872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5" name="Google Shape;1225;p51"/>
                <p:cNvSpPr/>
                <p:nvPr/>
              </p:nvSpPr>
              <p:spPr>
                <a:xfrm>
                  <a:off x="-381000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6" name="Google Shape;1226;p51"/>
                <p:cNvSpPr/>
                <p:nvPr/>
              </p:nvSpPr>
              <p:spPr>
                <a:xfrm>
                  <a:off x="7620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7" name="Google Shape;1227;p51"/>
                <p:cNvSpPr/>
                <p:nvPr/>
              </p:nvSpPr>
              <p:spPr>
                <a:xfrm>
                  <a:off x="8382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8" name="Google Shape;1228;p51"/>
                <p:cNvSpPr/>
                <p:nvPr/>
              </p:nvSpPr>
              <p:spPr>
                <a:xfrm>
                  <a:off x="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29" name="Google Shape;1229;p51"/>
              <p:cNvGrpSpPr/>
              <p:nvPr/>
            </p:nvGrpSpPr>
            <p:grpSpPr>
              <a:xfrm>
                <a:off x="762000" y="3189432"/>
                <a:ext cx="1524000" cy="291000"/>
                <a:chOff x="762000" y="3340675"/>
                <a:chExt cx="1524000" cy="291000"/>
              </a:xfrm>
            </p:grpSpPr>
            <p:sp>
              <p:nvSpPr>
                <p:cNvPr id="1230" name="Google Shape;1230;p51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1" name="Google Shape;1231;p51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32" name="Google Shape;1232;p51"/>
            <p:cNvGrpSpPr/>
            <p:nvPr/>
          </p:nvGrpSpPr>
          <p:grpSpPr>
            <a:xfrm>
              <a:off x="7965375" y="2898432"/>
              <a:ext cx="1524000" cy="291000"/>
              <a:chOff x="7965375" y="3049675"/>
              <a:chExt cx="1524000" cy="291000"/>
            </a:xfrm>
          </p:grpSpPr>
          <p:sp>
            <p:nvSpPr>
              <p:cNvPr id="1233" name="Google Shape;1233;p51"/>
              <p:cNvSpPr/>
              <p:nvPr/>
            </p:nvSpPr>
            <p:spPr>
              <a:xfrm>
                <a:off x="7965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51"/>
              <p:cNvSpPr/>
              <p:nvPr/>
            </p:nvSpPr>
            <p:spPr>
              <a:xfrm>
                <a:off x="872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5" name="Google Shape;1235;p51"/>
            <p:cNvGrpSpPr/>
            <p:nvPr/>
          </p:nvGrpSpPr>
          <p:grpSpPr>
            <a:xfrm>
              <a:off x="-381000" y="2902607"/>
              <a:ext cx="1519475" cy="291000"/>
              <a:chOff x="-381000" y="3049675"/>
              <a:chExt cx="1519475" cy="291000"/>
            </a:xfrm>
          </p:grpSpPr>
          <p:sp>
            <p:nvSpPr>
              <p:cNvPr id="1236" name="Google Shape;1236;p51"/>
              <p:cNvSpPr/>
              <p:nvPr/>
            </p:nvSpPr>
            <p:spPr>
              <a:xfrm>
                <a:off x="3764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51"/>
              <p:cNvSpPr/>
              <p:nvPr/>
            </p:nvSpPr>
            <p:spPr>
              <a:xfrm>
                <a:off x="-381000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38" name="Google Shape;1238;p51"/>
          <p:cNvSpPr/>
          <p:nvPr/>
        </p:nvSpPr>
        <p:spPr>
          <a:xfrm flipH="1">
            <a:off x="5522702" y="3178097"/>
            <a:ext cx="3621300" cy="17460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51"/>
          <p:cNvSpPr/>
          <p:nvPr/>
        </p:nvSpPr>
        <p:spPr>
          <a:xfrm flipH="1">
            <a:off x="11177" y="4427347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51"/>
          <p:cNvSpPr/>
          <p:nvPr/>
        </p:nvSpPr>
        <p:spPr>
          <a:xfrm flipH="1">
            <a:off x="7427861" y="4603997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51"/>
          <p:cNvSpPr/>
          <p:nvPr/>
        </p:nvSpPr>
        <p:spPr>
          <a:xfrm flipH="1">
            <a:off x="2317992" y="4820290"/>
            <a:ext cx="2036911" cy="36137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2" name="Google Shape;1242;p51"/>
          <p:cNvGrpSpPr/>
          <p:nvPr/>
        </p:nvGrpSpPr>
        <p:grpSpPr>
          <a:xfrm>
            <a:off x="5307044" y="4139976"/>
            <a:ext cx="2428188" cy="928035"/>
            <a:chOff x="4525475" y="1014550"/>
            <a:chExt cx="279375" cy="106775"/>
          </a:xfrm>
        </p:grpSpPr>
        <p:sp>
          <p:nvSpPr>
            <p:cNvPr id="1243" name="Google Shape;1243;p51"/>
            <p:cNvSpPr/>
            <p:nvPr/>
          </p:nvSpPr>
          <p:spPr>
            <a:xfrm>
              <a:off x="4543025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51"/>
            <p:cNvSpPr/>
            <p:nvPr/>
          </p:nvSpPr>
          <p:spPr>
            <a:xfrm>
              <a:off x="4543025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51"/>
            <p:cNvSpPr/>
            <p:nvPr/>
          </p:nvSpPr>
          <p:spPr>
            <a:xfrm>
              <a:off x="4525475" y="1068050"/>
              <a:ext cx="35150" cy="53275"/>
            </a:xfrm>
            <a:custGeom>
              <a:rect b="b" l="l" r="r" t="t"/>
              <a:pathLst>
                <a:path extrusionOk="0" h="2131" w="1406">
                  <a:moveTo>
                    <a:pt x="703" y="1"/>
                  </a:moveTo>
                  <a:cubicBezTo>
                    <a:pt x="318" y="1"/>
                    <a:pt x="0" y="473"/>
                    <a:pt x="0" y="1066"/>
                  </a:cubicBezTo>
                  <a:cubicBezTo>
                    <a:pt x="0" y="1647"/>
                    <a:pt x="318" y="2130"/>
                    <a:pt x="703" y="2130"/>
                  </a:cubicBezTo>
                  <a:cubicBezTo>
                    <a:pt x="1098" y="2130"/>
                    <a:pt x="1405" y="1647"/>
                    <a:pt x="1405" y="1066"/>
                  </a:cubicBezTo>
                  <a:cubicBezTo>
                    <a:pt x="1405" y="473"/>
                    <a:pt x="1098" y="1"/>
                    <a:pt x="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51"/>
            <p:cNvSpPr/>
            <p:nvPr/>
          </p:nvSpPr>
          <p:spPr>
            <a:xfrm>
              <a:off x="4529025" y="1073275"/>
              <a:ext cx="28300" cy="42550"/>
            </a:xfrm>
            <a:custGeom>
              <a:rect b="b" l="l" r="r" t="t"/>
              <a:pathLst>
                <a:path extrusionOk="0" h="1702" w="1132">
                  <a:moveTo>
                    <a:pt x="561" y="0"/>
                  </a:moveTo>
                  <a:cubicBezTo>
                    <a:pt x="253" y="0"/>
                    <a:pt x="1" y="385"/>
                    <a:pt x="1" y="857"/>
                  </a:cubicBezTo>
                  <a:cubicBezTo>
                    <a:pt x="1" y="1329"/>
                    <a:pt x="253" y="1702"/>
                    <a:pt x="561" y="1702"/>
                  </a:cubicBezTo>
                  <a:cubicBezTo>
                    <a:pt x="879" y="1702"/>
                    <a:pt x="1131" y="1329"/>
                    <a:pt x="1131" y="857"/>
                  </a:cubicBezTo>
                  <a:cubicBezTo>
                    <a:pt x="1131" y="385"/>
                    <a:pt x="879" y="0"/>
                    <a:pt x="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51"/>
            <p:cNvSpPr/>
            <p:nvPr/>
          </p:nvSpPr>
          <p:spPr>
            <a:xfrm>
              <a:off x="4578700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51"/>
            <p:cNvSpPr/>
            <p:nvPr/>
          </p:nvSpPr>
          <p:spPr>
            <a:xfrm>
              <a:off x="4578700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51"/>
            <p:cNvSpPr/>
            <p:nvPr/>
          </p:nvSpPr>
          <p:spPr>
            <a:xfrm>
              <a:off x="4561150" y="1068050"/>
              <a:ext cx="35150" cy="53275"/>
            </a:xfrm>
            <a:custGeom>
              <a:rect b="b" l="l" r="r" t="t"/>
              <a:pathLst>
                <a:path extrusionOk="0" h="2131" w="1406">
                  <a:moveTo>
                    <a:pt x="703" y="1"/>
                  </a:moveTo>
                  <a:cubicBezTo>
                    <a:pt x="318" y="1"/>
                    <a:pt x="0" y="473"/>
                    <a:pt x="0" y="1066"/>
                  </a:cubicBezTo>
                  <a:cubicBezTo>
                    <a:pt x="0" y="1647"/>
                    <a:pt x="318" y="2130"/>
                    <a:pt x="703" y="2130"/>
                  </a:cubicBezTo>
                  <a:cubicBezTo>
                    <a:pt x="1098" y="2130"/>
                    <a:pt x="1405" y="1647"/>
                    <a:pt x="1405" y="1066"/>
                  </a:cubicBezTo>
                  <a:cubicBezTo>
                    <a:pt x="1405" y="473"/>
                    <a:pt x="1098" y="1"/>
                    <a:pt x="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51"/>
            <p:cNvSpPr/>
            <p:nvPr/>
          </p:nvSpPr>
          <p:spPr>
            <a:xfrm>
              <a:off x="4564700" y="1073275"/>
              <a:ext cx="28300" cy="42550"/>
            </a:xfrm>
            <a:custGeom>
              <a:rect b="b" l="l" r="r" t="t"/>
              <a:pathLst>
                <a:path extrusionOk="0" h="1702" w="1132">
                  <a:moveTo>
                    <a:pt x="561" y="0"/>
                  </a:moveTo>
                  <a:cubicBezTo>
                    <a:pt x="253" y="0"/>
                    <a:pt x="1" y="385"/>
                    <a:pt x="1" y="857"/>
                  </a:cubicBezTo>
                  <a:cubicBezTo>
                    <a:pt x="1" y="1329"/>
                    <a:pt x="253" y="1702"/>
                    <a:pt x="561" y="1702"/>
                  </a:cubicBezTo>
                  <a:cubicBezTo>
                    <a:pt x="879" y="1702"/>
                    <a:pt x="1131" y="1329"/>
                    <a:pt x="1131" y="857"/>
                  </a:cubicBezTo>
                  <a:cubicBezTo>
                    <a:pt x="1131" y="385"/>
                    <a:pt x="879" y="0"/>
                    <a:pt x="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51"/>
            <p:cNvSpPr/>
            <p:nvPr/>
          </p:nvSpPr>
          <p:spPr>
            <a:xfrm>
              <a:off x="4561700" y="1014550"/>
              <a:ext cx="208300" cy="53250"/>
            </a:xfrm>
            <a:custGeom>
              <a:rect b="b" l="l" r="r" t="t"/>
              <a:pathLst>
                <a:path extrusionOk="0" h="2130" w="8332">
                  <a:moveTo>
                    <a:pt x="0" y="0"/>
                  </a:moveTo>
                  <a:lnTo>
                    <a:pt x="0" y="2130"/>
                  </a:lnTo>
                  <a:lnTo>
                    <a:pt x="8332" y="2130"/>
                  </a:lnTo>
                  <a:lnTo>
                    <a:pt x="83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51"/>
            <p:cNvSpPr/>
            <p:nvPr/>
          </p:nvSpPr>
          <p:spPr>
            <a:xfrm>
              <a:off x="4752425" y="1014825"/>
              <a:ext cx="35150" cy="52975"/>
            </a:xfrm>
            <a:custGeom>
              <a:rect b="b" l="l" r="r" t="t"/>
              <a:pathLst>
                <a:path extrusionOk="0" h="2119" w="1406">
                  <a:moveTo>
                    <a:pt x="703" y="0"/>
                  </a:moveTo>
                  <a:cubicBezTo>
                    <a:pt x="319" y="0"/>
                    <a:pt x="0" y="472"/>
                    <a:pt x="0" y="1054"/>
                  </a:cubicBezTo>
                  <a:cubicBezTo>
                    <a:pt x="0" y="1647"/>
                    <a:pt x="319" y="2119"/>
                    <a:pt x="703" y="2119"/>
                  </a:cubicBezTo>
                  <a:cubicBezTo>
                    <a:pt x="1098" y="2119"/>
                    <a:pt x="1405" y="1647"/>
                    <a:pt x="1405" y="1054"/>
                  </a:cubicBezTo>
                  <a:cubicBezTo>
                    <a:pt x="1405" y="472"/>
                    <a:pt x="1098" y="0"/>
                    <a:pt x="7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51"/>
            <p:cNvSpPr/>
            <p:nvPr/>
          </p:nvSpPr>
          <p:spPr>
            <a:xfrm>
              <a:off x="4544125" y="1014550"/>
              <a:ext cx="35150" cy="53250"/>
            </a:xfrm>
            <a:custGeom>
              <a:rect b="b" l="l" r="r" t="t"/>
              <a:pathLst>
                <a:path extrusionOk="0" h="2130" w="1406">
                  <a:moveTo>
                    <a:pt x="703" y="0"/>
                  </a:moveTo>
                  <a:cubicBezTo>
                    <a:pt x="319" y="0"/>
                    <a:pt x="1" y="483"/>
                    <a:pt x="1" y="1065"/>
                  </a:cubicBezTo>
                  <a:cubicBezTo>
                    <a:pt x="1" y="1658"/>
                    <a:pt x="308" y="2130"/>
                    <a:pt x="703" y="2130"/>
                  </a:cubicBezTo>
                  <a:cubicBezTo>
                    <a:pt x="1087" y="2130"/>
                    <a:pt x="1406" y="1658"/>
                    <a:pt x="1406" y="1065"/>
                  </a:cubicBezTo>
                  <a:cubicBezTo>
                    <a:pt x="1406" y="483"/>
                    <a:pt x="1087" y="0"/>
                    <a:pt x="7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51"/>
            <p:cNvSpPr/>
            <p:nvPr/>
          </p:nvSpPr>
          <p:spPr>
            <a:xfrm>
              <a:off x="4547700" y="1020025"/>
              <a:ext cx="28000" cy="42575"/>
            </a:xfrm>
            <a:custGeom>
              <a:rect b="b" l="l" r="r" t="t"/>
              <a:pathLst>
                <a:path extrusionOk="0" h="1703" w="1120">
                  <a:moveTo>
                    <a:pt x="560" y="1"/>
                  </a:moveTo>
                  <a:cubicBezTo>
                    <a:pt x="253" y="1"/>
                    <a:pt x="0" y="385"/>
                    <a:pt x="0" y="846"/>
                  </a:cubicBezTo>
                  <a:cubicBezTo>
                    <a:pt x="0" y="1318"/>
                    <a:pt x="242" y="1702"/>
                    <a:pt x="560" y="1702"/>
                  </a:cubicBezTo>
                  <a:cubicBezTo>
                    <a:pt x="867" y="1702"/>
                    <a:pt x="1120" y="1318"/>
                    <a:pt x="1120" y="846"/>
                  </a:cubicBezTo>
                  <a:cubicBezTo>
                    <a:pt x="1120" y="385"/>
                    <a:pt x="867" y="1"/>
                    <a:pt x="5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5" name="Google Shape;1255;p51"/>
          <p:cNvGrpSpPr/>
          <p:nvPr/>
        </p:nvGrpSpPr>
        <p:grpSpPr>
          <a:xfrm flipH="1">
            <a:off x="856260" y="4508778"/>
            <a:ext cx="1511496" cy="551791"/>
            <a:chOff x="3991550" y="1985765"/>
            <a:chExt cx="721650" cy="263447"/>
          </a:xfrm>
        </p:grpSpPr>
        <p:sp>
          <p:nvSpPr>
            <p:cNvPr id="1256" name="Google Shape;1256;p51"/>
            <p:cNvSpPr/>
            <p:nvPr/>
          </p:nvSpPr>
          <p:spPr>
            <a:xfrm>
              <a:off x="3991550" y="1985765"/>
              <a:ext cx="527625" cy="248475"/>
            </a:xfrm>
            <a:custGeom>
              <a:rect b="b" l="l" r="r" t="t"/>
              <a:pathLst>
                <a:path extrusionOk="0" h="9939" w="21105">
                  <a:moveTo>
                    <a:pt x="12210" y="1"/>
                  </a:moveTo>
                  <a:cubicBezTo>
                    <a:pt x="10896" y="1"/>
                    <a:pt x="9488" y="338"/>
                    <a:pt x="8217" y="379"/>
                  </a:cubicBezTo>
                  <a:cubicBezTo>
                    <a:pt x="6340" y="445"/>
                    <a:pt x="4046" y="3091"/>
                    <a:pt x="2937" y="4858"/>
                  </a:cubicBezTo>
                  <a:cubicBezTo>
                    <a:pt x="1565" y="6955"/>
                    <a:pt x="259" y="8799"/>
                    <a:pt x="105" y="9216"/>
                  </a:cubicBezTo>
                  <a:cubicBezTo>
                    <a:pt x="1" y="9521"/>
                    <a:pt x="1075" y="9562"/>
                    <a:pt x="1802" y="9562"/>
                  </a:cubicBezTo>
                  <a:cubicBezTo>
                    <a:pt x="2070" y="9562"/>
                    <a:pt x="2291" y="9556"/>
                    <a:pt x="2388" y="9556"/>
                  </a:cubicBezTo>
                  <a:cubicBezTo>
                    <a:pt x="3201" y="9556"/>
                    <a:pt x="4013" y="9490"/>
                    <a:pt x="4825" y="9490"/>
                  </a:cubicBezTo>
                  <a:cubicBezTo>
                    <a:pt x="5130" y="9490"/>
                    <a:pt x="5440" y="9489"/>
                    <a:pt x="5754" y="9489"/>
                  </a:cubicBezTo>
                  <a:cubicBezTo>
                    <a:pt x="6958" y="9489"/>
                    <a:pt x="8214" y="9510"/>
                    <a:pt x="9381" y="9710"/>
                  </a:cubicBezTo>
                  <a:cubicBezTo>
                    <a:pt x="10359" y="9876"/>
                    <a:pt x="11301" y="9938"/>
                    <a:pt x="12234" y="9938"/>
                  </a:cubicBezTo>
                  <a:cubicBezTo>
                    <a:pt x="13771" y="9938"/>
                    <a:pt x="15284" y="9768"/>
                    <a:pt x="16889" y="9611"/>
                  </a:cubicBezTo>
                  <a:cubicBezTo>
                    <a:pt x="17756" y="9490"/>
                    <a:pt x="18569" y="9425"/>
                    <a:pt x="19381" y="9359"/>
                  </a:cubicBezTo>
                  <a:cubicBezTo>
                    <a:pt x="19941" y="9304"/>
                    <a:pt x="20644" y="9304"/>
                    <a:pt x="21105" y="9040"/>
                  </a:cubicBezTo>
                  <a:cubicBezTo>
                    <a:pt x="19842" y="7471"/>
                    <a:pt x="18371" y="6142"/>
                    <a:pt x="17153" y="4430"/>
                  </a:cubicBezTo>
                  <a:cubicBezTo>
                    <a:pt x="16033" y="2915"/>
                    <a:pt x="15276" y="511"/>
                    <a:pt x="13442" y="127"/>
                  </a:cubicBezTo>
                  <a:cubicBezTo>
                    <a:pt x="13047" y="36"/>
                    <a:pt x="12634" y="1"/>
                    <a:pt x="12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51"/>
            <p:cNvSpPr/>
            <p:nvPr/>
          </p:nvSpPr>
          <p:spPr>
            <a:xfrm>
              <a:off x="4206150" y="2087638"/>
              <a:ext cx="507050" cy="161575"/>
            </a:xfrm>
            <a:custGeom>
              <a:rect b="b" l="l" r="r" t="t"/>
              <a:pathLst>
                <a:path extrusionOk="0" h="6463" w="20282">
                  <a:moveTo>
                    <a:pt x="12116" y="1"/>
                  </a:moveTo>
                  <a:cubicBezTo>
                    <a:pt x="12042" y="1"/>
                    <a:pt x="11968" y="2"/>
                    <a:pt x="11895" y="4"/>
                  </a:cubicBezTo>
                  <a:cubicBezTo>
                    <a:pt x="8733" y="114"/>
                    <a:pt x="6406" y="1980"/>
                    <a:pt x="3695" y="3407"/>
                  </a:cubicBezTo>
                  <a:cubicBezTo>
                    <a:pt x="2904" y="3769"/>
                    <a:pt x="2147" y="4187"/>
                    <a:pt x="1412" y="4648"/>
                  </a:cubicBezTo>
                  <a:cubicBezTo>
                    <a:pt x="1038" y="4889"/>
                    <a:pt x="347" y="5218"/>
                    <a:pt x="215" y="5680"/>
                  </a:cubicBezTo>
                  <a:cubicBezTo>
                    <a:pt x="0" y="6348"/>
                    <a:pt x="869" y="6463"/>
                    <a:pt x="1544" y="6463"/>
                  </a:cubicBezTo>
                  <a:cubicBezTo>
                    <a:pt x="1800" y="6463"/>
                    <a:pt x="2028" y="6446"/>
                    <a:pt x="2158" y="6437"/>
                  </a:cubicBezTo>
                  <a:lnTo>
                    <a:pt x="3091" y="6327"/>
                  </a:lnTo>
                  <a:cubicBezTo>
                    <a:pt x="3091" y="6327"/>
                    <a:pt x="5089" y="6390"/>
                    <a:pt x="7502" y="6390"/>
                  </a:cubicBezTo>
                  <a:cubicBezTo>
                    <a:pt x="9470" y="6390"/>
                    <a:pt x="11715" y="6348"/>
                    <a:pt x="13377" y="6195"/>
                  </a:cubicBezTo>
                  <a:cubicBezTo>
                    <a:pt x="14881" y="6009"/>
                    <a:pt x="16396" y="6075"/>
                    <a:pt x="17899" y="6042"/>
                  </a:cubicBezTo>
                  <a:cubicBezTo>
                    <a:pt x="18931" y="6042"/>
                    <a:pt x="20282" y="5899"/>
                    <a:pt x="19568" y="4571"/>
                  </a:cubicBezTo>
                  <a:cubicBezTo>
                    <a:pt x="18745" y="3177"/>
                    <a:pt x="17197" y="1958"/>
                    <a:pt x="15847" y="1069"/>
                  </a:cubicBezTo>
                  <a:cubicBezTo>
                    <a:pt x="14724" y="372"/>
                    <a:pt x="13433" y="1"/>
                    <a:pt x="12116" y="1"/>
                  </a:cubicBezTo>
                  <a:close/>
                </a:path>
              </a:pathLst>
            </a:custGeom>
            <a:solidFill>
              <a:srgbClr val="FEB9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8" name="Google Shape;1258;p51"/>
          <p:cNvGrpSpPr/>
          <p:nvPr/>
        </p:nvGrpSpPr>
        <p:grpSpPr>
          <a:xfrm>
            <a:off x="2195990" y="1378836"/>
            <a:ext cx="1511499" cy="3290861"/>
            <a:chOff x="1622025" y="238125"/>
            <a:chExt cx="746825" cy="1626000"/>
          </a:xfrm>
        </p:grpSpPr>
        <p:sp>
          <p:nvSpPr>
            <p:cNvPr id="1259" name="Google Shape;1259;p51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51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51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51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51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53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267" name="Google Shape;1267;p53"/>
          <p:cNvSpPr txBox="1"/>
          <p:nvPr>
            <p:ph idx="2" type="title"/>
          </p:nvPr>
        </p:nvSpPr>
        <p:spPr>
          <a:xfrm>
            <a:off x="713225" y="1848935"/>
            <a:ext cx="24282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268" name="Google Shape;1268;p53"/>
          <p:cNvSpPr txBox="1"/>
          <p:nvPr>
            <p:ph idx="1" type="subTitle"/>
          </p:nvPr>
        </p:nvSpPr>
        <p:spPr>
          <a:xfrm>
            <a:off x="713225" y="2150594"/>
            <a:ext cx="242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9" name="Google Shape;1269;p53"/>
          <p:cNvSpPr txBox="1"/>
          <p:nvPr>
            <p:ph hasCustomPrompt="1" idx="3" type="title"/>
          </p:nvPr>
        </p:nvSpPr>
        <p:spPr>
          <a:xfrm>
            <a:off x="3481525" y="1937575"/>
            <a:ext cx="719700" cy="6894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0" name="Google Shape;1270;p53"/>
          <p:cNvSpPr txBox="1"/>
          <p:nvPr>
            <p:ph idx="4" type="title"/>
          </p:nvPr>
        </p:nvSpPr>
        <p:spPr>
          <a:xfrm>
            <a:off x="713225" y="3221011"/>
            <a:ext cx="24282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271" name="Google Shape;1271;p53"/>
          <p:cNvSpPr txBox="1"/>
          <p:nvPr>
            <p:ph idx="5" type="subTitle"/>
          </p:nvPr>
        </p:nvSpPr>
        <p:spPr>
          <a:xfrm>
            <a:off x="713225" y="3529097"/>
            <a:ext cx="242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2" name="Google Shape;1272;p53"/>
          <p:cNvSpPr txBox="1"/>
          <p:nvPr>
            <p:ph hasCustomPrompt="1" idx="6" type="title"/>
          </p:nvPr>
        </p:nvSpPr>
        <p:spPr>
          <a:xfrm>
            <a:off x="3481525" y="3307350"/>
            <a:ext cx="719700" cy="6894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3" name="Google Shape;1273;p53"/>
          <p:cNvSpPr txBox="1"/>
          <p:nvPr>
            <p:ph idx="7" type="title"/>
          </p:nvPr>
        </p:nvSpPr>
        <p:spPr>
          <a:xfrm flipH="1">
            <a:off x="6002775" y="1571804"/>
            <a:ext cx="24282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274" name="Google Shape;1274;p53"/>
          <p:cNvSpPr txBox="1"/>
          <p:nvPr>
            <p:ph idx="8" type="subTitle"/>
          </p:nvPr>
        </p:nvSpPr>
        <p:spPr>
          <a:xfrm flipH="1">
            <a:off x="6002575" y="2150594"/>
            <a:ext cx="242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5" name="Google Shape;1275;p53"/>
          <p:cNvSpPr txBox="1"/>
          <p:nvPr>
            <p:ph hasCustomPrompt="1" idx="9" type="title"/>
          </p:nvPr>
        </p:nvSpPr>
        <p:spPr>
          <a:xfrm flipH="1">
            <a:off x="4942725" y="1937575"/>
            <a:ext cx="719700" cy="6894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6" name="Google Shape;1276;p53"/>
          <p:cNvSpPr txBox="1"/>
          <p:nvPr>
            <p:ph idx="13" type="title"/>
          </p:nvPr>
        </p:nvSpPr>
        <p:spPr>
          <a:xfrm flipH="1">
            <a:off x="6002775" y="3221019"/>
            <a:ext cx="24282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277" name="Google Shape;1277;p53"/>
          <p:cNvSpPr txBox="1"/>
          <p:nvPr>
            <p:ph idx="14" type="subTitle"/>
          </p:nvPr>
        </p:nvSpPr>
        <p:spPr>
          <a:xfrm flipH="1">
            <a:off x="6002575" y="3529097"/>
            <a:ext cx="242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8" name="Google Shape;1278;p53"/>
          <p:cNvSpPr txBox="1"/>
          <p:nvPr>
            <p:ph hasCustomPrompt="1" idx="15" type="title"/>
          </p:nvPr>
        </p:nvSpPr>
        <p:spPr>
          <a:xfrm flipH="1">
            <a:off x="4942725" y="3307350"/>
            <a:ext cx="719700" cy="6894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1279" name="Google Shape;1279;p53"/>
          <p:cNvGrpSpPr/>
          <p:nvPr/>
        </p:nvGrpSpPr>
        <p:grpSpPr>
          <a:xfrm>
            <a:off x="-13955" y="461100"/>
            <a:ext cx="2222252" cy="4838326"/>
            <a:chOff x="1622025" y="238125"/>
            <a:chExt cx="746825" cy="1626000"/>
          </a:xfrm>
        </p:grpSpPr>
        <p:sp>
          <p:nvSpPr>
            <p:cNvPr id="1280" name="Google Shape;1280;p53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53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53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53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53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5" name="Google Shape;1285;p53"/>
          <p:cNvSpPr/>
          <p:nvPr/>
        </p:nvSpPr>
        <p:spPr>
          <a:xfrm>
            <a:off x="1994917" y="391276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53"/>
          <p:cNvSpPr/>
          <p:nvPr/>
        </p:nvSpPr>
        <p:spPr>
          <a:xfrm>
            <a:off x="5356648" y="204392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7" name="Google Shape;1287;p53"/>
          <p:cNvGrpSpPr/>
          <p:nvPr/>
        </p:nvGrpSpPr>
        <p:grpSpPr>
          <a:xfrm flipH="1">
            <a:off x="-694530" y="95092"/>
            <a:ext cx="3285468" cy="5265540"/>
            <a:chOff x="5212325" y="1924475"/>
            <a:chExt cx="1870250" cy="2997575"/>
          </a:xfrm>
        </p:grpSpPr>
        <p:sp>
          <p:nvSpPr>
            <p:cNvPr id="1288" name="Google Shape;1288;p53"/>
            <p:cNvSpPr/>
            <p:nvPr/>
          </p:nvSpPr>
          <p:spPr>
            <a:xfrm>
              <a:off x="5239925" y="1945525"/>
              <a:ext cx="1828150" cy="497875"/>
            </a:xfrm>
            <a:custGeom>
              <a:rect b="b" l="l" r="r" t="t"/>
              <a:pathLst>
                <a:path extrusionOk="0" fill="none" h="19915" w="73126">
                  <a:moveTo>
                    <a:pt x="0" y="19915"/>
                  </a:moveTo>
                  <a:lnTo>
                    <a:pt x="51639" y="1"/>
                  </a:lnTo>
                  <a:lnTo>
                    <a:pt x="73126" y="19915"/>
                  </a:lnTo>
                </a:path>
              </a:pathLst>
            </a:custGeom>
            <a:noFill/>
            <a:ln cap="flat" cmpd="sng" w="6550">
              <a:solidFill>
                <a:schemeClr val="lt1"/>
              </a:solidFill>
              <a:prstDash val="solid"/>
              <a:miter lim="187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53"/>
            <p:cNvSpPr/>
            <p:nvPr/>
          </p:nvSpPr>
          <p:spPr>
            <a:xfrm>
              <a:off x="6549602" y="2055479"/>
              <a:ext cx="26703" cy="2866571"/>
            </a:xfrm>
            <a:custGeom>
              <a:rect b="b" l="l" r="r" t="t"/>
              <a:pathLst>
                <a:path extrusionOk="0" h="91263" w="1068">
                  <a:moveTo>
                    <a:pt x="1" y="1"/>
                  </a:moveTo>
                  <a:lnTo>
                    <a:pt x="1" y="91263"/>
                  </a:lnTo>
                  <a:lnTo>
                    <a:pt x="1068" y="91263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53"/>
            <p:cNvSpPr/>
            <p:nvPr/>
          </p:nvSpPr>
          <p:spPr>
            <a:xfrm>
              <a:off x="6484570" y="2055479"/>
              <a:ext cx="26678" cy="2866571"/>
            </a:xfrm>
            <a:custGeom>
              <a:rect b="b" l="l" r="r" t="t"/>
              <a:pathLst>
                <a:path extrusionOk="0" h="91263" w="1067">
                  <a:moveTo>
                    <a:pt x="0" y="1"/>
                  </a:moveTo>
                  <a:lnTo>
                    <a:pt x="0" y="91263"/>
                  </a:lnTo>
                  <a:lnTo>
                    <a:pt x="1067" y="91263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53"/>
            <p:cNvSpPr/>
            <p:nvPr/>
          </p:nvSpPr>
          <p:spPr>
            <a:xfrm>
              <a:off x="6443850" y="2364425"/>
              <a:ext cx="174575" cy="158875"/>
            </a:xfrm>
            <a:custGeom>
              <a:rect b="b" l="l" r="r" t="t"/>
              <a:pathLst>
                <a:path extrusionOk="0" h="6355" w="6983">
                  <a:moveTo>
                    <a:pt x="3497" y="1"/>
                  </a:moveTo>
                  <a:cubicBezTo>
                    <a:pt x="3252" y="1"/>
                    <a:pt x="3002" y="30"/>
                    <a:pt x="2752" y="89"/>
                  </a:cubicBezTo>
                  <a:cubicBezTo>
                    <a:pt x="1049" y="482"/>
                    <a:pt x="1" y="2204"/>
                    <a:pt x="394" y="3908"/>
                  </a:cubicBezTo>
                  <a:cubicBezTo>
                    <a:pt x="746" y="5363"/>
                    <a:pt x="2041" y="6354"/>
                    <a:pt x="3474" y="6354"/>
                  </a:cubicBezTo>
                  <a:cubicBezTo>
                    <a:pt x="3717" y="6354"/>
                    <a:pt x="3965" y="6326"/>
                    <a:pt x="4212" y="6266"/>
                  </a:cubicBezTo>
                  <a:cubicBezTo>
                    <a:pt x="5915" y="5873"/>
                    <a:pt x="6982" y="4151"/>
                    <a:pt x="6570" y="2448"/>
                  </a:cubicBezTo>
                  <a:cubicBezTo>
                    <a:pt x="6234" y="992"/>
                    <a:pt x="4941" y="1"/>
                    <a:pt x="3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53"/>
            <p:cNvSpPr/>
            <p:nvPr/>
          </p:nvSpPr>
          <p:spPr>
            <a:xfrm>
              <a:off x="6464925" y="2041925"/>
              <a:ext cx="132425" cy="13575"/>
            </a:xfrm>
            <a:custGeom>
              <a:rect b="b" l="l" r="r" t="t"/>
              <a:pathLst>
                <a:path extrusionOk="0" h="543" w="5297">
                  <a:moveTo>
                    <a:pt x="0" y="0"/>
                  </a:moveTo>
                  <a:lnTo>
                    <a:pt x="0" y="543"/>
                  </a:lnTo>
                  <a:lnTo>
                    <a:pt x="5297" y="543"/>
                  </a:lnTo>
                  <a:lnTo>
                    <a:pt x="5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53"/>
            <p:cNvSpPr/>
            <p:nvPr/>
          </p:nvSpPr>
          <p:spPr>
            <a:xfrm>
              <a:off x="6511700" y="1991375"/>
              <a:ext cx="38875" cy="50575"/>
            </a:xfrm>
            <a:custGeom>
              <a:rect b="b" l="l" r="r" t="t"/>
              <a:pathLst>
                <a:path extrusionOk="0" h="2023" w="1555">
                  <a:moveTo>
                    <a:pt x="1" y="1"/>
                  </a:moveTo>
                  <a:lnTo>
                    <a:pt x="1" y="2022"/>
                  </a:lnTo>
                  <a:lnTo>
                    <a:pt x="1554" y="2022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53"/>
            <p:cNvSpPr/>
            <p:nvPr/>
          </p:nvSpPr>
          <p:spPr>
            <a:xfrm>
              <a:off x="6521525" y="1966125"/>
              <a:ext cx="19225" cy="25275"/>
            </a:xfrm>
            <a:custGeom>
              <a:rect b="b" l="l" r="r" t="t"/>
              <a:pathLst>
                <a:path extrusionOk="0" h="1011" w="769">
                  <a:moveTo>
                    <a:pt x="1" y="0"/>
                  </a:moveTo>
                  <a:lnTo>
                    <a:pt x="1" y="1011"/>
                  </a:lnTo>
                  <a:lnTo>
                    <a:pt x="768" y="1011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53"/>
            <p:cNvSpPr/>
            <p:nvPr/>
          </p:nvSpPr>
          <p:spPr>
            <a:xfrm>
              <a:off x="6510300" y="1924475"/>
              <a:ext cx="48700" cy="41800"/>
            </a:xfrm>
            <a:custGeom>
              <a:rect b="b" l="l" r="r" t="t"/>
              <a:pathLst>
                <a:path extrusionOk="0" h="1672" w="1948">
                  <a:moveTo>
                    <a:pt x="824" y="0"/>
                  </a:moveTo>
                  <a:cubicBezTo>
                    <a:pt x="375" y="0"/>
                    <a:pt x="1" y="375"/>
                    <a:pt x="1" y="843"/>
                  </a:cubicBezTo>
                  <a:cubicBezTo>
                    <a:pt x="1" y="1346"/>
                    <a:pt x="407" y="1672"/>
                    <a:pt x="832" y="1672"/>
                  </a:cubicBezTo>
                  <a:cubicBezTo>
                    <a:pt x="1040" y="1672"/>
                    <a:pt x="1251" y="1594"/>
                    <a:pt x="1423" y="1423"/>
                  </a:cubicBezTo>
                  <a:cubicBezTo>
                    <a:pt x="1947" y="899"/>
                    <a:pt x="1573" y="0"/>
                    <a:pt x="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53"/>
            <p:cNvSpPr/>
            <p:nvPr/>
          </p:nvSpPr>
          <p:spPr>
            <a:xfrm>
              <a:off x="5212325" y="2429350"/>
              <a:ext cx="1870250" cy="28100"/>
            </a:xfrm>
            <a:custGeom>
              <a:rect b="b" l="l" r="r" t="t"/>
              <a:pathLst>
                <a:path extrusionOk="0" h="1124" w="74810">
                  <a:moveTo>
                    <a:pt x="0" y="0"/>
                  </a:moveTo>
                  <a:lnTo>
                    <a:pt x="0" y="1123"/>
                  </a:lnTo>
                  <a:lnTo>
                    <a:pt x="74810" y="1123"/>
                  </a:lnTo>
                  <a:lnTo>
                    <a:pt x="748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53"/>
            <p:cNvSpPr/>
            <p:nvPr/>
          </p:nvSpPr>
          <p:spPr>
            <a:xfrm>
              <a:off x="5212325" y="2457425"/>
              <a:ext cx="335050" cy="98275"/>
            </a:xfrm>
            <a:custGeom>
              <a:rect b="b" l="l" r="r" t="t"/>
              <a:pathLst>
                <a:path extrusionOk="0" h="3931" w="13402">
                  <a:moveTo>
                    <a:pt x="0" y="0"/>
                  </a:moveTo>
                  <a:lnTo>
                    <a:pt x="0" y="3931"/>
                  </a:lnTo>
                  <a:lnTo>
                    <a:pt x="13401" y="3931"/>
                  </a:lnTo>
                  <a:lnTo>
                    <a:pt x="134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53"/>
            <p:cNvSpPr/>
            <p:nvPr/>
          </p:nvSpPr>
          <p:spPr>
            <a:xfrm>
              <a:off x="5894075" y="2457425"/>
              <a:ext cx="167050" cy="32300"/>
            </a:xfrm>
            <a:custGeom>
              <a:rect b="b" l="l" r="r" t="t"/>
              <a:pathLst>
                <a:path extrusionOk="0" h="1292" w="6682">
                  <a:moveTo>
                    <a:pt x="0" y="0"/>
                  </a:moveTo>
                  <a:lnTo>
                    <a:pt x="0" y="1292"/>
                  </a:lnTo>
                  <a:lnTo>
                    <a:pt x="6682" y="1292"/>
                  </a:lnTo>
                  <a:lnTo>
                    <a:pt x="66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53"/>
            <p:cNvSpPr/>
            <p:nvPr/>
          </p:nvSpPr>
          <p:spPr>
            <a:xfrm>
              <a:off x="6333425" y="2635225"/>
              <a:ext cx="151175" cy="281700"/>
            </a:xfrm>
            <a:custGeom>
              <a:rect b="b" l="l" r="r" t="t"/>
              <a:pathLst>
                <a:path extrusionOk="0" h="11268" w="6047">
                  <a:moveTo>
                    <a:pt x="1" y="1"/>
                  </a:moveTo>
                  <a:lnTo>
                    <a:pt x="1" y="11268"/>
                  </a:lnTo>
                  <a:lnTo>
                    <a:pt x="6046" y="11268"/>
                  </a:lnTo>
                  <a:lnTo>
                    <a:pt x="604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53"/>
            <p:cNvSpPr/>
            <p:nvPr/>
          </p:nvSpPr>
          <p:spPr>
            <a:xfrm>
              <a:off x="6793850" y="2457425"/>
              <a:ext cx="288725" cy="78625"/>
            </a:xfrm>
            <a:custGeom>
              <a:rect b="b" l="l" r="r" t="t"/>
              <a:pathLst>
                <a:path extrusionOk="0" h="3145" w="11549">
                  <a:moveTo>
                    <a:pt x="1" y="0"/>
                  </a:moveTo>
                  <a:lnTo>
                    <a:pt x="1" y="3145"/>
                  </a:lnTo>
                  <a:lnTo>
                    <a:pt x="11549" y="3145"/>
                  </a:lnTo>
                  <a:lnTo>
                    <a:pt x="11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53"/>
            <p:cNvSpPr/>
            <p:nvPr/>
          </p:nvSpPr>
          <p:spPr>
            <a:xfrm>
              <a:off x="6926275" y="2429350"/>
              <a:ext cx="156300" cy="28100"/>
            </a:xfrm>
            <a:custGeom>
              <a:rect b="b" l="l" r="r" t="t"/>
              <a:pathLst>
                <a:path extrusionOk="0" h="1124" w="6252">
                  <a:moveTo>
                    <a:pt x="0" y="0"/>
                  </a:moveTo>
                  <a:lnTo>
                    <a:pt x="0" y="1123"/>
                  </a:lnTo>
                  <a:lnTo>
                    <a:pt x="6252" y="1123"/>
                  </a:lnTo>
                  <a:lnTo>
                    <a:pt x="62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53"/>
            <p:cNvSpPr/>
            <p:nvPr/>
          </p:nvSpPr>
          <p:spPr>
            <a:xfrm>
              <a:off x="6479875" y="2397325"/>
              <a:ext cx="102050" cy="92800"/>
            </a:xfrm>
            <a:custGeom>
              <a:rect b="b" l="l" r="r" t="t"/>
              <a:pathLst>
                <a:path extrusionOk="0" h="3712" w="4082">
                  <a:moveTo>
                    <a:pt x="2040" y="0"/>
                  </a:moveTo>
                  <a:cubicBezTo>
                    <a:pt x="1904" y="0"/>
                    <a:pt x="1767" y="15"/>
                    <a:pt x="1629" y="46"/>
                  </a:cubicBezTo>
                  <a:cubicBezTo>
                    <a:pt x="619" y="289"/>
                    <a:pt x="1" y="1281"/>
                    <a:pt x="244" y="2292"/>
                  </a:cubicBezTo>
                  <a:cubicBezTo>
                    <a:pt x="436" y="3138"/>
                    <a:pt x="1199" y="3711"/>
                    <a:pt x="2034" y="3711"/>
                  </a:cubicBezTo>
                  <a:cubicBezTo>
                    <a:pt x="2179" y="3711"/>
                    <a:pt x="2325" y="3694"/>
                    <a:pt x="2472" y="3658"/>
                  </a:cubicBezTo>
                  <a:cubicBezTo>
                    <a:pt x="3464" y="3434"/>
                    <a:pt x="4081" y="2423"/>
                    <a:pt x="3857" y="1431"/>
                  </a:cubicBezTo>
                  <a:cubicBezTo>
                    <a:pt x="3647" y="577"/>
                    <a:pt x="2882" y="0"/>
                    <a:pt x="20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3" name="Google Shape;1303;p53"/>
          <p:cNvGrpSpPr/>
          <p:nvPr/>
        </p:nvGrpSpPr>
        <p:grpSpPr>
          <a:xfrm>
            <a:off x="6982574" y="-48433"/>
            <a:ext cx="1874021" cy="991923"/>
            <a:chOff x="3927875" y="2818025"/>
            <a:chExt cx="1071175" cy="566975"/>
          </a:xfrm>
        </p:grpSpPr>
        <p:sp>
          <p:nvSpPr>
            <p:cNvPr id="1304" name="Google Shape;1304;p53"/>
            <p:cNvSpPr/>
            <p:nvPr/>
          </p:nvSpPr>
          <p:spPr>
            <a:xfrm>
              <a:off x="3927875" y="3269075"/>
              <a:ext cx="1071175" cy="115925"/>
            </a:xfrm>
            <a:custGeom>
              <a:rect b="b" l="l" r="r" t="t"/>
              <a:pathLst>
                <a:path extrusionOk="0" h="4637" w="42847">
                  <a:moveTo>
                    <a:pt x="0" y="192"/>
                  </a:moveTo>
                  <a:cubicBezTo>
                    <a:pt x="0" y="192"/>
                    <a:pt x="0" y="192"/>
                    <a:pt x="0" y="192"/>
                  </a:cubicBezTo>
                  <a:lnTo>
                    <a:pt x="0" y="192"/>
                  </a:lnTo>
                  <a:lnTo>
                    <a:pt x="0" y="192"/>
                  </a:lnTo>
                  <a:close/>
                  <a:moveTo>
                    <a:pt x="42846" y="0"/>
                  </a:moveTo>
                  <a:lnTo>
                    <a:pt x="40005" y="35"/>
                  </a:lnTo>
                  <a:cubicBezTo>
                    <a:pt x="32108" y="87"/>
                    <a:pt x="10093" y="227"/>
                    <a:pt x="2563" y="227"/>
                  </a:cubicBezTo>
                  <a:cubicBezTo>
                    <a:pt x="973" y="227"/>
                    <a:pt x="18" y="210"/>
                    <a:pt x="0" y="192"/>
                  </a:cubicBezTo>
                  <a:lnTo>
                    <a:pt x="0" y="192"/>
                  </a:lnTo>
                  <a:lnTo>
                    <a:pt x="2022" y="4236"/>
                  </a:lnTo>
                  <a:lnTo>
                    <a:pt x="2231" y="4637"/>
                  </a:lnTo>
                  <a:lnTo>
                    <a:pt x="40719" y="4637"/>
                  </a:lnTo>
                  <a:lnTo>
                    <a:pt x="42375" y="1029"/>
                  </a:lnTo>
                  <a:lnTo>
                    <a:pt x="428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53"/>
            <p:cNvSpPr/>
            <p:nvPr/>
          </p:nvSpPr>
          <p:spPr>
            <a:xfrm>
              <a:off x="3947050" y="3252075"/>
              <a:ext cx="1032825" cy="25"/>
            </a:xfrm>
            <a:custGeom>
              <a:rect b="b" l="l" r="r" t="t"/>
              <a:pathLst>
                <a:path extrusionOk="0" fill="none" h="1" w="41313">
                  <a:moveTo>
                    <a:pt x="0" y="0"/>
                  </a:moveTo>
                  <a:lnTo>
                    <a:pt x="41312" y="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53"/>
            <p:cNvSpPr/>
            <p:nvPr/>
          </p:nvSpPr>
          <p:spPr>
            <a:xfrm>
              <a:off x="3991925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1" y="1"/>
                  </a:moveTo>
                  <a:lnTo>
                    <a:pt x="1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53"/>
            <p:cNvSpPr/>
            <p:nvPr/>
          </p:nvSpPr>
          <p:spPr>
            <a:xfrm>
              <a:off x="4927550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0" y="1"/>
                  </a:moveTo>
                  <a:lnTo>
                    <a:pt x="0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53"/>
            <p:cNvSpPr/>
            <p:nvPr/>
          </p:nvSpPr>
          <p:spPr>
            <a:xfrm>
              <a:off x="3978425" y="3294775"/>
              <a:ext cx="1008850" cy="90225"/>
            </a:xfrm>
            <a:custGeom>
              <a:rect b="b" l="l" r="r" t="t"/>
              <a:pathLst>
                <a:path extrusionOk="0" h="3609" w="40354">
                  <a:moveTo>
                    <a:pt x="40353" y="1"/>
                  </a:moveTo>
                  <a:lnTo>
                    <a:pt x="0" y="3208"/>
                  </a:lnTo>
                  <a:lnTo>
                    <a:pt x="209" y="3609"/>
                  </a:lnTo>
                  <a:lnTo>
                    <a:pt x="38680" y="3609"/>
                  </a:lnTo>
                  <a:lnTo>
                    <a:pt x="4035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53"/>
            <p:cNvSpPr/>
            <p:nvPr/>
          </p:nvSpPr>
          <p:spPr>
            <a:xfrm>
              <a:off x="4044225" y="2940925"/>
              <a:ext cx="152975" cy="335575"/>
            </a:xfrm>
            <a:custGeom>
              <a:rect b="b" l="l" r="r" t="t"/>
              <a:pathLst>
                <a:path extrusionOk="0" fill="none" h="13423" w="6119">
                  <a:moveTo>
                    <a:pt x="0" y="13423"/>
                  </a:moveTo>
                  <a:lnTo>
                    <a:pt x="4131" y="1"/>
                  </a:lnTo>
                  <a:lnTo>
                    <a:pt x="6119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53"/>
            <p:cNvSpPr/>
            <p:nvPr/>
          </p:nvSpPr>
          <p:spPr>
            <a:xfrm>
              <a:off x="4133550" y="2913900"/>
              <a:ext cx="28350" cy="28350"/>
            </a:xfrm>
            <a:custGeom>
              <a:rect b="b" l="l" r="r" t="t"/>
              <a:pathLst>
                <a:path extrusionOk="0" fill="none" h="1134" w="1134">
                  <a:moveTo>
                    <a:pt x="1134" y="559"/>
                  </a:moveTo>
                  <a:cubicBezTo>
                    <a:pt x="1134" y="872"/>
                    <a:pt x="872" y="1134"/>
                    <a:pt x="558" y="1134"/>
                  </a:cubicBezTo>
                  <a:cubicBezTo>
                    <a:pt x="245" y="1134"/>
                    <a:pt x="1" y="872"/>
                    <a:pt x="1" y="559"/>
                  </a:cubicBezTo>
                  <a:cubicBezTo>
                    <a:pt x="1" y="245"/>
                    <a:pt x="245" y="1"/>
                    <a:pt x="558" y="1"/>
                  </a:cubicBezTo>
                  <a:cubicBezTo>
                    <a:pt x="872" y="1"/>
                    <a:pt x="1134" y="245"/>
                    <a:pt x="1134" y="559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53"/>
            <p:cNvSpPr/>
            <p:nvPr/>
          </p:nvSpPr>
          <p:spPr>
            <a:xfrm>
              <a:off x="4146625" y="2818025"/>
              <a:ext cx="900" cy="95900"/>
            </a:xfrm>
            <a:custGeom>
              <a:rect b="b" l="l" r="r" t="t"/>
              <a:pathLst>
                <a:path extrusionOk="0" fill="none" h="3836" w="36">
                  <a:moveTo>
                    <a:pt x="35" y="3836"/>
                  </a:moveTo>
                  <a:lnTo>
                    <a:pt x="1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53"/>
            <p:cNvSpPr/>
            <p:nvPr/>
          </p:nvSpPr>
          <p:spPr>
            <a:xfrm>
              <a:off x="4736675" y="2938300"/>
              <a:ext cx="153425" cy="335575"/>
            </a:xfrm>
            <a:custGeom>
              <a:rect b="b" l="l" r="r" t="t"/>
              <a:pathLst>
                <a:path extrusionOk="0" fill="none" h="13423" w="6137">
                  <a:moveTo>
                    <a:pt x="6136" y="13423"/>
                  </a:moveTo>
                  <a:lnTo>
                    <a:pt x="2005" y="1"/>
                  </a:lnTo>
                  <a:lnTo>
                    <a:pt x="0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53"/>
            <p:cNvSpPr/>
            <p:nvPr/>
          </p:nvSpPr>
          <p:spPr>
            <a:xfrm>
              <a:off x="4771975" y="2911300"/>
              <a:ext cx="28775" cy="28775"/>
            </a:xfrm>
            <a:custGeom>
              <a:rect b="b" l="l" r="r" t="t"/>
              <a:pathLst>
                <a:path extrusionOk="0" fill="none" h="1151" w="1151">
                  <a:moveTo>
                    <a:pt x="1151" y="575"/>
                  </a:moveTo>
                  <a:cubicBezTo>
                    <a:pt x="1151" y="889"/>
                    <a:pt x="889" y="1151"/>
                    <a:pt x="576" y="1151"/>
                  </a:cubicBezTo>
                  <a:cubicBezTo>
                    <a:pt x="262" y="1151"/>
                    <a:pt x="0" y="889"/>
                    <a:pt x="0" y="575"/>
                  </a:cubicBezTo>
                  <a:cubicBezTo>
                    <a:pt x="0" y="262"/>
                    <a:pt x="262" y="0"/>
                    <a:pt x="576" y="0"/>
                  </a:cubicBezTo>
                  <a:cubicBezTo>
                    <a:pt x="889" y="0"/>
                    <a:pt x="1151" y="262"/>
                    <a:pt x="1151" y="575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53"/>
            <p:cNvSpPr/>
            <p:nvPr/>
          </p:nvSpPr>
          <p:spPr>
            <a:xfrm>
              <a:off x="4786350" y="2818900"/>
              <a:ext cx="900" cy="92425"/>
            </a:xfrm>
            <a:custGeom>
              <a:rect b="b" l="l" r="r" t="t"/>
              <a:pathLst>
                <a:path extrusionOk="0" fill="none" h="3697" w="36">
                  <a:moveTo>
                    <a:pt x="1" y="3696"/>
                  </a:moveTo>
                  <a:lnTo>
                    <a:pt x="36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5" name="Google Shape;1315;p53"/>
          <p:cNvGrpSpPr/>
          <p:nvPr/>
        </p:nvGrpSpPr>
        <p:grpSpPr>
          <a:xfrm>
            <a:off x="6254327" y="1343012"/>
            <a:ext cx="2889683" cy="3889979"/>
            <a:chOff x="3074425" y="836100"/>
            <a:chExt cx="1472075" cy="1981650"/>
          </a:xfrm>
        </p:grpSpPr>
        <p:sp>
          <p:nvSpPr>
            <p:cNvPr id="1316" name="Google Shape;1316;p53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53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53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53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53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53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53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53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4" name="Google Shape;1324;p53"/>
          <p:cNvSpPr/>
          <p:nvPr/>
        </p:nvSpPr>
        <p:spPr>
          <a:xfrm flipH="1" rot="591853">
            <a:off x="5572093" y="4158484"/>
            <a:ext cx="464060" cy="469830"/>
          </a:xfrm>
          <a:prstGeom prst="roundRect">
            <a:avLst>
              <a:gd fmla="val 78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53"/>
          <p:cNvSpPr/>
          <p:nvPr/>
        </p:nvSpPr>
        <p:spPr>
          <a:xfrm>
            <a:off x="3053325" y="4115809"/>
            <a:ext cx="853200" cy="347700"/>
          </a:xfrm>
          <a:prstGeom prst="roundRect">
            <a:avLst>
              <a:gd fmla="val 78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53"/>
          <p:cNvSpPr/>
          <p:nvPr/>
        </p:nvSpPr>
        <p:spPr>
          <a:xfrm>
            <a:off x="3242100" y="1343000"/>
            <a:ext cx="2659800" cy="31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53"/>
          <p:cNvSpPr/>
          <p:nvPr/>
        </p:nvSpPr>
        <p:spPr>
          <a:xfrm>
            <a:off x="3357925" y="1461050"/>
            <a:ext cx="2428200" cy="29358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53"/>
          <p:cNvSpPr/>
          <p:nvPr/>
        </p:nvSpPr>
        <p:spPr>
          <a:xfrm rot="652027">
            <a:off x="1211108" y="4036991"/>
            <a:ext cx="2659815" cy="2478903"/>
          </a:xfrm>
          <a:custGeom>
            <a:rect b="b" l="l" r="r" t="t"/>
            <a:pathLst>
              <a:path extrusionOk="0" h="16247" w="17433">
                <a:moveTo>
                  <a:pt x="10686" y="0"/>
                </a:moveTo>
                <a:cubicBezTo>
                  <a:pt x="10372" y="157"/>
                  <a:pt x="7653" y="3382"/>
                  <a:pt x="5893" y="5038"/>
                </a:cubicBezTo>
                <a:cubicBezTo>
                  <a:pt x="4115" y="6694"/>
                  <a:pt x="1" y="9256"/>
                  <a:pt x="1" y="9256"/>
                </a:cubicBezTo>
                <a:lnTo>
                  <a:pt x="1622" y="16246"/>
                </a:lnTo>
                <a:cubicBezTo>
                  <a:pt x="1622" y="16246"/>
                  <a:pt x="6259" y="11906"/>
                  <a:pt x="6991" y="11226"/>
                </a:cubicBezTo>
                <a:cubicBezTo>
                  <a:pt x="7723" y="10529"/>
                  <a:pt x="9205" y="10163"/>
                  <a:pt x="11087" y="8420"/>
                </a:cubicBezTo>
                <a:cubicBezTo>
                  <a:pt x="12307" y="7304"/>
                  <a:pt x="12883" y="5369"/>
                  <a:pt x="12883" y="5369"/>
                </a:cubicBezTo>
                <a:cubicBezTo>
                  <a:pt x="13283" y="4829"/>
                  <a:pt x="13754" y="4323"/>
                  <a:pt x="14260" y="3853"/>
                </a:cubicBezTo>
                <a:cubicBezTo>
                  <a:pt x="15061" y="3138"/>
                  <a:pt x="17432" y="872"/>
                  <a:pt x="16805" y="349"/>
                </a:cubicBezTo>
                <a:cubicBezTo>
                  <a:pt x="16745" y="301"/>
                  <a:pt x="16658" y="279"/>
                  <a:pt x="16549" y="279"/>
                </a:cubicBezTo>
                <a:cubicBezTo>
                  <a:pt x="15517" y="279"/>
                  <a:pt x="12534" y="2249"/>
                  <a:pt x="12534" y="2249"/>
                </a:cubicBezTo>
                <a:cubicBezTo>
                  <a:pt x="12290" y="1796"/>
                  <a:pt x="10686" y="0"/>
                  <a:pt x="106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53"/>
          <p:cNvSpPr/>
          <p:nvPr/>
        </p:nvSpPr>
        <p:spPr>
          <a:xfrm flipH="1" rot="-652027">
            <a:off x="5237483" y="4116516"/>
            <a:ext cx="2659815" cy="2478903"/>
          </a:xfrm>
          <a:custGeom>
            <a:rect b="b" l="l" r="r" t="t"/>
            <a:pathLst>
              <a:path extrusionOk="0" h="16247" w="17433">
                <a:moveTo>
                  <a:pt x="10686" y="0"/>
                </a:moveTo>
                <a:cubicBezTo>
                  <a:pt x="10372" y="157"/>
                  <a:pt x="7653" y="3382"/>
                  <a:pt x="5893" y="5038"/>
                </a:cubicBezTo>
                <a:cubicBezTo>
                  <a:pt x="4115" y="6694"/>
                  <a:pt x="1" y="9256"/>
                  <a:pt x="1" y="9256"/>
                </a:cubicBezTo>
                <a:lnTo>
                  <a:pt x="1622" y="16246"/>
                </a:lnTo>
                <a:cubicBezTo>
                  <a:pt x="1622" y="16246"/>
                  <a:pt x="6259" y="11906"/>
                  <a:pt x="6991" y="11226"/>
                </a:cubicBezTo>
                <a:cubicBezTo>
                  <a:pt x="7723" y="10529"/>
                  <a:pt x="9205" y="10163"/>
                  <a:pt x="11087" y="8420"/>
                </a:cubicBezTo>
                <a:cubicBezTo>
                  <a:pt x="12307" y="7304"/>
                  <a:pt x="12883" y="5369"/>
                  <a:pt x="12883" y="5369"/>
                </a:cubicBezTo>
                <a:cubicBezTo>
                  <a:pt x="13283" y="4829"/>
                  <a:pt x="13754" y="4323"/>
                  <a:pt x="14260" y="3853"/>
                </a:cubicBezTo>
                <a:cubicBezTo>
                  <a:pt x="15061" y="3138"/>
                  <a:pt x="17432" y="872"/>
                  <a:pt x="16805" y="349"/>
                </a:cubicBezTo>
                <a:cubicBezTo>
                  <a:pt x="16745" y="301"/>
                  <a:pt x="16658" y="279"/>
                  <a:pt x="16549" y="279"/>
                </a:cubicBezTo>
                <a:cubicBezTo>
                  <a:pt x="15517" y="279"/>
                  <a:pt x="12534" y="2249"/>
                  <a:pt x="12534" y="2249"/>
                </a:cubicBezTo>
                <a:cubicBezTo>
                  <a:pt x="12290" y="1796"/>
                  <a:pt x="10686" y="0"/>
                  <a:pt x="106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6"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54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332" name="Google Shape;1332;p54"/>
          <p:cNvSpPr txBox="1"/>
          <p:nvPr>
            <p:ph idx="2" type="title"/>
          </p:nvPr>
        </p:nvSpPr>
        <p:spPr>
          <a:xfrm>
            <a:off x="2837241" y="3231475"/>
            <a:ext cx="2321400" cy="4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333" name="Google Shape;1333;p54"/>
          <p:cNvSpPr txBox="1"/>
          <p:nvPr>
            <p:ph idx="1" type="subTitle"/>
          </p:nvPr>
        </p:nvSpPr>
        <p:spPr>
          <a:xfrm>
            <a:off x="2837241" y="3557526"/>
            <a:ext cx="232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4" name="Google Shape;1334;p54"/>
          <p:cNvSpPr txBox="1"/>
          <p:nvPr>
            <p:ph idx="3" type="title"/>
          </p:nvPr>
        </p:nvSpPr>
        <p:spPr>
          <a:xfrm>
            <a:off x="3999459" y="1848550"/>
            <a:ext cx="2321400" cy="4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335" name="Google Shape;1335;p54"/>
          <p:cNvSpPr txBox="1"/>
          <p:nvPr>
            <p:ph idx="4" type="subTitle"/>
          </p:nvPr>
        </p:nvSpPr>
        <p:spPr>
          <a:xfrm>
            <a:off x="3999459" y="2174601"/>
            <a:ext cx="232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36" name="Google Shape;1336;p54"/>
          <p:cNvGrpSpPr/>
          <p:nvPr/>
        </p:nvGrpSpPr>
        <p:grpSpPr>
          <a:xfrm flipH="1">
            <a:off x="604591" y="1343012"/>
            <a:ext cx="2889683" cy="3889979"/>
            <a:chOff x="3074425" y="836100"/>
            <a:chExt cx="1472075" cy="1981650"/>
          </a:xfrm>
        </p:grpSpPr>
        <p:sp>
          <p:nvSpPr>
            <p:cNvPr id="1337" name="Google Shape;1337;p54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54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54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54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54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54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54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54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5" name="Google Shape;1345;p54"/>
          <p:cNvGrpSpPr/>
          <p:nvPr/>
        </p:nvGrpSpPr>
        <p:grpSpPr>
          <a:xfrm flipH="1">
            <a:off x="7540304" y="461100"/>
            <a:ext cx="2222252" cy="4838326"/>
            <a:chOff x="1622025" y="238125"/>
            <a:chExt cx="746825" cy="1626000"/>
          </a:xfrm>
        </p:grpSpPr>
        <p:sp>
          <p:nvSpPr>
            <p:cNvPr id="1346" name="Google Shape;1346;p54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54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54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54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54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1" name="Google Shape;1351;p54"/>
          <p:cNvGrpSpPr/>
          <p:nvPr/>
        </p:nvGrpSpPr>
        <p:grpSpPr>
          <a:xfrm>
            <a:off x="3842313" y="1495402"/>
            <a:ext cx="3508289" cy="3889979"/>
            <a:chOff x="3074425" y="836100"/>
            <a:chExt cx="1863732" cy="1981650"/>
          </a:xfrm>
        </p:grpSpPr>
        <p:sp>
          <p:nvSpPr>
            <p:cNvPr id="1352" name="Google Shape;1352;p54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54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54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54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54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54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54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54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0" name="Google Shape;1360;p54"/>
          <p:cNvGrpSpPr/>
          <p:nvPr/>
        </p:nvGrpSpPr>
        <p:grpSpPr>
          <a:xfrm flipH="1">
            <a:off x="-13955" y="526122"/>
            <a:ext cx="3508278" cy="4091243"/>
            <a:chOff x="2338828" y="880300"/>
            <a:chExt cx="3508278" cy="4091243"/>
          </a:xfrm>
        </p:grpSpPr>
        <p:sp>
          <p:nvSpPr>
            <p:cNvPr id="1361" name="Google Shape;1361;p54"/>
            <p:cNvSpPr/>
            <p:nvPr/>
          </p:nvSpPr>
          <p:spPr>
            <a:xfrm>
              <a:off x="2628617" y="1253859"/>
              <a:ext cx="2828530" cy="417150"/>
            </a:xfrm>
            <a:custGeom>
              <a:rect b="b" l="l" r="r" t="t"/>
              <a:pathLst>
                <a:path extrusionOk="0" fill="none" h="6623" w="44908">
                  <a:moveTo>
                    <a:pt x="1" y="6623"/>
                  </a:moveTo>
                  <a:lnTo>
                    <a:pt x="5071" y="1"/>
                  </a:lnTo>
                  <a:lnTo>
                    <a:pt x="44908" y="1"/>
                  </a:lnTo>
                  <a:lnTo>
                    <a:pt x="44908" y="6623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54"/>
            <p:cNvSpPr/>
            <p:nvPr/>
          </p:nvSpPr>
          <p:spPr>
            <a:xfrm>
              <a:off x="2960354" y="1262929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0" y="0"/>
                  </a:moveTo>
                  <a:lnTo>
                    <a:pt x="4784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54"/>
            <p:cNvSpPr/>
            <p:nvPr/>
          </p:nvSpPr>
          <p:spPr>
            <a:xfrm>
              <a:off x="2960354" y="1253859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54"/>
            <p:cNvSpPr/>
            <p:nvPr/>
          </p:nvSpPr>
          <p:spPr>
            <a:xfrm>
              <a:off x="2789542" y="1460762"/>
              <a:ext cx="162627" cy="206969"/>
            </a:xfrm>
            <a:custGeom>
              <a:rect b="b" l="l" r="r" t="t"/>
              <a:pathLst>
                <a:path extrusionOk="0" fill="none" h="3286" w="2582">
                  <a:moveTo>
                    <a:pt x="1" y="1"/>
                  </a:moveTo>
                  <a:lnTo>
                    <a:pt x="2582" y="3286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54"/>
            <p:cNvSpPr/>
            <p:nvPr/>
          </p:nvSpPr>
          <p:spPr>
            <a:xfrm>
              <a:off x="3273952" y="1262929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54"/>
            <p:cNvSpPr/>
            <p:nvPr/>
          </p:nvSpPr>
          <p:spPr>
            <a:xfrm>
              <a:off x="3273952" y="1253859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5" y="1"/>
                  </a:moveTo>
                  <a:lnTo>
                    <a:pt x="1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54"/>
            <p:cNvSpPr/>
            <p:nvPr/>
          </p:nvSpPr>
          <p:spPr>
            <a:xfrm>
              <a:off x="3587612" y="1264566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0" y="0"/>
                  </a:moveTo>
                  <a:lnTo>
                    <a:pt x="4784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54"/>
            <p:cNvSpPr/>
            <p:nvPr/>
          </p:nvSpPr>
          <p:spPr>
            <a:xfrm>
              <a:off x="3587612" y="1256316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54"/>
            <p:cNvSpPr/>
            <p:nvPr/>
          </p:nvSpPr>
          <p:spPr>
            <a:xfrm>
              <a:off x="3901209" y="1264566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54"/>
            <p:cNvSpPr/>
            <p:nvPr/>
          </p:nvSpPr>
          <p:spPr>
            <a:xfrm>
              <a:off x="3901209" y="1256316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5" y="1"/>
                  </a:moveTo>
                  <a:lnTo>
                    <a:pt x="1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54"/>
            <p:cNvSpPr/>
            <p:nvPr/>
          </p:nvSpPr>
          <p:spPr>
            <a:xfrm>
              <a:off x="4214870" y="1263748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0" y="0"/>
                  </a:moveTo>
                  <a:lnTo>
                    <a:pt x="4784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54"/>
            <p:cNvSpPr/>
            <p:nvPr/>
          </p:nvSpPr>
          <p:spPr>
            <a:xfrm>
              <a:off x="4214870" y="1254678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4" y="1"/>
                  </a:moveTo>
                  <a:lnTo>
                    <a:pt x="0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54"/>
            <p:cNvSpPr/>
            <p:nvPr/>
          </p:nvSpPr>
          <p:spPr>
            <a:xfrm>
              <a:off x="4528467" y="1263748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54"/>
            <p:cNvSpPr/>
            <p:nvPr/>
          </p:nvSpPr>
          <p:spPr>
            <a:xfrm>
              <a:off x="4528467" y="1254678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5" y="1"/>
                  </a:moveTo>
                  <a:lnTo>
                    <a:pt x="1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54"/>
            <p:cNvSpPr/>
            <p:nvPr/>
          </p:nvSpPr>
          <p:spPr>
            <a:xfrm>
              <a:off x="4842127" y="1266204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0" y="0"/>
                  </a:moveTo>
                  <a:lnTo>
                    <a:pt x="4784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54"/>
            <p:cNvSpPr/>
            <p:nvPr/>
          </p:nvSpPr>
          <p:spPr>
            <a:xfrm>
              <a:off x="4842127" y="1257134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54"/>
            <p:cNvSpPr/>
            <p:nvPr/>
          </p:nvSpPr>
          <p:spPr>
            <a:xfrm>
              <a:off x="5155725" y="1266204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1" y="0"/>
                  </a:moveTo>
                  <a:lnTo>
                    <a:pt x="4785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54"/>
            <p:cNvSpPr/>
            <p:nvPr/>
          </p:nvSpPr>
          <p:spPr>
            <a:xfrm>
              <a:off x="5155725" y="1257134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5" y="1"/>
                  </a:moveTo>
                  <a:lnTo>
                    <a:pt x="1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54"/>
            <p:cNvSpPr/>
            <p:nvPr/>
          </p:nvSpPr>
          <p:spPr>
            <a:xfrm>
              <a:off x="5652479" y="1267023"/>
              <a:ext cx="194624" cy="190530"/>
            </a:xfrm>
            <a:custGeom>
              <a:rect b="b" l="l" r="r" t="t"/>
              <a:pathLst>
                <a:path extrusionOk="0" fill="none" h="3025" w="3090">
                  <a:moveTo>
                    <a:pt x="0" y="0"/>
                  </a:moveTo>
                  <a:lnTo>
                    <a:pt x="3090" y="3025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54"/>
            <p:cNvSpPr/>
            <p:nvPr/>
          </p:nvSpPr>
          <p:spPr>
            <a:xfrm>
              <a:off x="5652479" y="1450937"/>
              <a:ext cx="194624" cy="220070"/>
            </a:xfrm>
            <a:custGeom>
              <a:rect b="b" l="l" r="r" t="t"/>
              <a:pathLst>
                <a:path extrusionOk="0" fill="none" h="3494" w="3090">
                  <a:moveTo>
                    <a:pt x="3090" y="0"/>
                  </a:moveTo>
                  <a:lnTo>
                    <a:pt x="0" y="349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54"/>
            <p:cNvSpPr/>
            <p:nvPr/>
          </p:nvSpPr>
          <p:spPr>
            <a:xfrm>
              <a:off x="5457040" y="1263748"/>
              <a:ext cx="195505" cy="199536"/>
            </a:xfrm>
            <a:custGeom>
              <a:rect b="b" l="l" r="r" t="t"/>
              <a:pathLst>
                <a:path extrusionOk="0" fill="none" h="3168" w="3104">
                  <a:moveTo>
                    <a:pt x="3103" y="0"/>
                  </a:moveTo>
                  <a:lnTo>
                    <a:pt x="1" y="316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54"/>
            <p:cNvSpPr/>
            <p:nvPr/>
          </p:nvSpPr>
          <p:spPr>
            <a:xfrm>
              <a:off x="5457040" y="1463219"/>
              <a:ext cx="195505" cy="207788"/>
            </a:xfrm>
            <a:custGeom>
              <a:rect b="b" l="l" r="r" t="t"/>
              <a:pathLst>
                <a:path extrusionOk="0" fill="none" h="3299" w="3104">
                  <a:moveTo>
                    <a:pt x="1" y="1"/>
                  </a:moveTo>
                  <a:lnTo>
                    <a:pt x="3103" y="329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54"/>
            <p:cNvSpPr/>
            <p:nvPr/>
          </p:nvSpPr>
          <p:spPr>
            <a:xfrm>
              <a:off x="5457040" y="1253859"/>
              <a:ext cx="390066" cy="417150"/>
            </a:xfrm>
            <a:custGeom>
              <a:rect b="b" l="l" r="r" t="t"/>
              <a:pathLst>
                <a:path extrusionOk="0" fill="none" h="6623" w="6193">
                  <a:moveTo>
                    <a:pt x="1" y="1"/>
                  </a:moveTo>
                  <a:lnTo>
                    <a:pt x="6193" y="1"/>
                  </a:lnTo>
                  <a:lnTo>
                    <a:pt x="6193" y="6623"/>
                  </a:lnTo>
                  <a:lnTo>
                    <a:pt x="1" y="6623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54"/>
            <p:cNvSpPr/>
            <p:nvPr/>
          </p:nvSpPr>
          <p:spPr>
            <a:xfrm>
              <a:off x="5077750" y="1670940"/>
              <a:ext cx="267686" cy="3300603"/>
            </a:xfrm>
            <a:custGeom>
              <a:rect b="b" l="l" r="r" t="t"/>
              <a:pathLst>
                <a:path extrusionOk="0" fill="none" h="52403" w="4250">
                  <a:moveTo>
                    <a:pt x="4250" y="52403"/>
                  </a:moveTo>
                  <a:lnTo>
                    <a:pt x="0" y="52403"/>
                  </a:lnTo>
                  <a:lnTo>
                    <a:pt x="0" y="1"/>
                  </a:lnTo>
                  <a:lnTo>
                    <a:pt x="4250" y="1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54"/>
            <p:cNvSpPr/>
            <p:nvPr/>
          </p:nvSpPr>
          <p:spPr>
            <a:xfrm>
              <a:off x="5083482" y="4253921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8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54"/>
            <p:cNvSpPr/>
            <p:nvPr/>
          </p:nvSpPr>
          <p:spPr>
            <a:xfrm>
              <a:off x="5077750" y="4253921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0"/>
                  </a:moveTo>
                  <a:lnTo>
                    <a:pt x="4211" y="561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54"/>
            <p:cNvSpPr/>
            <p:nvPr/>
          </p:nvSpPr>
          <p:spPr>
            <a:xfrm>
              <a:off x="5083482" y="46134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2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54"/>
            <p:cNvSpPr/>
            <p:nvPr/>
          </p:nvSpPr>
          <p:spPr>
            <a:xfrm>
              <a:off x="5077750" y="4613498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1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54"/>
            <p:cNvSpPr/>
            <p:nvPr/>
          </p:nvSpPr>
          <p:spPr>
            <a:xfrm>
              <a:off x="5083482" y="3884456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1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54"/>
            <p:cNvSpPr/>
            <p:nvPr/>
          </p:nvSpPr>
          <p:spPr>
            <a:xfrm>
              <a:off x="5077750" y="3884456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0"/>
                  </a:moveTo>
                  <a:lnTo>
                    <a:pt x="4211" y="563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54"/>
            <p:cNvSpPr/>
            <p:nvPr/>
          </p:nvSpPr>
          <p:spPr>
            <a:xfrm>
              <a:off x="5084301" y="3515810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1" y="5619"/>
                  </a:moveTo>
                  <a:lnTo>
                    <a:pt x="4133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54"/>
            <p:cNvSpPr/>
            <p:nvPr/>
          </p:nvSpPr>
          <p:spPr>
            <a:xfrm>
              <a:off x="5078569" y="3515810"/>
              <a:ext cx="266049" cy="353913"/>
            </a:xfrm>
            <a:custGeom>
              <a:rect b="b" l="l" r="r" t="t"/>
              <a:pathLst>
                <a:path extrusionOk="0" fill="none" h="5619" w="4224">
                  <a:moveTo>
                    <a:pt x="0" y="0"/>
                  </a:moveTo>
                  <a:lnTo>
                    <a:pt x="4224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54"/>
            <p:cNvSpPr/>
            <p:nvPr/>
          </p:nvSpPr>
          <p:spPr>
            <a:xfrm>
              <a:off x="5084301" y="3147163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1" y="5619"/>
                  </a:moveTo>
                  <a:lnTo>
                    <a:pt x="4133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54"/>
            <p:cNvSpPr/>
            <p:nvPr/>
          </p:nvSpPr>
          <p:spPr>
            <a:xfrm>
              <a:off x="5078569" y="3147163"/>
              <a:ext cx="266049" cy="353913"/>
            </a:xfrm>
            <a:custGeom>
              <a:rect b="b" l="l" r="r" t="t"/>
              <a:pathLst>
                <a:path extrusionOk="0" fill="none" h="5619" w="4224">
                  <a:moveTo>
                    <a:pt x="0" y="0"/>
                  </a:moveTo>
                  <a:lnTo>
                    <a:pt x="4224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54"/>
            <p:cNvSpPr/>
            <p:nvPr/>
          </p:nvSpPr>
          <p:spPr>
            <a:xfrm>
              <a:off x="5084301" y="27776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2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54"/>
            <p:cNvSpPr/>
            <p:nvPr/>
          </p:nvSpPr>
          <p:spPr>
            <a:xfrm>
              <a:off x="5078569" y="2777698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0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54"/>
            <p:cNvSpPr/>
            <p:nvPr/>
          </p:nvSpPr>
          <p:spPr>
            <a:xfrm>
              <a:off x="5084301" y="2409052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9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54"/>
            <p:cNvSpPr/>
            <p:nvPr/>
          </p:nvSpPr>
          <p:spPr>
            <a:xfrm>
              <a:off x="5078569" y="2409052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54"/>
            <p:cNvSpPr/>
            <p:nvPr/>
          </p:nvSpPr>
          <p:spPr>
            <a:xfrm>
              <a:off x="5085120" y="2040406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9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54"/>
            <p:cNvSpPr/>
            <p:nvPr/>
          </p:nvSpPr>
          <p:spPr>
            <a:xfrm>
              <a:off x="5079388" y="2040406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54"/>
            <p:cNvSpPr/>
            <p:nvPr/>
          </p:nvSpPr>
          <p:spPr>
            <a:xfrm>
              <a:off x="5085120" y="1670940"/>
              <a:ext cx="260317" cy="354795"/>
            </a:xfrm>
            <a:custGeom>
              <a:rect b="b" l="l" r="r" t="t"/>
              <a:pathLst>
                <a:path extrusionOk="0" fill="none" h="5633" w="4133">
                  <a:moveTo>
                    <a:pt x="1" y="5632"/>
                  </a:moveTo>
                  <a:lnTo>
                    <a:pt x="4133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54"/>
            <p:cNvSpPr/>
            <p:nvPr/>
          </p:nvSpPr>
          <p:spPr>
            <a:xfrm>
              <a:off x="5079388" y="1670940"/>
              <a:ext cx="266049" cy="354795"/>
            </a:xfrm>
            <a:custGeom>
              <a:rect b="b" l="l" r="r" t="t"/>
              <a:pathLst>
                <a:path extrusionOk="0" fill="none" h="5633" w="4224">
                  <a:moveTo>
                    <a:pt x="0" y="1"/>
                  </a:moveTo>
                  <a:lnTo>
                    <a:pt x="4224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54"/>
            <p:cNvSpPr/>
            <p:nvPr/>
          </p:nvSpPr>
          <p:spPr>
            <a:xfrm>
              <a:off x="5341275" y="1671759"/>
              <a:ext cx="268568" cy="3299784"/>
            </a:xfrm>
            <a:custGeom>
              <a:rect b="b" l="l" r="r" t="t"/>
              <a:pathLst>
                <a:path extrusionOk="0" fill="none" h="52390" w="4264">
                  <a:moveTo>
                    <a:pt x="4263" y="52390"/>
                  </a:moveTo>
                  <a:lnTo>
                    <a:pt x="1" y="52390"/>
                  </a:lnTo>
                  <a:lnTo>
                    <a:pt x="1" y="1"/>
                  </a:lnTo>
                  <a:lnTo>
                    <a:pt x="4263" y="1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54"/>
            <p:cNvSpPr/>
            <p:nvPr/>
          </p:nvSpPr>
          <p:spPr>
            <a:xfrm>
              <a:off x="5347070" y="4253921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0" y="5618"/>
                  </a:moveTo>
                  <a:lnTo>
                    <a:pt x="4132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54"/>
            <p:cNvSpPr/>
            <p:nvPr/>
          </p:nvSpPr>
          <p:spPr>
            <a:xfrm>
              <a:off x="5341275" y="4253921"/>
              <a:ext cx="266112" cy="353913"/>
            </a:xfrm>
            <a:custGeom>
              <a:rect b="b" l="l" r="r" t="t"/>
              <a:pathLst>
                <a:path extrusionOk="0" fill="none" h="5619" w="4225">
                  <a:moveTo>
                    <a:pt x="1" y="0"/>
                  </a:moveTo>
                  <a:lnTo>
                    <a:pt x="4224" y="561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54"/>
            <p:cNvSpPr/>
            <p:nvPr/>
          </p:nvSpPr>
          <p:spPr>
            <a:xfrm>
              <a:off x="5347070" y="4613498"/>
              <a:ext cx="260317" cy="354732"/>
            </a:xfrm>
            <a:custGeom>
              <a:rect b="b" l="l" r="r" t="t"/>
              <a:pathLst>
                <a:path extrusionOk="0" fill="none" h="5632" w="4133">
                  <a:moveTo>
                    <a:pt x="0" y="5632"/>
                  </a:moveTo>
                  <a:lnTo>
                    <a:pt x="4132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54"/>
            <p:cNvSpPr/>
            <p:nvPr/>
          </p:nvSpPr>
          <p:spPr>
            <a:xfrm>
              <a:off x="5341275" y="4613498"/>
              <a:ext cx="266112" cy="354732"/>
            </a:xfrm>
            <a:custGeom>
              <a:rect b="b" l="l" r="r" t="t"/>
              <a:pathLst>
                <a:path extrusionOk="0" fill="none" h="5632" w="4225">
                  <a:moveTo>
                    <a:pt x="1" y="1"/>
                  </a:moveTo>
                  <a:lnTo>
                    <a:pt x="4224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54"/>
            <p:cNvSpPr/>
            <p:nvPr/>
          </p:nvSpPr>
          <p:spPr>
            <a:xfrm>
              <a:off x="5347070" y="3884456"/>
              <a:ext cx="260317" cy="354732"/>
            </a:xfrm>
            <a:custGeom>
              <a:rect b="b" l="l" r="r" t="t"/>
              <a:pathLst>
                <a:path extrusionOk="0" fill="none" h="5632" w="4133">
                  <a:moveTo>
                    <a:pt x="0" y="5631"/>
                  </a:moveTo>
                  <a:lnTo>
                    <a:pt x="4132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54"/>
            <p:cNvSpPr/>
            <p:nvPr/>
          </p:nvSpPr>
          <p:spPr>
            <a:xfrm>
              <a:off x="5341275" y="3884456"/>
              <a:ext cx="266112" cy="354732"/>
            </a:xfrm>
            <a:custGeom>
              <a:rect b="b" l="l" r="r" t="t"/>
              <a:pathLst>
                <a:path extrusionOk="0" fill="none" h="5632" w="4225">
                  <a:moveTo>
                    <a:pt x="1" y="0"/>
                  </a:moveTo>
                  <a:lnTo>
                    <a:pt x="4224" y="563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54"/>
            <p:cNvSpPr/>
            <p:nvPr/>
          </p:nvSpPr>
          <p:spPr>
            <a:xfrm>
              <a:off x="5348708" y="3515810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54"/>
            <p:cNvSpPr/>
            <p:nvPr/>
          </p:nvSpPr>
          <p:spPr>
            <a:xfrm>
              <a:off x="5342913" y="3515810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0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54"/>
            <p:cNvSpPr/>
            <p:nvPr/>
          </p:nvSpPr>
          <p:spPr>
            <a:xfrm>
              <a:off x="5348708" y="3147163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54"/>
            <p:cNvSpPr/>
            <p:nvPr/>
          </p:nvSpPr>
          <p:spPr>
            <a:xfrm>
              <a:off x="5342913" y="3147163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0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54"/>
            <p:cNvSpPr/>
            <p:nvPr/>
          </p:nvSpPr>
          <p:spPr>
            <a:xfrm>
              <a:off x="5347889" y="27776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0" y="5632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54"/>
            <p:cNvSpPr/>
            <p:nvPr/>
          </p:nvSpPr>
          <p:spPr>
            <a:xfrm>
              <a:off x="5342094" y="2777698"/>
              <a:ext cx="265293" cy="354732"/>
            </a:xfrm>
            <a:custGeom>
              <a:rect b="b" l="l" r="r" t="t"/>
              <a:pathLst>
                <a:path extrusionOk="0" fill="none" h="5632" w="4212">
                  <a:moveTo>
                    <a:pt x="1" y="0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54"/>
            <p:cNvSpPr/>
            <p:nvPr/>
          </p:nvSpPr>
          <p:spPr>
            <a:xfrm>
              <a:off x="5347889" y="2409052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54"/>
            <p:cNvSpPr/>
            <p:nvPr/>
          </p:nvSpPr>
          <p:spPr>
            <a:xfrm>
              <a:off x="5342094" y="2409052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54"/>
            <p:cNvSpPr/>
            <p:nvPr/>
          </p:nvSpPr>
          <p:spPr>
            <a:xfrm>
              <a:off x="5349526" y="2040406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54"/>
            <p:cNvSpPr/>
            <p:nvPr/>
          </p:nvSpPr>
          <p:spPr>
            <a:xfrm>
              <a:off x="5343732" y="2040406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54"/>
            <p:cNvSpPr/>
            <p:nvPr/>
          </p:nvSpPr>
          <p:spPr>
            <a:xfrm>
              <a:off x="5349526" y="1670940"/>
              <a:ext cx="259498" cy="354795"/>
            </a:xfrm>
            <a:custGeom>
              <a:rect b="b" l="l" r="r" t="t"/>
              <a:pathLst>
                <a:path extrusionOk="0" fill="none" h="5633" w="4120">
                  <a:moveTo>
                    <a:pt x="0" y="5632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54"/>
            <p:cNvSpPr/>
            <p:nvPr/>
          </p:nvSpPr>
          <p:spPr>
            <a:xfrm>
              <a:off x="5343732" y="1670940"/>
              <a:ext cx="265293" cy="354795"/>
            </a:xfrm>
            <a:custGeom>
              <a:rect b="b" l="l" r="r" t="t"/>
              <a:pathLst>
                <a:path extrusionOk="0" fill="none" h="5633" w="4212">
                  <a:moveTo>
                    <a:pt x="1" y="1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54"/>
            <p:cNvSpPr/>
            <p:nvPr/>
          </p:nvSpPr>
          <p:spPr>
            <a:xfrm>
              <a:off x="5560523" y="880300"/>
              <a:ext cx="882" cy="215157"/>
            </a:xfrm>
            <a:custGeom>
              <a:rect b="b" l="l" r="r" t="t"/>
              <a:pathLst>
                <a:path extrusionOk="0" fill="none" h="3416" w="14">
                  <a:moveTo>
                    <a:pt x="0" y="3416"/>
                  </a:moveTo>
                  <a:lnTo>
                    <a:pt x="13" y="1"/>
                  </a:ln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54"/>
            <p:cNvSpPr/>
            <p:nvPr/>
          </p:nvSpPr>
          <p:spPr>
            <a:xfrm>
              <a:off x="3184451" y="881938"/>
              <a:ext cx="2373716" cy="370352"/>
            </a:xfrm>
            <a:custGeom>
              <a:rect b="b" l="l" r="r" t="t"/>
              <a:pathLst>
                <a:path extrusionOk="0" fill="none" h="5880" w="37687">
                  <a:moveTo>
                    <a:pt x="37686" y="1"/>
                  </a:moveTo>
                  <a:lnTo>
                    <a:pt x="1" y="5880"/>
                  </a:lnTo>
                </a:path>
              </a:pathLst>
            </a:custGeom>
            <a:solidFill>
              <a:schemeClr val="accent5"/>
            </a:solidFill>
            <a:ln cap="flat" cmpd="sng" w="422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54"/>
            <p:cNvSpPr/>
            <p:nvPr/>
          </p:nvSpPr>
          <p:spPr>
            <a:xfrm>
              <a:off x="5181170" y="880300"/>
              <a:ext cx="380240" cy="215157"/>
            </a:xfrm>
            <a:custGeom>
              <a:rect b="b" l="l" r="r" t="t"/>
              <a:pathLst>
                <a:path extrusionOk="0" fill="none" h="3416" w="6037">
                  <a:moveTo>
                    <a:pt x="1" y="3416"/>
                  </a:moveTo>
                  <a:lnTo>
                    <a:pt x="6036" y="1"/>
                  </a:ln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54"/>
            <p:cNvSpPr/>
            <p:nvPr/>
          </p:nvSpPr>
          <p:spPr>
            <a:xfrm>
              <a:off x="5092552" y="1078196"/>
              <a:ext cx="550930" cy="78038"/>
            </a:xfrm>
            <a:custGeom>
              <a:rect b="b" l="l" r="r" t="t"/>
              <a:pathLst>
                <a:path extrusionOk="0" h="1239" w="8747">
                  <a:moveTo>
                    <a:pt x="0" y="0"/>
                  </a:moveTo>
                  <a:lnTo>
                    <a:pt x="0" y="1239"/>
                  </a:lnTo>
                  <a:lnTo>
                    <a:pt x="8747" y="1239"/>
                  </a:lnTo>
                  <a:lnTo>
                    <a:pt x="8747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54"/>
            <p:cNvSpPr/>
            <p:nvPr/>
          </p:nvSpPr>
          <p:spPr>
            <a:xfrm>
              <a:off x="4902025" y="1156171"/>
              <a:ext cx="811247" cy="78038"/>
            </a:xfrm>
            <a:custGeom>
              <a:rect b="b" l="l" r="r" t="t"/>
              <a:pathLst>
                <a:path extrusionOk="0" h="1239" w="12880">
                  <a:moveTo>
                    <a:pt x="1" y="1"/>
                  </a:moveTo>
                  <a:lnTo>
                    <a:pt x="1" y="1239"/>
                  </a:lnTo>
                  <a:lnTo>
                    <a:pt x="12880" y="1239"/>
                  </a:lnTo>
                  <a:lnTo>
                    <a:pt x="12880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54"/>
            <p:cNvSpPr/>
            <p:nvPr/>
          </p:nvSpPr>
          <p:spPr>
            <a:xfrm>
              <a:off x="2893024" y="1827771"/>
              <a:ext cx="316122" cy="110917"/>
            </a:xfrm>
            <a:custGeom>
              <a:rect b="b" l="l" r="r" t="t"/>
              <a:pathLst>
                <a:path extrusionOk="0" h="1761" w="5019">
                  <a:moveTo>
                    <a:pt x="0" y="1"/>
                  </a:moveTo>
                  <a:lnTo>
                    <a:pt x="0" y="1760"/>
                  </a:lnTo>
                  <a:lnTo>
                    <a:pt x="5019" y="1760"/>
                  </a:lnTo>
                  <a:lnTo>
                    <a:pt x="5019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54"/>
            <p:cNvSpPr/>
            <p:nvPr/>
          </p:nvSpPr>
          <p:spPr>
            <a:xfrm>
              <a:off x="2836339" y="1690654"/>
              <a:ext cx="405686" cy="137181"/>
            </a:xfrm>
            <a:custGeom>
              <a:rect b="b" l="l" r="r" t="t"/>
              <a:pathLst>
                <a:path extrusionOk="0" h="2178" w="6441">
                  <a:moveTo>
                    <a:pt x="1" y="1"/>
                  </a:moveTo>
                  <a:lnTo>
                    <a:pt x="1" y="2178"/>
                  </a:lnTo>
                  <a:lnTo>
                    <a:pt x="6440" y="2178"/>
                  </a:lnTo>
                  <a:lnTo>
                    <a:pt x="6440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54"/>
            <p:cNvSpPr/>
            <p:nvPr/>
          </p:nvSpPr>
          <p:spPr>
            <a:xfrm>
              <a:off x="2619611" y="2112648"/>
              <a:ext cx="838330" cy="81377"/>
            </a:xfrm>
            <a:custGeom>
              <a:rect b="b" l="l" r="r" t="t"/>
              <a:pathLst>
                <a:path extrusionOk="0" fill="none" h="1292" w="13310">
                  <a:moveTo>
                    <a:pt x="13309" y="1291"/>
                  </a:moveTo>
                  <a:lnTo>
                    <a:pt x="6766" y="1"/>
                  </a:lnTo>
                  <a:lnTo>
                    <a:pt x="0" y="1239"/>
                  </a:lnTo>
                </a:path>
              </a:pathLst>
            </a:custGeom>
            <a:solidFill>
              <a:schemeClr val="accent5"/>
            </a:solidFill>
            <a:ln cap="flat" cmpd="sng" w="422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54"/>
            <p:cNvSpPr/>
            <p:nvPr/>
          </p:nvSpPr>
          <p:spPr>
            <a:xfrm>
              <a:off x="3000538" y="1895101"/>
              <a:ext cx="108460" cy="241422"/>
            </a:xfrm>
            <a:custGeom>
              <a:rect b="b" l="l" r="r" t="t"/>
              <a:pathLst>
                <a:path extrusionOk="0" fill="none" h="3833" w="1722">
                  <a:moveTo>
                    <a:pt x="731" y="0"/>
                  </a:moveTo>
                  <a:lnTo>
                    <a:pt x="731" y="1982"/>
                  </a:lnTo>
                  <a:cubicBezTo>
                    <a:pt x="731" y="1982"/>
                    <a:pt x="1721" y="2334"/>
                    <a:pt x="1343" y="3220"/>
                  </a:cubicBezTo>
                  <a:cubicBezTo>
                    <a:pt x="1083" y="3833"/>
                    <a:pt x="340" y="3781"/>
                    <a:pt x="1" y="3429"/>
                  </a:cubicBez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54"/>
            <p:cNvSpPr/>
            <p:nvPr/>
          </p:nvSpPr>
          <p:spPr>
            <a:xfrm>
              <a:off x="2471787" y="2184072"/>
              <a:ext cx="1147902" cy="19777"/>
            </a:xfrm>
            <a:custGeom>
              <a:rect b="b" l="l" r="r" t="t"/>
              <a:pathLst>
                <a:path extrusionOk="0" h="314" w="18225">
                  <a:moveTo>
                    <a:pt x="1" y="1"/>
                  </a:moveTo>
                  <a:lnTo>
                    <a:pt x="1" y="314"/>
                  </a:lnTo>
                  <a:lnTo>
                    <a:pt x="18224" y="314"/>
                  </a:lnTo>
                  <a:lnTo>
                    <a:pt x="18224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54"/>
            <p:cNvSpPr/>
            <p:nvPr/>
          </p:nvSpPr>
          <p:spPr>
            <a:xfrm>
              <a:off x="2471787" y="2294925"/>
              <a:ext cx="1147902" cy="19777"/>
            </a:xfrm>
            <a:custGeom>
              <a:rect b="b" l="l" r="r" t="t"/>
              <a:pathLst>
                <a:path extrusionOk="0" h="314" w="18225">
                  <a:moveTo>
                    <a:pt x="1" y="1"/>
                  </a:moveTo>
                  <a:lnTo>
                    <a:pt x="1" y="314"/>
                  </a:lnTo>
                  <a:lnTo>
                    <a:pt x="18224" y="314"/>
                  </a:lnTo>
                  <a:lnTo>
                    <a:pt x="18224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54"/>
            <p:cNvSpPr/>
            <p:nvPr/>
          </p:nvSpPr>
          <p:spPr>
            <a:xfrm>
              <a:off x="2504665" y="2203786"/>
              <a:ext cx="1081389" cy="91202"/>
            </a:xfrm>
            <a:custGeom>
              <a:rect b="b" l="l" r="r" t="t"/>
              <a:pathLst>
                <a:path extrusionOk="0" h="1448" w="17169">
                  <a:moveTo>
                    <a:pt x="0" y="1"/>
                  </a:moveTo>
                  <a:lnTo>
                    <a:pt x="0" y="1448"/>
                  </a:lnTo>
                  <a:lnTo>
                    <a:pt x="17168" y="1448"/>
                  </a:lnTo>
                  <a:lnTo>
                    <a:pt x="17168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54"/>
            <p:cNvSpPr/>
            <p:nvPr/>
          </p:nvSpPr>
          <p:spPr>
            <a:xfrm>
              <a:off x="2338828" y="2314639"/>
              <a:ext cx="1417162" cy="19777"/>
            </a:xfrm>
            <a:custGeom>
              <a:rect b="b" l="l" r="r" t="t"/>
              <a:pathLst>
                <a:path extrusionOk="0" h="314" w="22500">
                  <a:moveTo>
                    <a:pt x="0" y="1"/>
                  </a:moveTo>
                  <a:lnTo>
                    <a:pt x="0" y="313"/>
                  </a:lnTo>
                  <a:lnTo>
                    <a:pt x="22499" y="313"/>
                  </a:lnTo>
                  <a:lnTo>
                    <a:pt x="22499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54"/>
            <p:cNvSpPr/>
            <p:nvPr/>
          </p:nvSpPr>
          <p:spPr>
            <a:xfrm>
              <a:off x="2338828" y="2425491"/>
              <a:ext cx="1417162" cy="19777"/>
            </a:xfrm>
            <a:custGeom>
              <a:rect b="b" l="l" r="r" t="t"/>
              <a:pathLst>
                <a:path extrusionOk="0" h="314" w="22500">
                  <a:moveTo>
                    <a:pt x="0" y="0"/>
                  </a:moveTo>
                  <a:lnTo>
                    <a:pt x="0" y="313"/>
                  </a:lnTo>
                  <a:lnTo>
                    <a:pt x="22499" y="313"/>
                  </a:lnTo>
                  <a:lnTo>
                    <a:pt x="22499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54"/>
            <p:cNvSpPr/>
            <p:nvPr/>
          </p:nvSpPr>
          <p:spPr>
            <a:xfrm>
              <a:off x="2379831" y="2334353"/>
              <a:ext cx="1335093" cy="91202"/>
            </a:xfrm>
            <a:custGeom>
              <a:rect b="b" l="l" r="r" t="t"/>
              <a:pathLst>
                <a:path extrusionOk="0" h="1448" w="21197">
                  <a:moveTo>
                    <a:pt x="1" y="0"/>
                  </a:moveTo>
                  <a:lnTo>
                    <a:pt x="1" y="1447"/>
                  </a:lnTo>
                  <a:lnTo>
                    <a:pt x="21197" y="1447"/>
                  </a:lnTo>
                  <a:lnTo>
                    <a:pt x="21197" y="0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7" name="Google Shape;1437;p54"/>
          <p:cNvGrpSpPr/>
          <p:nvPr/>
        </p:nvGrpSpPr>
        <p:grpSpPr>
          <a:xfrm flipH="1">
            <a:off x="6675" y="3711777"/>
            <a:ext cx="9518700" cy="1164000"/>
            <a:chOff x="-374325" y="3711777"/>
            <a:chExt cx="9518700" cy="1164000"/>
          </a:xfrm>
        </p:grpSpPr>
        <p:sp>
          <p:nvSpPr>
            <p:cNvPr id="1438" name="Google Shape;1438;p54"/>
            <p:cNvSpPr/>
            <p:nvPr/>
          </p:nvSpPr>
          <p:spPr>
            <a:xfrm>
              <a:off x="38099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54"/>
            <p:cNvSpPr/>
            <p:nvPr/>
          </p:nvSpPr>
          <p:spPr>
            <a:xfrm>
              <a:off x="45719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54"/>
            <p:cNvSpPr/>
            <p:nvPr/>
          </p:nvSpPr>
          <p:spPr>
            <a:xfrm>
              <a:off x="2292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54"/>
            <p:cNvSpPr/>
            <p:nvPr/>
          </p:nvSpPr>
          <p:spPr>
            <a:xfrm>
              <a:off x="3054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54"/>
            <p:cNvSpPr/>
            <p:nvPr/>
          </p:nvSpPr>
          <p:spPr>
            <a:xfrm>
              <a:off x="1876050" y="4293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54"/>
            <p:cNvSpPr/>
            <p:nvPr/>
          </p:nvSpPr>
          <p:spPr>
            <a:xfrm>
              <a:off x="5330813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54"/>
            <p:cNvSpPr/>
            <p:nvPr/>
          </p:nvSpPr>
          <p:spPr>
            <a:xfrm>
              <a:off x="60892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54"/>
            <p:cNvSpPr/>
            <p:nvPr/>
          </p:nvSpPr>
          <p:spPr>
            <a:xfrm>
              <a:off x="6851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54"/>
            <p:cNvSpPr/>
            <p:nvPr/>
          </p:nvSpPr>
          <p:spPr>
            <a:xfrm>
              <a:off x="7613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54"/>
            <p:cNvSpPr/>
            <p:nvPr/>
          </p:nvSpPr>
          <p:spPr>
            <a:xfrm>
              <a:off x="83823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54"/>
            <p:cNvSpPr/>
            <p:nvPr/>
          </p:nvSpPr>
          <p:spPr>
            <a:xfrm>
              <a:off x="1530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54"/>
            <p:cNvSpPr/>
            <p:nvPr/>
          </p:nvSpPr>
          <p:spPr>
            <a:xfrm>
              <a:off x="6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54"/>
            <p:cNvSpPr/>
            <p:nvPr/>
          </p:nvSpPr>
          <p:spPr>
            <a:xfrm>
              <a:off x="768675" y="4584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54"/>
            <p:cNvSpPr/>
            <p:nvPr/>
          </p:nvSpPr>
          <p:spPr>
            <a:xfrm>
              <a:off x="383150" y="4293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54"/>
            <p:cNvSpPr/>
            <p:nvPr/>
          </p:nvSpPr>
          <p:spPr>
            <a:xfrm>
              <a:off x="1114050" y="4293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54"/>
            <p:cNvSpPr/>
            <p:nvPr/>
          </p:nvSpPr>
          <p:spPr>
            <a:xfrm>
              <a:off x="-374325" y="4293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54"/>
            <p:cNvSpPr/>
            <p:nvPr/>
          </p:nvSpPr>
          <p:spPr>
            <a:xfrm>
              <a:off x="6675" y="4002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54"/>
            <p:cNvSpPr/>
            <p:nvPr/>
          </p:nvSpPr>
          <p:spPr>
            <a:xfrm>
              <a:off x="-374325" y="371177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6" name="Google Shape;1456;p54"/>
          <p:cNvSpPr/>
          <p:nvPr/>
        </p:nvSpPr>
        <p:spPr>
          <a:xfrm flipH="1">
            <a:off x="6191705" y="4161400"/>
            <a:ext cx="2952300" cy="7143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54"/>
          <p:cNvSpPr/>
          <p:nvPr/>
        </p:nvSpPr>
        <p:spPr>
          <a:xfrm flipH="1">
            <a:off x="7050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54"/>
          <p:cNvSpPr/>
          <p:nvPr/>
        </p:nvSpPr>
        <p:spPr>
          <a:xfrm>
            <a:off x="3154133" y="4879926"/>
            <a:ext cx="1486397" cy="26369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54"/>
          <p:cNvSpPr/>
          <p:nvPr/>
        </p:nvSpPr>
        <p:spPr>
          <a:xfrm>
            <a:off x="7039" y="4721557"/>
            <a:ext cx="653285" cy="235097"/>
          </a:xfrm>
          <a:custGeom>
            <a:rect b="b" l="l" r="r" t="t"/>
            <a:pathLst>
              <a:path extrusionOk="0" h="3187" w="8856">
                <a:moveTo>
                  <a:pt x="4158" y="1"/>
                </a:moveTo>
                <a:cubicBezTo>
                  <a:pt x="2578" y="1"/>
                  <a:pt x="1059" y="686"/>
                  <a:pt x="0" y="1896"/>
                </a:cubicBezTo>
                <a:lnTo>
                  <a:pt x="0" y="3186"/>
                </a:lnTo>
                <a:lnTo>
                  <a:pt x="8855" y="3186"/>
                </a:lnTo>
                <a:cubicBezTo>
                  <a:pt x="8140" y="1530"/>
                  <a:pt x="6659" y="362"/>
                  <a:pt x="4881" y="49"/>
                </a:cubicBezTo>
                <a:cubicBezTo>
                  <a:pt x="4639" y="16"/>
                  <a:pt x="4398" y="1"/>
                  <a:pt x="41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54"/>
          <p:cNvSpPr/>
          <p:nvPr/>
        </p:nvSpPr>
        <p:spPr>
          <a:xfrm>
            <a:off x="7916466" y="4393853"/>
            <a:ext cx="1234593" cy="572699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54"/>
          <p:cNvSpPr/>
          <p:nvPr/>
        </p:nvSpPr>
        <p:spPr>
          <a:xfrm flipH="1">
            <a:off x="7272403" y="451239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54"/>
          <p:cNvSpPr/>
          <p:nvPr/>
        </p:nvSpPr>
        <p:spPr>
          <a:xfrm flipH="1">
            <a:off x="2216412" y="30956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55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465" name="Google Shape;1465;p55"/>
          <p:cNvSpPr txBox="1"/>
          <p:nvPr>
            <p:ph idx="2" type="title"/>
          </p:nvPr>
        </p:nvSpPr>
        <p:spPr>
          <a:xfrm>
            <a:off x="713225" y="2184022"/>
            <a:ext cx="2428200" cy="4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466" name="Google Shape;1466;p55"/>
          <p:cNvSpPr txBox="1"/>
          <p:nvPr>
            <p:ph idx="1" type="subTitle"/>
          </p:nvPr>
        </p:nvSpPr>
        <p:spPr>
          <a:xfrm>
            <a:off x="713225" y="2496304"/>
            <a:ext cx="24282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7" name="Google Shape;1467;p55"/>
          <p:cNvSpPr txBox="1"/>
          <p:nvPr>
            <p:ph idx="3" type="title"/>
          </p:nvPr>
        </p:nvSpPr>
        <p:spPr>
          <a:xfrm>
            <a:off x="3357900" y="2184022"/>
            <a:ext cx="2428200" cy="4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468" name="Google Shape;1468;p55"/>
          <p:cNvSpPr txBox="1"/>
          <p:nvPr>
            <p:ph idx="4" type="subTitle"/>
          </p:nvPr>
        </p:nvSpPr>
        <p:spPr>
          <a:xfrm>
            <a:off x="3357900" y="2496304"/>
            <a:ext cx="24282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9" name="Google Shape;1469;p55"/>
          <p:cNvSpPr txBox="1"/>
          <p:nvPr>
            <p:ph idx="5" type="title"/>
          </p:nvPr>
        </p:nvSpPr>
        <p:spPr>
          <a:xfrm>
            <a:off x="6002575" y="2184022"/>
            <a:ext cx="2428200" cy="4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470" name="Google Shape;1470;p55"/>
          <p:cNvSpPr txBox="1"/>
          <p:nvPr>
            <p:ph idx="6" type="subTitle"/>
          </p:nvPr>
        </p:nvSpPr>
        <p:spPr>
          <a:xfrm>
            <a:off x="6002575" y="2496304"/>
            <a:ext cx="24282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1" name="Google Shape;1471;p55"/>
          <p:cNvGrpSpPr/>
          <p:nvPr/>
        </p:nvGrpSpPr>
        <p:grpSpPr>
          <a:xfrm flipH="1">
            <a:off x="-53722" y="939791"/>
            <a:ext cx="4045976" cy="3889979"/>
            <a:chOff x="3074425" y="836100"/>
            <a:chExt cx="1863732" cy="1981650"/>
          </a:xfrm>
        </p:grpSpPr>
        <p:sp>
          <p:nvSpPr>
            <p:cNvPr id="1472" name="Google Shape;1472;p55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55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55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55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55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55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55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55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0" name="Google Shape;1480;p55"/>
          <p:cNvGrpSpPr/>
          <p:nvPr/>
        </p:nvGrpSpPr>
        <p:grpSpPr>
          <a:xfrm flipH="1">
            <a:off x="7127875" y="539493"/>
            <a:ext cx="2014112" cy="4385159"/>
            <a:chOff x="1622025" y="238125"/>
            <a:chExt cx="746825" cy="1626000"/>
          </a:xfrm>
        </p:grpSpPr>
        <p:sp>
          <p:nvSpPr>
            <p:cNvPr id="1481" name="Google Shape;1481;p55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55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55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55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55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6" name="Google Shape;1486;p55"/>
          <p:cNvGrpSpPr/>
          <p:nvPr/>
        </p:nvGrpSpPr>
        <p:grpSpPr>
          <a:xfrm>
            <a:off x="-379586" y="3417837"/>
            <a:ext cx="9870375" cy="1455000"/>
            <a:chOff x="-381000" y="2758675"/>
            <a:chExt cx="9870375" cy="1455000"/>
          </a:xfrm>
        </p:grpSpPr>
        <p:sp>
          <p:nvSpPr>
            <p:cNvPr id="1487" name="Google Shape;1487;p55"/>
            <p:cNvSpPr/>
            <p:nvPr/>
          </p:nvSpPr>
          <p:spPr>
            <a:xfrm>
              <a:off x="152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55"/>
            <p:cNvSpPr/>
            <p:nvPr/>
          </p:nvSpPr>
          <p:spPr>
            <a:xfrm>
              <a:off x="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55"/>
            <p:cNvSpPr/>
            <p:nvPr/>
          </p:nvSpPr>
          <p:spPr>
            <a:xfrm>
              <a:off x="76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55"/>
            <p:cNvSpPr/>
            <p:nvPr/>
          </p:nvSpPr>
          <p:spPr>
            <a:xfrm>
              <a:off x="381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55"/>
            <p:cNvSpPr/>
            <p:nvPr/>
          </p:nvSpPr>
          <p:spPr>
            <a:xfrm>
              <a:off x="228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55"/>
            <p:cNvSpPr/>
            <p:nvPr/>
          </p:nvSpPr>
          <p:spPr>
            <a:xfrm>
              <a:off x="304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55"/>
            <p:cNvSpPr/>
            <p:nvPr/>
          </p:nvSpPr>
          <p:spPr>
            <a:xfrm>
              <a:off x="609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55"/>
            <p:cNvSpPr/>
            <p:nvPr/>
          </p:nvSpPr>
          <p:spPr>
            <a:xfrm>
              <a:off x="457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55"/>
            <p:cNvSpPr/>
            <p:nvPr/>
          </p:nvSpPr>
          <p:spPr>
            <a:xfrm>
              <a:off x="533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55"/>
            <p:cNvSpPr/>
            <p:nvPr/>
          </p:nvSpPr>
          <p:spPr>
            <a:xfrm>
              <a:off x="762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55"/>
            <p:cNvSpPr/>
            <p:nvPr/>
          </p:nvSpPr>
          <p:spPr>
            <a:xfrm>
              <a:off x="685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55"/>
            <p:cNvSpPr/>
            <p:nvPr/>
          </p:nvSpPr>
          <p:spPr>
            <a:xfrm>
              <a:off x="838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55"/>
            <p:cNvSpPr/>
            <p:nvPr/>
          </p:nvSpPr>
          <p:spPr>
            <a:xfrm>
              <a:off x="186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55"/>
            <p:cNvSpPr/>
            <p:nvPr/>
          </p:nvSpPr>
          <p:spPr>
            <a:xfrm>
              <a:off x="3764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55"/>
            <p:cNvSpPr/>
            <p:nvPr/>
          </p:nvSpPr>
          <p:spPr>
            <a:xfrm>
              <a:off x="110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55"/>
            <p:cNvSpPr/>
            <p:nvPr/>
          </p:nvSpPr>
          <p:spPr>
            <a:xfrm>
              <a:off x="415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55"/>
            <p:cNvSpPr/>
            <p:nvPr/>
          </p:nvSpPr>
          <p:spPr>
            <a:xfrm>
              <a:off x="263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55"/>
            <p:cNvSpPr/>
            <p:nvPr/>
          </p:nvSpPr>
          <p:spPr>
            <a:xfrm>
              <a:off x="339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55"/>
            <p:cNvSpPr/>
            <p:nvPr/>
          </p:nvSpPr>
          <p:spPr>
            <a:xfrm>
              <a:off x="644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55"/>
            <p:cNvSpPr/>
            <p:nvPr/>
          </p:nvSpPr>
          <p:spPr>
            <a:xfrm>
              <a:off x="491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55"/>
            <p:cNvSpPr/>
            <p:nvPr/>
          </p:nvSpPr>
          <p:spPr>
            <a:xfrm>
              <a:off x="567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55"/>
            <p:cNvSpPr/>
            <p:nvPr/>
          </p:nvSpPr>
          <p:spPr>
            <a:xfrm>
              <a:off x="796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55"/>
            <p:cNvSpPr/>
            <p:nvPr/>
          </p:nvSpPr>
          <p:spPr>
            <a:xfrm>
              <a:off x="720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55"/>
            <p:cNvSpPr/>
            <p:nvPr/>
          </p:nvSpPr>
          <p:spPr>
            <a:xfrm>
              <a:off x="872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55"/>
            <p:cNvSpPr/>
            <p:nvPr/>
          </p:nvSpPr>
          <p:spPr>
            <a:xfrm>
              <a:off x="-381000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55"/>
            <p:cNvSpPr/>
            <p:nvPr/>
          </p:nvSpPr>
          <p:spPr>
            <a:xfrm>
              <a:off x="1524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55"/>
            <p:cNvSpPr/>
            <p:nvPr/>
          </p:nvSpPr>
          <p:spPr>
            <a:xfrm>
              <a:off x="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55"/>
            <p:cNvSpPr/>
            <p:nvPr/>
          </p:nvSpPr>
          <p:spPr>
            <a:xfrm>
              <a:off x="76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55"/>
            <p:cNvSpPr/>
            <p:nvPr/>
          </p:nvSpPr>
          <p:spPr>
            <a:xfrm>
              <a:off x="762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55"/>
            <p:cNvSpPr/>
            <p:nvPr/>
          </p:nvSpPr>
          <p:spPr>
            <a:xfrm>
              <a:off x="6858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55"/>
            <p:cNvSpPr/>
            <p:nvPr/>
          </p:nvSpPr>
          <p:spPr>
            <a:xfrm>
              <a:off x="838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55"/>
            <p:cNvSpPr/>
            <p:nvPr/>
          </p:nvSpPr>
          <p:spPr>
            <a:xfrm>
              <a:off x="3764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55"/>
            <p:cNvSpPr/>
            <p:nvPr/>
          </p:nvSpPr>
          <p:spPr>
            <a:xfrm>
              <a:off x="7965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55"/>
            <p:cNvSpPr/>
            <p:nvPr/>
          </p:nvSpPr>
          <p:spPr>
            <a:xfrm>
              <a:off x="7203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55"/>
            <p:cNvSpPr/>
            <p:nvPr/>
          </p:nvSpPr>
          <p:spPr>
            <a:xfrm>
              <a:off x="872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55"/>
            <p:cNvSpPr/>
            <p:nvPr/>
          </p:nvSpPr>
          <p:spPr>
            <a:xfrm>
              <a:off x="-381000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55"/>
            <p:cNvSpPr/>
            <p:nvPr/>
          </p:nvSpPr>
          <p:spPr>
            <a:xfrm>
              <a:off x="7620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55"/>
            <p:cNvSpPr/>
            <p:nvPr/>
          </p:nvSpPr>
          <p:spPr>
            <a:xfrm>
              <a:off x="8382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5" name="Google Shape;1525;p55"/>
          <p:cNvSpPr/>
          <p:nvPr/>
        </p:nvSpPr>
        <p:spPr>
          <a:xfrm flipH="1">
            <a:off x="5520650" y="3705650"/>
            <a:ext cx="3621300" cy="11742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55"/>
          <p:cNvSpPr/>
          <p:nvPr/>
        </p:nvSpPr>
        <p:spPr>
          <a:xfrm>
            <a:off x="8116830" y="4387869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55"/>
          <p:cNvSpPr/>
          <p:nvPr/>
        </p:nvSpPr>
        <p:spPr>
          <a:xfrm flipH="1">
            <a:off x="-2059" y="4878773"/>
            <a:ext cx="9144000" cy="27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55"/>
          <p:cNvSpPr/>
          <p:nvPr/>
        </p:nvSpPr>
        <p:spPr>
          <a:xfrm>
            <a:off x="3560816" y="4815925"/>
            <a:ext cx="1367043" cy="24255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55"/>
          <p:cNvSpPr/>
          <p:nvPr/>
        </p:nvSpPr>
        <p:spPr>
          <a:xfrm flipH="1">
            <a:off x="6514188" y="184646"/>
            <a:ext cx="1727311" cy="244475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55"/>
          <p:cNvSpPr/>
          <p:nvPr/>
        </p:nvSpPr>
        <p:spPr>
          <a:xfrm flipH="1">
            <a:off x="-227975" y="1112198"/>
            <a:ext cx="1248280" cy="176527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1" name="Google Shape;1531;p55"/>
          <p:cNvGrpSpPr/>
          <p:nvPr/>
        </p:nvGrpSpPr>
        <p:grpSpPr>
          <a:xfrm flipH="1">
            <a:off x="-317998" y="4139976"/>
            <a:ext cx="2428188" cy="928035"/>
            <a:chOff x="4525475" y="1014550"/>
            <a:chExt cx="279375" cy="106775"/>
          </a:xfrm>
        </p:grpSpPr>
        <p:sp>
          <p:nvSpPr>
            <p:cNvPr id="1532" name="Google Shape;1532;p55"/>
            <p:cNvSpPr/>
            <p:nvPr/>
          </p:nvSpPr>
          <p:spPr>
            <a:xfrm>
              <a:off x="4543025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55"/>
            <p:cNvSpPr/>
            <p:nvPr/>
          </p:nvSpPr>
          <p:spPr>
            <a:xfrm>
              <a:off x="4543025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55"/>
            <p:cNvSpPr/>
            <p:nvPr/>
          </p:nvSpPr>
          <p:spPr>
            <a:xfrm>
              <a:off x="4525475" y="1068050"/>
              <a:ext cx="35150" cy="53275"/>
            </a:xfrm>
            <a:custGeom>
              <a:rect b="b" l="l" r="r" t="t"/>
              <a:pathLst>
                <a:path extrusionOk="0" h="2131" w="1406">
                  <a:moveTo>
                    <a:pt x="703" y="1"/>
                  </a:moveTo>
                  <a:cubicBezTo>
                    <a:pt x="318" y="1"/>
                    <a:pt x="0" y="473"/>
                    <a:pt x="0" y="1066"/>
                  </a:cubicBezTo>
                  <a:cubicBezTo>
                    <a:pt x="0" y="1647"/>
                    <a:pt x="318" y="2130"/>
                    <a:pt x="703" y="2130"/>
                  </a:cubicBezTo>
                  <a:cubicBezTo>
                    <a:pt x="1098" y="2130"/>
                    <a:pt x="1405" y="1647"/>
                    <a:pt x="1405" y="1066"/>
                  </a:cubicBezTo>
                  <a:cubicBezTo>
                    <a:pt x="1405" y="473"/>
                    <a:pt x="1098" y="1"/>
                    <a:pt x="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55"/>
            <p:cNvSpPr/>
            <p:nvPr/>
          </p:nvSpPr>
          <p:spPr>
            <a:xfrm>
              <a:off x="4529025" y="1073275"/>
              <a:ext cx="28300" cy="42550"/>
            </a:xfrm>
            <a:custGeom>
              <a:rect b="b" l="l" r="r" t="t"/>
              <a:pathLst>
                <a:path extrusionOk="0" h="1702" w="1132">
                  <a:moveTo>
                    <a:pt x="561" y="0"/>
                  </a:moveTo>
                  <a:cubicBezTo>
                    <a:pt x="253" y="0"/>
                    <a:pt x="1" y="385"/>
                    <a:pt x="1" y="857"/>
                  </a:cubicBezTo>
                  <a:cubicBezTo>
                    <a:pt x="1" y="1329"/>
                    <a:pt x="253" y="1702"/>
                    <a:pt x="561" y="1702"/>
                  </a:cubicBezTo>
                  <a:cubicBezTo>
                    <a:pt x="879" y="1702"/>
                    <a:pt x="1131" y="1329"/>
                    <a:pt x="1131" y="857"/>
                  </a:cubicBezTo>
                  <a:cubicBezTo>
                    <a:pt x="1131" y="385"/>
                    <a:pt x="879" y="0"/>
                    <a:pt x="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55"/>
            <p:cNvSpPr/>
            <p:nvPr/>
          </p:nvSpPr>
          <p:spPr>
            <a:xfrm>
              <a:off x="4578700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55"/>
            <p:cNvSpPr/>
            <p:nvPr/>
          </p:nvSpPr>
          <p:spPr>
            <a:xfrm>
              <a:off x="4578700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55"/>
            <p:cNvSpPr/>
            <p:nvPr/>
          </p:nvSpPr>
          <p:spPr>
            <a:xfrm>
              <a:off x="4561150" y="1068050"/>
              <a:ext cx="35150" cy="53275"/>
            </a:xfrm>
            <a:custGeom>
              <a:rect b="b" l="l" r="r" t="t"/>
              <a:pathLst>
                <a:path extrusionOk="0" h="2131" w="1406">
                  <a:moveTo>
                    <a:pt x="703" y="1"/>
                  </a:moveTo>
                  <a:cubicBezTo>
                    <a:pt x="318" y="1"/>
                    <a:pt x="0" y="473"/>
                    <a:pt x="0" y="1066"/>
                  </a:cubicBezTo>
                  <a:cubicBezTo>
                    <a:pt x="0" y="1647"/>
                    <a:pt x="318" y="2130"/>
                    <a:pt x="703" y="2130"/>
                  </a:cubicBezTo>
                  <a:cubicBezTo>
                    <a:pt x="1098" y="2130"/>
                    <a:pt x="1405" y="1647"/>
                    <a:pt x="1405" y="1066"/>
                  </a:cubicBezTo>
                  <a:cubicBezTo>
                    <a:pt x="1405" y="473"/>
                    <a:pt x="1098" y="1"/>
                    <a:pt x="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55"/>
            <p:cNvSpPr/>
            <p:nvPr/>
          </p:nvSpPr>
          <p:spPr>
            <a:xfrm>
              <a:off x="4564700" y="1073275"/>
              <a:ext cx="28300" cy="42550"/>
            </a:xfrm>
            <a:custGeom>
              <a:rect b="b" l="l" r="r" t="t"/>
              <a:pathLst>
                <a:path extrusionOk="0" h="1702" w="1132">
                  <a:moveTo>
                    <a:pt x="561" y="0"/>
                  </a:moveTo>
                  <a:cubicBezTo>
                    <a:pt x="253" y="0"/>
                    <a:pt x="1" y="385"/>
                    <a:pt x="1" y="857"/>
                  </a:cubicBezTo>
                  <a:cubicBezTo>
                    <a:pt x="1" y="1329"/>
                    <a:pt x="253" y="1702"/>
                    <a:pt x="561" y="1702"/>
                  </a:cubicBezTo>
                  <a:cubicBezTo>
                    <a:pt x="879" y="1702"/>
                    <a:pt x="1131" y="1329"/>
                    <a:pt x="1131" y="857"/>
                  </a:cubicBezTo>
                  <a:cubicBezTo>
                    <a:pt x="1131" y="385"/>
                    <a:pt x="879" y="0"/>
                    <a:pt x="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55"/>
            <p:cNvSpPr/>
            <p:nvPr/>
          </p:nvSpPr>
          <p:spPr>
            <a:xfrm>
              <a:off x="4561700" y="1014550"/>
              <a:ext cx="208300" cy="53250"/>
            </a:xfrm>
            <a:custGeom>
              <a:rect b="b" l="l" r="r" t="t"/>
              <a:pathLst>
                <a:path extrusionOk="0" h="2130" w="8332">
                  <a:moveTo>
                    <a:pt x="0" y="0"/>
                  </a:moveTo>
                  <a:lnTo>
                    <a:pt x="0" y="2130"/>
                  </a:lnTo>
                  <a:lnTo>
                    <a:pt x="8332" y="2130"/>
                  </a:lnTo>
                  <a:lnTo>
                    <a:pt x="83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55"/>
            <p:cNvSpPr/>
            <p:nvPr/>
          </p:nvSpPr>
          <p:spPr>
            <a:xfrm>
              <a:off x="4752425" y="1014825"/>
              <a:ext cx="35150" cy="52975"/>
            </a:xfrm>
            <a:custGeom>
              <a:rect b="b" l="l" r="r" t="t"/>
              <a:pathLst>
                <a:path extrusionOk="0" h="2119" w="1406">
                  <a:moveTo>
                    <a:pt x="703" y="0"/>
                  </a:moveTo>
                  <a:cubicBezTo>
                    <a:pt x="319" y="0"/>
                    <a:pt x="0" y="472"/>
                    <a:pt x="0" y="1054"/>
                  </a:cubicBezTo>
                  <a:cubicBezTo>
                    <a:pt x="0" y="1647"/>
                    <a:pt x="319" y="2119"/>
                    <a:pt x="703" y="2119"/>
                  </a:cubicBezTo>
                  <a:cubicBezTo>
                    <a:pt x="1098" y="2119"/>
                    <a:pt x="1405" y="1647"/>
                    <a:pt x="1405" y="1054"/>
                  </a:cubicBezTo>
                  <a:cubicBezTo>
                    <a:pt x="1405" y="472"/>
                    <a:pt x="1098" y="0"/>
                    <a:pt x="7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55"/>
            <p:cNvSpPr/>
            <p:nvPr/>
          </p:nvSpPr>
          <p:spPr>
            <a:xfrm>
              <a:off x="4544125" y="1014550"/>
              <a:ext cx="35150" cy="53250"/>
            </a:xfrm>
            <a:custGeom>
              <a:rect b="b" l="l" r="r" t="t"/>
              <a:pathLst>
                <a:path extrusionOk="0" h="2130" w="1406">
                  <a:moveTo>
                    <a:pt x="703" y="0"/>
                  </a:moveTo>
                  <a:cubicBezTo>
                    <a:pt x="319" y="0"/>
                    <a:pt x="1" y="483"/>
                    <a:pt x="1" y="1065"/>
                  </a:cubicBezTo>
                  <a:cubicBezTo>
                    <a:pt x="1" y="1658"/>
                    <a:pt x="308" y="2130"/>
                    <a:pt x="703" y="2130"/>
                  </a:cubicBezTo>
                  <a:cubicBezTo>
                    <a:pt x="1087" y="2130"/>
                    <a:pt x="1406" y="1658"/>
                    <a:pt x="1406" y="1065"/>
                  </a:cubicBezTo>
                  <a:cubicBezTo>
                    <a:pt x="1406" y="483"/>
                    <a:pt x="1087" y="0"/>
                    <a:pt x="7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55"/>
            <p:cNvSpPr/>
            <p:nvPr/>
          </p:nvSpPr>
          <p:spPr>
            <a:xfrm>
              <a:off x="4547700" y="1020025"/>
              <a:ext cx="28000" cy="42575"/>
            </a:xfrm>
            <a:custGeom>
              <a:rect b="b" l="l" r="r" t="t"/>
              <a:pathLst>
                <a:path extrusionOk="0" h="1703" w="1120">
                  <a:moveTo>
                    <a:pt x="560" y="1"/>
                  </a:moveTo>
                  <a:cubicBezTo>
                    <a:pt x="253" y="1"/>
                    <a:pt x="0" y="385"/>
                    <a:pt x="0" y="846"/>
                  </a:cubicBezTo>
                  <a:cubicBezTo>
                    <a:pt x="0" y="1318"/>
                    <a:pt x="242" y="1702"/>
                    <a:pt x="560" y="1702"/>
                  </a:cubicBezTo>
                  <a:cubicBezTo>
                    <a:pt x="867" y="1702"/>
                    <a:pt x="1120" y="1318"/>
                    <a:pt x="1120" y="846"/>
                  </a:cubicBezTo>
                  <a:cubicBezTo>
                    <a:pt x="1120" y="385"/>
                    <a:pt x="867" y="1"/>
                    <a:pt x="5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_1"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56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546" name="Google Shape;1546;p56"/>
          <p:cNvSpPr txBox="1"/>
          <p:nvPr>
            <p:ph idx="2" type="title"/>
          </p:nvPr>
        </p:nvSpPr>
        <p:spPr>
          <a:xfrm>
            <a:off x="1735997" y="1784425"/>
            <a:ext cx="24162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547" name="Google Shape;1547;p56"/>
          <p:cNvSpPr txBox="1"/>
          <p:nvPr>
            <p:ph idx="1" type="subTitle"/>
          </p:nvPr>
        </p:nvSpPr>
        <p:spPr>
          <a:xfrm>
            <a:off x="1735997" y="2096903"/>
            <a:ext cx="24162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8" name="Google Shape;1548;p56"/>
          <p:cNvSpPr txBox="1"/>
          <p:nvPr>
            <p:ph idx="3" type="title"/>
          </p:nvPr>
        </p:nvSpPr>
        <p:spPr>
          <a:xfrm>
            <a:off x="4991800" y="1784425"/>
            <a:ext cx="24162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549" name="Google Shape;1549;p56"/>
          <p:cNvSpPr txBox="1"/>
          <p:nvPr>
            <p:ph idx="4" type="subTitle"/>
          </p:nvPr>
        </p:nvSpPr>
        <p:spPr>
          <a:xfrm>
            <a:off x="4991803" y="2096903"/>
            <a:ext cx="24162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0" name="Google Shape;1550;p56"/>
          <p:cNvSpPr txBox="1"/>
          <p:nvPr>
            <p:ph idx="5" type="title"/>
          </p:nvPr>
        </p:nvSpPr>
        <p:spPr>
          <a:xfrm>
            <a:off x="1735997" y="3213322"/>
            <a:ext cx="24162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551" name="Google Shape;1551;p56"/>
          <p:cNvSpPr txBox="1"/>
          <p:nvPr>
            <p:ph idx="6" type="subTitle"/>
          </p:nvPr>
        </p:nvSpPr>
        <p:spPr>
          <a:xfrm>
            <a:off x="1735997" y="3525794"/>
            <a:ext cx="24162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2" name="Google Shape;1552;p56"/>
          <p:cNvSpPr txBox="1"/>
          <p:nvPr>
            <p:ph idx="7" type="title"/>
          </p:nvPr>
        </p:nvSpPr>
        <p:spPr>
          <a:xfrm>
            <a:off x="4991800" y="3213322"/>
            <a:ext cx="24162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553" name="Google Shape;1553;p56"/>
          <p:cNvSpPr txBox="1"/>
          <p:nvPr>
            <p:ph idx="8" type="subTitle"/>
          </p:nvPr>
        </p:nvSpPr>
        <p:spPr>
          <a:xfrm>
            <a:off x="4991803" y="3525794"/>
            <a:ext cx="24162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54" name="Google Shape;1554;p56"/>
          <p:cNvGrpSpPr/>
          <p:nvPr/>
        </p:nvGrpSpPr>
        <p:grpSpPr>
          <a:xfrm>
            <a:off x="5149687" y="939791"/>
            <a:ext cx="4045976" cy="3889979"/>
            <a:chOff x="3074425" y="836100"/>
            <a:chExt cx="1863732" cy="1981650"/>
          </a:xfrm>
        </p:grpSpPr>
        <p:sp>
          <p:nvSpPr>
            <p:cNvPr id="1555" name="Google Shape;1555;p56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56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56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56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56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56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56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56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3" name="Google Shape;1563;p56"/>
          <p:cNvGrpSpPr/>
          <p:nvPr/>
        </p:nvGrpSpPr>
        <p:grpSpPr>
          <a:xfrm>
            <a:off x="-46" y="539493"/>
            <a:ext cx="2014112" cy="4385159"/>
            <a:chOff x="1622025" y="238125"/>
            <a:chExt cx="746825" cy="1626000"/>
          </a:xfrm>
        </p:grpSpPr>
        <p:sp>
          <p:nvSpPr>
            <p:cNvPr id="1564" name="Google Shape;1564;p56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56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56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56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56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9" name="Google Shape;1569;p56"/>
          <p:cNvSpPr/>
          <p:nvPr/>
        </p:nvSpPr>
        <p:spPr>
          <a:xfrm flipH="1">
            <a:off x="-4886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0" name="Google Shape;1570;p56"/>
          <p:cNvGrpSpPr/>
          <p:nvPr/>
        </p:nvGrpSpPr>
        <p:grpSpPr>
          <a:xfrm flipH="1">
            <a:off x="-348848" y="3417837"/>
            <a:ext cx="9870375" cy="1455000"/>
            <a:chOff x="-381000" y="2758675"/>
            <a:chExt cx="9870375" cy="1455000"/>
          </a:xfrm>
        </p:grpSpPr>
        <p:sp>
          <p:nvSpPr>
            <p:cNvPr id="1571" name="Google Shape;1571;p56"/>
            <p:cNvSpPr/>
            <p:nvPr/>
          </p:nvSpPr>
          <p:spPr>
            <a:xfrm>
              <a:off x="152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56"/>
            <p:cNvSpPr/>
            <p:nvPr/>
          </p:nvSpPr>
          <p:spPr>
            <a:xfrm>
              <a:off x="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56"/>
            <p:cNvSpPr/>
            <p:nvPr/>
          </p:nvSpPr>
          <p:spPr>
            <a:xfrm>
              <a:off x="76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56"/>
            <p:cNvSpPr/>
            <p:nvPr/>
          </p:nvSpPr>
          <p:spPr>
            <a:xfrm>
              <a:off x="381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56"/>
            <p:cNvSpPr/>
            <p:nvPr/>
          </p:nvSpPr>
          <p:spPr>
            <a:xfrm>
              <a:off x="228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56"/>
            <p:cNvSpPr/>
            <p:nvPr/>
          </p:nvSpPr>
          <p:spPr>
            <a:xfrm>
              <a:off x="304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56"/>
            <p:cNvSpPr/>
            <p:nvPr/>
          </p:nvSpPr>
          <p:spPr>
            <a:xfrm>
              <a:off x="609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56"/>
            <p:cNvSpPr/>
            <p:nvPr/>
          </p:nvSpPr>
          <p:spPr>
            <a:xfrm>
              <a:off x="457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56"/>
            <p:cNvSpPr/>
            <p:nvPr/>
          </p:nvSpPr>
          <p:spPr>
            <a:xfrm>
              <a:off x="533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56"/>
            <p:cNvSpPr/>
            <p:nvPr/>
          </p:nvSpPr>
          <p:spPr>
            <a:xfrm>
              <a:off x="762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56"/>
            <p:cNvSpPr/>
            <p:nvPr/>
          </p:nvSpPr>
          <p:spPr>
            <a:xfrm>
              <a:off x="685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56"/>
            <p:cNvSpPr/>
            <p:nvPr/>
          </p:nvSpPr>
          <p:spPr>
            <a:xfrm>
              <a:off x="838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56"/>
            <p:cNvSpPr/>
            <p:nvPr/>
          </p:nvSpPr>
          <p:spPr>
            <a:xfrm>
              <a:off x="186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56"/>
            <p:cNvSpPr/>
            <p:nvPr/>
          </p:nvSpPr>
          <p:spPr>
            <a:xfrm>
              <a:off x="3764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56"/>
            <p:cNvSpPr/>
            <p:nvPr/>
          </p:nvSpPr>
          <p:spPr>
            <a:xfrm>
              <a:off x="110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56"/>
            <p:cNvSpPr/>
            <p:nvPr/>
          </p:nvSpPr>
          <p:spPr>
            <a:xfrm>
              <a:off x="415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56"/>
            <p:cNvSpPr/>
            <p:nvPr/>
          </p:nvSpPr>
          <p:spPr>
            <a:xfrm>
              <a:off x="263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56"/>
            <p:cNvSpPr/>
            <p:nvPr/>
          </p:nvSpPr>
          <p:spPr>
            <a:xfrm>
              <a:off x="339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56"/>
            <p:cNvSpPr/>
            <p:nvPr/>
          </p:nvSpPr>
          <p:spPr>
            <a:xfrm>
              <a:off x="644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56"/>
            <p:cNvSpPr/>
            <p:nvPr/>
          </p:nvSpPr>
          <p:spPr>
            <a:xfrm>
              <a:off x="491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56"/>
            <p:cNvSpPr/>
            <p:nvPr/>
          </p:nvSpPr>
          <p:spPr>
            <a:xfrm>
              <a:off x="567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56"/>
            <p:cNvSpPr/>
            <p:nvPr/>
          </p:nvSpPr>
          <p:spPr>
            <a:xfrm>
              <a:off x="796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56"/>
            <p:cNvSpPr/>
            <p:nvPr/>
          </p:nvSpPr>
          <p:spPr>
            <a:xfrm>
              <a:off x="720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56"/>
            <p:cNvSpPr/>
            <p:nvPr/>
          </p:nvSpPr>
          <p:spPr>
            <a:xfrm>
              <a:off x="872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56"/>
            <p:cNvSpPr/>
            <p:nvPr/>
          </p:nvSpPr>
          <p:spPr>
            <a:xfrm>
              <a:off x="-381000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56"/>
            <p:cNvSpPr/>
            <p:nvPr/>
          </p:nvSpPr>
          <p:spPr>
            <a:xfrm>
              <a:off x="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56"/>
            <p:cNvSpPr/>
            <p:nvPr/>
          </p:nvSpPr>
          <p:spPr>
            <a:xfrm>
              <a:off x="76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56"/>
            <p:cNvSpPr/>
            <p:nvPr/>
          </p:nvSpPr>
          <p:spPr>
            <a:xfrm>
              <a:off x="762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56"/>
            <p:cNvSpPr/>
            <p:nvPr/>
          </p:nvSpPr>
          <p:spPr>
            <a:xfrm>
              <a:off x="838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56"/>
            <p:cNvSpPr/>
            <p:nvPr/>
          </p:nvSpPr>
          <p:spPr>
            <a:xfrm>
              <a:off x="3764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56"/>
            <p:cNvSpPr/>
            <p:nvPr/>
          </p:nvSpPr>
          <p:spPr>
            <a:xfrm>
              <a:off x="7965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56"/>
            <p:cNvSpPr/>
            <p:nvPr/>
          </p:nvSpPr>
          <p:spPr>
            <a:xfrm>
              <a:off x="872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56"/>
            <p:cNvSpPr/>
            <p:nvPr/>
          </p:nvSpPr>
          <p:spPr>
            <a:xfrm>
              <a:off x="-381000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56"/>
            <p:cNvSpPr/>
            <p:nvPr/>
          </p:nvSpPr>
          <p:spPr>
            <a:xfrm>
              <a:off x="8382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5" name="Google Shape;1605;p56"/>
          <p:cNvSpPr/>
          <p:nvPr/>
        </p:nvSpPr>
        <p:spPr>
          <a:xfrm flipH="1">
            <a:off x="5520641" y="3705650"/>
            <a:ext cx="3621300" cy="11742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56"/>
          <p:cNvSpPr/>
          <p:nvPr/>
        </p:nvSpPr>
        <p:spPr>
          <a:xfrm flipH="1">
            <a:off x="7416698" y="4518419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56"/>
          <p:cNvSpPr/>
          <p:nvPr/>
        </p:nvSpPr>
        <p:spPr>
          <a:xfrm flipH="1">
            <a:off x="-35611" y="4387869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56"/>
          <p:cNvSpPr/>
          <p:nvPr/>
        </p:nvSpPr>
        <p:spPr>
          <a:xfrm flipH="1">
            <a:off x="3052056" y="4764700"/>
            <a:ext cx="1367043" cy="24255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56"/>
          <p:cNvSpPr/>
          <p:nvPr/>
        </p:nvSpPr>
        <p:spPr>
          <a:xfrm>
            <a:off x="900442" y="184646"/>
            <a:ext cx="1727311" cy="244475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56"/>
          <p:cNvSpPr/>
          <p:nvPr/>
        </p:nvSpPr>
        <p:spPr>
          <a:xfrm>
            <a:off x="8121636" y="1112198"/>
            <a:ext cx="1248280" cy="176527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1" name="Google Shape;1611;p56"/>
          <p:cNvGrpSpPr/>
          <p:nvPr/>
        </p:nvGrpSpPr>
        <p:grpSpPr>
          <a:xfrm>
            <a:off x="7485468" y="3705640"/>
            <a:ext cx="1894812" cy="1342016"/>
            <a:chOff x="539750" y="4542450"/>
            <a:chExt cx="1297550" cy="919000"/>
          </a:xfrm>
        </p:grpSpPr>
        <p:sp>
          <p:nvSpPr>
            <p:cNvPr id="1612" name="Google Shape;1612;p56"/>
            <p:cNvSpPr/>
            <p:nvPr/>
          </p:nvSpPr>
          <p:spPr>
            <a:xfrm>
              <a:off x="703050" y="4650050"/>
              <a:ext cx="56175" cy="811400"/>
            </a:xfrm>
            <a:custGeom>
              <a:rect b="b" l="l" r="r" t="t"/>
              <a:pathLst>
                <a:path extrusionOk="0" h="32456" w="2247">
                  <a:moveTo>
                    <a:pt x="1" y="1"/>
                  </a:moveTo>
                  <a:lnTo>
                    <a:pt x="1" y="32455"/>
                  </a:lnTo>
                  <a:lnTo>
                    <a:pt x="2247" y="32455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56"/>
            <p:cNvSpPr/>
            <p:nvPr/>
          </p:nvSpPr>
          <p:spPr>
            <a:xfrm>
              <a:off x="1648250" y="4650050"/>
              <a:ext cx="56625" cy="811400"/>
            </a:xfrm>
            <a:custGeom>
              <a:rect b="b" l="l" r="r" t="t"/>
              <a:pathLst>
                <a:path extrusionOk="0" h="32456" w="2265">
                  <a:moveTo>
                    <a:pt x="0" y="1"/>
                  </a:moveTo>
                  <a:lnTo>
                    <a:pt x="0" y="32455"/>
                  </a:lnTo>
                  <a:lnTo>
                    <a:pt x="2265" y="32455"/>
                  </a:lnTo>
                  <a:lnTo>
                    <a:pt x="22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56"/>
            <p:cNvSpPr/>
            <p:nvPr/>
          </p:nvSpPr>
          <p:spPr>
            <a:xfrm>
              <a:off x="539750" y="4542450"/>
              <a:ext cx="1297550" cy="269075"/>
            </a:xfrm>
            <a:custGeom>
              <a:rect b="b" l="l" r="r" t="t"/>
              <a:pathLst>
                <a:path extrusionOk="0" h="10763" w="51902">
                  <a:moveTo>
                    <a:pt x="1" y="0"/>
                  </a:moveTo>
                  <a:lnTo>
                    <a:pt x="1" y="10762"/>
                  </a:lnTo>
                  <a:lnTo>
                    <a:pt x="51902" y="10762"/>
                  </a:lnTo>
                  <a:lnTo>
                    <a:pt x="519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56"/>
            <p:cNvSpPr/>
            <p:nvPr/>
          </p:nvSpPr>
          <p:spPr>
            <a:xfrm>
              <a:off x="5397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56"/>
            <p:cNvSpPr/>
            <p:nvPr/>
          </p:nvSpPr>
          <p:spPr>
            <a:xfrm>
              <a:off x="694175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201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56"/>
            <p:cNvSpPr/>
            <p:nvPr/>
          </p:nvSpPr>
          <p:spPr>
            <a:xfrm>
              <a:off x="849050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182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56"/>
            <p:cNvSpPr/>
            <p:nvPr/>
          </p:nvSpPr>
          <p:spPr>
            <a:xfrm>
              <a:off x="10034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56"/>
            <p:cNvSpPr/>
            <p:nvPr/>
          </p:nvSpPr>
          <p:spPr>
            <a:xfrm>
              <a:off x="1158325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10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56"/>
            <p:cNvSpPr/>
            <p:nvPr/>
          </p:nvSpPr>
          <p:spPr>
            <a:xfrm>
              <a:off x="1312750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182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56"/>
            <p:cNvSpPr/>
            <p:nvPr/>
          </p:nvSpPr>
          <p:spPr>
            <a:xfrm>
              <a:off x="14671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201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56"/>
            <p:cNvSpPr/>
            <p:nvPr/>
          </p:nvSpPr>
          <p:spPr>
            <a:xfrm>
              <a:off x="1622025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56"/>
            <p:cNvSpPr/>
            <p:nvPr/>
          </p:nvSpPr>
          <p:spPr>
            <a:xfrm>
              <a:off x="539750" y="4908825"/>
              <a:ext cx="1297550" cy="269525"/>
            </a:xfrm>
            <a:custGeom>
              <a:rect b="b" l="l" r="r" t="t"/>
              <a:pathLst>
                <a:path extrusionOk="0" h="10781" w="51902">
                  <a:moveTo>
                    <a:pt x="1" y="0"/>
                  </a:moveTo>
                  <a:lnTo>
                    <a:pt x="1" y="10781"/>
                  </a:lnTo>
                  <a:lnTo>
                    <a:pt x="51902" y="10781"/>
                  </a:lnTo>
                  <a:lnTo>
                    <a:pt x="519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56"/>
            <p:cNvSpPr/>
            <p:nvPr/>
          </p:nvSpPr>
          <p:spPr>
            <a:xfrm>
              <a:off x="5397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56"/>
            <p:cNvSpPr/>
            <p:nvPr/>
          </p:nvSpPr>
          <p:spPr>
            <a:xfrm>
              <a:off x="694175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201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56"/>
            <p:cNvSpPr/>
            <p:nvPr/>
          </p:nvSpPr>
          <p:spPr>
            <a:xfrm>
              <a:off x="849050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182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56"/>
            <p:cNvSpPr/>
            <p:nvPr/>
          </p:nvSpPr>
          <p:spPr>
            <a:xfrm>
              <a:off x="10034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56"/>
            <p:cNvSpPr/>
            <p:nvPr/>
          </p:nvSpPr>
          <p:spPr>
            <a:xfrm>
              <a:off x="1158325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10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56"/>
            <p:cNvSpPr/>
            <p:nvPr/>
          </p:nvSpPr>
          <p:spPr>
            <a:xfrm>
              <a:off x="1312750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182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56"/>
            <p:cNvSpPr/>
            <p:nvPr/>
          </p:nvSpPr>
          <p:spPr>
            <a:xfrm>
              <a:off x="14671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201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56"/>
            <p:cNvSpPr/>
            <p:nvPr/>
          </p:nvSpPr>
          <p:spPr>
            <a:xfrm>
              <a:off x="1622025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_1_1"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57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634" name="Google Shape;1634;p57"/>
          <p:cNvSpPr txBox="1"/>
          <p:nvPr>
            <p:ph idx="2" type="title"/>
          </p:nvPr>
        </p:nvSpPr>
        <p:spPr>
          <a:xfrm>
            <a:off x="713250" y="1678198"/>
            <a:ext cx="2270400" cy="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635" name="Google Shape;1635;p57"/>
          <p:cNvSpPr txBox="1"/>
          <p:nvPr>
            <p:ph idx="1" type="subTitle"/>
          </p:nvPr>
        </p:nvSpPr>
        <p:spPr>
          <a:xfrm>
            <a:off x="713250" y="1990209"/>
            <a:ext cx="227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6" name="Google Shape;1636;p57"/>
          <p:cNvSpPr txBox="1"/>
          <p:nvPr>
            <p:ph idx="3" type="title"/>
          </p:nvPr>
        </p:nvSpPr>
        <p:spPr>
          <a:xfrm>
            <a:off x="3436801" y="1678198"/>
            <a:ext cx="2270400" cy="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637" name="Google Shape;1637;p57"/>
          <p:cNvSpPr txBox="1"/>
          <p:nvPr>
            <p:ph idx="4" type="subTitle"/>
          </p:nvPr>
        </p:nvSpPr>
        <p:spPr>
          <a:xfrm>
            <a:off x="3436801" y="1990209"/>
            <a:ext cx="227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8" name="Google Shape;1638;p57"/>
          <p:cNvSpPr txBox="1"/>
          <p:nvPr>
            <p:ph idx="5" type="title"/>
          </p:nvPr>
        </p:nvSpPr>
        <p:spPr>
          <a:xfrm>
            <a:off x="713250" y="3092121"/>
            <a:ext cx="2270400" cy="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639" name="Google Shape;1639;p57"/>
          <p:cNvSpPr txBox="1"/>
          <p:nvPr>
            <p:ph idx="6" type="subTitle"/>
          </p:nvPr>
        </p:nvSpPr>
        <p:spPr>
          <a:xfrm>
            <a:off x="713250" y="3404133"/>
            <a:ext cx="227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0" name="Google Shape;1640;p57"/>
          <p:cNvSpPr txBox="1"/>
          <p:nvPr>
            <p:ph idx="7" type="title"/>
          </p:nvPr>
        </p:nvSpPr>
        <p:spPr>
          <a:xfrm>
            <a:off x="3436801" y="3092121"/>
            <a:ext cx="2270400" cy="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641" name="Google Shape;1641;p57"/>
          <p:cNvSpPr txBox="1"/>
          <p:nvPr>
            <p:ph idx="8" type="subTitle"/>
          </p:nvPr>
        </p:nvSpPr>
        <p:spPr>
          <a:xfrm>
            <a:off x="3436801" y="3404133"/>
            <a:ext cx="227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2" name="Google Shape;1642;p57"/>
          <p:cNvSpPr txBox="1"/>
          <p:nvPr>
            <p:ph idx="9" type="title"/>
          </p:nvPr>
        </p:nvSpPr>
        <p:spPr>
          <a:xfrm>
            <a:off x="6160352" y="1678198"/>
            <a:ext cx="2270400" cy="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643" name="Google Shape;1643;p57"/>
          <p:cNvSpPr txBox="1"/>
          <p:nvPr>
            <p:ph idx="13" type="subTitle"/>
          </p:nvPr>
        </p:nvSpPr>
        <p:spPr>
          <a:xfrm>
            <a:off x="6160352" y="1990209"/>
            <a:ext cx="227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4" name="Google Shape;1644;p57"/>
          <p:cNvSpPr txBox="1"/>
          <p:nvPr>
            <p:ph idx="14" type="title"/>
          </p:nvPr>
        </p:nvSpPr>
        <p:spPr>
          <a:xfrm>
            <a:off x="6160352" y="3092121"/>
            <a:ext cx="2270400" cy="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1645" name="Google Shape;1645;p57"/>
          <p:cNvSpPr txBox="1"/>
          <p:nvPr>
            <p:ph idx="15" type="subTitle"/>
          </p:nvPr>
        </p:nvSpPr>
        <p:spPr>
          <a:xfrm>
            <a:off x="6160352" y="3404133"/>
            <a:ext cx="227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46" name="Google Shape;1646;p57"/>
          <p:cNvGrpSpPr/>
          <p:nvPr/>
        </p:nvGrpSpPr>
        <p:grpSpPr>
          <a:xfrm flipH="1">
            <a:off x="-163777" y="1210295"/>
            <a:ext cx="1941800" cy="3493159"/>
            <a:chOff x="3074425" y="1038250"/>
            <a:chExt cx="989200" cy="1779500"/>
          </a:xfrm>
        </p:grpSpPr>
        <p:sp>
          <p:nvSpPr>
            <p:cNvPr id="1647" name="Google Shape;1647;p57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57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57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57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57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2" name="Google Shape;1652;p57"/>
          <p:cNvGrpSpPr/>
          <p:nvPr/>
        </p:nvGrpSpPr>
        <p:grpSpPr>
          <a:xfrm>
            <a:off x="2216482" y="1683636"/>
            <a:ext cx="1511499" cy="3290861"/>
            <a:chOff x="1622025" y="238125"/>
            <a:chExt cx="746825" cy="1626000"/>
          </a:xfrm>
        </p:grpSpPr>
        <p:sp>
          <p:nvSpPr>
            <p:cNvPr id="1653" name="Google Shape;1653;p57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57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57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57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57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8" name="Google Shape;1658;p57"/>
          <p:cNvGrpSpPr/>
          <p:nvPr/>
        </p:nvGrpSpPr>
        <p:grpSpPr>
          <a:xfrm>
            <a:off x="4458299" y="1328282"/>
            <a:ext cx="2528583" cy="3403880"/>
            <a:chOff x="3074425" y="836100"/>
            <a:chExt cx="1472075" cy="1981650"/>
          </a:xfrm>
        </p:grpSpPr>
        <p:sp>
          <p:nvSpPr>
            <p:cNvPr id="1659" name="Google Shape;1659;p57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57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57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57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57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57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57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57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7" name="Google Shape;1667;p57"/>
          <p:cNvGrpSpPr/>
          <p:nvPr/>
        </p:nvGrpSpPr>
        <p:grpSpPr>
          <a:xfrm flipH="1">
            <a:off x="7354377" y="1509533"/>
            <a:ext cx="1727332" cy="3760613"/>
            <a:chOff x="1622025" y="238125"/>
            <a:chExt cx="746825" cy="1626000"/>
          </a:xfrm>
        </p:grpSpPr>
        <p:sp>
          <p:nvSpPr>
            <p:cNvPr id="1668" name="Google Shape;1668;p57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57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57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57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57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3" name="Google Shape;1673;p57"/>
          <p:cNvGrpSpPr/>
          <p:nvPr/>
        </p:nvGrpSpPr>
        <p:grpSpPr>
          <a:xfrm flipH="1">
            <a:off x="-350262" y="4005140"/>
            <a:ext cx="9870375" cy="883510"/>
            <a:chOff x="-381000" y="4005140"/>
            <a:chExt cx="9870375" cy="883510"/>
          </a:xfrm>
        </p:grpSpPr>
        <p:sp>
          <p:nvSpPr>
            <p:cNvPr id="1674" name="Google Shape;1674;p57"/>
            <p:cNvSpPr/>
            <p:nvPr/>
          </p:nvSpPr>
          <p:spPr>
            <a:xfrm>
              <a:off x="186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57"/>
            <p:cNvSpPr/>
            <p:nvPr/>
          </p:nvSpPr>
          <p:spPr>
            <a:xfrm>
              <a:off x="3764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57"/>
            <p:cNvSpPr/>
            <p:nvPr/>
          </p:nvSpPr>
          <p:spPr>
            <a:xfrm>
              <a:off x="110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57"/>
            <p:cNvSpPr/>
            <p:nvPr/>
          </p:nvSpPr>
          <p:spPr>
            <a:xfrm>
              <a:off x="415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57"/>
            <p:cNvSpPr/>
            <p:nvPr/>
          </p:nvSpPr>
          <p:spPr>
            <a:xfrm>
              <a:off x="263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57"/>
            <p:cNvSpPr/>
            <p:nvPr/>
          </p:nvSpPr>
          <p:spPr>
            <a:xfrm>
              <a:off x="339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57"/>
            <p:cNvSpPr/>
            <p:nvPr/>
          </p:nvSpPr>
          <p:spPr>
            <a:xfrm>
              <a:off x="644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57"/>
            <p:cNvSpPr/>
            <p:nvPr/>
          </p:nvSpPr>
          <p:spPr>
            <a:xfrm>
              <a:off x="491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57"/>
            <p:cNvSpPr/>
            <p:nvPr/>
          </p:nvSpPr>
          <p:spPr>
            <a:xfrm>
              <a:off x="567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57"/>
            <p:cNvSpPr/>
            <p:nvPr/>
          </p:nvSpPr>
          <p:spPr>
            <a:xfrm>
              <a:off x="796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57"/>
            <p:cNvSpPr/>
            <p:nvPr/>
          </p:nvSpPr>
          <p:spPr>
            <a:xfrm>
              <a:off x="720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57"/>
            <p:cNvSpPr/>
            <p:nvPr/>
          </p:nvSpPr>
          <p:spPr>
            <a:xfrm>
              <a:off x="872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57"/>
            <p:cNvSpPr/>
            <p:nvPr/>
          </p:nvSpPr>
          <p:spPr>
            <a:xfrm>
              <a:off x="-381000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57"/>
            <p:cNvSpPr/>
            <p:nvPr/>
          </p:nvSpPr>
          <p:spPr>
            <a:xfrm>
              <a:off x="1524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57"/>
            <p:cNvSpPr/>
            <p:nvPr/>
          </p:nvSpPr>
          <p:spPr>
            <a:xfrm>
              <a:off x="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57"/>
            <p:cNvSpPr/>
            <p:nvPr/>
          </p:nvSpPr>
          <p:spPr>
            <a:xfrm>
              <a:off x="76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57"/>
            <p:cNvSpPr/>
            <p:nvPr/>
          </p:nvSpPr>
          <p:spPr>
            <a:xfrm>
              <a:off x="7620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57"/>
            <p:cNvSpPr/>
            <p:nvPr/>
          </p:nvSpPr>
          <p:spPr>
            <a:xfrm>
              <a:off x="838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57"/>
            <p:cNvSpPr/>
            <p:nvPr/>
          </p:nvSpPr>
          <p:spPr>
            <a:xfrm>
              <a:off x="3764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57"/>
            <p:cNvSpPr/>
            <p:nvPr/>
          </p:nvSpPr>
          <p:spPr>
            <a:xfrm>
              <a:off x="7965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57"/>
            <p:cNvSpPr/>
            <p:nvPr/>
          </p:nvSpPr>
          <p:spPr>
            <a:xfrm>
              <a:off x="8727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57"/>
            <p:cNvSpPr/>
            <p:nvPr/>
          </p:nvSpPr>
          <p:spPr>
            <a:xfrm>
              <a:off x="-381000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57"/>
            <p:cNvSpPr/>
            <p:nvPr/>
          </p:nvSpPr>
          <p:spPr>
            <a:xfrm>
              <a:off x="-11" y="4005150"/>
              <a:ext cx="2214900" cy="883500"/>
            </a:xfrm>
            <a:prstGeom prst="rtTriangle">
              <a:avLst/>
            </a:pr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7" name="Google Shape;1697;p57"/>
          <p:cNvSpPr/>
          <p:nvPr/>
        </p:nvSpPr>
        <p:spPr>
          <a:xfrm flipH="1">
            <a:off x="-4886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57"/>
          <p:cNvSpPr/>
          <p:nvPr/>
        </p:nvSpPr>
        <p:spPr>
          <a:xfrm flipH="1">
            <a:off x="7381073" y="4603469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57"/>
          <p:cNvSpPr/>
          <p:nvPr/>
        </p:nvSpPr>
        <p:spPr>
          <a:xfrm flipH="1">
            <a:off x="287680" y="4783673"/>
            <a:ext cx="1679113" cy="297898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57"/>
          <p:cNvSpPr/>
          <p:nvPr/>
        </p:nvSpPr>
        <p:spPr>
          <a:xfrm flipH="1">
            <a:off x="6913778" y="147676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57"/>
          <p:cNvSpPr/>
          <p:nvPr/>
        </p:nvSpPr>
        <p:spPr>
          <a:xfrm flipH="1">
            <a:off x="830490" y="363123"/>
            <a:ext cx="1247188" cy="176372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58"/>
          <p:cNvSpPr txBox="1"/>
          <p:nvPr>
            <p:ph type="title"/>
          </p:nvPr>
        </p:nvSpPr>
        <p:spPr>
          <a:xfrm>
            <a:off x="3907075" y="2454900"/>
            <a:ext cx="452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04" name="Google Shape;1704;p58"/>
          <p:cNvSpPr txBox="1"/>
          <p:nvPr>
            <p:ph idx="1" type="subTitle"/>
          </p:nvPr>
        </p:nvSpPr>
        <p:spPr>
          <a:xfrm>
            <a:off x="3907075" y="935900"/>
            <a:ext cx="4523700" cy="15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grpSp>
        <p:nvGrpSpPr>
          <p:cNvPr id="1705" name="Google Shape;1705;p58"/>
          <p:cNvGrpSpPr/>
          <p:nvPr/>
        </p:nvGrpSpPr>
        <p:grpSpPr>
          <a:xfrm>
            <a:off x="2333803" y="-59389"/>
            <a:ext cx="1511535" cy="800058"/>
            <a:chOff x="3927875" y="2818025"/>
            <a:chExt cx="1071175" cy="566975"/>
          </a:xfrm>
        </p:grpSpPr>
        <p:sp>
          <p:nvSpPr>
            <p:cNvPr id="1706" name="Google Shape;1706;p58"/>
            <p:cNvSpPr/>
            <p:nvPr/>
          </p:nvSpPr>
          <p:spPr>
            <a:xfrm>
              <a:off x="3927875" y="3269075"/>
              <a:ext cx="1071175" cy="115925"/>
            </a:xfrm>
            <a:custGeom>
              <a:rect b="b" l="l" r="r" t="t"/>
              <a:pathLst>
                <a:path extrusionOk="0" h="4637" w="42847">
                  <a:moveTo>
                    <a:pt x="0" y="192"/>
                  </a:moveTo>
                  <a:cubicBezTo>
                    <a:pt x="0" y="192"/>
                    <a:pt x="0" y="192"/>
                    <a:pt x="0" y="192"/>
                  </a:cubicBezTo>
                  <a:lnTo>
                    <a:pt x="0" y="192"/>
                  </a:lnTo>
                  <a:lnTo>
                    <a:pt x="0" y="192"/>
                  </a:lnTo>
                  <a:close/>
                  <a:moveTo>
                    <a:pt x="42846" y="0"/>
                  </a:moveTo>
                  <a:lnTo>
                    <a:pt x="40005" y="35"/>
                  </a:lnTo>
                  <a:cubicBezTo>
                    <a:pt x="32108" y="87"/>
                    <a:pt x="10093" y="227"/>
                    <a:pt x="2563" y="227"/>
                  </a:cubicBezTo>
                  <a:cubicBezTo>
                    <a:pt x="973" y="227"/>
                    <a:pt x="18" y="210"/>
                    <a:pt x="0" y="192"/>
                  </a:cubicBezTo>
                  <a:lnTo>
                    <a:pt x="0" y="192"/>
                  </a:lnTo>
                  <a:lnTo>
                    <a:pt x="2022" y="4236"/>
                  </a:lnTo>
                  <a:lnTo>
                    <a:pt x="2231" y="4637"/>
                  </a:lnTo>
                  <a:lnTo>
                    <a:pt x="40719" y="4637"/>
                  </a:lnTo>
                  <a:lnTo>
                    <a:pt x="42375" y="1029"/>
                  </a:lnTo>
                  <a:lnTo>
                    <a:pt x="428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58"/>
            <p:cNvSpPr/>
            <p:nvPr/>
          </p:nvSpPr>
          <p:spPr>
            <a:xfrm>
              <a:off x="3947050" y="3252075"/>
              <a:ext cx="1032825" cy="25"/>
            </a:xfrm>
            <a:custGeom>
              <a:rect b="b" l="l" r="r" t="t"/>
              <a:pathLst>
                <a:path extrusionOk="0" fill="none" h="1" w="41313">
                  <a:moveTo>
                    <a:pt x="0" y="0"/>
                  </a:moveTo>
                  <a:lnTo>
                    <a:pt x="41312" y="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58"/>
            <p:cNvSpPr/>
            <p:nvPr/>
          </p:nvSpPr>
          <p:spPr>
            <a:xfrm>
              <a:off x="3991925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1" y="1"/>
                  </a:moveTo>
                  <a:lnTo>
                    <a:pt x="1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58"/>
            <p:cNvSpPr/>
            <p:nvPr/>
          </p:nvSpPr>
          <p:spPr>
            <a:xfrm>
              <a:off x="4927550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0" y="1"/>
                  </a:moveTo>
                  <a:lnTo>
                    <a:pt x="0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58"/>
            <p:cNvSpPr/>
            <p:nvPr/>
          </p:nvSpPr>
          <p:spPr>
            <a:xfrm>
              <a:off x="3978425" y="3294775"/>
              <a:ext cx="1008850" cy="90225"/>
            </a:xfrm>
            <a:custGeom>
              <a:rect b="b" l="l" r="r" t="t"/>
              <a:pathLst>
                <a:path extrusionOk="0" h="3609" w="40354">
                  <a:moveTo>
                    <a:pt x="40353" y="1"/>
                  </a:moveTo>
                  <a:lnTo>
                    <a:pt x="0" y="3208"/>
                  </a:lnTo>
                  <a:lnTo>
                    <a:pt x="209" y="3609"/>
                  </a:lnTo>
                  <a:lnTo>
                    <a:pt x="38680" y="3609"/>
                  </a:lnTo>
                  <a:lnTo>
                    <a:pt x="4035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58"/>
            <p:cNvSpPr/>
            <p:nvPr/>
          </p:nvSpPr>
          <p:spPr>
            <a:xfrm>
              <a:off x="4044225" y="2940925"/>
              <a:ext cx="152975" cy="335575"/>
            </a:xfrm>
            <a:custGeom>
              <a:rect b="b" l="l" r="r" t="t"/>
              <a:pathLst>
                <a:path extrusionOk="0" fill="none" h="13423" w="6119">
                  <a:moveTo>
                    <a:pt x="0" y="13423"/>
                  </a:moveTo>
                  <a:lnTo>
                    <a:pt x="4131" y="1"/>
                  </a:lnTo>
                  <a:lnTo>
                    <a:pt x="6119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58"/>
            <p:cNvSpPr/>
            <p:nvPr/>
          </p:nvSpPr>
          <p:spPr>
            <a:xfrm>
              <a:off x="4133550" y="2913900"/>
              <a:ext cx="28350" cy="28350"/>
            </a:xfrm>
            <a:custGeom>
              <a:rect b="b" l="l" r="r" t="t"/>
              <a:pathLst>
                <a:path extrusionOk="0" fill="none" h="1134" w="1134">
                  <a:moveTo>
                    <a:pt x="1134" y="559"/>
                  </a:moveTo>
                  <a:cubicBezTo>
                    <a:pt x="1134" y="872"/>
                    <a:pt x="872" y="1134"/>
                    <a:pt x="558" y="1134"/>
                  </a:cubicBezTo>
                  <a:cubicBezTo>
                    <a:pt x="245" y="1134"/>
                    <a:pt x="1" y="872"/>
                    <a:pt x="1" y="559"/>
                  </a:cubicBezTo>
                  <a:cubicBezTo>
                    <a:pt x="1" y="245"/>
                    <a:pt x="245" y="1"/>
                    <a:pt x="558" y="1"/>
                  </a:cubicBezTo>
                  <a:cubicBezTo>
                    <a:pt x="872" y="1"/>
                    <a:pt x="1134" y="245"/>
                    <a:pt x="1134" y="559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58"/>
            <p:cNvSpPr/>
            <p:nvPr/>
          </p:nvSpPr>
          <p:spPr>
            <a:xfrm>
              <a:off x="4146625" y="2818025"/>
              <a:ext cx="900" cy="95900"/>
            </a:xfrm>
            <a:custGeom>
              <a:rect b="b" l="l" r="r" t="t"/>
              <a:pathLst>
                <a:path extrusionOk="0" fill="none" h="3836" w="36">
                  <a:moveTo>
                    <a:pt x="35" y="3836"/>
                  </a:moveTo>
                  <a:lnTo>
                    <a:pt x="1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58"/>
            <p:cNvSpPr/>
            <p:nvPr/>
          </p:nvSpPr>
          <p:spPr>
            <a:xfrm>
              <a:off x="4736675" y="2938300"/>
              <a:ext cx="153425" cy="335575"/>
            </a:xfrm>
            <a:custGeom>
              <a:rect b="b" l="l" r="r" t="t"/>
              <a:pathLst>
                <a:path extrusionOk="0" fill="none" h="13423" w="6137">
                  <a:moveTo>
                    <a:pt x="6136" y="13423"/>
                  </a:moveTo>
                  <a:lnTo>
                    <a:pt x="2005" y="1"/>
                  </a:lnTo>
                  <a:lnTo>
                    <a:pt x="0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58"/>
            <p:cNvSpPr/>
            <p:nvPr/>
          </p:nvSpPr>
          <p:spPr>
            <a:xfrm>
              <a:off x="4771975" y="2911300"/>
              <a:ext cx="28775" cy="28775"/>
            </a:xfrm>
            <a:custGeom>
              <a:rect b="b" l="l" r="r" t="t"/>
              <a:pathLst>
                <a:path extrusionOk="0" fill="none" h="1151" w="1151">
                  <a:moveTo>
                    <a:pt x="1151" y="575"/>
                  </a:moveTo>
                  <a:cubicBezTo>
                    <a:pt x="1151" y="889"/>
                    <a:pt x="889" y="1151"/>
                    <a:pt x="576" y="1151"/>
                  </a:cubicBezTo>
                  <a:cubicBezTo>
                    <a:pt x="262" y="1151"/>
                    <a:pt x="0" y="889"/>
                    <a:pt x="0" y="575"/>
                  </a:cubicBezTo>
                  <a:cubicBezTo>
                    <a:pt x="0" y="262"/>
                    <a:pt x="262" y="0"/>
                    <a:pt x="576" y="0"/>
                  </a:cubicBezTo>
                  <a:cubicBezTo>
                    <a:pt x="889" y="0"/>
                    <a:pt x="1151" y="262"/>
                    <a:pt x="1151" y="575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58"/>
            <p:cNvSpPr/>
            <p:nvPr/>
          </p:nvSpPr>
          <p:spPr>
            <a:xfrm>
              <a:off x="4786350" y="2818900"/>
              <a:ext cx="900" cy="92425"/>
            </a:xfrm>
            <a:custGeom>
              <a:rect b="b" l="l" r="r" t="t"/>
              <a:pathLst>
                <a:path extrusionOk="0" fill="none" h="3697" w="36">
                  <a:moveTo>
                    <a:pt x="1" y="3696"/>
                  </a:moveTo>
                  <a:lnTo>
                    <a:pt x="36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7" name="Google Shape;1717;p58"/>
          <p:cNvGrpSpPr/>
          <p:nvPr/>
        </p:nvGrpSpPr>
        <p:grpSpPr>
          <a:xfrm>
            <a:off x="4712082" y="1023482"/>
            <a:ext cx="2528583" cy="3403880"/>
            <a:chOff x="3074425" y="836100"/>
            <a:chExt cx="1472075" cy="1981650"/>
          </a:xfrm>
        </p:grpSpPr>
        <p:sp>
          <p:nvSpPr>
            <p:cNvPr id="1718" name="Google Shape;1718;p58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58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58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58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58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58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58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58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6" name="Google Shape;1726;p58"/>
          <p:cNvGrpSpPr/>
          <p:nvPr/>
        </p:nvGrpSpPr>
        <p:grpSpPr>
          <a:xfrm>
            <a:off x="2470265" y="1378836"/>
            <a:ext cx="1511499" cy="3290861"/>
            <a:chOff x="1622025" y="238125"/>
            <a:chExt cx="746825" cy="1626000"/>
          </a:xfrm>
        </p:grpSpPr>
        <p:sp>
          <p:nvSpPr>
            <p:cNvPr id="1727" name="Google Shape;1727;p58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58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58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58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58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2" name="Google Shape;1732;p58"/>
          <p:cNvGrpSpPr/>
          <p:nvPr/>
        </p:nvGrpSpPr>
        <p:grpSpPr>
          <a:xfrm flipH="1">
            <a:off x="7608160" y="1204733"/>
            <a:ext cx="1727332" cy="3760613"/>
            <a:chOff x="1622025" y="238125"/>
            <a:chExt cx="746825" cy="1626000"/>
          </a:xfrm>
        </p:grpSpPr>
        <p:sp>
          <p:nvSpPr>
            <p:cNvPr id="1733" name="Google Shape;1733;p58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58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58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58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58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8" name="Google Shape;1738;p58"/>
          <p:cNvGrpSpPr/>
          <p:nvPr/>
        </p:nvGrpSpPr>
        <p:grpSpPr>
          <a:xfrm flipH="1">
            <a:off x="90006" y="905495"/>
            <a:ext cx="1941800" cy="3493159"/>
            <a:chOff x="3074425" y="1038250"/>
            <a:chExt cx="989200" cy="1779500"/>
          </a:xfrm>
        </p:grpSpPr>
        <p:sp>
          <p:nvSpPr>
            <p:cNvPr id="1739" name="Google Shape;1739;p58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58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58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58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58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4" name="Google Shape;1744;p58"/>
          <p:cNvSpPr/>
          <p:nvPr/>
        </p:nvSpPr>
        <p:spPr>
          <a:xfrm>
            <a:off x="-218825" y="451239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58"/>
          <p:cNvSpPr/>
          <p:nvPr/>
        </p:nvSpPr>
        <p:spPr>
          <a:xfrm>
            <a:off x="5602806" y="22566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58"/>
          <p:cNvSpPr/>
          <p:nvPr/>
        </p:nvSpPr>
        <p:spPr>
          <a:xfrm flipH="1">
            <a:off x="-3955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47" name="Google Shape;1747;p58"/>
          <p:cNvGrpSpPr/>
          <p:nvPr/>
        </p:nvGrpSpPr>
        <p:grpSpPr>
          <a:xfrm flipH="1">
            <a:off x="-349330" y="3162504"/>
            <a:ext cx="9870375" cy="1746000"/>
            <a:chOff x="-381000" y="2898432"/>
            <a:chExt cx="9870375" cy="1746000"/>
          </a:xfrm>
        </p:grpSpPr>
        <p:grpSp>
          <p:nvGrpSpPr>
            <p:cNvPr id="1748" name="Google Shape;1748;p58"/>
            <p:cNvGrpSpPr/>
            <p:nvPr/>
          </p:nvGrpSpPr>
          <p:grpSpPr>
            <a:xfrm>
              <a:off x="-381000" y="3189432"/>
              <a:ext cx="9870375" cy="1455000"/>
              <a:chOff x="-381000" y="3189432"/>
              <a:chExt cx="9870375" cy="1455000"/>
            </a:xfrm>
          </p:grpSpPr>
          <p:grpSp>
            <p:nvGrpSpPr>
              <p:cNvPr id="1749" name="Google Shape;1749;p58"/>
              <p:cNvGrpSpPr/>
              <p:nvPr/>
            </p:nvGrpSpPr>
            <p:grpSpPr>
              <a:xfrm>
                <a:off x="-381000" y="3189432"/>
                <a:ext cx="9870375" cy="1455000"/>
                <a:chOff x="-381000" y="2758675"/>
                <a:chExt cx="9870375" cy="1455000"/>
              </a:xfrm>
            </p:grpSpPr>
            <p:sp>
              <p:nvSpPr>
                <p:cNvPr id="1750" name="Google Shape;1750;p58"/>
                <p:cNvSpPr/>
                <p:nvPr/>
              </p:nvSpPr>
              <p:spPr>
                <a:xfrm>
                  <a:off x="152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1" name="Google Shape;1751;p58"/>
                <p:cNvSpPr/>
                <p:nvPr/>
              </p:nvSpPr>
              <p:spPr>
                <a:xfrm>
                  <a:off x="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2" name="Google Shape;1752;p58"/>
                <p:cNvSpPr/>
                <p:nvPr/>
              </p:nvSpPr>
              <p:spPr>
                <a:xfrm>
                  <a:off x="76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3" name="Google Shape;1753;p58"/>
                <p:cNvSpPr/>
                <p:nvPr/>
              </p:nvSpPr>
              <p:spPr>
                <a:xfrm>
                  <a:off x="381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4" name="Google Shape;1754;p58"/>
                <p:cNvSpPr/>
                <p:nvPr/>
              </p:nvSpPr>
              <p:spPr>
                <a:xfrm>
                  <a:off x="228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5" name="Google Shape;1755;p58"/>
                <p:cNvSpPr/>
                <p:nvPr/>
              </p:nvSpPr>
              <p:spPr>
                <a:xfrm>
                  <a:off x="304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6" name="Google Shape;1756;p58"/>
                <p:cNvSpPr/>
                <p:nvPr/>
              </p:nvSpPr>
              <p:spPr>
                <a:xfrm>
                  <a:off x="609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7" name="Google Shape;1757;p58"/>
                <p:cNvSpPr/>
                <p:nvPr/>
              </p:nvSpPr>
              <p:spPr>
                <a:xfrm>
                  <a:off x="457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8" name="Google Shape;1758;p58"/>
                <p:cNvSpPr/>
                <p:nvPr/>
              </p:nvSpPr>
              <p:spPr>
                <a:xfrm>
                  <a:off x="533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9" name="Google Shape;1759;p58"/>
                <p:cNvSpPr/>
                <p:nvPr/>
              </p:nvSpPr>
              <p:spPr>
                <a:xfrm>
                  <a:off x="762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0" name="Google Shape;1760;p58"/>
                <p:cNvSpPr/>
                <p:nvPr/>
              </p:nvSpPr>
              <p:spPr>
                <a:xfrm>
                  <a:off x="685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1" name="Google Shape;1761;p58"/>
                <p:cNvSpPr/>
                <p:nvPr/>
              </p:nvSpPr>
              <p:spPr>
                <a:xfrm>
                  <a:off x="838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2" name="Google Shape;1762;p58"/>
                <p:cNvSpPr/>
                <p:nvPr/>
              </p:nvSpPr>
              <p:spPr>
                <a:xfrm>
                  <a:off x="186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3" name="Google Shape;1763;p58"/>
                <p:cNvSpPr/>
                <p:nvPr/>
              </p:nvSpPr>
              <p:spPr>
                <a:xfrm>
                  <a:off x="3764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4" name="Google Shape;1764;p58"/>
                <p:cNvSpPr/>
                <p:nvPr/>
              </p:nvSpPr>
              <p:spPr>
                <a:xfrm>
                  <a:off x="110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5" name="Google Shape;1765;p58"/>
                <p:cNvSpPr/>
                <p:nvPr/>
              </p:nvSpPr>
              <p:spPr>
                <a:xfrm>
                  <a:off x="415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6" name="Google Shape;1766;p58"/>
                <p:cNvSpPr/>
                <p:nvPr/>
              </p:nvSpPr>
              <p:spPr>
                <a:xfrm>
                  <a:off x="263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7" name="Google Shape;1767;p58"/>
                <p:cNvSpPr/>
                <p:nvPr/>
              </p:nvSpPr>
              <p:spPr>
                <a:xfrm>
                  <a:off x="339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8" name="Google Shape;1768;p58"/>
                <p:cNvSpPr/>
                <p:nvPr/>
              </p:nvSpPr>
              <p:spPr>
                <a:xfrm>
                  <a:off x="644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9" name="Google Shape;1769;p58"/>
                <p:cNvSpPr/>
                <p:nvPr/>
              </p:nvSpPr>
              <p:spPr>
                <a:xfrm>
                  <a:off x="491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0" name="Google Shape;1770;p58"/>
                <p:cNvSpPr/>
                <p:nvPr/>
              </p:nvSpPr>
              <p:spPr>
                <a:xfrm>
                  <a:off x="567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1" name="Google Shape;1771;p58"/>
                <p:cNvSpPr/>
                <p:nvPr/>
              </p:nvSpPr>
              <p:spPr>
                <a:xfrm>
                  <a:off x="796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2" name="Google Shape;1772;p58"/>
                <p:cNvSpPr/>
                <p:nvPr/>
              </p:nvSpPr>
              <p:spPr>
                <a:xfrm>
                  <a:off x="720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3" name="Google Shape;1773;p58"/>
                <p:cNvSpPr/>
                <p:nvPr/>
              </p:nvSpPr>
              <p:spPr>
                <a:xfrm>
                  <a:off x="872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4" name="Google Shape;1774;p58"/>
                <p:cNvSpPr/>
                <p:nvPr/>
              </p:nvSpPr>
              <p:spPr>
                <a:xfrm>
                  <a:off x="-381000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5" name="Google Shape;1775;p58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6" name="Google Shape;1776;p58"/>
                <p:cNvSpPr/>
                <p:nvPr/>
              </p:nvSpPr>
              <p:spPr>
                <a:xfrm>
                  <a:off x="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7" name="Google Shape;1777;p58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8" name="Google Shape;1778;p58"/>
                <p:cNvSpPr/>
                <p:nvPr/>
              </p:nvSpPr>
              <p:spPr>
                <a:xfrm>
                  <a:off x="381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9" name="Google Shape;1779;p58"/>
                <p:cNvSpPr/>
                <p:nvPr/>
              </p:nvSpPr>
              <p:spPr>
                <a:xfrm>
                  <a:off x="228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0" name="Google Shape;1780;p58"/>
                <p:cNvSpPr/>
                <p:nvPr/>
              </p:nvSpPr>
              <p:spPr>
                <a:xfrm>
                  <a:off x="304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1" name="Google Shape;1781;p58"/>
                <p:cNvSpPr/>
                <p:nvPr/>
              </p:nvSpPr>
              <p:spPr>
                <a:xfrm>
                  <a:off x="609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2" name="Google Shape;1782;p58"/>
                <p:cNvSpPr/>
                <p:nvPr/>
              </p:nvSpPr>
              <p:spPr>
                <a:xfrm>
                  <a:off x="457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3" name="Google Shape;1783;p58"/>
                <p:cNvSpPr/>
                <p:nvPr/>
              </p:nvSpPr>
              <p:spPr>
                <a:xfrm>
                  <a:off x="533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4" name="Google Shape;1784;p58"/>
                <p:cNvSpPr/>
                <p:nvPr/>
              </p:nvSpPr>
              <p:spPr>
                <a:xfrm>
                  <a:off x="762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5" name="Google Shape;1785;p58"/>
                <p:cNvSpPr/>
                <p:nvPr/>
              </p:nvSpPr>
              <p:spPr>
                <a:xfrm>
                  <a:off x="685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6" name="Google Shape;1786;p58"/>
                <p:cNvSpPr/>
                <p:nvPr/>
              </p:nvSpPr>
              <p:spPr>
                <a:xfrm>
                  <a:off x="838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7" name="Google Shape;1787;p58"/>
                <p:cNvSpPr/>
                <p:nvPr/>
              </p:nvSpPr>
              <p:spPr>
                <a:xfrm>
                  <a:off x="1869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8" name="Google Shape;1788;p58"/>
                <p:cNvSpPr/>
                <p:nvPr/>
              </p:nvSpPr>
              <p:spPr>
                <a:xfrm>
                  <a:off x="3764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9" name="Google Shape;1789;p58"/>
                <p:cNvSpPr/>
                <p:nvPr/>
              </p:nvSpPr>
              <p:spPr>
                <a:xfrm>
                  <a:off x="110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0" name="Google Shape;1790;p58"/>
                <p:cNvSpPr/>
                <p:nvPr/>
              </p:nvSpPr>
              <p:spPr>
                <a:xfrm>
                  <a:off x="7965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1" name="Google Shape;1791;p58"/>
                <p:cNvSpPr/>
                <p:nvPr/>
              </p:nvSpPr>
              <p:spPr>
                <a:xfrm>
                  <a:off x="7203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2" name="Google Shape;1792;p58"/>
                <p:cNvSpPr/>
                <p:nvPr/>
              </p:nvSpPr>
              <p:spPr>
                <a:xfrm>
                  <a:off x="872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3" name="Google Shape;1793;p58"/>
                <p:cNvSpPr/>
                <p:nvPr/>
              </p:nvSpPr>
              <p:spPr>
                <a:xfrm>
                  <a:off x="-381000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4" name="Google Shape;1794;p58"/>
                <p:cNvSpPr/>
                <p:nvPr/>
              </p:nvSpPr>
              <p:spPr>
                <a:xfrm>
                  <a:off x="7620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5" name="Google Shape;1795;p58"/>
                <p:cNvSpPr/>
                <p:nvPr/>
              </p:nvSpPr>
              <p:spPr>
                <a:xfrm>
                  <a:off x="8382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6" name="Google Shape;1796;p58"/>
                <p:cNvSpPr/>
                <p:nvPr/>
              </p:nvSpPr>
              <p:spPr>
                <a:xfrm>
                  <a:off x="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97" name="Google Shape;1797;p58"/>
              <p:cNvGrpSpPr/>
              <p:nvPr/>
            </p:nvGrpSpPr>
            <p:grpSpPr>
              <a:xfrm>
                <a:off x="762000" y="3189432"/>
                <a:ext cx="1524000" cy="291000"/>
                <a:chOff x="762000" y="3340675"/>
                <a:chExt cx="1524000" cy="291000"/>
              </a:xfrm>
            </p:grpSpPr>
            <p:sp>
              <p:nvSpPr>
                <p:cNvPr id="1798" name="Google Shape;1798;p58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9" name="Google Shape;1799;p58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800" name="Google Shape;1800;p58"/>
            <p:cNvGrpSpPr/>
            <p:nvPr/>
          </p:nvGrpSpPr>
          <p:grpSpPr>
            <a:xfrm>
              <a:off x="7965375" y="2898432"/>
              <a:ext cx="1524000" cy="291000"/>
              <a:chOff x="7965375" y="3049675"/>
              <a:chExt cx="1524000" cy="291000"/>
            </a:xfrm>
          </p:grpSpPr>
          <p:sp>
            <p:nvSpPr>
              <p:cNvPr id="1801" name="Google Shape;1801;p58"/>
              <p:cNvSpPr/>
              <p:nvPr/>
            </p:nvSpPr>
            <p:spPr>
              <a:xfrm>
                <a:off x="7965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2" name="Google Shape;1802;p58"/>
              <p:cNvSpPr/>
              <p:nvPr/>
            </p:nvSpPr>
            <p:spPr>
              <a:xfrm>
                <a:off x="872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3" name="Google Shape;1803;p58"/>
            <p:cNvGrpSpPr/>
            <p:nvPr/>
          </p:nvGrpSpPr>
          <p:grpSpPr>
            <a:xfrm>
              <a:off x="-381000" y="2902607"/>
              <a:ext cx="1519475" cy="291000"/>
              <a:chOff x="-381000" y="3049675"/>
              <a:chExt cx="1519475" cy="291000"/>
            </a:xfrm>
          </p:grpSpPr>
          <p:sp>
            <p:nvSpPr>
              <p:cNvPr id="1804" name="Google Shape;1804;p58"/>
              <p:cNvSpPr/>
              <p:nvPr/>
            </p:nvSpPr>
            <p:spPr>
              <a:xfrm>
                <a:off x="3764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58"/>
              <p:cNvSpPr/>
              <p:nvPr/>
            </p:nvSpPr>
            <p:spPr>
              <a:xfrm>
                <a:off x="-381000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06" name="Google Shape;1806;p58"/>
          <p:cNvSpPr/>
          <p:nvPr/>
        </p:nvSpPr>
        <p:spPr>
          <a:xfrm>
            <a:off x="8079324" y="4427347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58"/>
          <p:cNvSpPr/>
          <p:nvPr/>
        </p:nvSpPr>
        <p:spPr>
          <a:xfrm>
            <a:off x="7120" y="3178097"/>
            <a:ext cx="3621300" cy="17460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58"/>
          <p:cNvSpPr/>
          <p:nvPr/>
        </p:nvSpPr>
        <p:spPr>
          <a:xfrm>
            <a:off x="3023387" y="4782357"/>
            <a:ext cx="1625936" cy="288464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9" name="Google Shape;1809;p58"/>
          <p:cNvGrpSpPr/>
          <p:nvPr/>
        </p:nvGrpSpPr>
        <p:grpSpPr>
          <a:xfrm>
            <a:off x="5602806" y="4421153"/>
            <a:ext cx="1760682" cy="642759"/>
            <a:chOff x="3991550" y="1985765"/>
            <a:chExt cx="721650" cy="263447"/>
          </a:xfrm>
        </p:grpSpPr>
        <p:sp>
          <p:nvSpPr>
            <p:cNvPr id="1810" name="Google Shape;1810;p58"/>
            <p:cNvSpPr/>
            <p:nvPr/>
          </p:nvSpPr>
          <p:spPr>
            <a:xfrm>
              <a:off x="3991550" y="1985765"/>
              <a:ext cx="527625" cy="248475"/>
            </a:xfrm>
            <a:custGeom>
              <a:rect b="b" l="l" r="r" t="t"/>
              <a:pathLst>
                <a:path extrusionOk="0" h="9939" w="21105">
                  <a:moveTo>
                    <a:pt x="12210" y="1"/>
                  </a:moveTo>
                  <a:cubicBezTo>
                    <a:pt x="10896" y="1"/>
                    <a:pt x="9488" y="338"/>
                    <a:pt x="8217" y="379"/>
                  </a:cubicBezTo>
                  <a:cubicBezTo>
                    <a:pt x="6340" y="445"/>
                    <a:pt x="4046" y="3091"/>
                    <a:pt x="2937" y="4858"/>
                  </a:cubicBezTo>
                  <a:cubicBezTo>
                    <a:pt x="1565" y="6955"/>
                    <a:pt x="259" y="8799"/>
                    <a:pt x="105" y="9216"/>
                  </a:cubicBezTo>
                  <a:cubicBezTo>
                    <a:pt x="1" y="9521"/>
                    <a:pt x="1075" y="9562"/>
                    <a:pt x="1802" y="9562"/>
                  </a:cubicBezTo>
                  <a:cubicBezTo>
                    <a:pt x="2070" y="9562"/>
                    <a:pt x="2291" y="9556"/>
                    <a:pt x="2388" y="9556"/>
                  </a:cubicBezTo>
                  <a:cubicBezTo>
                    <a:pt x="3201" y="9556"/>
                    <a:pt x="4013" y="9490"/>
                    <a:pt x="4825" y="9490"/>
                  </a:cubicBezTo>
                  <a:cubicBezTo>
                    <a:pt x="5130" y="9490"/>
                    <a:pt x="5440" y="9489"/>
                    <a:pt x="5754" y="9489"/>
                  </a:cubicBezTo>
                  <a:cubicBezTo>
                    <a:pt x="6958" y="9489"/>
                    <a:pt x="8214" y="9510"/>
                    <a:pt x="9381" y="9710"/>
                  </a:cubicBezTo>
                  <a:cubicBezTo>
                    <a:pt x="10359" y="9876"/>
                    <a:pt x="11301" y="9938"/>
                    <a:pt x="12234" y="9938"/>
                  </a:cubicBezTo>
                  <a:cubicBezTo>
                    <a:pt x="13771" y="9938"/>
                    <a:pt x="15284" y="9768"/>
                    <a:pt x="16889" y="9611"/>
                  </a:cubicBezTo>
                  <a:cubicBezTo>
                    <a:pt x="17756" y="9490"/>
                    <a:pt x="18569" y="9425"/>
                    <a:pt x="19381" y="9359"/>
                  </a:cubicBezTo>
                  <a:cubicBezTo>
                    <a:pt x="19941" y="9304"/>
                    <a:pt x="20644" y="9304"/>
                    <a:pt x="21105" y="9040"/>
                  </a:cubicBezTo>
                  <a:cubicBezTo>
                    <a:pt x="19842" y="7471"/>
                    <a:pt x="18371" y="6142"/>
                    <a:pt x="17153" y="4430"/>
                  </a:cubicBezTo>
                  <a:cubicBezTo>
                    <a:pt x="16033" y="2915"/>
                    <a:pt x="15276" y="511"/>
                    <a:pt x="13442" y="127"/>
                  </a:cubicBezTo>
                  <a:cubicBezTo>
                    <a:pt x="13047" y="36"/>
                    <a:pt x="12634" y="1"/>
                    <a:pt x="12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58"/>
            <p:cNvSpPr/>
            <p:nvPr/>
          </p:nvSpPr>
          <p:spPr>
            <a:xfrm>
              <a:off x="4206150" y="2087638"/>
              <a:ext cx="507050" cy="161575"/>
            </a:xfrm>
            <a:custGeom>
              <a:rect b="b" l="l" r="r" t="t"/>
              <a:pathLst>
                <a:path extrusionOk="0" h="6463" w="20282">
                  <a:moveTo>
                    <a:pt x="12116" y="1"/>
                  </a:moveTo>
                  <a:cubicBezTo>
                    <a:pt x="12042" y="1"/>
                    <a:pt x="11968" y="2"/>
                    <a:pt x="11895" y="4"/>
                  </a:cubicBezTo>
                  <a:cubicBezTo>
                    <a:pt x="8733" y="114"/>
                    <a:pt x="6406" y="1980"/>
                    <a:pt x="3695" y="3407"/>
                  </a:cubicBezTo>
                  <a:cubicBezTo>
                    <a:pt x="2904" y="3769"/>
                    <a:pt x="2147" y="4187"/>
                    <a:pt x="1412" y="4648"/>
                  </a:cubicBezTo>
                  <a:cubicBezTo>
                    <a:pt x="1038" y="4889"/>
                    <a:pt x="347" y="5218"/>
                    <a:pt x="215" y="5680"/>
                  </a:cubicBezTo>
                  <a:cubicBezTo>
                    <a:pt x="0" y="6348"/>
                    <a:pt x="869" y="6463"/>
                    <a:pt x="1544" y="6463"/>
                  </a:cubicBezTo>
                  <a:cubicBezTo>
                    <a:pt x="1800" y="6463"/>
                    <a:pt x="2028" y="6446"/>
                    <a:pt x="2158" y="6437"/>
                  </a:cubicBezTo>
                  <a:lnTo>
                    <a:pt x="3091" y="6327"/>
                  </a:lnTo>
                  <a:cubicBezTo>
                    <a:pt x="3091" y="6327"/>
                    <a:pt x="5089" y="6390"/>
                    <a:pt x="7502" y="6390"/>
                  </a:cubicBezTo>
                  <a:cubicBezTo>
                    <a:pt x="9470" y="6390"/>
                    <a:pt x="11715" y="6348"/>
                    <a:pt x="13377" y="6195"/>
                  </a:cubicBezTo>
                  <a:cubicBezTo>
                    <a:pt x="14881" y="6009"/>
                    <a:pt x="16396" y="6075"/>
                    <a:pt x="17899" y="6042"/>
                  </a:cubicBezTo>
                  <a:cubicBezTo>
                    <a:pt x="18931" y="6042"/>
                    <a:pt x="20282" y="5899"/>
                    <a:pt x="19568" y="4571"/>
                  </a:cubicBezTo>
                  <a:cubicBezTo>
                    <a:pt x="18745" y="3177"/>
                    <a:pt x="17197" y="1958"/>
                    <a:pt x="15847" y="1069"/>
                  </a:cubicBezTo>
                  <a:cubicBezTo>
                    <a:pt x="14724" y="372"/>
                    <a:pt x="13433" y="1"/>
                    <a:pt x="12116" y="1"/>
                  </a:cubicBezTo>
                  <a:close/>
                </a:path>
              </a:pathLst>
            </a:custGeom>
            <a:solidFill>
              <a:srgbClr val="FEB9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2" name="Google Shape;1812;p58"/>
          <p:cNvSpPr/>
          <p:nvPr/>
        </p:nvSpPr>
        <p:spPr>
          <a:xfrm>
            <a:off x="-3941" y="4603997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"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59"/>
          <p:cNvSpPr txBox="1"/>
          <p:nvPr>
            <p:ph idx="1" type="subTitle"/>
          </p:nvPr>
        </p:nvSpPr>
        <p:spPr>
          <a:xfrm>
            <a:off x="2612875" y="1076500"/>
            <a:ext cx="39183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5" name="Google Shape;1815;p59"/>
          <p:cNvSpPr txBox="1"/>
          <p:nvPr>
            <p:ph hasCustomPrompt="1" type="title"/>
          </p:nvPr>
        </p:nvSpPr>
        <p:spPr>
          <a:xfrm>
            <a:off x="2612875" y="539500"/>
            <a:ext cx="39183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816" name="Google Shape;1816;p59"/>
          <p:cNvSpPr txBox="1"/>
          <p:nvPr>
            <p:ph idx="2" type="subTitle"/>
          </p:nvPr>
        </p:nvSpPr>
        <p:spPr>
          <a:xfrm>
            <a:off x="2612875" y="2494625"/>
            <a:ext cx="39183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7" name="Google Shape;1817;p59"/>
          <p:cNvSpPr txBox="1"/>
          <p:nvPr>
            <p:ph hasCustomPrompt="1" idx="3" type="title"/>
          </p:nvPr>
        </p:nvSpPr>
        <p:spPr>
          <a:xfrm>
            <a:off x="2612875" y="1957625"/>
            <a:ext cx="39183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818" name="Google Shape;1818;p59"/>
          <p:cNvSpPr txBox="1"/>
          <p:nvPr>
            <p:ph idx="4" type="subTitle"/>
          </p:nvPr>
        </p:nvSpPr>
        <p:spPr>
          <a:xfrm>
            <a:off x="2612875" y="3912750"/>
            <a:ext cx="39183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9" name="Google Shape;1819;p59"/>
          <p:cNvSpPr txBox="1"/>
          <p:nvPr>
            <p:ph hasCustomPrompt="1" idx="5" type="title"/>
          </p:nvPr>
        </p:nvSpPr>
        <p:spPr>
          <a:xfrm>
            <a:off x="2612875" y="3375750"/>
            <a:ext cx="39183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grpSp>
        <p:nvGrpSpPr>
          <p:cNvPr id="1820" name="Google Shape;1820;p59"/>
          <p:cNvGrpSpPr/>
          <p:nvPr/>
        </p:nvGrpSpPr>
        <p:grpSpPr>
          <a:xfrm>
            <a:off x="6254327" y="1343012"/>
            <a:ext cx="2889683" cy="3889979"/>
            <a:chOff x="3074425" y="836100"/>
            <a:chExt cx="1472075" cy="1981650"/>
          </a:xfrm>
        </p:grpSpPr>
        <p:sp>
          <p:nvSpPr>
            <p:cNvPr id="1821" name="Google Shape;1821;p59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59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59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59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59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59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59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59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9" name="Google Shape;1829;p59"/>
          <p:cNvGrpSpPr/>
          <p:nvPr/>
        </p:nvGrpSpPr>
        <p:grpSpPr>
          <a:xfrm>
            <a:off x="-13955" y="461100"/>
            <a:ext cx="2222252" cy="4838326"/>
            <a:chOff x="1622025" y="238125"/>
            <a:chExt cx="746825" cy="1626000"/>
          </a:xfrm>
        </p:grpSpPr>
        <p:sp>
          <p:nvSpPr>
            <p:cNvPr id="1830" name="Google Shape;1830;p59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59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59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59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59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5" name="Google Shape;1835;p59"/>
          <p:cNvGrpSpPr/>
          <p:nvPr/>
        </p:nvGrpSpPr>
        <p:grpSpPr>
          <a:xfrm flipH="1">
            <a:off x="2397999" y="1495402"/>
            <a:ext cx="3508289" cy="3889979"/>
            <a:chOff x="3074425" y="836100"/>
            <a:chExt cx="1863732" cy="1981650"/>
          </a:xfrm>
        </p:grpSpPr>
        <p:sp>
          <p:nvSpPr>
            <p:cNvPr id="1836" name="Google Shape;1836;p59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59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59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59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59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59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59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59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4" name="Google Shape;1844;p59"/>
          <p:cNvGrpSpPr/>
          <p:nvPr/>
        </p:nvGrpSpPr>
        <p:grpSpPr>
          <a:xfrm>
            <a:off x="6432983" y="2284597"/>
            <a:ext cx="1677397" cy="2332770"/>
            <a:chOff x="1791025" y="2947729"/>
            <a:chExt cx="1161150" cy="1614821"/>
          </a:xfrm>
        </p:grpSpPr>
        <p:sp>
          <p:nvSpPr>
            <p:cNvPr id="1845" name="Google Shape;1845;p59"/>
            <p:cNvSpPr/>
            <p:nvPr/>
          </p:nvSpPr>
          <p:spPr>
            <a:xfrm>
              <a:off x="1791025" y="3456800"/>
              <a:ext cx="1161150" cy="1105750"/>
            </a:xfrm>
            <a:custGeom>
              <a:rect b="b" l="l" r="r" t="t"/>
              <a:pathLst>
                <a:path extrusionOk="0" h="44230" w="46446">
                  <a:moveTo>
                    <a:pt x="0" y="0"/>
                  </a:moveTo>
                  <a:lnTo>
                    <a:pt x="0" y="44229"/>
                  </a:lnTo>
                  <a:lnTo>
                    <a:pt x="46445" y="44229"/>
                  </a:lnTo>
                  <a:lnTo>
                    <a:pt x="46445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59"/>
            <p:cNvSpPr/>
            <p:nvPr/>
          </p:nvSpPr>
          <p:spPr>
            <a:xfrm>
              <a:off x="1791025" y="2947729"/>
              <a:ext cx="26075" cy="513625"/>
            </a:xfrm>
            <a:custGeom>
              <a:rect b="b" l="l" r="r" t="t"/>
              <a:pathLst>
                <a:path extrusionOk="0" h="20545" w="1043">
                  <a:moveTo>
                    <a:pt x="0" y="0"/>
                  </a:moveTo>
                  <a:lnTo>
                    <a:pt x="0" y="20544"/>
                  </a:lnTo>
                  <a:lnTo>
                    <a:pt x="1043" y="20544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59"/>
            <p:cNvSpPr/>
            <p:nvPr/>
          </p:nvSpPr>
          <p:spPr>
            <a:xfrm>
              <a:off x="2476025" y="2947729"/>
              <a:ext cx="26425" cy="513625"/>
            </a:xfrm>
            <a:custGeom>
              <a:rect b="b" l="l" r="r" t="t"/>
              <a:pathLst>
                <a:path extrusionOk="0" h="20545" w="1057">
                  <a:moveTo>
                    <a:pt x="1" y="0"/>
                  </a:moveTo>
                  <a:lnTo>
                    <a:pt x="1" y="20544"/>
                  </a:lnTo>
                  <a:lnTo>
                    <a:pt x="1056" y="20544"/>
                  </a:lnTo>
                  <a:lnTo>
                    <a:pt x="1056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59"/>
            <p:cNvSpPr/>
            <p:nvPr/>
          </p:nvSpPr>
          <p:spPr>
            <a:xfrm>
              <a:off x="2926075" y="2947729"/>
              <a:ext cx="26100" cy="513625"/>
            </a:xfrm>
            <a:custGeom>
              <a:rect b="b" l="l" r="r" t="t"/>
              <a:pathLst>
                <a:path extrusionOk="0" h="20545" w="1044">
                  <a:moveTo>
                    <a:pt x="1" y="0"/>
                  </a:moveTo>
                  <a:lnTo>
                    <a:pt x="1" y="20544"/>
                  </a:lnTo>
                  <a:lnTo>
                    <a:pt x="1043" y="20544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59"/>
            <p:cNvSpPr/>
            <p:nvPr/>
          </p:nvSpPr>
          <p:spPr>
            <a:xfrm>
              <a:off x="1859450" y="3515775"/>
              <a:ext cx="564775" cy="31650"/>
            </a:xfrm>
            <a:custGeom>
              <a:rect b="b" l="l" r="r" t="t"/>
              <a:pathLst>
                <a:path extrusionOk="0" h="1266" w="22591">
                  <a:moveTo>
                    <a:pt x="0" y="1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59"/>
            <p:cNvSpPr/>
            <p:nvPr/>
          </p:nvSpPr>
          <p:spPr>
            <a:xfrm>
              <a:off x="1859450" y="3630825"/>
              <a:ext cx="564775" cy="31625"/>
            </a:xfrm>
            <a:custGeom>
              <a:rect b="b" l="l" r="r" t="t"/>
              <a:pathLst>
                <a:path extrusionOk="0" h="1265" w="22591">
                  <a:moveTo>
                    <a:pt x="0" y="0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59"/>
            <p:cNvSpPr/>
            <p:nvPr/>
          </p:nvSpPr>
          <p:spPr>
            <a:xfrm>
              <a:off x="1859450" y="3746175"/>
              <a:ext cx="564775" cy="31650"/>
            </a:xfrm>
            <a:custGeom>
              <a:rect b="b" l="l" r="r" t="t"/>
              <a:pathLst>
                <a:path extrusionOk="0" h="1266" w="22591">
                  <a:moveTo>
                    <a:pt x="0" y="1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59"/>
            <p:cNvSpPr/>
            <p:nvPr/>
          </p:nvSpPr>
          <p:spPr>
            <a:xfrm>
              <a:off x="1859450" y="3861225"/>
              <a:ext cx="564775" cy="31625"/>
            </a:xfrm>
            <a:custGeom>
              <a:rect b="b" l="l" r="r" t="t"/>
              <a:pathLst>
                <a:path extrusionOk="0" h="1265" w="22591">
                  <a:moveTo>
                    <a:pt x="0" y="0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59"/>
            <p:cNvSpPr/>
            <p:nvPr/>
          </p:nvSpPr>
          <p:spPr>
            <a:xfrm>
              <a:off x="1859450" y="3976250"/>
              <a:ext cx="564775" cy="31650"/>
            </a:xfrm>
            <a:custGeom>
              <a:rect b="b" l="l" r="r" t="t"/>
              <a:pathLst>
                <a:path extrusionOk="0" h="1266" w="22591">
                  <a:moveTo>
                    <a:pt x="0" y="1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59"/>
            <p:cNvSpPr/>
            <p:nvPr/>
          </p:nvSpPr>
          <p:spPr>
            <a:xfrm>
              <a:off x="1859450" y="4091300"/>
              <a:ext cx="564775" cy="31625"/>
            </a:xfrm>
            <a:custGeom>
              <a:rect b="b" l="l" r="r" t="t"/>
              <a:pathLst>
                <a:path extrusionOk="0" h="1265" w="22591">
                  <a:moveTo>
                    <a:pt x="0" y="0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59"/>
            <p:cNvSpPr/>
            <p:nvPr/>
          </p:nvSpPr>
          <p:spPr>
            <a:xfrm>
              <a:off x="1859450" y="4206650"/>
              <a:ext cx="564775" cy="31650"/>
            </a:xfrm>
            <a:custGeom>
              <a:rect b="b" l="l" r="r" t="t"/>
              <a:pathLst>
                <a:path extrusionOk="0" h="1266" w="22591">
                  <a:moveTo>
                    <a:pt x="0" y="1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59"/>
            <p:cNvSpPr/>
            <p:nvPr/>
          </p:nvSpPr>
          <p:spPr>
            <a:xfrm>
              <a:off x="1859450" y="4321700"/>
              <a:ext cx="564775" cy="31625"/>
            </a:xfrm>
            <a:custGeom>
              <a:rect b="b" l="l" r="r" t="t"/>
              <a:pathLst>
                <a:path extrusionOk="0" h="1265" w="22591">
                  <a:moveTo>
                    <a:pt x="0" y="0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59"/>
            <p:cNvSpPr/>
            <p:nvPr/>
          </p:nvSpPr>
          <p:spPr>
            <a:xfrm>
              <a:off x="1859450" y="4436725"/>
              <a:ext cx="564775" cy="31650"/>
            </a:xfrm>
            <a:custGeom>
              <a:rect b="b" l="l" r="r" t="t"/>
              <a:pathLst>
                <a:path extrusionOk="0" h="1266" w="22591">
                  <a:moveTo>
                    <a:pt x="0" y="1"/>
                  </a:moveTo>
                  <a:lnTo>
                    <a:pt x="0" y="1265"/>
                  </a:lnTo>
                  <a:lnTo>
                    <a:pt x="22591" y="1265"/>
                  </a:lnTo>
                  <a:lnTo>
                    <a:pt x="22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59"/>
            <p:cNvSpPr/>
            <p:nvPr/>
          </p:nvSpPr>
          <p:spPr>
            <a:xfrm>
              <a:off x="2541525" y="3515775"/>
              <a:ext cx="350350" cy="31650"/>
            </a:xfrm>
            <a:custGeom>
              <a:rect b="b" l="l" r="r" t="t"/>
              <a:pathLst>
                <a:path extrusionOk="0" h="1266" w="14014">
                  <a:moveTo>
                    <a:pt x="1" y="1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59"/>
            <p:cNvSpPr/>
            <p:nvPr/>
          </p:nvSpPr>
          <p:spPr>
            <a:xfrm>
              <a:off x="2541525" y="3630825"/>
              <a:ext cx="350350" cy="31625"/>
            </a:xfrm>
            <a:custGeom>
              <a:rect b="b" l="l" r="r" t="t"/>
              <a:pathLst>
                <a:path extrusionOk="0" h="1265" w="14014">
                  <a:moveTo>
                    <a:pt x="1" y="0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59"/>
            <p:cNvSpPr/>
            <p:nvPr/>
          </p:nvSpPr>
          <p:spPr>
            <a:xfrm>
              <a:off x="2541525" y="3746175"/>
              <a:ext cx="350350" cy="31650"/>
            </a:xfrm>
            <a:custGeom>
              <a:rect b="b" l="l" r="r" t="t"/>
              <a:pathLst>
                <a:path extrusionOk="0" h="1266" w="14014">
                  <a:moveTo>
                    <a:pt x="1" y="1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59"/>
            <p:cNvSpPr/>
            <p:nvPr/>
          </p:nvSpPr>
          <p:spPr>
            <a:xfrm>
              <a:off x="2541525" y="3861225"/>
              <a:ext cx="350350" cy="31625"/>
            </a:xfrm>
            <a:custGeom>
              <a:rect b="b" l="l" r="r" t="t"/>
              <a:pathLst>
                <a:path extrusionOk="0" h="1265" w="14014">
                  <a:moveTo>
                    <a:pt x="1" y="0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59"/>
            <p:cNvSpPr/>
            <p:nvPr/>
          </p:nvSpPr>
          <p:spPr>
            <a:xfrm>
              <a:off x="2541525" y="3976250"/>
              <a:ext cx="350350" cy="31650"/>
            </a:xfrm>
            <a:custGeom>
              <a:rect b="b" l="l" r="r" t="t"/>
              <a:pathLst>
                <a:path extrusionOk="0" h="1266" w="14014">
                  <a:moveTo>
                    <a:pt x="1" y="1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59"/>
            <p:cNvSpPr/>
            <p:nvPr/>
          </p:nvSpPr>
          <p:spPr>
            <a:xfrm>
              <a:off x="2541525" y="4091300"/>
              <a:ext cx="350350" cy="31625"/>
            </a:xfrm>
            <a:custGeom>
              <a:rect b="b" l="l" r="r" t="t"/>
              <a:pathLst>
                <a:path extrusionOk="0" h="1265" w="14014">
                  <a:moveTo>
                    <a:pt x="1" y="0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59"/>
            <p:cNvSpPr/>
            <p:nvPr/>
          </p:nvSpPr>
          <p:spPr>
            <a:xfrm>
              <a:off x="2541525" y="4206650"/>
              <a:ext cx="350350" cy="31650"/>
            </a:xfrm>
            <a:custGeom>
              <a:rect b="b" l="l" r="r" t="t"/>
              <a:pathLst>
                <a:path extrusionOk="0" h="1266" w="14014">
                  <a:moveTo>
                    <a:pt x="1" y="1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59"/>
            <p:cNvSpPr/>
            <p:nvPr/>
          </p:nvSpPr>
          <p:spPr>
            <a:xfrm>
              <a:off x="2541525" y="4321700"/>
              <a:ext cx="350350" cy="31625"/>
            </a:xfrm>
            <a:custGeom>
              <a:rect b="b" l="l" r="r" t="t"/>
              <a:pathLst>
                <a:path extrusionOk="0" h="1265" w="14014">
                  <a:moveTo>
                    <a:pt x="1" y="0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59"/>
            <p:cNvSpPr/>
            <p:nvPr/>
          </p:nvSpPr>
          <p:spPr>
            <a:xfrm>
              <a:off x="2541525" y="4436725"/>
              <a:ext cx="350350" cy="31650"/>
            </a:xfrm>
            <a:custGeom>
              <a:rect b="b" l="l" r="r" t="t"/>
              <a:pathLst>
                <a:path extrusionOk="0" h="1266" w="14014">
                  <a:moveTo>
                    <a:pt x="1" y="1"/>
                  </a:moveTo>
                  <a:lnTo>
                    <a:pt x="1" y="1265"/>
                  </a:lnTo>
                  <a:lnTo>
                    <a:pt x="14014" y="1265"/>
                  </a:lnTo>
                  <a:lnTo>
                    <a:pt x="1401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7" name="Google Shape;1867;p59"/>
          <p:cNvGrpSpPr/>
          <p:nvPr/>
        </p:nvGrpSpPr>
        <p:grpSpPr>
          <a:xfrm>
            <a:off x="6254278" y="526122"/>
            <a:ext cx="3508278" cy="4091243"/>
            <a:chOff x="2338828" y="880300"/>
            <a:chExt cx="3508278" cy="4091243"/>
          </a:xfrm>
        </p:grpSpPr>
        <p:sp>
          <p:nvSpPr>
            <p:cNvPr id="1868" name="Google Shape;1868;p59"/>
            <p:cNvSpPr/>
            <p:nvPr/>
          </p:nvSpPr>
          <p:spPr>
            <a:xfrm>
              <a:off x="2628617" y="1253859"/>
              <a:ext cx="2828530" cy="417150"/>
            </a:xfrm>
            <a:custGeom>
              <a:rect b="b" l="l" r="r" t="t"/>
              <a:pathLst>
                <a:path extrusionOk="0" fill="none" h="6623" w="44908">
                  <a:moveTo>
                    <a:pt x="1" y="6623"/>
                  </a:moveTo>
                  <a:lnTo>
                    <a:pt x="5071" y="1"/>
                  </a:lnTo>
                  <a:lnTo>
                    <a:pt x="44908" y="1"/>
                  </a:lnTo>
                  <a:lnTo>
                    <a:pt x="44908" y="6623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59"/>
            <p:cNvSpPr/>
            <p:nvPr/>
          </p:nvSpPr>
          <p:spPr>
            <a:xfrm>
              <a:off x="2960354" y="1262929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0" y="0"/>
                  </a:moveTo>
                  <a:lnTo>
                    <a:pt x="4784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59"/>
            <p:cNvSpPr/>
            <p:nvPr/>
          </p:nvSpPr>
          <p:spPr>
            <a:xfrm>
              <a:off x="2960354" y="1253859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59"/>
            <p:cNvSpPr/>
            <p:nvPr/>
          </p:nvSpPr>
          <p:spPr>
            <a:xfrm>
              <a:off x="2789542" y="1460762"/>
              <a:ext cx="162627" cy="206969"/>
            </a:xfrm>
            <a:custGeom>
              <a:rect b="b" l="l" r="r" t="t"/>
              <a:pathLst>
                <a:path extrusionOk="0" fill="none" h="3286" w="2582">
                  <a:moveTo>
                    <a:pt x="1" y="1"/>
                  </a:moveTo>
                  <a:lnTo>
                    <a:pt x="2582" y="3286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59"/>
            <p:cNvSpPr/>
            <p:nvPr/>
          </p:nvSpPr>
          <p:spPr>
            <a:xfrm>
              <a:off x="3273952" y="1262929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59"/>
            <p:cNvSpPr/>
            <p:nvPr/>
          </p:nvSpPr>
          <p:spPr>
            <a:xfrm>
              <a:off x="3273952" y="1253859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5" y="1"/>
                  </a:moveTo>
                  <a:lnTo>
                    <a:pt x="1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59"/>
            <p:cNvSpPr/>
            <p:nvPr/>
          </p:nvSpPr>
          <p:spPr>
            <a:xfrm>
              <a:off x="3587612" y="1264566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0" y="0"/>
                  </a:moveTo>
                  <a:lnTo>
                    <a:pt x="4784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59"/>
            <p:cNvSpPr/>
            <p:nvPr/>
          </p:nvSpPr>
          <p:spPr>
            <a:xfrm>
              <a:off x="3587612" y="1256316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59"/>
            <p:cNvSpPr/>
            <p:nvPr/>
          </p:nvSpPr>
          <p:spPr>
            <a:xfrm>
              <a:off x="3901209" y="1264566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59"/>
            <p:cNvSpPr/>
            <p:nvPr/>
          </p:nvSpPr>
          <p:spPr>
            <a:xfrm>
              <a:off x="3901209" y="1256316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5" y="1"/>
                  </a:moveTo>
                  <a:lnTo>
                    <a:pt x="1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59"/>
            <p:cNvSpPr/>
            <p:nvPr/>
          </p:nvSpPr>
          <p:spPr>
            <a:xfrm>
              <a:off x="4214870" y="1263748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0" y="0"/>
                  </a:moveTo>
                  <a:lnTo>
                    <a:pt x="4784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59"/>
            <p:cNvSpPr/>
            <p:nvPr/>
          </p:nvSpPr>
          <p:spPr>
            <a:xfrm>
              <a:off x="4214870" y="1254678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4" y="1"/>
                  </a:moveTo>
                  <a:lnTo>
                    <a:pt x="0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59"/>
            <p:cNvSpPr/>
            <p:nvPr/>
          </p:nvSpPr>
          <p:spPr>
            <a:xfrm>
              <a:off x="4528467" y="1263748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59"/>
            <p:cNvSpPr/>
            <p:nvPr/>
          </p:nvSpPr>
          <p:spPr>
            <a:xfrm>
              <a:off x="4528467" y="1254678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5" y="1"/>
                  </a:moveTo>
                  <a:lnTo>
                    <a:pt x="1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59"/>
            <p:cNvSpPr/>
            <p:nvPr/>
          </p:nvSpPr>
          <p:spPr>
            <a:xfrm>
              <a:off x="4842127" y="1266204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0" y="0"/>
                  </a:moveTo>
                  <a:lnTo>
                    <a:pt x="4784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59"/>
            <p:cNvSpPr/>
            <p:nvPr/>
          </p:nvSpPr>
          <p:spPr>
            <a:xfrm>
              <a:off x="4842127" y="1257134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59"/>
            <p:cNvSpPr/>
            <p:nvPr/>
          </p:nvSpPr>
          <p:spPr>
            <a:xfrm>
              <a:off x="5155725" y="1266204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1" y="0"/>
                  </a:moveTo>
                  <a:lnTo>
                    <a:pt x="4785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59"/>
            <p:cNvSpPr/>
            <p:nvPr/>
          </p:nvSpPr>
          <p:spPr>
            <a:xfrm>
              <a:off x="5155725" y="1257134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5" y="1"/>
                  </a:moveTo>
                  <a:lnTo>
                    <a:pt x="1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59"/>
            <p:cNvSpPr/>
            <p:nvPr/>
          </p:nvSpPr>
          <p:spPr>
            <a:xfrm>
              <a:off x="5652479" y="1267023"/>
              <a:ext cx="194624" cy="190530"/>
            </a:xfrm>
            <a:custGeom>
              <a:rect b="b" l="l" r="r" t="t"/>
              <a:pathLst>
                <a:path extrusionOk="0" fill="none" h="3025" w="3090">
                  <a:moveTo>
                    <a:pt x="0" y="0"/>
                  </a:moveTo>
                  <a:lnTo>
                    <a:pt x="3090" y="3025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59"/>
            <p:cNvSpPr/>
            <p:nvPr/>
          </p:nvSpPr>
          <p:spPr>
            <a:xfrm>
              <a:off x="5652479" y="1450937"/>
              <a:ext cx="194624" cy="220070"/>
            </a:xfrm>
            <a:custGeom>
              <a:rect b="b" l="l" r="r" t="t"/>
              <a:pathLst>
                <a:path extrusionOk="0" fill="none" h="3494" w="3090">
                  <a:moveTo>
                    <a:pt x="3090" y="0"/>
                  </a:moveTo>
                  <a:lnTo>
                    <a:pt x="0" y="349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59"/>
            <p:cNvSpPr/>
            <p:nvPr/>
          </p:nvSpPr>
          <p:spPr>
            <a:xfrm>
              <a:off x="5457040" y="1263748"/>
              <a:ext cx="195505" cy="199536"/>
            </a:xfrm>
            <a:custGeom>
              <a:rect b="b" l="l" r="r" t="t"/>
              <a:pathLst>
                <a:path extrusionOk="0" fill="none" h="3168" w="3104">
                  <a:moveTo>
                    <a:pt x="3103" y="0"/>
                  </a:moveTo>
                  <a:lnTo>
                    <a:pt x="1" y="316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59"/>
            <p:cNvSpPr/>
            <p:nvPr/>
          </p:nvSpPr>
          <p:spPr>
            <a:xfrm>
              <a:off x="5457040" y="1463219"/>
              <a:ext cx="195505" cy="207788"/>
            </a:xfrm>
            <a:custGeom>
              <a:rect b="b" l="l" r="r" t="t"/>
              <a:pathLst>
                <a:path extrusionOk="0" fill="none" h="3299" w="3104">
                  <a:moveTo>
                    <a:pt x="1" y="1"/>
                  </a:moveTo>
                  <a:lnTo>
                    <a:pt x="3103" y="329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59"/>
            <p:cNvSpPr/>
            <p:nvPr/>
          </p:nvSpPr>
          <p:spPr>
            <a:xfrm>
              <a:off x="5457040" y="1253859"/>
              <a:ext cx="390066" cy="417150"/>
            </a:xfrm>
            <a:custGeom>
              <a:rect b="b" l="l" r="r" t="t"/>
              <a:pathLst>
                <a:path extrusionOk="0" fill="none" h="6623" w="6193">
                  <a:moveTo>
                    <a:pt x="1" y="1"/>
                  </a:moveTo>
                  <a:lnTo>
                    <a:pt x="6193" y="1"/>
                  </a:lnTo>
                  <a:lnTo>
                    <a:pt x="6193" y="6623"/>
                  </a:lnTo>
                  <a:lnTo>
                    <a:pt x="1" y="6623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59"/>
            <p:cNvSpPr/>
            <p:nvPr/>
          </p:nvSpPr>
          <p:spPr>
            <a:xfrm>
              <a:off x="5077750" y="1670940"/>
              <a:ext cx="267686" cy="3300603"/>
            </a:xfrm>
            <a:custGeom>
              <a:rect b="b" l="l" r="r" t="t"/>
              <a:pathLst>
                <a:path extrusionOk="0" fill="none" h="52403" w="4250">
                  <a:moveTo>
                    <a:pt x="4250" y="52403"/>
                  </a:moveTo>
                  <a:lnTo>
                    <a:pt x="0" y="52403"/>
                  </a:lnTo>
                  <a:lnTo>
                    <a:pt x="0" y="1"/>
                  </a:lnTo>
                  <a:lnTo>
                    <a:pt x="4250" y="1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59"/>
            <p:cNvSpPr/>
            <p:nvPr/>
          </p:nvSpPr>
          <p:spPr>
            <a:xfrm>
              <a:off x="5083482" y="4253921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8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59"/>
            <p:cNvSpPr/>
            <p:nvPr/>
          </p:nvSpPr>
          <p:spPr>
            <a:xfrm>
              <a:off x="5077750" y="4253921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0"/>
                  </a:moveTo>
                  <a:lnTo>
                    <a:pt x="4211" y="561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59"/>
            <p:cNvSpPr/>
            <p:nvPr/>
          </p:nvSpPr>
          <p:spPr>
            <a:xfrm>
              <a:off x="5083482" y="46134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2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59"/>
            <p:cNvSpPr/>
            <p:nvPr/>
          </p:nvSpPr>
          <p:spPr>
            <a:xfrm>
              <a:off x="5077750" y="4613498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1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59"/>
            <p:cNvSpPr/>
            <p:nvPr/>
          </p:nvSpPr>
          <p:spPr>
            <a:xfrm>
              <a:off x="5083482" y="3884456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1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59"/>
            <p:cNvSpPr/>
            <p:nvPr/>
          </p:nvSpPr>
          <p:spPr>
            <a:xfrm>
              <a:off x="5077750" y="3884456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0"/>
                  </a:moveTo>
                  <a:lnTo>
                    <a:pt x="4211" y="563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59"/>
            <p:cNvSpPr/>
            <p:nvPr/>
          </p:nvSpPr>
          <p:spPr>
            <a:xfrm>
              <a:off x="5084301" y="3515810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1" y="5619"/>
                  </a:moveTo>
                  <a:lnTo>
                    <a:pt x="4133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59"/>
            <p:cNvSpPr/>
            <p:nvPr/>
          </p:nvSpPr>
          <p:spPr>
            <a:xfrm>
              <a:off x="5078569" y="3515810"/>
              <a:ext cx="266049" cy="353913"/>
            </a:xfrm>
            <a:custGeom>
              <a:rect b="b" l="l" r="r" t="t"/>
              <a:pathLst>
                <a:path extrusionOk="0" fill="none" h="5619" w="4224">
                  <a:moveTo>
                    <a:pt x="0" y="0"/>
                  </a:moveTo>
                  <a:lnTo>
                    <a:pt x="4224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59"/>
            <p:cNvSpPr/>
            <p:nvPr/>
          </p:nvSpPr>
          <p:spPr>
            <a:xfrm>
              <a:off x="5084301" y="3147163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1" y="5619"/>
                  </a:moveTo>
                  <a:lnTo>
                    <a:pt x="4133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59"/>
            <p:cNvSpPr/>
            <p:nvPr/>
          </p:nvSpPr>
          <p:spPr>
            <a:xfrm>
              <a:off x="5078569" y="3147163"/>
              <a:ext cx="266049" cy="353913"/>
            </a:xfrm>
            <a:custGeom>
              <a:rect b="b" l="l" r="r" t="t"/>
              <a:pathLst>
                <a:path extrusionOk="0" fill="none" h="5619" w="4224">
                  <a:moveTo>
                    <a:pt x="0" y="0"/>
                  </a:moveTo>
                  <a:lnTo>
                    <a:pt x="4224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59"/>
            <p:cNvSpPr/>
            <p:nvPr/>
          </p:nvSpPr>
          <p:spPr>
            <a:xfrm>
              <a:off x="5084301" y="27776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2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59"/>
            <p:cNvSpPr/>
            <p:nvPr/>
          </p:nvSpPr>
          <p:spPr>
            <a:xfrm>
              <a:off x="5078569" y="2777698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0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59"/>
            <p:cNvSpPr/>
            <p:nvPr/>
          </p:nvSpPr>
          <p:spPr>
            <a:xfrm>
              <a:off x="5084301" y="2409052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9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59"/>
            <p:cNvSpPr/>
            <p:nvPr/>
          </p:nvSpPr>
          <p:spPr>
            <a:xfrm>
              <a:off x="5078569" y="2409052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59"/>
            <p:cNvSpPr/>
            <p:nvPr/>
          </p:nvSpPr>
          <p:spPr>
            <a:xfrm>
              <a:off x="5085120" y="2040406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9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59"/>
            <p:cNvSpPr/>
            <p:nvPr/>
          </p:nvSpPr>
          <p:spPr>
            <a:xfrm>
              <a:off x="5079388" y="2040406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59"/>
            <p:cNvSpPr/>
            <p:nvPr/>
          </p:nvSpPr>
          <p:spPr>
            <a:xfrm>
              <a:off x="5085120" y="1670940"/>
              <a:ext cx="260317" cy="354795"/>
            </a:xfrm>
            <a:custGeom>
              <a:rect b="b" l="l" r="r" t="t"/>
              <a:pathLst>
                <a:path extrusionOk="0" fill="none" h="5633" w="4133">
                  <a:moveTo>
                    <a:pt x="1" y="5632"/>
                  </a:moveTo>
                  <a:lnTo>
                    <a:pt x="4133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59"/>
            <p:cNvSpPr/>
            <p:nvPr/>
          </p:nvSpPr>
          <p:spPr>
            <a:xfrm>
              <a:off x="5079388" y="1670940"/>
              <a:ext cx="266049" cy="354795"/>
            </a:xfrm>
            <a:custGeom>
              <a:rect b="b" l="l" r="r" t="t"/>
              <a:pathLst>
                <a:path extrusionOk="0" fill="none" h="5633" w="4224">
                  <a:moveTo>
                    <a:pt x="0" y="1"/>
                  </a:moveTo>
                  <a:lnTo>
                    <a:pt x="4224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59"/>
            <p:cNvSpPr/>
            <p:nvPr/>
          </p:nvSpPr>
          <p:spPr>
            <a:xfrm>
              <a:off x="5341275" y="1671759"/>
              <a:ext cx="268568" cy="3299784"/>
            </a:xfrm>
            <a:custGeom>
              <a:rect b="b" l="l" r="r" t="t"/>
              <a:pathLst>
                <a:path extrusionOk="0" fill="none" h="52390" w="4264">
                  <a:moveTo>
                    <a:pt x="4263" y="52390"/>
                  </a:moveTo>
                  <a:lnTo>
                    <a:pt x="1" y="52390"/>
                  </a:lnTo>
                  <a:lnTo>
                    <a:pt x="1" y="1"/>
                  </a:lnTo>
                  <a:lnTo>
                    <a:pt x="4263" y="1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59"/>
            <p:cNvSpPr/>
            <p:nvPr/>
          </p:nvSpPr>
          <p:spPr>
            <a:xfrm>
              <a:off x="5347070" y="4253921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0" y="5618"/>
                  </a:moveTo>
                  <a:lnTo>
                    <a:pt x="4132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59"/>
            <p:cNvSpPr/>
            <p:nvPr/>
          </p:nvSpPr>
          <p:spPr>
            <a:xfrm>
              <a:off x="5341275" y="4253921"/>
              <a:ext cx="266112" cy="353913"/>
            </a:xfrm>
            <a:custGeom>
              <a:rect b="b" l="l" r="r" t="t"/>
              <a:pathLst>
                <a:path extrusionOk="0" fill="none" h="5619" w="4225">
                  <a:moveTo>
                    <a:pt x="1" y="0"/>
                  </a:moveTo>
                  <a:lnTo>
                    <a:pt x="4224" y="561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59"/>
            <p:cNvSpPr/>
            <p:nvPr/>
          </p:nvSpPr>
          <p:spPr>
            <a:xfrm>
              <a:off x="5347070" y="4613498"/>
              <a:ext cx="260317" cy="354732"/>
            </a:xfrm>
            <a:custGeom>
              <a:rect b="b" l="l" r="r" t="t"/>
              <a:pathLst>
                <a:path extrusionOk="0" fill="none" h="5632" w="4133">
                  <a:moveTo>
                    <a:pt x="0" y="5632"/>
                  </a:moveTo>
                  <a:lnTo>
                    <a:pt x="4132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59"/>
            <p:cNvSpPr/>
            <p:nvPr/>
          </p:nvSpPr>
          <p:spPr>
            <a:xfrm>
              <a:off x="5341275" y="4613498"/>
              <a:ext cx="266112" cy="354732"/>
            </a:xfrm>
            <a:custGeom>
              <a:rect b="b" l="l" r="r" t="t"/>
              <a:pathLst>
                <a:path extrusionOk="0" fill="none" h="5632" w="4225">
                  <a:moveTo>
                    <a:pt x="1" y="1"/>
                  </a:moveTo>
                  <a:lnTo>
                    <a:pt x="4224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59"/>
            <p:cNvSpPr/>
            <p:nvPr/>
          </p:nvSpPr>
          <p:spPr>
            <a:xfrm>
              <a:off x="5347070" y="3884456"/>
              <a:ext cx="260317" cy="354732"/>
            </a:xfrm>
            <a:custGeom>
              <a:rect b="b" l="l" r="r" t="t"/>
              <a:pathLst>
                <a:path extrusionOk="0" fill="none" h="5632" w="4133">
                  <a:moveTo>
                    <a:pt x="0" y="5631"/>
                  </a:moveTo>
                  <a:lnTo>
                    <a:pt x="4132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59"/>
            <p:cNvSpPr/>
            <p:nvPr/>
          </p:nvSpPr>
          <p:spPr>
            <a:xfrm>
              <a:off x="5341275" y="3884456"/>
              <a:ext cx="266112" cy="354732"/>
            </a:xfrm>
            <a:custGeom>
              <a:rect b="b" l="l" r="r" t="t"/>
              <a:pathLst>
                <a:path extrusionOk="0" fill="none" h="5632" w="4225">
                  <a:moveTo>
                    <a:pt x="1" y="0"/>
                  </a:moveTo>
                  <a:lnTo>
                    <a:pt x="4224" y="563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59"/>
            <p:cNvSpPr/>
            <p:nvPr/>
          </p:nvSpPr>
          <p:spPr>
            <a:xfrm>
              <a:off x="5348708" y="3515810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59"/>
            <p:cNvSpPr/>
            <p:nvPr/>
          </p:nvSpPr>
          <p:spPr>
            <a:xfrm>
              <a:off x="5342913" y="3515810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0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59"/>
            <p:cNvSpPr/>
            <p:nvPr/>
          </p:nvSpPr>
          <p:spPr>
            <a:xfrm>
              <a:off x="5348708" y="3147163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59"/>
            <p:cNvSpPr/>
            <p:nvPr/>
          </p:nvSpPr>
          <p:spPr>
            <a:xfrm>
              <a:off x="5342913" y="3147163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0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59"/>
            <p:cNvSpPr/>
            <p:nvPr/>
          </p:nvSpPr>
          <p:spPr>
            <a:xfrm>
              <a:off x="5347889" y="27776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0" y="5632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59"/>
            <p:cNvSpPr/>
            <p:nvPr/>
          </p:nvSpPr>
          <p:spPr>
            <a:xfrm>
              <a:off x="5342094" y="2777698"/>
              <a:ext cx="265293" cy="354732"/>
            </a:xfrm>
            <a:custGeom>
              <a:rect b="b" l="l" r="r" t="t"/>
              <a:pathLst>
                <a:path extrusionOk="0" fill="none" h="5632" w="4212">
                  <a:moveTo>
                    <a:pt x="1" y="0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59"/>
            <p:cNvSpPr/>
            <p:nvPr/>
          </p:nvSpPr>
          <p:spPr>
            <a:xfrm>
              <a:off x="5347889" y="2409052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59"/>
            <p:cNvSpPr/>
            <p:nvPr/>
          </p:nvSpPr>
          <p:spPr>
            <a:xfrm>
              <a:off x="5342094" y="2409052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59"/>
            <p:cNvSpPr/>
            <p:nvPr/>
          </p:nvSpPr>
          <p:spPr>
            <a:xfrm>
              <a:off x="5349526" y="2040406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59"/>
            <p:cNvSpPr/>
            <p:nvPr/>
          </p:nvSpPr>
          <p:spPr>
            <a:xfrm>
              <a:off x="5343732" y="2040406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59"/>
            <p:cNvSpPr/>
            <p:nvPr/>
          </p:nvSpPr>
          <p:spPr>
            <a:xfrm>
              <a:off x="5349526" y="1670940"/>
              <a:ext cx="259498" cy="354795"/>
            </a:xfrm>
            <a:custGeom>
              <a:rect b="b" l="l" r="r" t="t"/>
              <a:pathLst>
                <a:path extrusionOk="0" fill="none" h="5633" w="4120">
                  <a:moveTo>
                    <a:pt x="0" y="5632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59"/>
            <p:cNvSpPr/>
            <p:nvPr/>
          </p:nvSpPr>
          <p:spPr>
            <a:xfrm>
              <a:off x="5343732" y="1670940"/>
              <a:ext cx="265293" cy="354795"/>
            </a:xfrm>
            <a:custGeom>
              <a:rect b="b" l="l" r="r" t="t"/>
              <a:pathLst>
                <a:path extrusionOk="0" fill="none" h="5633" w="4212">
                  <a:moveTo>
                    <a:pt x="1" y="1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59"/>
            <p:cNvSpPr/>
            <p:nvPr/>
          </p:nvSpPr>
          <p:spPr>
            <a:xfrm>
              <a:off x="5560523" y="880300"/>
              <a:ext cx="882" cy="215157"/>
            </a:xfrm>
            <a:custGeom>
              <a:rect b="b" l="l" r="r" t="t"/>
              <a:pathLst>
                <a:path extrusionOk="0" fill="none" h="3416" w="14">
                  <a:moveTo>
                    <a:pt x="0" y="3416"/>
                  </a:moveTo>
                  <a:lnTo>
                    <a:pt x="13" y="1"/>
                  </a:ln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59"/>
            <p:cNvSpPr/>
            <p:nvPr/>
          </p:nvSpPr>
          <p:spPr>
            <a:xfrm>
              <a:off x="3184451" y="881938"/>
              <a:ext cx="2373716" cy="370352"/>
            </a:xfrm>
            <a:custGeom>
              <a:rect b="b" l="l" r="r" t="t"/>
              <a:pathLst>
                <a:path extrusionOk="0" fill="none" h="5880" w="37687">
                  <a:moveTo>
                    <a:pt x="37686" y="1"/>
                  </a:moveTo>
                  <a:lnTo>
                    <a:pt x="1" y="5880"/>
                  </a:lnTo>
                </a:path>
              </a:pathLst>
            </a:custGeom>
            <a:solidFill>
              <a:schemeClr val="accent5"/>
            </a:solidFill>
            <a:ln cap="flat" cmpd="sng" w="422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59"/>
            <p:cNvSpPr/>
            <p:nvPr/>
          </p:nvSpPr>
          <p:spPr>
            <a:xfrm>
              <a:off x="5181170" y="880300"/>
              <a:ext cx="380240" cy="215157"/>
            </a:xfrm>
            <a:custGeom>
              <a:rect b="b" l="l" r="r" t="t"/>
              <a:pathLst>
                <a:path extrusionOk="0" fill="none" h="3416" w="6037">
                  <a:moveTo>
                    <a:pt x="1" y="3416"/>
                  </a:moveTo>
                  <a:lnTo>
                    <a:pt x="6036" y="1"/>
                  </a:ln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59"/>
            <p:cNvSpPr/>
            <p:nvPr/>
          </p:nvSpPr>
          <p:spPr>
            <a:xfrm>
              <a:off x="5092552" y="1078196"/>
              <a:ext cx="550930" cy="78038"/>
            </a:xfrm>
            <a:custGeom>
              <a:rect b="b" l="l" r="r" t="t"/>
              <a:pathLst>
                <a:path extrusionOk="0" h="1239" w="8747">
                  <a:moveTo>
                    <a:pt x="0" y="0"/>
                  </a:moveTo>
                  <a:lnTo>
                    <a:pt x="0" y="1239"/>
                  </a:lnTo>
                  <a:lnTo>
                    <a:pt x="8747" y="1239"/>
                  </a:lnTo>
                  <a:lnTo>
                    <a:pt x="8747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59"/>
            <p:cNvSpPr/>
            <p:nvPr/>
          </p:nvSpPr>
          <p:spPr>
            <a:xfrm>
              <a:off x="4902025" y="1156171"/>
              <a:ext cx="811247" cy="78038"/>
            </a:xfrm>
            <a:custGeom>
              <a:rect b="b" l="l" r="r" t="t"/>
              <a:pathLst>
                <a:path extrusionOk="0" h="1239" w="12880">
                  <a:moveTo>
                    <a:pt x="1" y="1"/>
                  </a:moveTo>
                  <a:lnTo>
                    <a:pt x="1" y="1239"/>
                  </a:lnTo>
                  <a:lnTo>
                    <a:pt x="12880" y="1239"/>
                  </a:lnTo>
                  <a:lnTo>
                    <a:pt x="12880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59"/>
            <p:cNvSpPr/>
            <p:nvPr/>
          </p:nvSpPr>
          <p:spPr>
            <a:xfrm>
              <a:off x="2893024" y="1827771"/>
              <a:ext cx="316122" cy="110917"/>
            </a:xfrm>
            <a:custGeom>
              <a:rect b="b" l="l" r="r" t="t"/>
              <a:pathLst>
                <a:path extrusionOk="0" h="1761" w="5019">
                  <a:moveTo>
                    <a:pt x="0" y="1"/>
                  </a:moveTo>
                  <a:lnTo>
                    <a:pt x="0" y="1760"/>
                  </a:lnTo>
                  <a:lnTo>
                    <a:pt x="5019" y="1760"/>
                  </a:lnTo>
                  <a:lnTo>
                    <a:pt x="5019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59"/>
            <p:cNvSpPr/>
            <p:nvPr/>
          </p:nvSpPr>
          <p:spPr>
            <a:xfrm>
              <a:off x="2836339" y="1690654"/>
              <a:ext cx="405686" cy="137181"/>
            </a:xfrm>
            <a:custGeom>
              <a:rect b="b" l="l" r="r" t="t"/>
              <a:pathLst>
                <a:path extrusionOk="0" h="2178" w="6441">
                  <a:moveTo>
                    <a:pt x="1" y="1"/>
                  </a:moveTo>
                  <a:lnTo>
                    <a:pt x="1" y="2178"/>
                  </a:lnTo>
                  <a:lnTo>
                    <a:pt x="6440" y="2178"/>
                  </a:lnTo>
                  <a:lnTo>
                    <a:pt x="6440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59"/>
            <p:cNvSpPr/>
            <p:nvPr/>
          </p:nvSpPr>
          <p:spPr>
            <a:xfrm>
              <a:off x="2619611" y="2112648"/>
              <a:ext cx="838330" cy="81377"/>
            </a:xfrm>
            <a:custGeom>
              <a:rect b="b" l="l" r="r" t="t"/>
              <a:pathLst>
                <a:path extrusionOk="0" fill="none" h="1292" w="13310">
                  <a:moveTo>
                    <a:pt x="13309" y="1291"/>
                  </a:moveTo>
                  <a:lnTo>
                    <a:pt x="6766" y="1"/>
                  </a:lnTo>
                  <a:lnTo>
                    <a:pt x="0" y="1239"/>
                  </a:lnTo>
                </a:path>
              </a:pathLst>
            </a:custGeom>
            <a:solidFill>
              <a:schemeClr val="accent5"/>
            </a:solidFill>
            <a:ln cap="flat" cmpd="sng" w="422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59"/>
            <p:cNvSpPr/>
            <p:nvPr/>
          </p:nvSpPr>
          <p:spPr>
            <a:xfrm>
              <a:off x="3000538" y="1895101"/>
              <a:ext cx="108460" cy="241422"/>
            </a:xfrm>
            <a:custGeom>
              <a:rect b="b" l="l" r="r" t="t"/>
              <a:pathLst>
                <a:path extrusionOk="0" fill="none" h="3833" w="1722">
                  <a:moveTo>
                    <a:pt x="731" y="0"/>
                  </a:moveTo>
                  <a:lnTo>
                    <a:pt x="731" y="1982"/>
                  </a:lnTo>
                  <a:cubicBezTo>
                    <a:pt x="731" y="1982"/>
                    <a:pt x="1721" y="2334"/>
                    <a:pt x="1343" y="3220"/>
                  </a:cubicBezTo>
                  <a:cubicBezTo>
                    <a:pt x="1083" y="3833"/>
                    <a:pt x="340" y="3781"/>
                    <a:pt x="1" y="3429"/>
                  </a:cubicBez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59"/>
            <p:cNvSpPr/>
            <p:nvPr/>
          </p:nvSpPr>
          <p:spPr>
            <a:xfrm>
              <a:off x="2471787" y="2184072"/>
              <a:ext cx="1147902" cy="19777"/>
            </a:xfrm>
            <a:custGeom>
              <a:rect b="b" l="l" r="r" t="t"/>
              <a:pathLst>
                <a:path extrusionOk="0" h="314" w="18225">
                  <a:moveTo>
                    <a:pt x="1" y="1"/>
                  </a:moveTo>
                  <a:lnTo>
                    <a:pt x="1" y="314"/>
                  </a:lnTo>
                  <a:lnTo>
                    <a:pt x="18224" y="314"/>
                  </a:lnTo>
                  <a:lnTo>
                    <a:pt x="18224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59"/>
            <p:cNvSpPr/>
            <p:nvPr/>
          </p:nvSpPr>
          <p:spPr>
            <a:xfrm>
              <a:off x="2471787" y="2294925"/>
              <a:ext cx="1147902" cy="19777"/>
            </a:xfrm>
            <a:custGeom>
              <a:rect b="b" l="l" r="r" t="t"/>
              <a:pathLst>
                <a:path extrusionOk="0" h="314" w="18225">
                  <a:moveTo>
                    <a:pt x="1" y="1"/>
                  </a:moveTo>
                  <a:lnTo>
                    <a:pt x="1" y="314"/>
                  </a:lnTo>
                  <a:lnTo>
                    <a:pt x="18224" y="314"/>
                  </a:lnTo>
                  <a:lnTo>
                    <a:pt x="18224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59"/>
            <p:cNvSpPr/>
            <p:nvPr/>
          </p:nvSpPr>
          <p:spPr>
            <a:xfrm>
              <a:off x="2504665" y="2203786"/>
              <a:ext cx="1081389" cy="91202"/>
            </a:xfrm>
            <a:custGeom>
              <a:rect b="b" l="l" r="r" t="t"/>
              <a:pathLst>
                <a:path extrusionOk="0" h="1448" w="17169">
                  <a:moveTo>
                    <a:pt x="0" y="1"/>
                  </a:moveTo>
                  <a:lnTo>
                    <a:pt x="0" y="1448"/>
                  </a:lnTo>
                  <a:lnTo>
                    <a:pt x="17168" y="1448"/>
                  </a:lnTo>
                  <a:lnTo>
                    <a:pt x="17168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59"/>
            <p:cNvSpPr/>
            <p:nvPr/>
          </p:nvSpPr>
          <p:spPr>
            <a:xfrm>
              <a:off x="2338828" y="2314639"/>
              <a:ext cx="1417162" cy="19777"/>
            </a:xfrm>
            <a:custGeom>
              <a:rect b="b" l="l" r="r" t="t"/>
              <a:pathLst>
                <a:path extrusionOk="0" h="314" w="22500">
                  <a:moveTo>
                    <a:pt x="0" y="1"/>
                  </a:moveTo>
                  <a:lnTo>
                    <a:pt x="0" y="313"/>
                  </a:lnTo>
                  <a:lnTo>
                    <a:pt x="22499" y="313"/>
                  </a:lnTo>
                  <a:lnTo>
                    <a:pt x="22499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59"/>
            <p:cNvSpPr/>
            <p:nvPr/>
          </p:nvSpPr>
          <p:spPr>
            <a:xfrm>
              <a:off x="2338828" y="2425491"/>
              <a:ext cx="1417162" cy="19777"/>
            </a:xfrm>
            <a:custGeom>
              <a:rect b="b" l="l" r="r" t="t"/>
              <a:pathLst>
                <a:path extrusionOk="0" h="314" w="22500">
                  <a:moveTo>
                    <a:pt x="0" y="0"/>
                  </a:moveTo>
                  <a:lnTo>
                    <a:pt x="0" y="313"/>
                  </a:lnTo>
                  <a:lnTo>
                    <a:pt x="22499" y="313"/>
                  </a:lnTo>
                  <a:lnTo>
                    <a:pt x="22499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59"/>
            <p:cNvSpPr/>
            <p:nvPr/>
          </p:nvSpPr>
          <p:spPr>
            <a:xfrm>
              <a:off x="2379831" y="2334353"/>
              <a:ext cx="1335093" cy="91202"/>
            </a:xfrm>
            <a:custGeom>
              <a:rect b="b" l="l" r="r" t="t"/>
              <a:pathLst>
                <a:path extrusionOk="0" h="1448" w="21197">
                  <a:moveTo>
                    <a:pt x="1" y="0"/>
                  </a:moveTo>
                  <a:lnTo>
                    <a:pt x="1" y="1447"/>
                  </a:lnTo>
                  <a:lnTo>
                    <a:pt x="21197" y="1447"/>
                  </a:lnTo>
                  <a:lnTo>
                    <a:pt x="21197" y="0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4" name="Google Shape;1944;p59"/>
          <p:cNvSpPr/>
          <p:nvPr/>
        </p:nvSpPr>
        <p:spPr>
          <a:xfrm>
            <a:off x="1524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59"/>
          <p:cNvSpPr/>
          <p:nvPr/>
        </p:nvSpPr>
        <p:spPr>
          <a:xfrm>
            <a:off x="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59"/>
          <p:cNvSpPr/>
          <p:nvPr/>
        </p:nvSpPr>
        <p:spPr>
          <a:xfrm>
            <a:off x="762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59"/>
          <p:cNvSpPr/>
          <p:nvPr/>
        </p:nvSpPr>
        <p:spPr>
          <a:xfrm>
            <a:off x="3810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59"/>
          <p:cNvSpPr/>
          <p:nvPr/>
        </p:nvSpPr>
        <p:spPr>
          <a:xfrm>
            <a:off x="2286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59"/>
          <p:cNvSpPr/>
          <p:nvPr/>
        </p:nvSpPr>
        <p:spPr>
          <a:xfrm>
            <a:off x="3048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59"/>
          <p:cNvSpPr/>
          <p:nvPr/>
        </p:nvSpPr>
        <p:spPr>
          <a:xfrm>
            <a:off x="6096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59"/>
          <p:cNvSpPr/>
          <p:nvPr/>
        </p:nvSpPr>
        <p:spPr>
          <a:xfrm>
            <a:off x="4572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59"/>
          <p:cNvSpPr/>
          <p:nvPr/>
        </p:nvSpPr>
        <p:spPr>
          <a:xfrm>
            <a:off x="5334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59"/>
          <p:cNvSpPr/>
          <p:nvPr/>
        </p:nvSpPr>
        <p:spPr>
          <a:xfrm>
            <a:off x="7620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59"/>
          <p:cNvSpPr/>
          <p:nvPr/>
        </p:nvSpPr>
        <p:spPr>
          <a:xfrm>
            <a:off x="6858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59"/>
          <p:cNvSpPr/>
          <p:nvPr/>
        </p:nvSpPr>
        <p:spPr>
          <a:xfrm>
            <a:off x="8382000" y="4878140"/>
            <a:ext cx="762000" cy="2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6" name="Google Shape;1956;p59"/>
          <p:cNvGrpSpPr/>
          <p:nvPr/>
        </p:nvGrpSpPr>
        <p:grpSpPr>
          <a:xfrm>
            <a:off x="-381000" y="3714140"/>
            <a:ext cx="9870375" cy="1174510"/>
            <a:chOff x="-381000" y="3714140"/>
            <a:chExt cx="9870375" cy="1174510"/>
          </a:xfrm>
        </p:grpSpPr>
        <p:sp>
          <p:nvSpPr>
            <p:cNvPr id="1957" name="Google Shape;1957;p59"/>
            <p:cNvSpPr/>
            <p:nvPr/>
          </p:nvSpPr>
          <p:spPr>
            <a:xfrm>
              <a:off x="186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59"/>
            <p:cNvSpPr/>
            <p:nvPr/>
          </p:nvSpPr>
          <p:spPr>
            <a:xfrm>
              <a:off x="3764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59"/>
            <p:cNvSpPr/>
            <p:nvPr/>
          </p:nvSpPr>
          <p:spPr>
            <a:xfrm>
              <a:off x="110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59"/>
            <p:cNvSpPr/>
            <p:nvPr/>
          </p:nvSpPr>
          <p:spPr>
            <a:xfrm>
              <a:off x="415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59"/>
            <p:cNvSpPr/>
            <p:nvPr/>
          </p:nvSpPr>
          <p:spPr>
            <a:xfrm>
              <a:off x="263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59"/>
            <p:cNvSpPr/>
            <p:nvPr/>
          </p:nvSpPr>
          <p:spPr>
            <a:xfrm>
              <a:off x="339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59"/>
            <p:cNvSpPr/>
            <p:nvPr/>
          </p:nvSpPr>
          <p:spPr>
            <a:xfrm>
              <a:off x="644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59"/>
            <p:cNvSpPr/>
            <p:nvPr/>
          </p:nvSpPr>
          <p:spPr>
            <a:xfrm>
              <a:off x="491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59"/>
            <p:cNvSpPr/>
            <p:nvPr/>
          </p:nvSpPr>
          <p:spPr>
            <a:xfrm>
              <a:off x="567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59"/>
            <p:cNvSpPr/>
            <p:nvPr/>
          </p:nvSpPr>
          <p:spPr>
            <a:xfrm>
              <a:off x="796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59"/>
            <p:cNvSpPr/>
            <p:nvPr/>
          </p:nvSpPr>
          <p:spPr>
            <a:xfrm>
              <a:off x="720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59"/>
            <p:cNvSpPr/>
            <p:nvPr/>
          </p:nvSpPr>
          <p:spPr>
            <a:xfrm>
              <a:off x="872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59"/>
            <p:cNvSpPr/>
            <p:nvPr/>
          </p:nvSpPr>
          <p:spPr>
            <a:xfrm>
              <a:off x="-381000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59"/>
            <p:cNvSpPr/>
            <p:nvPr/>
          </p:nvSpPr>
          <p:spPr>
            <a:xfrm>
              <a:off x="1524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59"/>
            <p:cNvSpPr/>
            <p:nvPr/>
          </p:nvSpPr>
          <p:spPr>
            <a:xfrm>
              <a:off x="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59"/>
            <p:cNvSpPr/>
            <p:nvPr/>
          </p:nvSpPr>
          <p:spPr>
            <a:xfrm>
              <a:off x="76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59"/>
            <p:cNvSpPr/>
            <p:nvPr/>
          </p:nvSpPr>
          <p:spPr>
            <a:xfrm>
              <a:off x="7620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59"/>
            <p:cNvSpPr/>
            <p:nvPr/>
          </p:nvSpPr>
          <p:spPr>
            <a:xfrm>
              <a:off x="6858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59"/>
            <p:cNvSpPr/>
            <p:nvPr/>
          </p:nvSpPr>
          <p:spPr>
            <a:xfrm>
              <a:off x="838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59"/>
            <p:cNvSpPr/>
            <p:nvPr/>
          </p:nvSpPr>
          <p:spPr>
            <a:xfrm>
              <a:off x="3764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59"/>
            <p:cNvSpPr/>
            <p:nvPr/>
          </p:nvSpPr>
          <p:spPr>
            <a:xfrm>
              <a:off x="7965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59"/>
            <p:cNvSpPr/>
            <p:nvPr/>
          </p:nvSpPr>
          <p:spPr>
            <a:xfrm>
              <a:off x="7203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59"/>
            <p:cNvSpPr/>
            <p:nvPr/>
          </p:nvSpPr>
          <p:spPr>
            <a:xfrm>
              <a:off x="8727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59"/>
            <p:cNvSpPr/>
            <p:nvPr/>
          </p:nvSpPr>
          <p:spPr>
            <a:xfrm>
              <a:off x="-381000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59"/>
            <p:cNvSpPr/>
            <p:nvPr/>
          </p:nvSpPr>
          <p:spPr>
            <a:xfrm>
              <a:off x="8382000" y="3714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59"/>
            <p:cNvSpPr/>
            <p:nvPr/>
          </p:nvSpPr>
          <p:spPr>
            <a:xfrm>
              <a:off x="0" y="3714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59"/>
            <p:cNvSpPr/>
            <p:nvPr/>
          </p:nvSpPr>
          <p:spPr>
            <a:xfrm>
              <a:off x="0" y="3714150"/>
              <a:ext cx="2214900" cy="1174500"/>
            </a:xfrm>
            <a:prstGeom prst="rtTriangle">
              <a:avLst/>
            </a:pr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4" name="Google Shape;1984;p59"/>
          <p:cNvSpPr/>
          <p:nvPr/>
        </p:nvSpPr>
        <p:spPr>
          <a:xfrm>
            <a:off x="0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59"/>
          <p:cNvSpPr/>
          <p:nvPr/>
        </p:nvSpPr>
        <p:spPr>
          <a:xfrm>
            <a:off x="0" y="4521719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59"/>
          <p:cNvSpPr/>
          <p:nvPr/>
        </p:nvSpPr>
        <p:spPr>
          <a:xfrm>
            <a:off x="5583076" y="4800024"/>
            <a:ext cx="1679113" cy="297898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59"/>
          <p:cNvSpPr/>
          <p:nvPr/>
        </p:nvSpPr>
        <p:spPr>
          <a:xfrm flipH="1">
            <a:off x="8571700" y="5025282"/>
            <a:ext cx="653285" cy="235097"/>
          </a:xfrm>
          <a:custGeom>
            <a:rect b="b" l="l" r="r" t="t"/>
            <a:pathLst>
              <a:path extrusionOk="0" h="3187" w="8856">
                <a:moveTo>
                  <a:pt x="4158" y="1"/>
                </a:moveTo>
                <a:cubicBezTo>
                  <a:pt x="2578" y="1"/>
                  <a:pt x="1059" y="686"/>
                  <a:pt x="0" y="1896"/>
                </a:cubicBezTo>
                <a:lnTo>
                  <a:pt x="0" y="3186"/>
                </a:lnTo>
                <a:lnTo>
                  <a:pt x="8855" y="3186"/>
                </a:lnTo>
                <a:cubicBezTo>
                  <a:pt x="8140" y="1530"/>
                  <a:pt x="6659" y="362"/>
                  <a:pt x="4881" y="49"/>
                </a:cubicBezTo>
                <a:cubicBezTo>
                  <a:pt x="4639" y="16"/>
                  <a:pt x="4398" y="1"/>
                  <a:pt x="41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8" name="Google Shape;1988;p59"/>
          <p:cNvGrpSpPr/>
          <p:nvPr/>
        </p:nvGrpSpPr>
        <p:grpSpPr>
          <a:xfrm>
            <a:off x="380916" y="-48484"/>
            <a:ext cx="2316202" cy="1225970"/>
            <a:chOff x="3927875" y="2818025"/>
            <a:chExt cx="1071175" cy="566975"/>
          </a:xfrm>
        </p:grpSpPr>
        <p:sp>
          <p:nvSpPr>
            <p:cNvPr id="1989" name="Google Shape;1989;p59"/>
            <p:cNvSpPr/>
            <p:nvPr/>
          </p:nvSpPr>
          <p:spPr>
            <a:xfrm>
              <a:off x="3927875" y="3269075"/>
              <a:ext cx="1071175" cy="115925"/>
            </a:xfrm>
            <a:custGeom>
              <a:rect b="b" l="l" r="r" t="t"/>
              <a:pathLst>
                <a:path extrusionOk="0" h="4637" w="42847">
                  <a:moveTo>
                    <a:pt x="0" y="192"/>
                  </a:moveTo>
                  <a:cubicBezTo>
                    <a:pt x="0" y="192"/>
                    <a:pt x="0" y="192"/>
                    <a:pt x="0" y="192"/>
                  </a:cubicBezTo>
                  <a:lnTo>
                    <a:pt x="0" y="192"/>
                  </a:lnTo>
                  <a:lnTo>
                    <a:pt x="0" y="192"/>
                  </a:lnTo>
                  <a:close/>
                  <a:moveTo>
                    <a:pt x="42846" y="0"/>
                  </a:moveTo>
                  <a:lnTo>
                    <a:pt x="40005" y="35"/>
                  </a:lnTo>
                  <a:cubicBezTo>
                    <a:pt x="32108" y="87"/>
                    <a:pt x="10093" y="227"/>
                    <a:pt x="2563" y="227"/>
                  </a:cubicBezTo>
                  <a:cubicBezTo>
                    <a:pt x="973" y="227"/>
                    <a:pt x="18" y="210"/>
                    <a:pt x="0" y="192"/>
                  </a:cubicBezTo>
                  <a:lnTo>
                    <a:pt x="0" y="192"/>
                  </a:lnTo>
                  <a:lnTo>
                    <a:pt x="2022" y="4236"/>
                  </a:lnTo>
                  <a:lnTo>
                    <a:pt x="2231" y="4637"/>
                  </a:lnTo>
                  <a:lnTo>
                    <a:pt x="40719" y="4637"/>
                  </a:lnTo>
                  <a:lnTo>
                    <a:pt x="42375" y="1029"/>
                  </a:lnTo>
                  <a:lnTo>
                    <a:pt x="428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59"/>
            <p:cNvSpPr/>
            <p:nvPr/>
          </p:nvSpPr>
          <p:spPr>
            <a:xfrm>
              <a:off x="3947050" y="3252075"/>
              <a:ext cx="1032825" cy="25"/>
            </a:xfrm>
            <a:custGeom>
              <a:rect b="b" l="l" r="r" t="t"/>
              <a:pathLst>
                <a:path extrusionOk="0" fill="none" h="1" w="41313">
                  <a:moveTo>
                    <a:pt x="0" y="0"/>
                  </a:moveTo>
                  <a:lnTo>
                    <a:pt x="41312" y="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59"/>
            <p:cNvSpPr/>
            <p:nvPr/>
          </p:nvSpPr>
          <p:spPr>
            <a:xfrm>
              <a:off x="3991925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1" y="1"/>
                  </a:moveTo>
                  <a:lnTo>
                    <a:pt x="1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59"/>
            <p:cNvSpPr/>
            <p:nvPr/>
          </p:nvSpPr>
          <p:spPr>
            <a:xfrm>
              <a:off x="4927550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0" y="1"/>
                  </a:moveTo>
                  <a:lnTo>
                    <a:pt x="0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59"/>
            <p:cNvSpPr/>
            <p:nvPr/>
          </p:nvSpPr>
          <p:spPr>
            <a:xfrm>
              <a:off x="3978425" y="3294775"/>
              <a:ext cx="1008850" cy="90225"/>
            </a:xfrm>
            <a:custGeom>
              <a:rect b="b" l="l" r="r" t="t"/>
              <a:pathLst>
                <a:path extrusionOk="0" h="3609" w="40354">
                  <a:moveTo>
                    <a:pt x="40353" y="1"/>
                  </a:moveTo>
                  <a:lnTo>
                    <a:pt x="0" y="3208"/>
                  </a:lnTo>
                  <a:lnTo>
                    <a:pt x="209" y="3609"/>
                  </a:lnTo>
                  <a:lnTo>
                    <a:pt x="38680" y="3609"/>
                  </a:lnTo>
                  <a:lnTo>
                    <a:pt x="4035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59"/>
            <p:cNvSpPr/>
            <p:nvPr/>
          </p:nvSpPr>
          <p:spPr>
            <a:xfrm>
              <a:off x="4044225" y="2940925"/>
              <a:ext cx="152975" cy="335575"/>
            </a:xfrm>
            <a:custGeom>
              <a:rect b="b" l="l" r="r" t="t"/>
              <a:pathLst>
                <a:path extrusionOk="0" fill="none" h="13423" w="6119">
                  <a:moveTo>
                    <a:pt x="0" y="13423"/>
                  </a:moveTo>
                  <a:lnTo>
                    <a:pt x="4131" y="1"/>
                  </a:lnTo>
                  <a:lnTo>
                    <a:pt x="6119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59"/>
            <p:cNvSpPr/>
            <p:nvPr/>
          </p:nvSpPr>
          <p:spPr>
            <a:xfrm>
              <a:off x="4133550" y="2913900"/>
              <a:ext cx="28350" cy="28350"/>
            </a:xfrm>
            <a:custGeom>
              <a:rect b="b" l="l" r="r" t="t"/>
              <a:pathLst>
                <a:path extrusionOk="0" fill="none" h="1134" w="1134">
                  <a:moveTo>
                    <a:pt x="1134" y="559"/>
                  </a:moveTo>
                  <a:cubicBezTo>
                    <a:pt x="1134" y="872"/>
                    <a:pt x="872" y="1134"/>
                    <a:pt x="558" y="1134"/>
                  </a:cubicBezTo>
                  <a:cubicBezTo>
                    <a:pt x="245" y="1134"/>
                    <a:pt x="1" y="872"/>
                    <a:pt x="1" y="559"/>
                  </a:cubicBezTo>
                  <a:cubicBezTo>
                    <a:pt x="1" y="245"/>
                    <a:pt x="245" y="1"/>
                    <a:pt x="558" y="1"/>
                  </a:cubicBezTo>
                  <a:cubicBezTo>
                    <a:pt x="872" y="1"/>
                    <a:pt x="1134" y="245"/>
                    <a:pt x="1134" y="559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59"/>
            <p:cNvSpPr/>
            <p:nvPr/>
          </p:nvSpPr>
          <p:spPr>
            <a:xfrm>
              <a:off x="4146625" y="2818025"/>
              <a:ext cx="900" cy="95900"/>
            </a:xfrm>
            <a:custGeom>
              <a:rect b="b" l="l" r="r" t="t"/>
              <a:pathLst>
                <a:path extrusionOk="0" fill="none" h="3836" w="36">
                  <a:moveTo>
                    <a:pt x="35" y="3836"/>
                  </a:moveTo>
                  <a:lnTo>
                    <a:pt x="1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59"/>
            <p:cNvSpPr/>
            <p:nvPr/>
          </p:nvSpPr>
          <p:spPr>
            <a:xfrm>
              <a:off x="4736675" y="2938300"/>
              <a:ext cx="153425" cy="335575"/>
            </a:xfrm>
            <a:custGeom>
              <a:rect b="b" l="l" r="r" t="t"/>
              <a:pathLst>
                <a:path extrusionOk="0" fill="none" h="13423" w="6137">
                  <a:moveTo>
                    <a:pt x="6136" y="13423"/>
                  </a:moveTo>
                  <a:lnTo>
                    <a:pt x="2005" y="1"/>
                  </a:lnTo>
                  <a:lnTo>
                    <a:pt x="0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59"/>
            <p:cNvSpPr/>
            <p:nvPr/>
          </p:nvSpPr>
          <p:spPr>
            <a:xfrm>
              <a:off x="4771975" y="2911300"/>
              <a:ext cx="28775" cy="28775"/>
            </a:xfrm>
            <a:custGeom>
              <a:rect b="b" l="l" r="r" t="t"/>
              <a:pathLst>
                <a:path extrusionOk="0" fill="none" h="1151" w="1151">
                  <a:moveTo>
                    <a:pt x="1151" y="575"/>
                  </a:moveTo>
                  <a:cubicBezTo>
                    <a:pt x="1151" y="889"/>
                    <a:pt x="889" y="1151"/>
                    <a:pt x="576" y="1151"/>
                  </a:cubicBezTo>
                  <a:cubicBezTo>
                    <a:pt x="262" y="1151"/>
                    <a:pt x="0" y="889"/>
                    <a:pt x="0" y="575"/>
                  </a:cubicBezTo>
                  <a:cubicBezTo>
                    <a:pt x="0" y="262"/>
                    <a:pt x="262" y="0"/>
                    <a:pt x="576" y="0"/>
                  </a:cubicBezTo>
                  <a:cubicBezTo>
                    <a:pt x="889" y="0"/>
                    <a:pt x="1151" y="262"/>
                    <a:pt x="1151" y="575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59"/>
            <p:cNvSpPr/>
            <p:nvPr/>
          </p:nvSpPr>
          <p:spPr>
            <a:xfrm>
              <a:off x="4786350" y="2818900"/>
              <a:ext cx="900" cy="92425"/>
            </a:xfrm>
            <a:custGeom>
              <a:rect b="b" l="l" r="r" t="t"/>
              <a:pathLst>
                <a:path extrusionOk="0" fill="none" h="3697" w="36">
                  <a:moveTo>
                    <a:pt x="1" y="3696"/>
                  </a:moveTo>
                  <a:lnTo>
                    <a:pt x="36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0" name="Google Shape;2000;p59"/>
          <p:cNvGrpSpPr/>
          <p:nvPr/>
        </p:nvGrpSpPr>
        <p:grpSpPr>
          <a:xfrm>
            <a:off x="1560723" y="4197242"/>
            <a:ext cx="678436" cy="831316"/>
            <a:chOff x="2876954" y="198975"/>
            <a:chExt cx="2854169" cy="3497334"/>
          </a:xfrm>
        </p:grpSpPr>
        <p:sp>
          <p:nvSpPr>
            <p:cNvPr id="2001" name="Google Shape;2001;p59"/>
            <p:cNvSpPr/>
            <p:nvPr/>
          </p:nvSpPr>
          <p:spPr>
            <a:xfrm>
              <a:off x="2876954" y="3420731"/>
              <a:ext cx="2854169" cy="275579"/>
            </a:xfrm>
            <a:custGeom>
              <a:rect b="b" l="l" r="r" t="t"/>
              <a:pathLst>
                <a:path extrusionOk="0" h="535" w="5541">
                  <a:moveTo>
                    <a:pt x="1" y="0"/>
                  </a:moveTo>
                  <a:lnTo>
                    <a:pt x="1" y="535"/>
                  </a:lnTo>
                  <a:lnTo>
                    <a:pt x="5541" y="535"/>
                  </a:lnTo>
                  <a:lnTo>
                    <a:pt x="55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59"/>
            <p:cNvSpPr/>
            <p:nvPr/>
          </p:nvSpPr>
          <p:spPr>
            <a:xfrm>
              <a:off x="3091750" y="198975"/>
              <a:ext cx="2424576" cy="3236888"/>
            </a:xfrm>
            <a:custGeom>
              <a:rect b="b" l="l" r="r" t="t"/>
              <a:pathLst>
                <a:path extrusionOk="0" h="6284" w="4707">
                  <a:moveTo>
                    <a:pt x="2360" y="0"/>
                  </a:moveTo>
                  <a:lnTo>
                    <a:pt x="1" y="6283"/>
                  </a:lnTo>
                  <a:lnTo>
                    <a:pt x="4707" y="6283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59"/>
            <p:cNvSpPr/>
            <p:nvPr/>
          </p:nvSpPr>
          <p:spPr>
            <a:xfrm>
              <a:off x="3568733" y="1810207"/>
              <a:ext cx="1471126" cy="356449"/>
            </a:xfrm>
            <a:custGeom>
              <a:rect b="b" l="l" r="r" t="t"/>
              <a:pathLst>
                <a:path extrusionOk="0" h="692" w="2856">
                  <a:moveTo>
                    <a:pt x="261" y="1"/>
                  </a:moveTo>
                  <a:lnTo>
                    <a:pt x="0" y="692"/>
                  </a:lnTo>
                  <a:lnTo>
                    <a:pt x="2855" y="692"/>
                  </a:lnTo>
                  <a:lnTo>
                    <a:pt x="2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59"/>
            <p:cNvSpPr/>
            <p:nvPr/>
          </p:nvSpPr>
          <p:spPr>
            <a:xfrm>
              <a:off x="3803618" y="1172513"/>
              <a:ext cx="1000839" cy="356449"/>
            </a:xfrm>
            <a:custGeom>
              <a:rect b="b" l="l" r="r" t="t"/>
              <a:pathLst>
                <a:path extrusionOk="0" h="692" w="1943">
                  <a:moveTo>
                    <a:pt x="261" y="0"/>
                  </a:moveTo>
                  <a:lnTo>
                    <a:pt x="1" y="691"/>
                  </a:lnTo>
                  <a:lnTo>
                    <a:pt x="1943" y="691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5" name="Google Shape;2005;p59"/>
          <p:cNvGrpSpPr/>
          <p:nvPr/>
        </p:nvGrpSpPr>
        <p:grpSpPr>
          <a:xfrm>
            <a:off x="2332848" y="4266617"/>
            <a:ext cx="678436" cy="831316"/>
            <a:chOff x="2876954" y="198975"/>
            <a:chExt cx="2854169" cy="3497334"/>
          </a:xfrm>
        </p:grpSpPr>
        <p:sp>
          <p:nvSpPr>
            <p:cNvPr id="2006" name="Google Shape;2006;p59"/>
            <p:cNvSpPr/>
            <p:nvPr/>
          </p:nvSpPr>
          <p:spPr>
            <a:xfrm>
              <a:off x="2876954" y="3420731"/>
              <a:ext cx="2854169" cy="275579"/>
            </a:xfrm>
            <a:custGeom>
              <a:rect b="b" l="l" r="r" t="t"/>
              <a:pathLst>
                <a:path extrusionOk="0" h="535" w="5541">
                  <a:moveTo>
                    <a:pt x="1" y="0"/>
                  </a:moveTo>
                  <a:lnTo>
                    <a:pt x="1" y="535"/>
                  </a:lnTo>
                  <a:lnTo>
                    <a:pt x="5541" y="535"/>
                  </a:lnTo>
                  <a:lnTo>
                    <a:pt x="55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59"/>
            <p:cNvSpPr/>
            <p:nvPr/>
          </p:nvSpPr>
          <p:spPr>
            <a:xfrm>
              <a:off x="3091750" y="198975"/>
              <a:ext cx="2424576" cy="3236888"/>
            </a:xfrm>
            <a:custGeom>
              <a:rect b="b" l="l" r="r" t="t"/>
              <a:pathLst>
                <a:path extrusionOk="0" h="6284" w="4707">
                  <a:moveTo>
                    <a:pt x="2360" y="0"/>
                  </a:moveTo>
                  <a:lnTo>
                    <a:pt x="1" y="6283"/>
                  </a:lnTo>
                  <a:lnTo>
                    <a:pt x="4707" y="6283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59"/>
            <p:cNvSpPr/>
            <p:nvPr/>
          </p:nvSpPr>
          <p:spPr>
            <a:xfrm>
              <a:off x="3568733" y="1810207"/>
              <a:ext cx="1471126" cy="356449"/>
            </a:xfrm>
            <a:custGeom>
              <a:rect b="b" l="l" r="r" t="t"/>
              <a:pathLst>
                <a:path extrusionOk="0" h="692" w="2856">
                  <a:moveTo>
                    <a:pt x="261" y="1"/>
                  </a:moveTo>
                  <a:lnTo>
                    <a:pt x="0" y="692"/>
                  </a:lnTo>
                  <a:lnTo>
                    <a:pt x="2855" y="692"/>
                  </a:lnTo>
                  <a:lnTo>
                    <a:pt x="2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59"/>
            <p:cNvSpPr/>
            <p:nvPr/>
          </p:nvSpPr>
          <p:spPr>
            <a:xfrm>
              <a:off x="3803618" y="1172513"/>
              <a:ext cx="1000839" cy="356449"/>
            </a:xfrm>
            <a:custGeom>
              <a:rect b="b" l="l" r="r" t="t"/>
              <a:pathLst>
                <a:path extrusionOk="0" h="692" w="1943">
                  <a:moveTo>
                    <a:pt x="261" y="0"/>
                  </a:moveTo>
                  <a:lnTo>
                    <a:pt x="1" y="691"/>
                  </a:lnTo>
                  <a:lnTo>
                    <a:pt x="1943" y="691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0" name="Google Shape;2010;p59"/>
          <p:cNvSpPr/>
          <p:nvPr/>
        </p:nvSpPr>
        <p:spPr>
          <a:xfrm flipH="1">
            <a:off x="2456807" y="395800"/>
            <a:ext cx="920752" cy="130324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59"/>
          <p:cNvSpPr/>
          <p:nvPr/>
        </p:nvSpPr>
        <p:spPr>
          <a:xfrm flipH="1">
            <a:off x="6045712" y="121642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5_1"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60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014" name="Google Shape;2014;p60"/>
          <p:cNvSpPr txBox="1"/>
          <p:nvPr>
            <p:ph idx="2" type="title"/>
          </p:nvPr>
        </p:nvSpPr>
        <p:spPr>
          <a:xfrm>
            <a:off x="719300" y="1430366"/>
            <a:ext cx="2853900" cy="4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2015" name="Google Shape;2015;p60"/>
          <p:cNvSpPr txBox="1"/>
          <p:nvPr>
            <p:ph idx="1" type="subTitle"/>
          </p:nvPr>
        </p:nvSpPr>
        <p:spPr>
          <a:xfrm>
            <a:off x="1410300" y="1746245"/>
            <a:ext cx="216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6" name="Google Shape;2016;p60"/>
          <p:cNvSpPr txBox="1"/>
          <p:nvPr>
            <p:ph hasCustomPrompt="1" idx="3" type="title"/>
          </p:nvPr>
        </p:nvSpPr>
        <p:spPr>
          <a:xfrm>
            <a:off x="3573025" y="1537537"/>
            <a:ext cx="11457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17" name="Google Shape;2017;p60"/>
          <p:cNvSpPr txBox="1"/>
          <p:nvPr>
            <p:ph idx="4" type="title"/>
          </p:nvPr>
        </p:nvSpPr>
        <p:spPr>
          <a:xfrm>
            <a:off x="719350" y="2377266"/>
            <a:ext cx="2853900" cy="4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2018" name="Google Shape;2018;p60"/>
          <p:cNvSpPr txBox="1"/>
          <p:nvPr>
            <p:ph idx="5" type="subTitle"/>
          </p:nvPr>
        </p:nvSpPr>
        <p:spPr>
          <a:xfrm>
            <a:off x="1410350" y="2693166"/>
            <a:ext cx="216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9" name="Google Shape;2019;p60"/>
          <p:cNvSpPr txBox="1"/>
          <p:nvPr>
            <p:ph hasCustomPrompt="1" idx="6" type="title"/>
          </p:nvPr>
        </p:nvSpPr>
        <p:spPr>
          <a:xfrm>
            <a:off x="3573025" y="2480662"/>
            <a:ext cx="11457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20" name="Google Shape;2020;p60"/>
          <p:cNvSpPr txBox="1"/>
          <p:nvPr>
            <p:ph idx="7" type="title"/>
          </p:nvPr>
        </p:nvSpPr>
        <p:spPr>
          <a:xfrm>
            <a:off x="719350" y="3324164"/>
            <a:ext cx="2853900" cy="4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sp>
        <p:nvSpPr>
          <p:cNvPr id="2021" name="Google Shape;2021;p60"/>
          <p:cNvSpPr txBox="1"/>
          <p:nvPr>
            <p:ph idx="8" type="subTitle"/>
          </p:nvPr>
        </p:nvSpPr>
        <p:spPr>
          <a:xfrm>
            <a:off x="1410350" y="3640066"/>
            <a:ext cx="216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2" name="Google Shape;2022;p60"/>
          <p:cNvSpPr txBox="1"/>
          <p:nvPr>
            <p:ph hasCustomPrompt="1" idx="9" type="title"/>
          </p:nvPr>
        </p:nvSpPr>
        <p:spPr>
          <a:xfrm>
            <a:off x="3573025" y="3423787"/>
            <a:ext cx="11457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2023" name="Google Shape;2023;p60"/>
          <p:cNvGrpSpPr/>
          <p:nvPr/>
        </p:nvGrpSpPr>
        <p:grpSpPr>
          <a:xfrm>
            <a:off x="7356613" y="1210295"/>
            <a:ext cx="1941800" cy="3493159"/>
            <a:chOff x="3074425" y="1038250"/>
            <a:chExt cx="989200" cy="1779500"/>
          </a:xfrm>
        </p:grpSpPr>
        <p:sp>
          <p:nvSpPr>
            <p:cNvPr id="2024" name="Google Shape;2024;p60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60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60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60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60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9" name="Google Shape;2029;p60"/>
          <p:cNvGrpSpPr/>
          <p:nvPr/>
        </p:nvGrpSpPr>
        <p:grpSpPr>
          <a:xfrm flipH="1">
            <a:off x="5406654" y="1683636"/>
            <a:ext cx="1511499" cy="3290861"/>
            <a:chOff x="1622025" y="238125"/>
            <a:chExt cx="746825" cy="1626000"/>
          </a:xfrm>
        </p:grpSpPr>
        <p:sp>
          <p:nvSpPr>
            <p:cNvPr id="2030" name="Google Shape;2030;p60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60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60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60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60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5" name="Google Shape;2035;p60"/>
          <p:cNvGrpSpPr/>
          <p:nvPr/>
        </p:nvGrpSpPr>
        <p:grpSpPr>
          <a:xfrm flipH="1">
            <a:off x="2147753" y="1328282"/>
            <a:ext cx="2528583" cy="3403880"/>
            <a:chOff x="3074425" y="836100"/>
            <a:chExt cx="1472075" cy="1981650"/>
          </a:xfrm>
        </p:grpSpPr>
        <p:sp>
          <p:nvSpPr>
            <p:cNvPr id="2036" name="Google Shape;2036;p60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60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60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60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60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60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60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60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44" name="Google Shape;2044;p60"/>
          <p:cNvGrpSpPr/>
          <p:nvPr/>
        </p:nvGrpSpPr>
        <p:grpSpPr>
          <a:xfrm>
            <a:off x="52927" y="1509533"/>
            <a:ext cx="1727332" cy="3760613"/>
            <a:chOff x="1622025" y="238125"/>
            <a:chExt cx="746825" cy="1626000"/>
          </a:xfrm>
        </p:grpSpPr>
        <p:sp>
          <p:nvSpPr>
            <p:cNvPr id="2045" name="Google Shape;2045;p60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60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60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60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60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0" name="Google Shape;2050;p60"/>
          <p:cNvGrpSpPr/>
          <p:nvPr/>
        </p:nvGrpSpPr>
        <p:grpSpPr>
          <a:xfrm>
            <a:off x="-385478" y="4005140"/>
            <a:ext cx="9870375" cy="883510"/>
            <a:chOff x="-381000" y="4005140"/>
            <a:chExt cx="9870375" cy="883510"/>
          </a:xfrm>
        </p:grpSpPr>
        <p:sp>
          <p:nvSpPr>
            <p:cNvPr id="2051" name="Google Shape;2051;p60"/>
            <p:cNvSpPr/>
            <p:nvPr/>
          </p:nvSpPr>
          <p:spPr>
            <a:xfrm>
              <a:off x="186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60"/>
            <p:cNvSpPr/>
            <p:nvPr/>
          </p:nvSpPr>
          <p:spPr>
            <a:xfrm>
              <a:off x="3764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60"/>
            <p:cNvSpPr/>
            <p:nvPr/>
          </p:nvSpPr>
          <p:spPr>
            <a:xfrm>
              <a:off x="110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60"/>
            <p:cNvSpPr/>
            <p:nvPr/>
          </p:nvSpPr>
          <p:spPr>
            <a:xfrm>
              <a:off x="415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60"/>
            <p:cNvSpPr/>
            <p:nvPr/>
          </p:nvSpPr>
          <p:spPr>
            <a:xfrm>
              <a:off x="263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60"/>
            <p:cNvSpPr/>
            <p:nvPr/>
          </p:nvSpPr>
          <p:spPr>
            <a:xfrm>
              <a:off x="339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60"/>
            <p:cNvSpPr/>
            <p:nvPr/>
          </p:nvSpPr>
          <p:spPr>
            <a:xfrm>
              <a:off x="644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60"/>
            <p:cNvSpPr/>
            <p:nvPr/>
          </p:nvSpPr>
          <p:spPr>
            <a:xfrm>
              <a:off x="491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60"/>
            <p:cNvSpPr/>
            <p:nvPr/>
          </p:nvSpPr>
          <p:spPr>
            <a:xfrm>
              <a:off x="567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60"/>
            <p:cNvSpPr/>
            <p:nvPr/>
          </p:nvSpPr>
          <p:spPr>
            <a:xfrm>
              <a:off x="796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60"/>
            <p:cNvSpPr/>
            <p:nvPr/>
          </p:nvSpPr>
          <p:spPr>
            <a:xfrm>
              <a:off x="720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60"/>
            <p:cNvSpPr/>
            <p:nvPr/>
          </p:nvSpPr>
          <p:spPr>
            <a:xfrm>
              <a:off x="872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60"/>
            <p:cNvSpPr/>
            <p:nvPr/>
          </p:nvSpPr>
          <p:spPr>
            <a:xfrm>
              <a:off x="-381000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60"/>
            <p:cNvSpPr/>
            <p:nvPr/>
          </p:nvSpPr>
          <p:spPr>
            <a:xfrm>
              <a:off x="1524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60"/>
            <p:cNvSpPr/>
            <p:nvPr/>
          </p:nvSpPr>
          <p:spPr>
            <a:xfrm>
              <a:off x="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60"/>
            <p:cNvSpPr/>
            <p:nvPr/>
          </p:nvSpPr>
          <p:spPr>
            <a:xfrm>
              <a:off x="76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60"/>
            <p:cNvSpPr/>
            <p:nvPr/>
          </p:nvSpPr>
          <p:spPr>
            <a:xfrm>
              <a:off x="7620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60"/>
            <p:cNvSpPr/>
            <p:nvPr/>
          </p:nvSpPr>
          <p:spPr>
            <a:xfrm>
              <a:off x="838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60"/>
            <p:cNvSpPr/>
            <p:nvPr/>
          </p:nvSpPr>
          <p:spPr>
            <a:xfrm>
              <a:off x="3764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60"/>
            <p:cNvSpPr/>
            <p:nvPr/>
          </p:nvSpPr>
          <p:spPr>
            <a:xfrm>
              <a:off x="7965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60"/>
            <p:cNvSpPr/>
            <p:nvPr/>
          </p:nvSpPr>
          <p:spPr>
            <a:xfrm>
              <a:off x="8727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60"/>
            <p:cNvSpPr/>
            <p:nvPr/>
          </p:nvSpPr>
          <p:spPr>
            <a:xfrm>
              <a:off x="-381000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60"/>
            <p:cNvSpPr/>
            <p:nvPr/>
          </p:nvSpPr>
          <p:spPr>
            <a:xfrm>
              <a:off x="-11" y="4005150"/>
              <a:ext cx="2214900" cy="883500"/>
            </a:xfrm>
            <a:prstGeom prst="rtTriangle">
              <a:avLst/>
            </a:pr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4" name="Google Shape;2074;p60"/>
          <p:cNvSpPr/>
          <p:nvPr/>
        </p:nvSpPr>
        <p:spPr>
          <a:xfrm>
            <a:off x="-4478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p60"/>
          <p:cNvSpPr/>
          <p:nvPr/>
        </p:nvSpPr>
        <p:spPr>
          <a:xfrm>
            <a:off x="-4465" y="4603894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60"/>
          <p:cNvSpPr/>
          <p:nvPr/>
        </p:nvSpPr>
        <p:spPr>
          <a:xfrm>
            <a:off x="4316923" y="4854849"/>
            <a:ext cx="1136568" cy="201654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60"/>
          <p:cNvSpPr/>
          <p:nvPr/>
        </p:nvSpPr>
        <p:spPr>
          <a:xfrm flipH="1">
            <a:off x="6832388" y="135246"/>
            <a:ext cx="2162993" cy="306153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60"/>
          <p:cNvSpPr/>
          <p:nvPr/>
        </p:nvSpPr>
        <p:spPr>
          <a:xfrm flipH="1">
            <a:off x="292990" y="363123"/>
            <a:ext cx="1247188" cy="176372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2079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0" name="Google Shape;2080;p61"/>
          <p:cNvGrpSpPr/>
          <p:nvPr/>
        </p:nvGrpSpPr>
        <p:grpSpPr>
          <a:xfrm>
            <a:off x="90006" y="1204733"/>
            <a:ext cx="1727332" cy="3760613"/>
            <a:chOff x="1622025" y="238125"/>
            <a:chExt cx="746825" cy="1626000"/>
          </a:xfrm>
        </p:grpSpPr>
        <p:sp>
          <p:nvSpPr>
            <p:cNvPr id="2081" name="Google Shape;2081;p61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61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61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61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61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6" name="Google Shape;2086;p61"/>
          <p:cNvGrpSpPr/>
          <p:nvPr/>
        </p:nvGrpSpPr>
        <p:grpSpPr>
          <a:xfrm>
            <a:off x="7393692" y="905495"/>
            <a:ext cx="1941800" cy="3493159"/>
            <a:chOff x="3074425" y="1038250"/>
            <a:chExt cx="989200" cy="1779500"/>
          </a:xfrm>
        </p:grpSpPr>
        <p:sp>
          <p:nvSpPr>
            <p:cNvPr id="2087" name="Google Shape;2087;p61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61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61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61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61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2" name="Google Shape;2092;p61"/>
          <p:cNvGrpSpPr/>
          <p:nvPr/>
        </p:nvGrpSpPr>
        <p:grpSpPr>
          <a:xfrm>
            <a:off x="175670" y="1484597"/>
            <a:ext cx="1342898" cy="2594409"/>
            <a:chOff x="3308625" y="459175"/>
            <a:chExt cx="736925" cy="1423700"/>
          </a:xfrm>
        </p:grpSpPr>
        <p:sp>
          <p:nvSpPr>
            <p:cNvPr id="2093" name="Google Shape;2093;p61"/>
            <p:cNvSpPr/>
            <p:nvPr/>
          </p:nvSpPr>
          <p:spPr>
            <a:xfrm>
              <a:off x="3308625" y="459175"/>
              <a:ext cx="736925" cy="1423700"/>
            </a:xfrm>
            <a:custGeom>
              <a:rect b="b" l="l" r="r" t="t"/>
              <a:pathLst>
                <a:path extrusionOk="0" h="56948" w="29477">
                  <a:moveTo>
                    <a:pt x="0" y="0"/>
                  </a:moveTo>
                  <a:lnTo>
                    <a:pt x="0" y="56948"/>
                  </a:lnTo>
                  <a:lnTo>
                    <a:pt x="29477" y="56948"/>
                  </a:lnTo>
                  <a:lnTo>
                    <a:pt x="29477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61"/>
            <p:cNvSpPr/>
            <p:nvPr/>
          </p:nvSpPr>
          <p:spPr>
            <a:xfrm>
              <a:off x="3352625" y="748525"/>
              <a:ext cx="109850" cy="148175"/>
            </a:xfrm>
            <a:custGeom>
              <a:rect b="b" l="l" r="r" t="t"/>
              <a:pathLst>
                <a:path extrusionOk="0" h="5927" w="4394">
                  <a:moveTo>
                    <a:pt x="2197" y="0"/>
                  </a:moveTo>
                  <a:cubicBezTo>
                    <a:pt x="977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61"/>
            <p:cNvSpPr/>
            <p:nvPr/>
          </p:nvSpPr>
          <p:spPr>
            <a:xfrm>
              <a:off x="3499500" y="7485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94" y="0"/>
                    <a:pt x="0" y="994"/>
                    <a:pt x="0" y="2214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214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61"/>
            <p:cNvSpPr/>
            <p:nvPr/>
          </p:nvSpPr>
          <p:spPr>
            <a:xfrm>
              <a:off x="3646350" y="7485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214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61"/>
            <p:cNvSpPr/>
            <p:nvPr/>
          </p:nvSpPr>
          <p:spPr>
            <a:xfrm>
              <a:off x="3352625" y="5546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61"/>
            <p:cNvSpPr/>
            <p:nvPr/>
          </p:nvSpPr>
          <p:spPr>
            <a:xfrm>
              <a:off x="3499500" y="5546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61"/>
            <p:cNvSpPr/>
            <p:nvPr/>
          </p:nvSpPr>
          <p:spPr>
            <a:xfrm>
              <a:off x="3646350" y="5546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61"/>
            <p:cNvSpPr/>
            <p:nvPr/>
          </p:nvSpPr>
          <p:spPr>
            <a:xfrm>
              <a:off x="3352625" y="956825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61"/>
            <p:cNvSpPr/>
            <p:nvPr/>
          </p:nvSpPr>
          <p:spPr>
            <a:xfrm>
              <a:off x="3499500" y="956825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61"/>
            <p:cNvSpPr/>
            <p:nvPr/>
          </p:nvSpPr>
          <p:spPr>
            <a:xfrm>
              <a:off x="3646350" y="956825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61"/>
            <p:cNvSpPr/>
            <p:nvPr/>
          </p:nvSpPr>
          <p:spPr>
            <a:xfrm>
              <a:off x="335482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94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61"/>
            <p:cNvSpPr/>
            <p:nvPr/>
          </p:nvSpPr>
          <p:spPr>
            <a:xfrm>
              <a:off x="350167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94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61"/>
            <p:cNvSpPr/>
            <p:nvPr/>
          </p:nvSpPr>
          <p:spPr>
            <a:xfrm>
              <a:off x="3648975" y="1356000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61"/>
            <p:cNvSpPr/>
            <p:nvPr/>
          </p:nvSpPr>
          <p:spPr>
            <a:xfrm>
              <a:off x="335482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76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61"/>
            <p:cNvSpPr/>
            <p:nvPr/>
          </p:nvSpPr>
          <p:spPr>
            <a:xfrm>
              <a:off x="350167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76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76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61"/>
            <p:cNvSpPr/>
            <p:nvPr/>
          </p:nvSpPr>
          <p:spPr>
            <a:xfrm>
              <a:off x="3648975" y="15621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76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61"/>
            <p:cNvSpPr/>
            <p:nvPr/>
          </p:nvSpPr>
          <p:spPr>
            <a:xfrm>
              <a:off x="3352625" y="11564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1"/>
                  </a:moveTo>
                  <a:cubicBezTo>
                    <a:pt x="977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61"/>
            <p:cNvSpPr/>
            <p:nvPr/>
          </p:nvSpPr>
          <p:spPr>
            <a:xfrm>
              <a:off x="3499500" y="11564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1"/>
                  </a:moveTo>
                  <a:cubicBezTo>
                    <a:pt x="994" y="1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61"/>
            <p:cNvSpPr/>
            <p:nvPr/>
          </p:nvSpPr>
          <p:spPr>
            <a:xfrm>
              <a:off x="3646350" y="11564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1"/>
                  </a:moveTo>
                  <a:cubicBezTo>
                    <a:pt x="994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1"/>
                    <a:pt x="2214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61"/>
            <p:cNvSpPr/>
            <p:nvPr/>
          </p:nvSpPr>
          <p:spPr>
            <a:xfrm>
              <a:off x="3813700" y="459175"/>
              <a:ext cx="231850" cy="1423700"/>
            </a:xfrm>
            <a:custGeom>
              <a:rect b="b" l="l" r="r" t="t"/>
              <a:pathLst>
                <a:path extrusionOk="0" h="56948" w="9274">
                  <a:moveTo>
                    <a:pt x="0" y="0"/>
                  </a:moveTo>
                  <a:lnTo>
                    <a:pt x="0" y="56948"/>
                  </a:lnTo>
                  <a:lnTo>
                    <a:pt x="9274" y="56948"/>
                  </a:lnTo>
                  <a:lnTo>
                    <a:pt x="927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3" name="Google Shape;2113;p61"/>
          <p:cNvGrpSpPr/>
          <p:nvPr/>
        </p:nvGrpSpPr>
        <p:grpSpPr>
          <a:xfrm>
            <a:off x="7154186" y="1762490"/>
            <a:ext cx="1009921" cy="1963959"/>
            <a:chOff x="4087800" y="723675"/>
            <a:chExt cx="700750" cy="1362725"/>
          </a:xfrm>
        </p:grpSpPr>
        <p:sp>
          <p:nvSpPr>
            <p:cNvPr id="2114" name="Google Shape;2114;p61"/>
            <p:cNvSpPr/>
            <p:nvPr/>
          </p:nvSpPr>
          <p:spPr>
            <a:xfrm>
              <a:off x="4255125" y="723675"/>
              <a:ext cx="342125" cy="111600"/>
            </a:xfrm>
            <a:custGeom>
              <a:rect b="b" l="l" r="r" t="t"/>
              <a:pathLst>
                <a:path extrusionOk="0" h="4464" w="13685">
                  <a:moveTo>
                    <a:pt x="1" y="1"/>
                  </a:moveTo>
                  <a:lnTo>
                    <a:pt x="1" y="4463"/>
                  </a:lnTo>
                  <a:lnTo>
                    <a:pt x="13685" y="4463"/>
                  </a:lnTo>
                  <a:lnTo>
                    <a:pt x="1368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61"/>
            <p:cNvSpPr/>
            <p:nvPr/>
          </p:nvSpPr>
          <p:spPr>
            <a:xfrm>
              <a:off x="4512250" y="723675"/>
              <a:ext cx="85000" cy="111600"/>
            </a:xfrm>
            <a:custGeom>
              <a:rect b="b" l="l" r="r" t="t"/>
              <a:pathLst>
                <a:path extrusionOk="0" h="4464" w="3400">
                  <a:moveTo>
                    <a:pt x="0" y="1"/>
                  </a:moveTo>
                  <a:lnTo>
                    <a:pt x="0" y="4463"/>
                  </a:lnTo>
                  <a:lnTo>
                    <a:pt x="3400" y="4463"/>
                  </a:lnTo>
                  <a:lnTo>
                    <a:pt x="340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61"/>
            <p:cNvSpPr/>
            <p:nvPr/>
          </p:nvSpPr>
          <p:spPr>
            <a:xfrm>
              <a:off x="4087800" y="816075"/>
              <a:ext cx="700750" cy="1270325"/>
            </a:xfrm>
            <a:custGeom>
              <a:rect b="b" l="l" r="r" t="t"/>
              <a:pathLst>
                <a:path extrusionOk="0" h="50813" w="28030">
                  <a:moveTo>
                    <a:pt x="0" y="0"/>
                  </a:moveTo>
                  <a:lnTo>
                    <a:pt x="0" y="50812"/>
                  </a:lnTo>
                  <a:lnTo>
                    <a:pt x="28030" y="50812"/>
                  </a:lnTo>
                  <a:lnTo>
                    <a:pt x="28030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61"/>
            <p:cNvSpPr/>
            <p:nvPr/>
          </p:nvSpPr>
          <p:spPr>
            <a:xfrm>
              <a:off x="4582400" y="816075"/>
              <a:ext cx="206150" cy="1270325"/>
            </a:xfrm>
            <a:custGeom>
              <a:rect b="b" l="l" r="r" t="t"/>
              <a:pathLst>
                <a:path extrusionOk="0" h="50813" w="8246">
                  <a:moveTo>
                    <a:pt x="1" y="0"/>
                  </a:moveTo>
                  <a:lnTo>
                    <a:pt x="1" y="50812"/>
                  </a:lnTo>
                  <a:lnTo>
                    <a:pt x="8246" y="50812"/>
                  </a:lnTo>
                  <a:lnTo>
                    <a:pt x="824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61"/>
            <p:cNvSpPr/>
            <p:nvPr/>
          </p:nvSpPr>
          <p:spPr>
            <a:xfrm>
              <a:off x="4138350" y="94287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61"/>
            <p:cNvSpPr/>
            <p:nvPr/>
          </p:nvSpPr>
          <p:spPr>
            <a:xfrm>
              <a:off x="4297850" y="94287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61"/>
            <p:cNvSpPr/>
            <p:nvPr/>
          </p:nvSpPr>
          <p:spPr>
            <a:xfrm>
              <a:off x="4456475" y="94287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61"/>
            <p:cNvSpPr/>
            <p:nvPr/>
          </p:nvSpPr>
          <p:spPr>
            <a:xfrm>
              <a:off x="4138350" y="108842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61"/>
            <p:cNvSpPr/>
            <p:nvPr/>
          </p:nvSpPr>
          <p:spPr>
            <a:xfrm>
              <a:off x="4297850" y="108842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61"/>
            <p:cNvSpPr/>
            <p:nvPr/>
          </p:nvSpPr>
          <p:spPr>
            <a:xfrm>
              <a:off x="4456475" y="108842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61"/>
            <p:cNvSpPr/>
            <p:nvPr/>
          </p:nvSpPr>
          <p:spPr>
            <a:xfrm>
              <a:off x="4138350" y="1233975"/>
              <a:ext cx="68450" cy="68450"/>
            </a:xfrm>
            <a:custGeom>
              <a:rect b="b" l="l" r="r" t="t"/>
              <a:pathLst>
                <a:path extrusionOk="0" h="2738" w="2738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61"/>
            <p:cNvSpPr/>
            <p:nvPr/>
          </p:nvSpPr>
          <p:spPr>
            <a:xfrm>
              <a:off x="4297850" y="1233975"/>
              <a:ext cx="68875" cy="68450"/>
            </a:xfrm>
            <a:custGeom>
              <a:rect b="b" l="l" r="r" t="t"/>
              <a:pathLst>
                <a:path extrusionOk="0" h="2738" w="2755">
                  <a:moveTo>
                    <a:pt x="0" y="1"/>
                  </a:moveTo>
                  <a:lnTo>
                    <a:pt x="0" y="2737"/>
                  </a:lnTo>
                  <a:lnTo>
                    <a:pt x="2754" y="2737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61"/>
            <p:cNvSpPr/>
            <p:nvPr/>
          </p:nvSpPr>
          <p:spPr>
            <a:xfrm>
              <a:off x="4456475" y="1233975"/>
              <a:ext cx="68425" cy="68450"/>
            </a:xfrm>
            <a:custGeom>
              <a:rect b="b" l="l" r="r" t="t"/>
              <a:pathLst>
                <a:path extrusionOk="0" h="2738" w="2737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61"/>
            <p:cNvSpPr/>
            <p:nvPr/>
          </p:nvSpPr>
          <p:spPr>
            <a:xfrm>
              <a:off x="4138350" y="137910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61"/>
            <p:cNvSpPr/>
            <p:nvPr/>
          </p:nvSpPr>
          <p:spPr>
            <a:xfrm>
              <a:off x="4297850" y="137910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61"/>
            <p:cNvSpPr/>
            <p:nvPr/>
          </p:nvSpPr>
          <p:spPr>
            <a:xfrm>
              <a:off x="4456475" y="137910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61"/>
            <p:cNvSpPr/>
            <p:nvPr/>
          </p:nvSpPr>
          <p:spPr>
            <a:xfrm>
              <a:off x="4138350" y="152465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61"/>
            <p:cNvSpPr/>
            <p:nvPr/>
          </p:nvSpPr>
          <p:spPr>
            <a:xfrm>
              <a:off x="4297850" y="152465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61"/>
            <p:cNvSpPr/>
            <p:nvPr/>
          </p:nvSpPr>
          <p:spPr>
            <a:xfrm>
              <a:off x="4456475" y="152465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61"/>
            <p:cNvSpPr/>
            <p:nvPr/>
          </p:nvSpPr>
          <p:spPr>
            <a:xfrm>
              <a:off x="4138350" y="1668875"/>
              <a:ext cx="68450" cy="68900"/>
            </a:xfrm>
            <a:custGeom>
              <a:rect b="b" l="l" r="r" t="t"/>
              <a:pathLst>
                <a:path extrusionOk="0" h="2756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61"/>
            <p:cNvSpPr/>
            <p:nvPr/>
          </p:nvSpPr>
          <p:spPr>
            <a:xfrm>
              <a:off x="4297850" y="1668875"/>
              <a:ext cx="68875" cy="68900"/>
            </a:xfrm>
            <a:custGeom>
              <a:rect b="b" l="l" r="r" t="t"/>
              <a:pathLst>
                <a:path extrusionOk="0" h="2756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61"/>
            <p:cNvSpPr/>
            <p:nvPr/>
          </p:nvSpPr>
          <p:spPr>
            <a:xfrm>
              <a:off x="4456475" y="1668875"/>
              <a:ext cx="68425" cy="68900"/>
            </a:xfrm>
            <a:custGeom>
              <a:rect b="b" l="l" r="r" t="t"/>
              <a:pathLst>
                <a:path extrusionOk="0" h="2756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6" name="Google Shape;2136;p61"/>
          <p:cNvGrpSpPr/>
          <p:nvPr/>
        </p:nvGrpSpPr>
        <p:grpSpPr>
          <a:xfrm>
            <a:off x="8065680" y="1417071"/>
            <a:ext cx="942761" cy="1827009"/>
            <a:chOff x="4826000" y="484000"/>
            <a:chExt cx="654150" cy="1267700"/>
          </a:xfrm>
        </p:grpSpPr>
        <p:sp>
          <p:nvSpPr>
            <p:cNvPr id="2137" name="Google Shape;2137;p61"/>
            <p:cNvSpPr/>
            <p:nvPr/>
          </p:nvSpPr>
          <p:spPr>
            <a:xfrm>
              <a:off x="4826000" y="484000"/>
              <a:ext cx="654150" cy="1267700"/>
            </a:xfrm>
            <a:custGeom>
              <a:rect b="b" l="l" r="r" t="t"/>
              <a:pathLst>
                <a:path extrusionOk="0" h="50708" w="26166">
                  <a:moveTo>
                    <a:pt x="1" y="1"/>
                  </a:moveTo>
                  <a:lnTo>
                    <a:pt x="1" y="50708"/>
                  </a:lnTo>
                  <a:lnTo>
                    <a:pt x="26165" y="50708"/>
                  </a:lnTo>
                  <a:lnTo>
                    <a:pt x="2616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61"/>
            <p:cNvSpPr/>
            <p:nvPr/>
          </p:nvSpPr>
          <p:spPr>
            <a:xfrm>
              <a:off x="4885275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61"/>
            <p:cNvSpPr/>
            <p:nvPr/>
          </p:nvSpPr>
          <p:spPr>
            <a:xfrm>
              <a:off x="49829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61"/>
            <p:cNvSpPr/>
            <p:nvPr/>
          </p:nvSpPr>
          <p:spPr>
            <a:xfrm>
              <a:off x="508095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61"/>
            <p:cNvSpPr/>
            <p:nvPr/>
          </p:nvSpPr>
          <p:spPr>
            <a:xfrm>
              <a:off x="51790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61"/>
            <p:cNvSpPr/>
            <p:nvPr/>
          </p:nvSpPr>
          <p:spPr>
            <a:xfrm>
              <a:off x="4885275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61"/>
            <p:cNvSpPr/>
            <p:nvPr/>
          </p:nvSpPr>
          <p:spPr>
            <a:xfrm>
              <a:off x="49829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61"/>
            <p:cNvSpPr/>
            <p:nvPr/>
          </p:nvSpPr>
          <p:spPr>
            <a:xfrm>
              <a:off x="508095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61"/>
            <p:cNvSpPr/>
            <p:nvPr/>
          </p:nvSpPr>
          <p:spPr>
            <a:xfrm>
              <a:off x="51790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61"/>
            <p:cNvSpPr/>
            <p:nvPr/>
          </p:nvSpPr>
          <p:spPr>
            <a:xfrm>
              <a:off x="4885275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61"/>
            <p:cNvSpPr/>
            <p:nvPr/>
          </p:nvSpPr>
          <p:spPr>
            <a:xfrm>
              <a:off x="49829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61"/>
            <p:cNvSpPr/>
            <p:nvPr/>
          </p:nvSpPr>
          <p:spPr>
            <a:xfrm>
              <a:off x="508095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61"/>
            <p:cNvSpPr/>
            <p:nvPr/>
          </p:nvSpPr>
          <p:spPr>
            <a:xfrm>
              <a:off x="51790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61"/>
            <p:cNvSpPr/>
            <p:nvPr/>
          </p:nvSpPr>
          <p:spPr>
            <a:xfrm>
              <a:off x="4885275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1" y="1"/>
                  </a:moveTo>
                  <a:lnTo>
                    <a:pt x="1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61"/>
            <p:cNvSpPr/>
            <p:nvPr/>
          </p:nvSpPr>
          <p:spPr>
            <a:xfrm>
              <a:off x="49829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61"/>
            <p:cNvSpPr/>
            <p:nvPr/>
          </p:nvSpPr>
          <p:spPr>
            <a:xfrm>
              <a:off x="508095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61"/>
            <p:cNvSpPr/>
            <p:nvPr/>
          </p:nvSpPr>
          <p:spPr>
            <a:xfrm>
              <a:off x="51790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61"/>
            <p:cNvSpPr/>
            <p:nvPr/>
          </p:nvSpPr>
          <p:spPr>
            <a:xfrm>
              <a:off x="5317575" y="484000"/>
              <a:ext cx="162575" cy="1267700"/>
            </a:xfrm>
            <a:custGeom>
              <a:rect b="b" l="l" r="r" t="t"/>
              <a:pathLst>
                <a:path extrusionOk="0" h="50708" w="6503">
                  <a:moveTo>
                    <a:pt x="0" y="1"/>
                  </a:moveTo>
                  <a:lnTo>
                    <a:pt x="0" y="50708"/>
                  </a:lnTo>
                  <a:lnTo>
                    <a:pt x="6502" y="50708"/>
                  </a:lnTo>
                  <a:lnTo>
                    <a:pt x="650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5" name="Google Shape;2155;p61"/>
          <p:cNvSpPr txBox="1"/>
          <p:nvPr>
            <p:ph type="title"/>
          </p:nvPr>
        </p:nvSpPr>
        <p:spPr>
          <a:xfrm>
            <a:off x="2476650" y="1469013"/>
            <a:ext cx="4190700" cy="13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156" name="Google Shape;2156;p61"/>
          <p:cNvSpPr txBox="1"/>
          <p:nvPr>
            <p:ph idx="1" type="subTitle"/>
          </p:nvPr>
        </p:nvSpPr>
        <p:spPr>
          <a:xfrm>
            <a:off x="2721103" y="2839588"/>
            <a:ext cx="3702000" cy="8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57" name="Google Shape;2157;p61"/>
          <p:cNvGrpSpPr/>
          <p:nvPr/>
        </p:nvGrpSpPr>
        <p:grpSpPr>
          <a:xfrm flipH="1">
            <a:off x="2184832" y="1023482"/>
            <a:ext cx="2528583" cy="3403880"/>
            <a:chOff x="3074425" y="836100"/>
            <a:chExt cx="1472075" cy="1981650"/>
          </a:xfrm>
        </p:grpSpPr>
        <p:sp>
          <p:nvSpPr>
            <p:cNvPr id="2158" name="Google Shape;2158;p61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61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61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61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61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61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61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61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6" name="Google Shape;2166;p61"/>
          <p:cNvGrpSpPr/>
          <p:nvPr/>
        </p:nvGrpSpPr>
        <p:grpSpPr>
          <a:xfrm flipH="1">
            <a:off x="5443733" y="1378836"/>
            <a:ext cx="1511499" cy="3290861"/>
            <a:chOff x="1622025" y="238125"/>
            <a:chExt cx="746825" cy="1626000"/>
          </a:xfrm>
        </p:grpSpPr>
        <p:sp>
          <p:nvSpPr>
            <p:cNvPr id="2167" name="Google Shape;2167;p61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61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61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61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61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2" name="Google Shape;2172;p61"/>
          <p:cNvSpPr/>
          <p:nvPr/>
        </p:nvSpPr>
        <p:spPr>
          <a:xfrm>
            <a:off x="570150" y="5395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p61"/>
          <p:cNvSpPr/>
          <p:nvPr/>
        </p:nvSpPr>
        <p:spPr>
          <a:xfrm>
            <a:off x="7032931" y="19896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61"/>
          <p:cNvSpPr/>
          <p:nvPr/>
        </p:nvSpPr>
        <p:spPr>
          <a:xfrm flipH="1">
            <a:off x="-3955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5" name="Google Shape;2175;p61"/>
          <p:cNvGrpSpPr/>
          <p:nvPr/>
        </p:nvGrpSpPr>
        <p:grpSpPr>
          <a:xfrm flipH="1">
            <a:off x="-349330" y="3162504"/>
            <a:ext cx="9870375" cy="1746000"/>
            <a:chOff x="-381000" y="2898432"/>
            <a:chExt cx="9870375" cy="1746000"/>
          </a:xfrm>
        </p:grpSpPr>
        <p:grpSp>
          <p:nvGrpSpPr>
            <p:cNvPr id="2176" name="Google Shape;2176;p61"/>
            <p:cNvGrpSpPr/>
            <p:nvPr/>
          </p:nvGrpSpPr>
          <p:grpSpPr>
            <a:xfrm>
              <a:off x="-381000" y="3189432"/>
              <a:ext cx="9870375" cy="1455000"/>
              <a:chOff x="-381000" y="3189432"/>
              <a:chExt cx="9870375" cy="1455000"/>
            </a:xfrm>
          </p:grpSpPr>
          <p:grpSp>
            <p:nvGrpSpPr>
              <p:cNvPr id="2177" name="Google Shape;2177;p61"/>
              <p:cNvGrpSpPr/>
              <p:nvPr/>
            </p:nvGrpSpPr>
            <p:grpSpPr>
              <a:xfrm>
                <a:off x="-381000" y="3189432"/>
                <a:ext cx="9870375" cy="1455000"/>
                <a:chOff x="-381000" y="2758675"/>
                <a:chExt cx="9870375" cy="1455000"/>
              </a:xfrm>
            </p:grpSpPr>
            <p:sp>
              <p:nvSpPr>
                <p:cNvPr id="2178" name="Google Shape;2178;p61"/>
                <p:cNvSpPr/>
                <p:nvPr/>
              </p:nvSpPr>
              <p:spPr>
                <a:xfrm>
                  <a:off x="152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9" name="Google Shape;2179;p61"/>
                <p:cNvSpPr/>
                <p:nvPr/>
              </p:nvSpPr>
              <p:spPr>
                <a:xfrm>
                  <a:off x="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0" name="Google Shape;2180;p61"/>
                <p:cNvSpPr/>
                <p:nvPr/>
              </p:nvSpPr>
              <p:spPr>
                <a:xfrm>
                  <a:off x="76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1" name="Google Shape;2181;p61"/>
                <p:cNvSpPr/>
                <p:nvPr/>
              </p:nvSpPr>
              <p:spPr>
                <a:xfrm>
                  <a:off x="381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2" name="Google Shape;2182;p61"/>
                <p:cNvSpPr/>
                <p:nvPr/>
              </p:nvSpPr>
              <p:spPr>
                <a:xfrm>
                  <a:off x="228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3" name="Google Shape;2183;p61"/>
                <p:cNvSpPr/>
                <p:nvPr/>
              </p:nvSpPr>
              <p:spPr>
                <a:xfrm>
                  <a:off x="304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4" name="Google Shape;2184;p61"/>
                <p:cNvSpPr/>
                <p:nvPr/>
              </p:nvSpPr>
              <p:spPr>
                <a:xfrm>
                  <a:off x="609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5" name="Google Shape;2185;p61"/>
                <p:cNvSpPr/>
                <p:nvPr/>
              </p:nvSpPr>
              <p:spPr>
                <a:xfrm>
                  <a:off x="457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6" name="Google Shape;2186;p61"/>
                <p:cNvSpPr/>
                <p:nvPr/>
              </p:nvSpPr>
              <p:spPr>
                <a:xfrm>
                  <a:off x="533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7" name="Google Shape;2187;p61"/>
                <p:cNvSpPr/>
                <p:nvPr/>
              </p:nvSpPr>
              <p:spPr>
                <a:xfrm>
                  <a:off x="762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8" name="Google Shape;2188;p61"/>
                <p:cNvSpPr/>
                <p:nvPr/>
              </p:nvSpPr>
              <p:spPr>
                <a:xfrm>
                  <a:off x="685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9" name="Google Shape;2189;p61"/>
                <p:cNvSpPr/>
                <p:nvPr/>
              </p:nvSpPr>
              <p:spPr>
                <a:xfrm>
                  <a:off x="838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0" name="Google Shape;2190;p61"/>
                <p:cNvSpPr/>
                <p:nvPr/>
              </p:nvSpPr>
              <p:spPr>
                <a:xfrm>
                  <a:off x="186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1" name="Google Shape;2191;p61"/>
                <p:cNvSpPr/>
                <p:nvPr/>
              </p:nvSpPr>
              <p:spPr>
                <a:xfrm>
                  <a:off x="3764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2" name="Google Shape;2192;p61"/>
                <p:cNvSpPr/>
                <p:nvPr/>
              </p:nvSpPr>
              <p:spPr>
                <a:xfrm>
                  <a:off x="110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3" name="Google Shape;2193;p61"/>
                <p:cNvSpPr/>
                <p:nvPr/>
              </p:nvSpPr>
              <p:spPr>
                <a:xfrm>
                  <a:off x="415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4" name="Google Shape;2194;p61"/>
                <p:cNvSpPr/>
                <p:nvPr/>
              </p:nvSpPr>
              <p:spPr>
                <a:xfrm>
                  <a:off x="263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5" name="Google Shape;2195;p61"/>
                <p:cNvSpPr/>
                <p:nvPr/>
              </p:nvSpPr>
              <p:spPr>
                <a:xfrm>
                  <a:off x="339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6" name="Google Shape;2196;p61"/>
                <p:cNvSpPr/>
                <p:nvPr/>
              </p:nvSpPr>
              <p:spPr>
                <a:xfrm>
                  <a:off x="644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7" name="Google Shape;2197;p61"/>
                <p:cNvSpPr/>
                <p:nvPr/>
              </p:nvSpPr>
              <p:spPr>
                <a:xfrm>
                  <a:off x="491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8" name="Google Shape;2198;p61"/>
                <p:cNvSpPr/>
                <p:nvPr/>
              </p:nvSpPr>
              <p:spPr>
                <a:xfrm>
                  <a:off x="567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9" name="Google Shape;2199;p61"/>
                <p:cNvSpPr/>
                <p:nvPr/>
              </p:nvSpPr>
              <p:spPr>
                <a:xfrm>
                  <a:off x="796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0" name="Google Shape;2200;p61"/>
                <p:cNvSpPr/>
                <p:nvPr/>
              </p:nvSpPr>
              <p:spPr>
                <a:xfrm>
                  <a:off x="720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1" name="Google Shape;2201;p61"/>
                <p:cNvSpPr/>
                <p:nvPr/>
              </p:nvSpPr>
              <p:spPr>
                <a:xfrm>
                  <a:off x="872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2" name="Google Shape;2202;p61"/>
                <p:cNvSpPr/>
                <p:nvPr/>
              </p:nvSpPr>
              <p:spPr>
                <a:xfrm>
                  <a:off x="-381000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3" name="Google Shape;2203;p61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4" name="Google Shape;2204;p61"/>
                <p:cNvSpPr/>
                <p:nvPr/>
              </p:nvSpPr>
              <p:spPr>
                <a:xfrm>
                  <a:off x="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5" name="Google Shape;2205;p61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6" name="Google Shape;2206;p61"/>
                <p:cNvSpPr/>
                <p:nvPr/>
              </p:nvSpPr>
              <p:spPr>
                <a:xfrm>
                  <a:off x="762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7" name="Google Shape;2207;p61"/>
                <p:cNvSpPr/>
                <p:nvPr/>
              </p:nvSpPr>
              <p:spPr>
                <a:xfrm>
                  <a:off x="685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8" name="Google Shape;2208;p61"/>
                <p:cNvSpPr/>
                <p:nvPr/>
              </p:nvSpPr>
              <p:spPr>
                <a:xfrm>
                  <a:off x="838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9" name="Google Shape;2209;p61"/>
                <p:cNvSpPr/>
                <p:nvPr/>
              </p:nvSpPr>
              <p:spPr>
                <a:xfrm>
                  <a:off x="1869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0" name="Google Shape;2210;p61"/>
                <p:cNvSpPr/>
                <p:nvPr/>
              </p:nvSpPr>
              <p:spPr>
                <a:xfrm>
                  <a:off x="3764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1" name="Google Shape;2211;p61"/>
                <p:cNvSpPr/>
                <p:nvPr/>
              </p:nvSpPr>
              <p:spPr>
                <a:xfrm>
                  <a:off x="110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2" name="Google Shape;2212;p61"/>
                <p:cNvSpPr/>
                <p:nvPr/>
              </p:nvSpPr>
              <p:spPr>
                <a:xfrm>
                  <a:off x="7965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3" name="Google Shape;2213;p61"/>
                <p:cNvSpPr/>
                <p:nvPr/>
              </p:nvSpPr>
              <p:spPr>
                <a:xfrm>
                  <a:off x="7203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4" name="Google Shape;2214;p61"/>
                <p:cNvSpPr/>
                <p:nvPr/>
              </p:nvSpPr>
              <p:spPr>
                <a:xfrm>
                  <a:off x="872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5" name="Google Shape;2215;p61"/>
                <p:cNvSpPr/>
                <p:nvPr/>
              </p:nvSpPr>
              <p:spPr>
                <a:xfrm>
                  <a:off x="-381000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6" name="Google Shape;2216;p61"/>
                <p:cNvSpPr/>
                <p:nvPr/>
              </p:nvSpPr>
              <p:spPr>
                <a:xfrm>
                  <a:off x="7620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7" name="Google Shape;2217;p61"/>
                <p:cNvSpPr/>
                <p:nvPr/>
              </p:nvSpPr>
              <p:spPr>
                <a:xfrm>
                  <a:off x="8382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8" name="Google Shape;2218;p61"/>
                <p:cNvSpPr/>
                <p:nvPr/>
              </p:nvSpPr>
              <p:spPr>
                <a:xfrm>
                  <a:off x="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219" name="Google Shape;2219;p61"/>
              <p:cNvGrpSpPr/>
              <p:nvPr/>
            </p:nvGrpSpPr>
            <p:grpSpPr>
              <a:xfrm>
                <a:off x="762000" y="3189432"/>
                <a:ext cx="1524000" cy="291000"/>
                <a:chOff x="762000" y="3340675"/>
                <a:chExt cx="1524000" cy="291000"/>
              </a:xfrm>
            </p:grpSpPr>
            <p:sp>
              <p:nvSpPr>
                <p:cNvPr id="2220" name="Google Shape;2220;p61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1" name="Google Shape;2221;p61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222" name="Google Shape;2222;p61"/>
            <p:cNvGrpSpPr/>
            <p:nvPr/>
          </p:nvGrpSpPr>
          <p:grpSpPr>
            <a:xfrm>
              <a:off x="7965375" y="2898432"/>
              <a:ext cx="1524000" cy="291000"/>
              <a:chOff x="7965375" y="3049675"/>
              <a:chExt cx="1524000" cy="291000"/>
            </a:xfrm>
          </p:grpSpPr>
          <p:sp>
            <p:nvSpPr>
              <p:cNvPr id="2223" name="Google Shape;2223;p61"/>
              <p:cNvSpPr/>
              <p:nvPr/>
            </p:nvSpPr>
            <p:spPr>
              <a:xfrm>
                <a:off x="7965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4" name="Google Shape;2224;p61"/>
              <p:cNvSpPr/>
              <p:nvPr/>
            </p:nvSpPr>
            <p:spPr>
              <a:xfrm>
                <a:off x="872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25" name="Google Shape;2225;p61"/>
            <p:cNvGrpSpPr/>
            <p:nvPr/>
          </p:nvGrpSpPr>
          <p:grpSpPr>
            <a:xfrm>
              <a:off x="-381000" y="2902607"/>
              <a:ext cx="1519475" cy="291000"/>
              <a:chOff x="-381000" y="3049675"/>
              <a:chExt cx="1519475" cy="291000"/>
            </a:xfrm>
          </p:grpSpPr>
          <p:sp>
            <p:nvSpPr>
              <p:cNvPr id="2226" name="Google Shape;2226;p61"/>
              <p:cNvSpPr/>
              <p:nvPr/>
            </p:nvSpPr>
            <p:spPr>
              <a:xfrm>
                <a:off x="3764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7" name="Google Shape;2227;p61"/>
              <p:cNvSpPr/>
              <p:nvPr/>
            </p:nvSpPr>
            <p:spPr>
              <a:xfrm>
                <a:off x="-381000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28" name="Google Shape;2228;p61"/>
          <p:cNvSpPr/>
          <p:nvPr/>
        </p:nvSpPr>
        <p:spPr>
          <a:xfrm flipH="1">
            <a:off x="5518745" y="3178097"/>
            <a:ext cx="3621300" cy="17460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9" name="Google Shape;2229;p61"/>
          <p:cNvSpPr/>
          <p:nvPr/>
        </p:nvSpPr>
        <p:spPr>
          <a:xfrm>
            <a:off x="-3941" y="4603997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30" name="Google Shape;2230;p61"/>
          <p:cNvGrpSpPr/>
          <p:nvPr/>
        </p:nvGrpSpPr>
        <p:grpSpPr>
          <a:xfrm>
            <a:off x="1911011" y="4186605"/>
            <a:ext cx="678436" cy="831316"/>
            <a:chOff x="2876954" y="198975"/>
            <a:chExt cx="2854169" cy="3497334"/>
          </a:xfrm>
        </p:grpSpPr>
        <p:sp>
          <p:nvSpPr>
            <p:cNvPr id="2231" name="Google Shape;2231;p61"/>
            <p:cNvSpPr/>
            <p:nvPr/>
          </p:nvSpPr>
          <p:spPr>
            <a:xfrm>
              <a:off x="2876954" y="3420731"/>
              <a:ext cx="2854169" cy="275579"/>
            </a:xfrm>
            <a:custGeom>
              <a:rect b="b" l="l" r="r" t="t"/>
              <a:pathLst>
                <a:path extrusionOk="0" h="535" w="5541">
                  <a:moveTo>
                    <a:pt x="1" y="0"/>
                  </a:moveTo>
                  <a:lnTo>
                    <a:pt x="1" y="535"/>
                  </a:lnTo>
                  <a:lnTo>
                    <a:pt x="5541" y="535"/>
                  </a:lnTo>
                  <a:lnTo>
                    <a:pt x="55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61"/>
            <p:cNvSpPr/>
            <p:nvPr/>
          </p:nvSpPr>
          <p:spPr>
            <a:xfrm>
              <a:off x="3091750" y="198975"/>
              <a:ext cx="2424576" cy="3236888"/>
            </a:xfrm>
            <a:custGeom>
              <a:rect b="b" l="l" r="r" t="t"/>
              <a:pathLst>
                <a:path extrusionOk="0" h="6284" w="4707">
                  <a:moveTo>
                    <a:pt x="2360" y="0"/>
                  </a:moveTo>
                  <a:lnTo>
                    <a:pt x="1" y="6283"/>
                  </a:lnTo>
                  <a:lnTo>
                    <a:pt x="4707" y="6283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61"/>
            <p:cNvSpPr/>
            <p:nvPr/>
          </p:nvSpPr>
          <p:spPr>
            <a:xfrm>
              <a:off x="3568733" y="1810207"/>
              <a:ext cx="1471126" cy="356449"/>
            </a:xfrm>
            <a:custGeom>
              <a:rect b="b" l="l" r="r" t="t"/>
              <a:pathLst>
                <a:path extrusionOk="0" h="692" w="2856">
                  <a:moveTo>
                    <a:pt x="261" y="1"/>
                  </a:moveTo>
                  <a:lnTo>
                    <a:pt x="0" y="692"/>
                  </a:lnTo>
                  <a:lnTo>
                    <a:pt x="2855" y="692"/>
                  </a:lnTo>
                  <a:lnTo>
                    <a:pt x="2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61"/>
            <p:cNvSpPr/>
            <p:nvPr/>
          </p:nvSpPr>
          <p:spPr>
            <a:xfrm>
              <a:off x="3803618" y="1172513"/>
              <a:ext cx="1000839" cy="356449"/>
            </a:xfrm>
            <a:custGeom>
              <a:rect b="b" l="l" r="r" t="t"/>
              <a:pathLst>
                <a:path extrusionOk="0" h="692" w="1943">
                  <a:moveTo>
                    <a:pt x="261" y="0"/>
                  </a:moveTo>
                  <a:lnTo>
                    <a:pt x="1" y="691"/>
                  </a:lnTo>
                  <a:lnTo>
                    <a:pt x="1943" y="691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5" name="Google Shape;2235;p61"/>
          <p:cNvSpPr/>
          <p:nvPr/>
        </p:nvSpPr>
        <p:spPr>
          <a:xfrm>
            <a:off x="4796319" y="4820290"/>
            <a:ext cx="2036911" cy="36137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36" name="Google Shape;2236;p61"/>
          <p:cNvGrpSpPr/>
          <p:nvPr/>
        </p:nvGrpSpPr>
        <p:grpSpPr>
          <a:xfrm>
            <a:off x="2683136" y="4255980"/>
            <a:ext cx="678436" cy="831316"/>
            <a:chOff x="2876954" y="198975"/>
            <a:chExt cx="2854169" cy="3497334"/>
          </a:xfrm>
        </p:grpSpPr>
        <p:sp>
          <p:nvSpPr>
            <p:cNvPr id="2237" name="Google Shape;2237;p61"/>
            <p:cNvSpPr/>
            <p:nvPr/>
          </p:nvSpPr>
          <p:spPr>
            <a:xfrm>
              <a:off x="2876954" y="3420731"/>
              <a:ext cx="2854169" cy="275579"/>
            </a:xfrm>
            <a:custGeom>
              <a:rect b="b" l="l" r="r" t="t"/>
              <a:pathLst>
                <a:path extrusionOk="0" h="535" w="5541">
                  <a:moveTo>
                    <a:pt x="1" y="0"/>
                  </a:moveTo>
                  <a:lnTo>
                    <a:pt x="1" y="535"/>
                  </a:lnTo>
                  <a:lnTo>
                    <a:pt x="5541" y="535"/>
                  </a:lnTo>
                  <a:lnTo>
                    <a:pt x="55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61"/>
            <p:cNvSpPr/>
            <p:nvPr/>
          </p:nvSpPr>
          <p:spPr>
            <a:xfrm>
              <a:off x="3091750" y="198975"/>
              <a:ext cx="2424576" cy="3236888"/>
            </a:xfrm>
            <a:custGeom>
              <a:rect b="b" l="l" r="r" t="t"/>
              <a:pathLst>
                <a:path extrusionOk="0" h="6284" w="4707">
                  <a:moveTo>
                    <a:pt x="2360" y="0"/>
                  </a:moveTo>
                  <a:lnTo>
                    <a:pt x="1" y="6283"/>
                  </a:lnTo>
                  <a:lnTo>
                    <a:pt x="4707" y="6283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61"/>
            <p:cNvSpPr/>
            <p:nvPr/>
          </p:nvSpPr>
          <p:spPr>
            <a:xfrm>
              <a:off x="3568733" y="1810207"/>
              <a:ext cx="1471126" cy="356449"/>
            </a:xfrm>
            <a:custGeom>
              <a:rect b="b" l="l" r="r" t="t"/>
              <a:pathLst>
                <a:path extrusionOk="0" h="692" w="2856">
                  <a:moveTo>
                    <a:pt x="261" y="1"/>
                  </a:moveTo>
                  <a:lnTo>
                    <a:pt x="0" y="692"/>
                  </a:lnTo>
                  <a:lnTo>
                    <a:pt x="2855" y="692"/>
                  </a:lnTo>
                  <a:lnTo>
                    <a:pt x="2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61"/>
            <p:cNvSpPr/>
            <p:nvPr/>
          </p:nvSpPr>
          <p:spPr>
            <a:xfrm>
              <a:off x="3803618" y="1172513"/>
              <a:ext cx="1000839" cy="356449"/>
            </a:xfrm>
            <a:custGeom>
              <a:rect b="b" l="l" r="r" t="t"/>
              <a:pathLst>
                <a:path extrusionOk="0" h="692" w="1943">
                  <a:moveTo>
                    <a:pt x="261" y="0"/>
                  </a:moveTo>
                  <a:lnTo>
                    <a:pt x="1" y="691"/>
                  </a:lnTo>
                  <a:lnTo>
                    <a:pt x="1943" y="691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1" name="Google Shape;2241;p61"/>
          <p:cNvGrpSpPr/>
          <p:nvPr/>
        </p:nvGrpSpPr>
        <p:grpSpPr>
          <a:xfrm>
            <a:off x="6955234" y="3890363"/>
            <a:ext cx="3131738" cy="1196926"/>
            <a:chOff x="4525475" y="1014550"/>
            <a:chExt cx="279375" cy="106775"/>
          </a:xfrm>
        </p:grpSpPr>
        <p:sp>
          <p:nvSpPr>
            <p:cNvPr id="2242" name="Google Shape;2242;p61"/>
            <p:cNvSpPr/>
            <p:nvPr/>
          </p:nvSpPr>
          <p:spPr>
            <a:xfrm>
              <a:off x="4543025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61"/>
            <p:cNvSpPr/>
            <p:nvPr/>
          </p:nvSpPr>
          <p:spPr>
            <a:xfrm>
              <a:off x="4543025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61"/>
            <p:cNvSpPr/>
            <p:nvPr/>
          </p:nvSpPr>
          <p:spPr>
            <a:xfrm>
              <a:off x="4525475" y="1068050"/>
              <a:ext cx="35150" cy="53275"/>
            </a:xfrm>
            <a:custGeom>
              <a:rect b="b" l="l" r="r" t="t"/>
              <a:pathLst>
                <a:path extrusionOk="0" h="2131" w="1406">
                  <a:moveTo>
                    <a:pt x="703" y="1"/>
                  </a:moveTo>
                  <a:cubicBezTo>
                    <a:pt x="318" y="1"/>
                    <a:pt x="0" y="473"/>
                    <a:pt x="0" y="1066"/>
                  </a:cubicBezTo>
                  <a:cubicBezTo>
                    <a:pt x="0" y="1647"/>
                    <a:pt x="318" y="2130"/>
                    <a:pt x="703" y="2130"/>
                  </a:cubicBezTo>
                  <a:cubicBezTo>
                    <a:pt x="1098" y="2130"/>
                    <a:pt x="1405" y="1647"/>
                    <a:pt x="1405" y="1066"/>
                  </a:cubicBezTo>
                  <a:cubicBezTo>
                    <a:pt x="1405" y="473"/>
                    <a:pt x="1098" y="1"/>
                    <a:pt x="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61"/>
            <p:cNvSpPr/>
            <p:nvPr/>
          </p:nvSpPr>
          <p:spPr>
            <a:xfrm>
              <a:off x="4529025" y="1073275"/>
              <a:ext cx="28300" cy="42550"/>
            </a:xfrm>
            <a:custGeom>
              <a:rect b="b" l="l" r="r" t="t"/>
              <a:pathLst>
                <a:path extrusionOk="0" h="1702" w="1132">
                  <a:moveTo>
                    <a:pt x="561" y="0"/>
                  </a:moveTo>
                  <a:cubicBezTo>
                    <a:pt x="253" y="0"/>
                    <a:pt x="1" y="385"/>
                    <a:pt x="1" y="857"/>
                  </a:cubicBezTo>
                  <a:cubicBezTo>
                    <a:pt x="1" y="1329"/>
                    <a:pt x="253" y="1702"/>
                    <a:pt x="561" y="1702"/>
                  </a:cubicBezTo>
                  <a:cubicBezTo>
                    <a:pt x="879" y="1702"/>
                    <a:pt x="1131" y="1329"/>
                    <a:pt x="1131" y="857"/>
                  </a:cubicBezTo>
                  <a:cubicBezTo>
                    <a:pt x="1131" y="385"/>
                    <a:pt x="879" y="0"/>
                    <a:pt x="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61"/>
            <p:cNvSpPr/>
            <p:nvPr/>
          </p:nvSpPr>
          <p:spPr>
            <a:xfrm>
              <a:off x="4578700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61"/>
            <p:cNvSpPr/>
            <p:nvPr/>
          </p:nvSpPr>
          <p:spPr>
            <a:xfrm>
              <a:off x="4578700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61"/>
            <p:cNvSpPr/>
            <p:nvPr/>
          </p:nvSpPr>
          <p:spPr>
            <a:xfrm>
              <a:off x="4561150" y="1068050"/>
              <a:ext cx="35150" cy="53275"/>
            </a:xfrm>
            <a:custGeom>
              <a:rect b="b" l="l" r="r" t="t"/>
              <a:pathLst>
                <a:path extrusionOk="0" h="2131" w="1406">
                  <a:moveTo>
                    <a:pt x="703" y="1"/>
                  </a:moveTo>
                  <a:cubicBezTo>
                    <a:pt x="318" y="1"/>
                    <a:pt x="0" y="473"/>
                    <a:pt x="0" y="1066"/>
                  </a:cubicBezTo>
                  <a:cubicBezTo>
                    <a:pt x="0" y="1647"/>
                    <a:pt x="318" y="2130"/>
                    <a:pt x="703" y="2130"/>
                  </a:cubicBezTo>
                  <a:cubicBezTo>
                    <a:pt x="1098" y="2130"/>
                    <a:pt x="1405" y="1647"/>
                    <a:pt x="1405" y="1066"/>
                  </a:cubicBezTo>
                  <a:cubicBezTo>
                    <a:pt x="1405" y="473"/>
                    <a:pt x="1098" y="1"/>
                    <a:pt x="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61"/>
            <p:cNvSpPr/>
            <p:nvPr/>
          </p:nvSpPr>
          <p:spPr>
            <a:xfrm>
              <a:off x="4564700" y="1073275"/>
              <a:ext cx="28300" cy="42550"/>
            </a:xfrm>
            <a:custGeom>
              <a:rect b="b" l="l" r="r" t="t"/>
              <a:pathLst>
                <a:path extrusionOk="0" h="1702" w="1132">
                  <a:moveTo>
                    <a:pt x="561" y="0"/>
                  </a:moveTo>
                  <a:cubicBezTo>
                    <a:pt x="253" y="0"/>
                    <a:pt x="1" y="385"/>
                    <a:pt x="1" y="857"/>
                  </a:cubicBezTo>
                  <a:cubicBezTo>
                    <a:pt x="1" y="1329"/>
                    <a:pt x="253" y="1702"/>
                    <a:pt x="561" y="1702"/>
                  </a:cubicBezTo>
                  <a:cubicBezTo>
                    <a:pt x="879" y="1702"/>
                    <a:pt x="1131" y="1329"/>
                    <a:pt x="1131" y="857"/>
                  </a:cubicBezTo>
                  <a:cubicBezTo>
                    <a:pt x="1131" y="385"/>
                    <a:pt x="879" y="0"/>
                    <a:pt x="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61"/>
            <p:cNvSpPr/>
            <p:nvPr/>
          </p:nvSpPr>
          <p:spPr>
            <a:xfrm>
              <a:off x="4561700" y="1014550"/>
              <a:ext cx="208300" cy="53250"/>
            </a:xfrm>
            <a:custGeom>
              <a:rect b="b" l="l" r="r" t="t"/>
              <a:pathLst>
                <a:path extrusionOk="0" h="2130" w="8332">
                  <a:moveTo>
                    <a:pt x="0" y="0"/>
                  </a:moveTo>
                  <a:lnTo>
                    <a:pt x="0" y="2130"/>
                  </a:lnTo>
                  <a:lnTo>
                    <a:pt x="8332" y="2130"/>
                  </a:lnTo>
                  <a:lnTo>
                    <a:pt x="83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61"/>
            <p:cNvSpPr/>
            <p:nvPr/>
          </p:nvSpPr>
          <p:spPr>
            <a:xfrm>
              <a:off x="4752425" y="1014825"/>
              <a:ext cx="35150" cy="52975"/>
            </a:xfrm>
            <a:custGeom>
              <a:rect b="b" l="l" r="r" t="t"/>
              <a:pathLst>
                <a:path extrusionOk="0" h="2119" w="1406">
                  <a:moveTo>
                    <a:pt x="703" y="0"/>
                  </a:moveTo>
                  <a:cubicBezTo>
                    <a:pt x="319" y="0"/>
                    <a:pt x="0" y="472"/>
                    <a:pt x="0" y="1054"/>
                  </a:cubicBezTo>
                  <a:cubicBezTo>
                    <a:pt x="0" y="1647"/>
                    <a:pt x="319" y="2119"/>
                    <a:pt x="703" y="2119"/>
                  </a:cubicBezTo>
                  <a:cubicBezTo>
                    <a:pt x="1098" y="2119"/>
                    <a:pt x="1405" y="1647"/>
                    <a:pt x="1405" y="1054"/>
                  </a:cubicBezTo>
                  <a:cubicBezTo>
                    <a:pt x="1405" y="472"/>
                    <a:pt x="1098" y="0"/>
                    <a:pt x="703" y="0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61"/>
            <p:cNvSpPr/>
            <p:nvPr/>
          </p:nvSpPr>
          <p:spPr>
            <a:xfrm>
              <a:off x="4544125" y="1014550"/>
              <a:ext cx="35150" cy="53250"/>
            </a:xfrm>
            <a:custGeom>
              <a:rect b="b" l="l" r="r" t="t"/>
              <a:pathLst>
                <a:path extrusionOk="0" h="2130" w="1406">
                  <a:moveTo>
                    <a:pt x="703" y="0"/>
                  </a:moveTo>
                  <a:cubicBezTo>
                    <a:pt x="319" y="0"/>
                    <a:pt x="1" y="483"/>
                    <a:pt x="1" y="1065"/>
                  </a:cubicBezTo>
                  <a:cubicBezTo>
                    <a:pt x="1" y="1658"/>
                    <a:pt x="308" y="2130"/>
                    <a:pt x="703" y="2130"/>
                  </a:cubicBezTo>
                  <a:cubicBezTo>
                    <a:pt x="1087" y="2130"/>
                    <a:pt x="1406" y="1658"/>
                    <a:pt x="1406" y="1065"/>
                  </a:cubicBezTo>
                  <a:cubicBezTo>
                    <a:pt x="1406" y="483"/>
                    <a:pt x="1087" y="0"/>
                    <a:pt x="7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61"/>
            <p:cNvSpPr/>
            <p:nvPr/>
          </p:nvSpPr>
          <p:spPr>
            <a:xfrm>
              <a:off x="4547700" y="1020025"/>
              <a:ext cx="28000" cy="42575"/>
            </a:xfrm>
            <a:custGeom>
              <a:rect b="b" l="l" r="r" t="t"/>
              <a:pathLst>
                <a:path extrusionOk="0" h="1703" w="1120">
                  <a:moveTo>
                    <a:pt x="560" y="1"/>
                  </a:moveTo>
                  <a:cubicBezTo>
                    <a:pt x="253" y="1"/>
                    <a:pt x="0" y="385"/>
                    <a:pt x="0" y="846"/>
                  </a:cubicBezTo>
                  <a:cubicBezTo>
                    <a:pt x="0" y="1318"/>
                    <a:pt x="242" y="1702"/>
                    <a:pt x="560" y="1702"/>
                  </a:cubicBezTo>
                  <a:cubicBezTo>
                    <a:pt x="867" y="1702"/>
                    <a:pt x="1120" y="1318"/>
                    <a:pt x="1120" y="846"/>
                  </a:cubicBezTo>
                  <a:cubicBezTo>
                    <a:pt x="1120" y="385"/>
                    <a:pt x="867" y="1"/>
                    <a:pt x="5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p62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256" name="Google Shape;2256;p62"/>
          <p:cNvSpPr txBox="1"/>
          <p:nvPr>
            <p:ph idx="1" type="subTitle"/>
          </p:nvPr>
        </p:nvSpPr>
        <p:spPr>
          <a:xfrm>
            <a:off x="1094825" y="2000100"/>
            <a:ext cx="2792700" cy="12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57" name="Google Shape;2257;p62"/>
          <p:cNvGrpSpPr/>
          <p:nvPr/>
        </p:nvGrpSpPr>
        <p:grpSpPr>
          <a:xfrm flipH="1">
            <a:off x="-22984" y="939791"/>
            <a:ext cx="4045976" cy="3889979"/>
            <a:chOff x="3074425" y="836100"/>
            <a:chExt cx="1863732" cy="1981650"/>
          </a:xfrm>
        </p:grpSpPr>
        <p:sp>
          <p:nvSpPr>
            <p:cNvPr id="2258" name="Google Shape;2258;p62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62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62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62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62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62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62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62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6" name="Google Shape;2266;p62"/>
          <p:cNvGrpSpPr/>
          <p:nvPr/>
        </p:nvGrpSpPr>
        <p:grpSpPr>
          <a:xfrm>
            <a:off x="-128935" y="2000100"/>
            <a:ext cx="1145771" cy="2213569"/>
            <a:chOff x="3308625" y="459175"/>
            <a:chExt cx="736925" cy="1423700"/>
          </a:xfrm>
        </p:grpSpPr>
        <p:sp>
          <p:nvSpPr>
            <p:cNvPr id="2267" name="Google Shape;2267;p62"/>
            <p:cNvSpPr/>
            <p:nvPr/>
          </p:nvSpPr>
          <p:spPr>
            <a:xfrm>
              <a:off x="3308625" y="459175"/>
              <a:ext cx="736925" cy="1423700"/>
            </a:xfrm>
            <a:custGeom>
              <a:rect b="b" l="l" r="r" t="t"/>
              <a:pathLst>
                <a:path extrusionOk="0" h="56948" w="29477">
                  <a:moveTo>
                    <a:pt x="0" y="0"/>
                  </a:moveTo>
                  <a:lnTo>
                    <a:pt x="0" y="56948"/>
                  </a:lnTo>
                  <a:lnTo>
                    <a:pt x="29477" y="56948"/>
                  </a:lnTo>
                  <a:lnTo>
                    <a:pt x="29477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62"/>
            <p:cNvSpPr/>
            <p:nvPr/>
          </p:nvSpPr>
          <p:spPr>
            <a:xfrm>
              <a:off x="3352625" y="748525"/>
              <a:ext cx="109850" cy="148175"/>
            </a:xfrm>
            <a:custGeom>
              <a:rect b="b" l="l" r="r" t="t"/>
              <a:pathLst>
                <a:path extrusionOk="0" h="5927" w="4394">
                  <a:moveTo>
                    <a:pt x="2197" y="0"/>
                  </a:moveTo>
                  <a:cubicBezTo>
                    <a:pt x="977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62"/>
            <p:cNvSpPr/>
            <p:nvPr/>
          </p:nvSpPr>
          <p:spPr>
            <a:xfrm>
              <a:off x="3499500" y="7485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94" y="0"/>
                    <a:pt x="0" y="994"/>
                    <a:pt x="0" y="2214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214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62"/>
            <p:cNvSpPr/>
            <p:nvPr/>
          </p:nvSpPr>
          <p:spPr>
            <a:xfrm>
              <a:off x="3646350" y="7485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214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62"/>
            <p:cNvSpPr/>
            <p:nvPr/>
          </p:nvSpPr>
          <p:spPr>
            <a:xfrm>
              <a:off x="3352625" y="5546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62"/>
            <p:cNvSpPr/>
            <p:nvPr/>
          </p:nvSpPr>
          <p:spPr>
            <a:xfrm>
              <a:off x="3499500" y="5546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62"/>
            <p:cNvSpPr/>
            <p:nvPr/>
          </p:nvSpPr>
          <p:spPr>
            <a:xfrm>
              <a:off x="3646350" y="5546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62"/>
            <p:cNvSpPr/>
            <p:nvPr/>
          </p:nvSpPr>
          <p:spPr>
            <a:xfrm>
              <a:off x="3352625" y="956825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62"/>
            <p:cNvSpPr/>
            <p:nvPr/>
          </p:nvSpPr>
          <p:spPr>
            <a:xfrm>
              <a:off x="3499500" y="956825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62"/>
            <p:cNvSpPr/>
            <p:nvPr/>
          </p:nvSpPr>
          <p:spPr>
            <a:xfrm>
              <a:off x="3646350" y="956825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62"/>
            <p:cNvSpPr/>
            <p:nvPr/>
          </p:nvSpPr>
          <p:spPr>
            <a:xfrm>
              <a:off x="335482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94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62"/>
            <p:cNvSpPr/>
            <p:nvPr/>
          </p:nvSpPr>
          <p:spPr>
            <a:xfrm>
              <a:off x="350167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94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62"/>
            <p:cNvSpPr/>
            <p:nvPr/>
          </p:nvSpPr>
          <p:spPr>
            <a:xfrm>
              <a:off x="3648975" y="1356000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62"/>
            <p:cNvSpPr/>
            <p:nvPr/>
          </p:nvSpPr>
          <p:spPr>
            <a:xfrm>
              <a:off x="335482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76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62"/>
            <p:cNvSpPr/>
            <p:nvPr/>
          </p:nvSpPr>
          <p:spPr>
            <a:xfrm>
              <a:off x="350167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76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76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62"/>
            <p:cNvSpPr/>
            <p:nvPr/>
          </p:nvSpPr>
          <p:spPr>
            <a:xfrm>
              <a:off x="3648975" y="15621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76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62"/>
            <p:cNvSpPr/>
            <p:nvPr/>
          </p:nvSpPr>
          <p:spPr>
            <a:xfrm>
              <a:off x="3352625" y="11564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1"/>
                  </a:moveTo>
                  <a:cubicBezTo>
                    <a:pt x="977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62"/>
            <p:cNvSpPr/>
            <p:nvPr/>
          </p:nvSpPr>
          <p:spPr>
            <a:xfrm>
              <a:off x="3499500" y="11564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1"/>
                  </a:moveTo>
                  <a:cubicBezTo>
                    <a:pt x="994" y="1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62"/>
            <p:cNvSpPr/>
            <p:nvPr/>
          </p:nvSpPr>
          <p:spPr>
            <a:xfrm>
              <a:off x="3646350" y="11564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1"/>
                  </a:moveTo>
                  <a:cubicBezTo>
                    <a:pt x="994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1"/>
                    <a:pt x="2214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62"/>
            <p:cNvSpPr/>
            <p:nvPr/>
          </p:nvSpPr>
          <p:spPr>
            <a:xfrm>
              <a:off x="3813700" y="459175"/>
              <a:ext cx="231850" cy="1423700"/>
            </a:xfrm>
            <a:custGeom>
              <a:rect b="b" l="l" r="r" t="t"/>
              <a:pathLst>
                <a:path extrusionOk="0" h="56948" w="9274">
                  <a:moveTo>
                    <a:pt x="0" y="0"/>
                  </a:moveTo>
                  <a:lnTo>
                    <a:pt x="0" y="56948"/>
                  </a:lnTo>
                  <a:lnTo>
                    <a:pt x="9274" y="56948"/>
                  </a:lnTo>
                  <a:lnTo>
                    <a:pt x="927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7" name="Google Shape;2287;p62"/>
          <p:cNvGrpSpPr/>
          <p:nvPr/>
        </p:nvGrpSpPr>
        <p:grpSpPr>
          <a:xfrm flipH="1">
            <a:off x="7158613" y="539493"/>
            <a:ext cx="2014112" cy="4385159"/>
            <a:chOff x="1622025" y="238125"/>
            <a:chExt cx="746825" cy="1626000"/>
          </a:xfrm>
        </p:grpSpPr>
        <p:sp>
          <p:nvSpPr>
            <p:cNvPr id="2288" name="Google Shape;2288;p62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62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62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62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62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3" name="Google Shape;2293;p62"/>
          <p:cNvSpPr/>
          <p:nvPr/>
        </p:nvSpPr>
        <p:spPr>
          <a:xfrm flipH="1">
            <a:off x="7066978" y="348826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62"/>
          <p:cNvSpPr/>
          <p:nvPr/>
        </p:nvSpPr>
        <p:spPr>
          <a:xfrm flipH="1">
            <a:off x="-609088" y="939792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5" name="Google Shape;2295;p62"/>
          <p:cNvGrpSpPr/>
          <p:nvPr/>
        </p:nvGrpSpPr>
        <p:grpSpPr>
          <a:xfrm>
            <a:off x="-379993" y="4005140"/>
            <a:ext cx="9870375" cy="883510"/>
            <a:chOff x="-381000" y="4005140"/>
            <a:chExt cx="9870375" cy="883510"/>
          </a:xfrm>
        </p:grpSpPr>
        <p:sp>
          <p:nvSpPr>
            <p:cNvPr id="2296" name="Google Shape;2296;p62"/>
            <p:cNvSpPr/>
            <p:nvPr/>
          </p:nvSpPr>
          <p:spPr>
            <a:xfrm>
              <a:off x="186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62"/>
            <p:cNvSpPr/>
            <p:nvPr/>
          </p:nvSpPr>
          <p:spPr>
            <a:xfrm>
              <a:off x="3764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62"/>
            <p:cNvSpPr/>
            <p:nvPr/>
          </p:nvSpPr>
          <p:spPr>
            <a:xfrm>
              <a:off x="110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62"/>
            <p:cNvSpPr/>
            <p:nvPr/>
          </p:nvSpPr>
          <p:spPr>
            <a:xfrm>
              <a:off x="415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62"/>
            <p:cNvSpPr/>
            <p:nvPr/>
          </p:nvSpPr>
          <p:spPr>
            <a:xfrm>
              <a:off x="263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62"/>
            <p:cNvSpPr/>
            <p:nvPr/>
          </p:nvSpPr>
          <p:spPr>
            <a:xfrm>
              <a:off x="339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62"/>
            <p:cNvSpPr/>
            <p:nvPr/>
          </p:nvSpPr>
          <p:spPr>
            <a:xfrm>
              <a:off x="644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62"/>
            <p:cNvSpPr/>
            <p:nvPr/>
          </p:nvSpPr>
          <p:spPr>
            <a:xfrm>
              <a:off x="491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62"/>
            <p:cNvSpPr/>
            <p:nvPr/>
          </p:nvSpPr>
          <p:spPr>
            <a:xfrm>
              <a:off x="567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62"/>
            <p:cNvSpPr/>
            <p:nvPr/>
          </p:nvSpPr>
          <p:spPr>
            <a:xfrm>
              <a:off x="796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62"/>
            <p:cNvSpPr/>
            <p:nvPr/>
          </p:nvSpPr>
          <p:spPr>
            <a:xfrm>
              <a:off x="720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62"/>
            <p:cNvSpPr/>
            <p:nvPr/>
          </p:nvSpPr>
          <p:spPr>
            <a:xfrm>
              <a:off x="872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62"/>
            <p:cNvSpPr/>
            <p:nvPr/>
          </p:nvSpPr>
          <p:spPr>
            <a:xfrm>
              <a:off x="-381000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62"/>
            <p:cNvSpPr/>
            <p:nvPr/>
          </p:nvSpPr>
          <p:spPr>
            <a:xfrm>
              <a:off x="1524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62"/>
            <p:cNvSpPr/>
            <p:nvPr/>
          </p:nvSpPr>
          <p:spPr>
            <a:xfrm>
              <a:off x="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62"/>
            <p:cNvSpPr/>
            <p:nvPr/>
          </p:nvSpPr>
          <p:spPr>
            <a:xfrm>
              <a:off x="76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62"/>
            <p:cNvSpPr/>
            <p:nvPr/>
          </p:nvSpPr>
          <p:spPr>
            <a:xfrm>
              <a:off x="7620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62"/>
            <p:cNvSpPr/>
            <p:nvPr/>
          </p:nvSpPr>
          <p:spPr>
            <a:xfrm>
              <a:off x="838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62"/>
            <p:cNvSpPr/>
            <p:nvPr/>
          </p:nvSpPr>
          <p:spPr>
            <a:xfrm>
              <a:off x="3764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62"/>
            <p:cNvSpPr/>
            <p:nvPr/>
          </p:nvSpPr>
          <p:spPr>
            <a:xfrm>
              <a:off x="7965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62"/>
            <p:cNvSpPr/>
            <p:nvPr/>
          </p:nvSpPr>
          <p:spPr>
            <a:xfrm>
              <a:off x="8727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62"/>
            <p:cNvSpPr/>
            <p:nvPr/>
          </p:nvSpPr>
          <p:spPr>
            <a:xfrm>
              <a:off x="-381000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62"/>
            <p:cNvSpPr/>
            <p:nvPr/>
          </p:nvSpPr>
          <p:spPr>
            <a:xfrm>
              <a:off x="-11" y="4005150"/>
              <a:ext cx="2214900" cy="883500"/>
            </a:xfrm>
            <a:prstGeom prst="rtTriangle">
              <a:avLst/>
            </a:pr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9" name="Google Shape;2319;p62"/>
          <p:cNvSpPr/>
          <p:nvPr/>
        </p:nvSpPr>
        <p:spPr>
          <a:xfrm>
            <a:off x="1007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62"/>
          <p:cNvSpPr/>
          <p:nvPr/>
        </p:nvSpPr>
        <p:spPr>
          <a:xfrm>
            <a:off x="-5" y="4603994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62"/>
          <p:cNvSpPr/>
          <p:nvPr/>
        </p:nvSpPr>
        <p:spPr>
          <a:xfrm>
            <a:off x="7173328" y="4783673"/>
            <a:ext cx="1679113" cy="297898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p62"/>
          <p:cNvSpPr/>
          <p:nvPr/>
        </p:nvSpPr>
        <p:spPr>
          <a:xfrm flipH="1">
            <a:off x="4385395" y="219072"/>
            <a:ext cx="916679" cy="12974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3" name="Google Shape;2323;p62"/>
          <p:cNvGrpSpPr/>
          <p:nvPr/>
        </p:nvGrpSpPr>
        <p:grpSpPr>
          <a:xfrm>
            <a:off x="1727305" y="3688065"/>
            <a:ext cx="1894812" cy="1342016"/>
            <a:chOff x="539750" y="4542450"/>
            <a:chExt cx="1297550" cy="919000"/>
          </a:xfrm>
        </p:grpSpPr>
        <p:sp>
          <p:nvSpPr>
            <p:cNvPr id="2324" name="Google Shape;2324;p62"/>
            <p:cNvSpPr/>
            <p:nvPr/>
          </p:nvSpPr>
          <p:spPr>
            <a:xfrm>
              <a:off x="703050" y="4650050"/>
              <a:ext cx="56175" cy="811400"/>
            </a:xfrm>
            <a:custGeom>
              <a:rect b="b" l="l" r="r" t="t"/>
              <a:pathLst>
                <a:path extrusionOk="0" h="32456" w="2247">
                  <a:moveTo>
                    <a:pt x="1" y="1"/>
                  </a:moveTo>
                  <a:lnTo>
                    <a:pt x="1" y="32455"/>
                  </a:lnTo>
                  <a:lnTo>
                    <a:pt x="2247" y="32455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62"/>
            <p:cNvSpPr/>
            <p:nvPr/>
          </p:nvSpPr>
          <p:spPr>
            <a:xfrm>
              <a:off x="1648250" y="4650050"/>
              <a:ext cx="56625" cy="811400"/>
            </a:xfrm>
            <a:custGeom>
              <a:rect b="b" l="l" r="r" t="t"/>
              <a:pathLst>
                <a:path extrusionOk="0" h="32456" w="2265">
                  <a:moveTo>
                    <a:pt x="0" y="1"/>
                  </a:moveTo>
                  <a:lnTo>
                    <a:pt x="0" y="32455"/>
                  </a:lnTo>
                  <a:lnTo>
                    <a:pt x="2265" y="32455"/>
                  </a:lnTo>
                  <a:lnTo>
                    <a:pt x="22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62"/>
            <p:cNvSpPr/>
            <p:nvPr/>
          </p:nvSpPr>
          <p:spPr>
            <a:xfrm>
              <a:off x="539750" y="4542450"/>
              <a:ext cx="1297550" cy="269075"/>
            </a:xfrm>
            <a:custGeom>
              <a:rect b="b" l="l" r="r" t="t"/>
              <a:pathLst>
                <a:path extrusionOk="0" h="10763" w="51902">
                  <a:moveTo>
                    <a:pt x="1" y="0"/>
                  </a:moveTo>
                  <a:lnTo>
                    <a:pt x="1" y="10762"/>
                  </a:lnTo>
                  <a:lnTo>
                    <a:pt x="51902" y="10762"/>
                  </a:lnTo>
                  <a:lnTo>
                    <a:pt x="519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62"/>
            <p:cNvSpPr/>
            <p:nvPr/>
          </p:nvSpPr>
          <p:spPr>
            <a:xfrm>
              <a:off x="5397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62"/>
            <p:cNvSpPr/>
            <p:nvPr/>
          </p:nvSpPr>
          <p:spPr>
            <a:xfrm>
              <a:off x="694175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201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62"/>
            <p:cNvSpPr/>
            <p:nvPr/>
          </p:nvSpPr>
          <p:spPr>
            <a:xfrm>
              <a:off x="849050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182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62"/>
            <p:cNvSpPr/>
            <p:nvPr/>
          </p:nvSpPr>
          <p:spPr>
            <a:xfrm>
              <a:off x="10034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62"/>
            <p:cNvSpPr/>
            <p:nvPr/>
          </p:nvSpPr>
          <p:spPr>
            <a:xfrm>
              <a:off x="1158325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10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62"/>
            <p:cNvSpPr/>
            <p:nvPr/>
          </p:nvSpPr>
          <p:spPr>
            <a:xfrm>
              <a:off x="1312750" y="4542450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0"/>
                  </a:moveTo>
                  <a:lnTo>
                    <a:pt x="0" y="10762"/>
                  </a:lnTo>
                  <a:lnTo>
                    <a:pt x="3182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62"/>
            <p:cNvSpPr/>
            <p:nvPr/>
          </p:nvSpPr>
          <p:spPr>
            <a:xfrm>
              <a:off x="1467150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201" y="10762"/>
                  </a:lnTo>
                  <a:lnTo>
                    <a:pt x="8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62"/>
            <p:cNvSpPr/>
            <p:nvPr/>
          </p:nvSpPr>
          <p:spPr>
            <a:xfrm>
              <a:off x="1622025" y="4542450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0"/>
                  </a:moveTo>
                  <a:lnTo>
                    <a:pt x="1" y="10762"/>
                  </a:lnTo>
                  <a:lnTo>
                    <a:pt x="3183" y="10762"/>
                  </a:lnTo>
                  <a:lnTo>
                    <a:pt x="8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62"/>
            <p:cNvSpPr/>
            <p:nvPr/>
          </p:nvSpPr>
          <p:spPr>
            <a:xfrm>
              <a:off x="539750" y="4908825"/>
              <a:ext cx="1297550" cy="269525"/>
            </a:xfrm>
            <a:custGeom>
              <a:rect b="b" l="l" r="r" t="t"/>
              <a:pathLst>
                <a:path extrusionOk="0" h="10781" w="51902">
                  <a:moveTo>
                    <a:pt x="1" y="0"/>
                  </a:moveTo>
                  <a:lnTo>
                    <a:pt x="1" y="10781"/>
                  </a:lnTo>
                  <a:lnTo>
                    <a:pt x="51902" y="10781"/>
                  </a:lnTo>
                  <a:lnTo>
                    <a:pt x="519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62"/>
            <p:cNvSpPr/>
            <p:nvPr/>
          </p:nvSpPr>
          <p:spPr>
            <a:xfrm>
              <a:off x="5397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62"/>
            <p:cNvSpPr/>
            <p:nvPr/>
          </p:nvSpPr>
          <p:spPr>
            <a:xfrm>
              <a:off x="694175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201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62"/>
            <p:cNvSpPr/>
            <p:nvPr/>
          </p:nvSpPr>
          <p:spPr>
            <a:xfrm>
              <a:off x="849050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182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62"/>
            <p:cNvSpPr/>
            <p:nvPr/>
          </p:nvSpPr>
          <p:spPr>
            <a:xfrm>
              <a:off x="10034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62"/>
            <p:cNvSpPr/>
            <p:nvPr/>
          </p:nvSpPr>
          <p:spPr>
            <a:xfrm>
              <a:off x="1158325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10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62"/>
            <p:cNvSpPr/>
            <p:nvPr/>
          </p:nvSpPr>
          <p:spPr>
            <a:xfrm>
              <a:off x="1312750" y="4909275"/>
              <a:ext cx="215250" cy="269075"/>
            </a:xfrm>
            <a:custGeom>
              <a:rect b="b" l="l" r="r" t="t"/>
              <a:pathLst>
                <a:path extrusionOk="0" h="10763" w="8610">
                  <a:moveTo>
                    <a:pt x="5428" y="1"/>
                  </a:moveTo>
                  <a:lnTo>
                    <a:pt x="0" y="10763"/>
                  </a:lnTo>
                  <a:lnTo>
                    <a:pt x="3182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62"/>
            <p:cNvSpPr/>
            <p:nvPr/>
          </p:nvSpPr>
          <p:spPr>
            <a:xfrm>
              <a:off x="1467150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201" y="10763"/>
                  </a:lnTo>
                  <a:lnTo>
                    <a:pt x="86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62"/>
            <p:cNvSpPr/>
            <p:nvPr/>
          </p:nvSpPr>
          <p:spPr>
            <a:xfrm>
              <a:off x="1622025" y="4909275"/>
              <a:ext cx="215275" cy="269075"/>
            </a:xfrm>
            <a:custGeom>
              <a:rect b="b" l="l" r="r" t="t"/>
              <a:pathLst>
                <a:path extrusionOk="0" h="10763" w="8611">
                  <a:moveTo>
                    <a:pt x="5429" y="1"/>
                  </a:moveTo>
                  <a:lnTo>
                    <a:pt x="1" y="10763"/>
                  </a:lnTo>
                  <a:lnTo>
                    <a:pt x="3183" y="10763"/>
                  </a:lnTo>
                  <a:lnTo>
                    <a:pt x="86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_1"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p63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346" name="Google Shape;2346;p63"/>
          <p:cNvSpPr txBox="1"/>
          <p:nvPr>
            <p:ph idx="1" type="subTitle"/>
          </p:nvPr>
        </p:nvSpPr>
        <p:spPr>
          <a:xfrm>
            <a:off x="5704900" y="1990204"/>
            <a:ext cx="2725800" cy="12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347" name="Google Shape;2347;p63"/>
          <p:cNvGrpSpPr/>
          <p:nvPr/>
        </p:nvGrpSpPr>
        <p:grpSpPr>
          <a:xfrm>
            <a:off x="-261313" y="1272101"/>
            <a:ext cx="1727284" cy="3107421"/>
            <a:chOff x="5195125" y="2889950"/>
            <a:chExt cx="787025" cy="1415875"/>
          </a:xfrm>
        </p:grpSpPr>
        <p:sp>
          <p:nvSpPr>
            <p:cNvPr id="2348" name="Google Shape;2348;p63"/>
            <p:cNvSpPr/>
            <p:nvPr/>
          </p:nvSpPr>
          <p:spPr>
            <a:xfrm>
              <a:off x="5291425" y="3540550"/>
              <a:ext cx="25" cy="692925"/>
            </a:xfrm>
            <a:custGeom>
              <a:rect b="b" l="l" r="r" t="t"/>
              <a:pathLst>
                <a:path extrusionOk="0" fill="none" h="27717" w="1">
                  <a:moveTo>
                    <a:pt x="0" y="1"/>
                  </a:moveTo>
                  <a:lnTo>
                    <a:pt x="0" y="2771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63"/>
            <p:cNvSpPr/>
            <p:nvPr/>
          </p:nvSpPr>
          <p:spPr>
            <a:xfrm>
              <a:off x="5345900" y="3298700"/>
              <a:ext cx="25" cy="934775"/>
            </a:xfrm>
            <a:custGeom>
              <a:rect b="b" l="l" r="r" t="t"/>
              <a:pathLst>
                <a:path extrusionOk="0" fill="none" h="37391" w="1">
                  <a:moveTo>
                    <a:pt x="0" y="1"/>
                  </a:moveTo>
                  <a:lnTo>
                    <a:pt x="0" y="3739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63"/>
            <p:cNvSpPr/>
            <p:nvPr/>
          </p:nvSpPr>
          <p:spPr>
            <a:xfrm>
              <a:off x="5238250" y="3536200"/>
              <a:ext cx="25" cy="755675"/>
            </a:xfrm>
            <a:custGeom>
              <a:rect b="b" l="l" r="r" t="t"/>
              <a:pathLst>
                <a:path extrusionOk="0" fill="none" h="30227" w="1">
                  <a:moveTo>
                    <a:pt x="1" y="1"/>
                  </a:moveTo>
                  <a:lnTo>
                    <a:pt x="1" y="3022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63"/>
            <p:cNvSpPr/>
            <p:nvPr/>
          </p:nvSpPr>
          <p:spPr>
            <a:xfrm>
              <a:off x="54339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63"/>
            <p:cNvSpPr/>
            <p:nvPr/>
          </p:nvSpPr>
          <p:spPr>
            <a:xfrm>
              <a:off x="5504075" y="2970550"/>
              <a:ext cx="25" cy="1335275"/>
            </a:xfrm>
            <a:custGeom>
              <a:rect b="b" l="l" r="r" t="t"/>
              <a:pathLst>
                <a:path extrusionOk="0" fill="none" h="53411" w="1">
                  <a:moveTo>
                    <a:pt x="1" y="1"/>
                  </a:moveTo>
                  <a:lnTo>
                    <a:pt x="1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63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63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63"/>
            <p:cNvSpPr/>
            <p:nvPr/>
          </p:nvSpPr>
          <p:spPr>
            <a:xfrm>
              <a:off x="5643975" y="293700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1"/>
                  </a:moveTo>
                  <a:lnTo>
                    <a:pt x="0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63"/>
            <p:cNvSpPr/>
            <p:nvPr/>
          </p:nvSpPr>
          <p:spPr>
            <a:xfrm>
              <a:off x="57141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1" y="0"/>
                  </a:moveTo>
                  <a:lnTo>
                    <a:pt x="1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63"/>
            <p:cNvSpPr/>
            <p:nvPr/>
          </p:nvSpPr>
          <p:spPr>
            <a:xfrm>
              <a:off x="578430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63"/>
            <p:cNvSpPr/>
            <p:nvPr/>
          </p:nvSpPr>
          <p:spPr>
            <a:xfrm>
              <a:off x="5827425" y="3031575"/>
              <a:ext cx="25" cy="1210175"/>
            </a:xfrm>
            <a:custGeom>
              <a:rect b="b" l="l" r="r" t="t"/>
              <a:pathLst>
                <a:path extrusionOk="0" fill="none" h="48407" w="1">
                  <a:moveTo>
                    <a:pt x="1" y="0"/>
                  </a:moveTo>
                  <a:lnTo>
                    <a:pt x="1" y="4840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63"/>
            <p:cNvSpPr/>
            <p:nvPr/>
          </p:nvSpPr>
          <p:spPr>
            <a:xfrm>
              <a:off x="5897600" y="3273425"/>
              <a:ext cx="25" cy="970950"/>
            </a:xfrm>
            <a:custGeom>
              <a:rect b="b" l="l" r="r" t="t"/>
              <a:pathLst>
                <a:path extrusionOk="0" fill="none" h="38838" w="1">
                  <a:moveTo>
                    <a:pt x="0" y="1"/>
                  </a:moveTo>
                  <a:lnTo>
                    <a:pt x="0" y="3883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63"/>
            <p:cNvSpPr/>
            <p:nvPr/>
          </p:nvSpPr>
          <p:spPr>
            <a:xfrm>
              <a:off x="5407350" y="3131800"/>
              <a:ext cx="466300" cy="25"/>
            </a:xfrm>
            <a:custGeom>
              <a:rect b="b" l="l" r="r" t="t"/>
              <a:pathLst>
                <a:path extrusionOk="0" fill="none" h="1" w="18652">
                  <a:moveTo>
                    <a:pt x="0" y="0"/>
                  </a:moveTo>
                  <a:lnTo>
                    <a:pt x="18652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63"/>
            <p:cNvSpPr/>
            <p:nvPr/>
          </p:nvSpPr>
          <p:spPr>
            <a:xfrm>
              <a:off x="5332825" y="32010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63"/>
            <p:cNvSpPr/>
            <p:nvPr/>
          </p:nvSpPr>
          <p:spPr>
            <a:xfrm>
              <a:off x="5332825" y="32512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63"/>
            <p:cNvSpPr/>
            <p:nvPr/>
          </p:nvSpPr>
          <p:spPr>
            <a:xfrm>
              <a:off x="5332825" y="33043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63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63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63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63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63"/>
            <p:cNvSpPr/>
            <p:nvPr/>
          </p:nvSpPr>
          <p:spPr>
            <a:xfrm>
              <a:off x="5332825" y="360462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63"/>
            <p:cNvSpPr/>
            <p:nvPr/>
          </p:nvSpPr>
          <p:spPr>
            <a:xfrm>
              <a:off x="5195125" y="36046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63"/>
            <p:cNvSpPr/>
            <p:nvPr/>
          </p:nvSpPr>
          <p:spPr>
            <a:xfrm>
              <a:off x="5195125" y="37048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63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63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63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63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63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63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63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63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63"/>
            <p:cNvSpPr/>
            <p:nvPr/>
          </p:nvSpPr>
          <p:spPr>
            <a:xfrm>
              <a:off x="5195125" y="41358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0" name="Google Shape;2380;p63"/>
          <p:cNvGrpSpPr/>
          <p:nvPr/>
        </p:nvGrpSpPr>
        <p:grpSpPr>
          <a:xfrm>
            <a:off x="6254327" y="1343012"/>
            <a:ext cx="2889683" cy="3889979"/>
            <a:chOff x="3074425" y="836100"/>
            <a:chExt cx="1472075" cy="1981650"/>
          </a:xfrm>
        </p:grpSpPr>
        <p:sp>
          <p:nvSpPr>
            <p:cNvPr id="2381" name="Google Shape;2381;p63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63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63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63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63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63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63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63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9" name="Google Shape;2389;p63"/>
          <p:cNvGrpSpPr/>
          <p:nvPr/>
        </p:nvGrpSpPr>
        <p:grpSpPr>
          <a:xfrm>
            <a:off x="-13955" y="461100"/>
            <a:ext cx="2222252" cy="4838326"/>
            <a:chOff x="1622025" y="238125"/>
            <a:chExt cx="746825" cy="1626000"/>
          </a:xfrm>
        </p:grpSpPr>
        <p:sp>
          <p:nvSpPr>
            <p:cNvPr id="2390" name="Google Shape;2390;p63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63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63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63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63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5" name="Google Shape;2395;p63"/>
          <p:cNvGrpSpPr/>
          <p:nvPr/>
        </p:nvGrpSpPr>
        <p:grpSpPr>
          <a:xfrm>
            <a:off x="-381000" y="3714140"/>
            <a:ext cx="9870375" cy="1174510"/>
            <a:chOff x="-381000" y="3714140"/>
            <a:chExt cx="9870375" cy="1174510"/>
          </a:xfrm>
        </p:grpSpPr>
        <p:sp>
          <p:nvSpPr>
            <p:cNvPr id="2396" name="Google Shape;2396;p63"/>
            <p:cNvSpPr/>
            <p:nvPr/>
          </p:nvSpPr>
          <p:spPr>
            <a:xfrm>
              <a:off x="186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63"/>
            <p:cNvSpPr/>
            <p:nvPr/>
          </p:nvSpPr>
          <p:spPr>
            <a:xfrm>
              <a:off x="3764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63"/>
            <p:cNvSpPr/>
            <p:nvPr/>
          </p:nvSpPr>
          <p:spPr>
            <a:xfrm>
              <a:off x="110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63"/>
            <p:cNvSpPr/>
            <p:nvPr/>
          </p:nvSpPr>
          <p:spPr>
            <a:xfrm>
              <a:off x="415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63"/>
            <p:cNvSpPr/>
            <p:nvPr/>
          </p:nvSpPr>
          <p:spPr>
            <a:xfrm>
              <a:off x="263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63"/>
            <p:cNvSpPr/>
            <p:nvPr/>
          </p:nvSpPr>
          <p:spPr>
            <a:xfrm>
              <a:off x="339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63"/>
            <p:cNvSpPr/>
            <p:nvPr/>
          </p:nvSpPr>
          <p:spPr>
            <a:xfrm>
              <a:off x="644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63"/>
            <p:cNvSpPr/>
            <p:nvPr/>
          </p:nvSpPr>
          <p:spPr>
            <a:xfrm>
              <a:off x="491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63"/>
            <p:cNvSpPr/>
            <p:nvPr/>
          </p:nvSpPr>
          <p:spPr>
            <a:xfrm>
              <a:off x="567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63"/>
            <p:cNvSpPr/>
            <p:nvPr/>
          </p:nvSpPr>
          <p:spPr>
            <a:xfrm>
              <a:off x="796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63"/>
            <p:cNvSpPr/>
            <p:nvPr/>
          </p:nvSpPr>
          <p:spPr>
            <a:xfrm>
              <a:off x="720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63"/>
            <p:cNvSpPr/>
            <p:nvPr/>
          </p:nvSpPr>
          <p:spPr>
            <a:xfrm>
              <a:off x="872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63"/>
            <p:cNvSpPr/>
            <p:nvPr/>
          </p:nvSpPr>
          <p:spPr>
            <a:xfrm>
              <a:off x="-381000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63"/>
            <p:cNvSpPr/>
            <p:nvPr/>
          </p:nvSpPr>
          <p:spPr>
            <a:xfrm>
              <a:off x="1524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63"/>
            <p:cNvSpPr/>
            <p:nvPr/>
          </p:nvSpPr>
          <p:spPr>
            <a:xfrm>
              <a:off x="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63"/>
            <p:cNvSpPr/>
            <p:nvPr/>
          </p:nvSpPr>
          <p:spPr>
            <a:xfrm>
              <a:off x="76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63"/>
            <p:cNvSpPr/>
            <p:nvPr/>
          </p:nvSpPr>
          <p:spPr>
            <a:xfrm>
              <a:off x="7620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63"/>
            <p:cNvSpPr/>
            <p:nvPr/>
          </p:nvSpPr>
          <p:spPr>
            <a:xfrm>
              <a:off x="6858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63"/>
            <p:cNvSpPr/>
            <p:nvPr/>
          </p:nvSpPr>
          <p:spPr>
            <a:xfrm>
              <a:off x="838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63"/>
            <p:cNvSpPr/>
            <p:nvPr/>
          </p:nvSpPr>
          <p:spPr>
            <a:xfrm>
              <a:off x="3764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63"/>
            <p:cNvSpPr/>
            <p:nvPr/>
          </p:nvSpPr>
          <p:spPr>
            <a:xfrm>
              <a:off x="7965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63"/>
            <p:cNvSpPr/>
            <p:nvPr/>
          </p:nvSpPr>
          <p:spPr>
            <a:xfrm>
              <a:off x="7203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63"/>
            <p:cNvSpPr/>
            <p:nvPr/>
          </p:nvSpPr>
          <p:spPr>
            <a:xfrm>
              <a:off x="8727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63"/>
            <p:cNvSpPr/>
            <p:nvPr/>
          </p:nvSpPr>
          <p:spPr>
            <a:xfrm>
              <a:off x="-381000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63"/>
            <p:cNvSpPr/>
            <p:nvPr/>
          </p:nvSpPr>
          <p:spPr>
            <a:xfrm>
              <a:off x="8382000" y="3714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63"/>
            <p:cNvSpPr/>
            <p:nvPr/>
          </p:nvSpPr>
          <p:spPr>
            <a:xfrm>
              <a:off x="0" y="3714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63"/>
            <p:cNvSpPr/>
            <p:nvPr/>
          </p:nvSpPr>
          <p:spPr>
            <a:xfrm>
              <a:off x="0" y="3714150"/>
              <a:ext cx="2214900" cy="1174500"/>
            </a:xfrm>
            <a:prstGeom prst="rtTriangle">
              <a:avLst/>
            </a:pr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23" name="Google Shape;2423;p63"/>
          <p:cNvSpPr/>
          <p:nvPr/>
        </p:nvSpPr>
        <p:spPr>
          <a:xfrm>
            <a:off x="0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4" name="Google Shape;2424;p63"/>
          <p:cNvSpPr/>
          <p:nvPr/>
        </p:nvSpPr>
        <p:spPr>
          <a:xfrm>
            <a:off x="0" y="4521719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5" name="Google Shape;2425;p63"/>
          <p:cNvSpPr/>
          <p:nvPr/>
        </p:nvSpPr>
        <p:spPr>
          <a:xfrm>
            <a:off x="6858010" y="4791913"/>
            <a:ext cx="2036911" cy="36137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6" name="Google Shape;2426;p63"/>
          <p:cNvSpPr/>
          <p:nvPr/>
        </p:nvSpPr>
        <p:spPr>
          <a:xfrm>
            <a:off x="0" y="5025282"/>
            <a:ext cx="653285" cy="235097"/>
          </a:xfrm>
          <a:custGeom>
            <a:rect b="b" l="l" r="r" t="t"/>
            <a:pathLst>
              <a:path extrusionOk="0" h="3187" w="8856">
                <a:moveTo>
                  <a:pt x="4158" y="1"/>
                </a:moveTo>
                <a:cubicBezTo>
                  <a:pt x="2578" y="1"/>
                  <a:pt x="1059" y="686"/>
                  <a:pt x="0" y="1896"/>
                </a:cubicBezTo>
                <a:lnTo>
                  <a:pt x="0" y="3186"/>
                </a:lnTo>
                <a:lnTo>
                  <a:pt x="8855" y="3186"/>
                </a:lnTo>
                <a:cubicBezTo>
                  <a:pt x="8140" y="1530"/>
                  <a:pt x="6659" y="362"/>
                  <a:pt x="4881" y="49"/>
                </a:cubicBezTo>
                <a:cubicBezTo>
                  <a:pt x="4639" y="16"/>
                  <a:pt x="4398" y="1"/>
                  <a:pt x="41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7" name="Google Shape;2427;p63"/>
          <p:cNvSpPr/>
          <p:nvPr/>
        </p:nvSpPr>
        <p:spPr>
          <a:xfrm flipH="1">
            <a:off x="7354378" y="5395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8" name="Google Shape;2428;p63"/>
          <p:cNvSpPr/>
          <p:nvPr/>
        </p:nvSpPr>
        <p:spPr>
          <a:xfrm flipH="1">
            <a:off x="1769412" y="13276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29" name="Google Shape;2429;p63"/>
          <p:cNvGrpSpPr/>
          <p:nvPr/>
        </p:nvGrpSpPr>
        <p:grpSpPr>
          <a:xfrm flipH="1">
            <a:off x="4656960" y="4521728"/>
            <a:ext cx="1511496" cy="551791"/>
            <a:chOff x="3991550" y="1985765"/>
            <a:chExt cx="721650" cy="263447"/>
          </a:xfrm>
        </p:grpSpPr>
        <p:sp>
          <p:nvSpPr>
            <p:cNvPr id="2430" name="Google Shape;2430;p63"/>
            <p:cNvSpPr/>
            <p:nvPr/>
          </p:nvSpPr>
          <p:spPr>
            <a:xfrm>
              <a:off x="3991550" y="1985765"/>
              <a:ext cx="527625" cy="248475"/>
            </a:xfrm>
            <a:custGeom>
              <a:rect b="b" l="l" r="r" t="t"/>
              <a:pathLst>
                <a:path extrusionOk="0" h="9939" w="21105">
                  <a:moveTo>
                    <a:pt x="12210" y="1"/>
                  </a:moveTo>
                  <a:cubicBezTo>
                    <a:pt x="10896" y="1"/>
                    <a:pt x="9488" y="338"/>
                    <a:pt x="8217" y="379"/>
                  </a:cubicBezTo>
                  <a:cubicBezTo>
                    <a:pt x="6340" y="445"/>
                    <a:pt x="4046" y="3091"/>
                    <a:pt x="2937" y="4858"/>
                  </a:cubicBezTo>
                  <a:cubicBezTo>
                    <a:pt x="1565" y="6955"/>
                    <a:pt x="259" y="8799"/>
                    <a:pt x="105" y="9216"/>
                  </a:cubicBezTo>
                  <a:cubicBezTo>
                    <a:pt x="1" y="9521"/>
                    <a:pt x="1075" y="9562"/>
                    <a:pt x="1802" y="9562"/>
                  </a:cubicBezTo>
                  <a:cubicBezTo>
                    <a:pt x="2070" y="9562"/>
                    <a:pt x="2291" y="9556"/>
                    <a:pt x="2388" y="9556"/>
                  </a:cubicBezTo>
                  <a:cubicBezTo>
                    <a:pt x="3201" y="9556"/>
                    <a:pt x="4013" y="9490"/>
                    <a:pt x="4825" y="9490"/>
                  </a:cubicBezTo>
                  <a:cubicBezTo>
                    <a:pt x="5130" y="9490"/>
                    <a:pt x="5440" y="9489"/>
                    <a:pt x="5754" y="9489"/>
                  </a:cubicBezTo>
                  <a:cubicBezTo>
                    <a:pt x="6958" y="9489"/>
                    <a:pt x="8214" y="9510"/>
                    <a:pt x="9381" y="9710"/>
                  </a:cubicBezTo>
                  <a:cubicBezTo>
                    <a:pt x="10359" y="9876"/>
                    <a:pt x="11301" y="9938"/>
                    <a:pt x="12234" y="9938"/>
                  </a:cubicBezTo>
                  <a:cubicBezTo>
                    <a:pt x="13771" y="9938"/>
                    <a:pt x="15284" y="9768"/>
                    <a:pt x="16889" y="9611"/>
                  </a:cubicBezTo>
                  <a:cubicBezTo>
                    <a:pt x="17756" y="9490"/>
                    <a:pt x="18569" y="9425"/>
                    <a:pt x="19381" y="9359"/>
                  </a:cubicBezTo>
                  <a:cubicBezTo>
                    <a:pt x="19941" y="9304"/>
                    <a:pt x="20644" y="9304"/>
                    <a:pt x="21105" y="9040"/>
                  </a:cubicBezTo>
                  <a:cubicBezTo>
                    <a:pt x="19842" y="7471"/>
                    <a:pt x="18371" y="6142"/>
                    <a:pt x="17153" y="4430"/>
                  </a:cubicBezTo>
                  <a:cubicBezTo>
                    <a:pt x="16033" y="2915"/>
                    <a:pt x="15276" y="511"/>
                    <a:pt x="13442" y="127"/>
                  </a:cubicBezTo>
                  <a:cubicBezTo>
                    <a:pt x="13047" y="36"/>
                    <a:pt x="12634" y="1"/>
                    <a:pt x="12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63"/>
            <p:cNvSpPr/>
            <p:nvPr/>
          </p:nvSpPr>
          <p:spPr>
            <a:xfrm>
              <a:off x="4206150" y="2087638"/>
              <a:ext cx="507050" cy="161575"/>
            </a:xfrm>
            <a:custGeom>
              <a:rect b="b" l="l" r="r" t="t"/>
              <a:pathLst>
                <a:path extrusionOk="0" h="6463" w="20282">
                  <a:moveTo>
                    <a:pt x="12116" y="1"/>
                  </a:moveTo>
                  <a:cubicBezTo>
                    <a:pt x="12042" y="1"/>
                    <a:pt x="11968" y="2"/>
                    <a:pt x="11895" y="4"/>
                  </a:cubicBezTo>
                  <a:cubicBezTo>
                    <a:pt x="8733" y="114"/>
                    <a:pt x="6406" y="1980"/>
                    <a:pt x="3695" y="3407"/>
                  </a:cubicBezTo>
                  <a:cubicBezTo>
                    <a:pt x="2904" y="3769"/>
                    <a:pt x="2147" y="4187"/>
                    <a:pt x="1412" y="4648"/>
                  </a:cubicBezTo>
                  <a:cubicBezTo>
                    <a:pt x="1038" y="4889"/>
                    <a:pt x="347" y="5218"/>
                    <a:pt x="215" y="5680"/>
                  </a:cubicBezTo>
                  <a:cubicBezTo>
                    <a:pt x="0" y="6348"/>
                    <a:pt x="869" y="6463"/>
                    <a:pt x="1544" y="6463"/>
                  </a:cubicBezTo>
                  <a:cubicBezTo>
                    <a:pt x="1800" y="6463"/>
                    <a:pt x="2028" y="6446"/>
                    <a:pt x="2158" y="6437"/>
                  </a:cubicBezTo>
                  <a:lnTo>
                    <a:pt x="3091" y="6327"/>
                  </a:lnTo>
                  <a:cubicBezTo>
                    <a:pt x="3091" y="6327"/>
                    <a:pt x="5089" y="6390"/>
                    <a:pt x="7502" y="6390"/>
                  </a:cubicBezTo>
                  <a:cubicBezTo>
                    <a:pt x="9470" y="6390"/>
                    <a:pt x="11715" y="6348"/>
                    <a:pt x="13377" y="6195"/>
                  </a:cubicBezTo>
                  <a:cubicBezTo>
                    <a:pt x="14881" y="6009"/>
                    <a:pt x="16396" y="6075"/>
                    <a:pt x="17899" y="6042"/>
                  </a:cubicBezTo>
                  <a:cubicBezTo>
                    <a:pt x="18931" y="6042"/>
                    <a:pt x="20282" y="5899"/>
                    <a:pt x="19568" y="4571"/>
                  </a:cubicBezTo>
                  <a:cubicBezTo>
                    <a:pt x="18745" y="3177"/>
                    <a:pt x="17197" y="1958"/>
                    <a:pt x="15847" y="1069"/>
                  </a:cubicBezTo>
                  <a:cubicBezTo>
                    <a:pt x="14724" y="372"/>
                    <a:pt x="13433" y="1"/>
                    <a:pt x="12116" y="1"/>
                  </a:cubicBezTo>
                  <a:close/>
                </a:path>
              </a:pathLst>
            </a:custGeom>
            <a:solidFill>
              <a:srgbClr val="FEB9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_1">
    <p:spTree>
      <p:nvGrpSpPr>
        <p:cNvPr id="2432" name="Shape 2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3" name="Google Shape;2433;p64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434" name="Google Shape;2434;p64"/>
          <p:cNvSpPr txBox="1"/>
          <p:nvPr>
            <p:ph idx="1" type="subTitle"/>
          </p:nvPr>
        </p:nvSpPr>
        <p:spPr>
          <a:xfrm>
            <a:off x="2497425" y="1987100"/>
            <a:ext cx="2699700" cy="11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35" name="Google Shape;2435;p64"/>
          <p:cNvGrpSpPr/>
          <p:nvPr/>
        </p:nvGrpSpPr>
        <p:grpSpPr>
          <a:xfrm flipH="1">
            <a:off x="560845" y="626762"/>
            <a:ext cx="2889683" cy="3889979"/>
            <a:chOff x="3074425" y="836100"/>
            <a:chExt cx="1472075" cy="1981650"/>
          </a:xfrm>
        </p:grpSpPr>
        <p:sp>
          <p:nvSpPr>
            <p:cNvPr id="2436" name="Google Shape;2436;p64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64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64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64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64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64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64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64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4" name="Google Shape;2444;p64"/>
          <p:cNvGrpSpPr/>
          <p:nvPr/>
        </p:nvGrpSpPr>
        <p:grpSpPr>
          <a:xfrm flipH="1">
            <a:off x="140459" y="1112196"/>
            <a:ext cx="2128344" cy="3410940"/>
            <a:chOff x="5212325" y="1924475"/>
            <a:chExt cx="1870250" cy="2997575"/>
          </a:xfrm>
        </p:grpSpPr>
        <p:sp>
          <p:nvSpPr>
            <p:cNvPr id="2445" name="Google Shape;2445;p64"/>
            <p:cNvSpPr/>
            <p:nvPr/>
          </p:nvSpPr>
          <p:spPr>
            <a:xfrm>
              <a:off x="5239925" y="1945525"/>
              <a:ext cx="1828150" cy="497875"/>
            </a:xfrm>
            <a:custGeom>
              <a:rect b="b" l="l" r="r" t="t"/>
              <a:pathLst>
                <a:path extrusionOk="0" fill="none" h="19915" w="73126">
                  <a:moveTo>
                    <a:pt x="0" y="19915"/>
                  </a:moveTo>
                  <a:lnTo>
                    <a:pt x="51639" y="1"/>
                  </a:lnTo>
                  <a:lnTo>
                    <a:pt x="73126" y="19915"/>
                  </a:lnTo>
                </a:path>
              </a:pathLst>
            </a:custGeom>
            <a:noFill/>
            <a:ln cap="flat" cmpd="sng" w="6550">
              <a:solidFill>
                <a:schemeClr val="lt1"/>
              </a:solidFill>
              <a:prstDash val="solid"/>
              <a:miter lim="187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64"/>
            <p:cNvSpPr/>
            <p:nvPr/>
          </p:nvSpPr>
          <p:spPr>
            <a:xfrm>
              <a:off x="6549602" y="2055479"/>
              <a:ext cx="26703" cy="2866571"/>
            </a:xfrm>
            <a:custGeom>
              <a:rect b="b" l="l" r="r" t="t"/>
              <a:pathLst>
                <a:path extrusionOk="0" h="91263" w="1068">
                  <a:moveTo>
                    <a:pt x="1" y="1"/>
                  </a:moveTo>
                  <a:lnTo>
                    <a:pt x="1" y="91263"/>
                  </a:lnTo>
                  <a:lnTo>
                    <a:pt x="1068" y="91263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64"/>
            <p:cNvSpPr/>
            <p:nvPr/>
          </p:nvSpPr>
          <p:spPr>
            <a:xfrm>
              <a:off x="6484570" y="2055479"/>
              <a:ext cx="26678" cy="2866571"/>
            </a:xfrm>
            <a:custGeom>
              <a:rect b="b" l="l" r="r" t="t"/>
              <a:pathLst>
                <a:path extrusionOk="0" h="91263" w="1067">
                  <a:moveTo>
                    <a:pt x="0" y="1"/>
                  </a:moveTo>
                  <a:lnTo>
                    <a:pt x="0" y="91263"/>
                  </a:lnTo>
                  <a:lnTo>
                    <a:pt x="1067" y="91263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64"/>
            <p:cNvSpPr/>
            <p:nvPr/>
          </p:nvSpPr>
          <p:spPr>
            <a:xfrm>
              <a:off x="6443850" y="2364425"/>
              <a:ext cx="174575" cy="158875"/>
            </a:xfrm>
            <a:custGeom>
              <a:rect b="b" l="l" r="r" t="t"/>
              <a:pathLst>
                <a:path extrusionOk="0" h="6355" w="6983">
                  <a:moveTo>
                    <a:pt x="3497" y="1"/>
                  </a:moveTo>
                  <a:cubicBezTo>
                    <a:pt x="3252" y="1"/>
                    <a:pt x="3002" y="30"/>
                    <a:pt x="2752" y="89"/>
                  </a:cubicBezTo>
                  <a:cubicBezTo>
                    <a:pt x="1049" y="482"/>
                    <a:pt x="1" y="2204"/>
                    <a:pt x="394" y="3908"/>
                  </a:cubicBezTo>
                  <a:cubicBezTo>
                    <a:pt x="746" y="5363"/>
                    <a:pt x="2041" y="6354"/>
                    <a:pt x="3474" y="6354"/>
                  </a:cubicBezTo>
                  <a:cubicBezTo>
                    <a:pt x="3717" y="6354"/>
                    <a:pt x="3965" y="6326"/>
                    <a:pt x="4212" y="6266"/>
                  </a:cubicBezTo>
                  <a:cubicBezTo>
                    <a:pt x="5915" y="5873"/>
                    <a:pt x="6982" y="4151"/>
                    <a:pt x="6570" y="2448"/>
                  </a:cubicBezTo>
                  <a:cubicBezTo>
                    <a:pt x="6234" y="992"/>
                    <a:pt x="4941" y="1"/>
                    <a:pt x="3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64"/>
            <p:cNvSpPr/>
            <p:nvPr/>
          </p:nvSpPr>
          <p:spPr>
            <a:xfrm>
              <a:off x="6464925" y="2041925"/>
              <a:ext cx="132425" cy="13575"/>
            </a:xfrm>
            <a:custGeom>
              <a:rect b="b" l="l" r="r" t="t"/>
              <a:pathLst>
                <a:path extrusionOk="0" h="543" w="5297">
                  <a:moveTo>
                    <a:pt x="0" y="0"/>
                  </a:moveTo>
                  <a:lnTo>
                    <a:pt x="0" y="543"/>
                  </a:lnTo>
                  <a:lnTo>
                    <a:pt x="5297" y="543"/>
                  </a:lnTo>
                  <a:lnTo>
                    <a:pt x="52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64"/>
            <p:cNvSpPr/>
            <p:nvPr/>
          </p:nvSpPr>
          <p:spPr>
            <a:xfrm>
              <a:off x="6511700" y="1991375"/>
              <a:ext cx="38875" cy="50575"/>
            </a:xfrm>
            <a:custGeom>
              <a:rect b="b" l="l" r="r" t="t"/>
              <a:pathLst>
                <a:path extrusionOk="0" h="2023" w="1555">
                  <a:moveTo>
                    <a:pt x="1" y="1"/>
                  </a:moveTo>
                  <a:lnTo>
                    <a:pt x="1" y="2022"/>
                  </a:lnTo>
                  <a:lnTo>
                    <a:pt x="1554" y="2022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64"/>
            <p:cNvSpPr/>
            <p:nvPr/>
          </p:nvSpPr>
          <p:spPr>
            <a:xfrm>
              <a:off x="6521525" y="1966125"/>
              <a:ext cx="19225" cy="25275"/>
            </a:xfrm>
            <a:custGeom>
              <a:rect b="b" l="l" r="r" t="t"/>
              <a:pathLst>
                <a:path extrusionOk="0" h="1011" w="769">
                  <a:moveTo>
                    <a:pt x="1" y="0"/>
                  </a:moveTo>
                  <a:lnTo>
                    <a:pt x="1" y="1011"/>
                  </a:lnTo>
                  <a:lnTo>
                    <a:pt x="768" y="1011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64"/>
            <p:cNvSpPr/>
            <p:nvPr/>
          </p:nvSpPr>
          <p:spPr>
            <a:xfrm>
              <a:off x="6510300" y="1924475"/>
              <a:ext cx="48700" cy="41800"/>
            </a:xfrm>
            <a:custGeom>
              <a:rect b="b" l="l" r="r" t="t"/>
              <a:pathLst>
                <a:path extrusionOk="0" h="1672" w="1948">
                  <a:moveTo>
                    <a:pt x="824" y="0"/>
                  </a:moveTo>
                  <a:cubicBezTo>
                    <a:pt x="375" y="0"/>
                    <a:pt x="1" y="375"/>
                    <a:pt x="1" y="843"/>
                  </a:cubicBezTo>
                  <a:cubicBezTo>
                    <a:pt x="1" y="1346"/>
                    <a:pt x="407" y="1672"/>
                    <a:pt x="832" y="1672"/>
                  </a:cubicBezTo>
                  <a:cubicBezTo>
                    <a:pt x="1040" y="1672"/>
                    <a:pt x="1251" y="1594"/>
                    <a:pt x="1423" y="1423"/>
                  </a:cubicBezTo>
                  <a:cubicBezTo>
                    <a:pt x="1947" y="899"/>
                    <a:pt x="1573" y="0"/>
                    <a:pt x="8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64"/>
            <p:cNvSpPr/>
            <p:nvPr/>
          </p:nvSpPr>
          <p:spPr>
            <a:xfrm>
              <a:off x="5212325" y="2429350"/>
              <a:ext cx="1870250" cy="28100"/>
            </a:xfrm>
            <a:custGeom>
              <a:rect b="b" l="l" r="r" t="t"/>
              <a:pathLst>
                <a:path extrusionOk="0" h="1124" w="74810">
                  <a:moveTo>
                    <a:pt x="0" y="0"/>
                  </a:moveTo>
                  <a:lnTo>
                    <a:pt x="0" y="1123"/>
                  </a:lnTo>
                  <a:lnTo>
                    <a:pt x="74810" y="1123"/>
                  </a:lnTo>
                  <a:lnTo>
                    <a:pt x="748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64"/>
            <p:cNvSpPr/>
            <p:nvPr/>
          </p:nvSpPr>
          <p:spPr>
            <a:xfrm>
              <a:off x="5212325" y="2457425"/>
              <a:ext cx="335050" cy="98275"/>
            </a:xfrm>
            <a:custGeom>
              <a:rect b="b" l="l" r="r" t="t"/>
              <a:pathLst>
                <a:path extrusionOk="0" h="3931" w="13402">
                  <a:moveTo>
                    <a:pt x="0" y="0"/>
                  </a:moveTo>
                  <a:lnTo>
                    <a:pt x="0" y="3931"/>
                  </a:lnTo>
                  <a:lnTo>
                    <a:pt x="13401" y="3931"/>
                  </a:lnTo>
                  <a:lnTo>
                    <a:pt x="134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64"/>
            <p:cNvSpPr/>
            <p:nvPr/>
          </p:nvSpPr>
          <p:spPr>
            <a:xfrm>
              <a:off x="5894075" y="2457425"/>
              <a:ext cx="167050" cy="32300"/>
            </a:xfrm>
            <a:custGeom>
              <a:rect b="b" l="l" r="r" t="t"/>
              <a:pathLst>
                <a:path extrusionOk="0" h="1292" w="6682">
                  <a:moveTo>
                    <a:pt x="0" y="0"/>
                  </a:moveTo>
                  <a:lnTo>
                    <a:pt x="0" y="1292"/>
                  </a:lnTo>
                  <a:lnTo>
                    <a:pt x="6682" y="1292"/>
                  </a:lnTo>
                  <a:lnTo>
                    <a:pt x="66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64"/>
            <p:cNvSpPr/>
            <p:nvPr/>
          </p:nvSpPr>
          <p:spPr>
            <a:xfrm>
              <a:off x="6333425" y="2635225"/>
              <a:ext cx="151175" cy="281700"/>
            </a:xfrm>
            <a:custGeom>
              <a:rect b="b" l="l" r="r" t="t"/>
              <a:pathLst>
                <a:path extrusionOk="0" h="11268" w="6047">
                  <a:moveTo>
                    <a:pt x="1" y="1"/>
                  </a:moveTo>
                  <a:lnTo>
                    <a:pt x="1" y="11268"/>
                  </a:lnTo>
                  <a:lnTo>
                    <a:pt x="6046" y="11268"/>
                  </a:lnTo>
                  <a:lnTo>
                    <a:pt x="604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64"/>
            <p:cNvSpPr/>
            <p:nvPr/>
          </p:nvSpPr>
          <p:spPr>
            <a:xfrm>
              <a:off x="6793850" y="2457425"/>
              <a:ext cx="288725" cy="78625"/>
            </a:xfrm>
            <a:custGeom>
              <a:rect b="b" l="l" r="r" t="t"/>
              <a:pathLst>
                <a:path extrusionOk="0" h="3145" w="11549">
                  <a:moveTo>
                    <a:pt x="1" y="0"/>
                  </a:moveTo>
                  <a:lnTo>
                    <a:pt x="1" y="3145"/>
                  </a:lnTo>
                  <a:lnTo>
                    <a:pt x="11549" y="3145"/>
                  </a:lnTo>
                  <a:lnTo>
                    <a:pt x="11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64"/>
            <p:cNvSpPr/>
            <p:nvPr/>
          </p:nvSpPr>
          <p:spPr>
            <a:xfrm>
              <a:off x="6926275" y="2429350"/>
              <a:ext cx="156300" cy="28100"/>
            </a:xfrm>
            <a:custGeom>
              <a:rect b="b" l="l" r="r" t="t"/>
              <a:pathLst>
                <a:path extrusionOk="0" h="1124" w="6252">
                  <a:moveTo>
                    <a:pt x="0" y="0"/>
                  </a:moveTo>
                  <a:lnTo>
                    <a:pt x="0" y="1123"/>
                  </a:lnTo>
                  <a:lnTo>
                    <a:pt x="6252" y="1123"/>
                  </a:lnTo>
                  <a:lnTo>
                    <a:pt x="625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64"/>
            <p:cNvSpPr/>
            <p:nvPr/>
          </p:nvSpPr>
          <p:spPr>
            <a:xfrm>
              <a:off x="6479875" y="2397325"/>
              <a:ext cx="102050" cy="92800"/>
            </a:xfrm>
            <a:custGeom>
              <a:rect b="b" l="l" r="r" t="t"/>
              <a:pathLst>
                <a:path extrusionOk="0" h="3712" w="4082">
                  <a:moveTo>
                    <a:pt x="2040" y="0"/>
                  </a:moveTo>
                  <a:cubicBezTo>
                    <a:pt x="1904" y="0"/>
                    <a:pt x="1767" y="15"/>
                    <a:pt x="1629" y="46"/>
                  </a:cubicBezTo>
                  <a:cubicBezTo>
                    <a:pt x="619" y="289"/>
                    <a:pt x="1" y="1281"/>
                    <a:pt x="244" y="2292"/>
                  </a:cubicBezTo>
                  <a:cubicBezTo>
                    <a:pt x="436" y="3138"/>
                    <a:pt x="1199" y="3711"/>
                    <a:pt x="2034" y="3711"/>
                  </a:cubicBezTo>
                  <a:cubicBezTo>
                    <a:pt x="2179" y="3711"/>
                    <a:pt x="2325" y="3694"/>
                    <a:pt x="2472" y="3658"/>
                  </a:cubicBezTo>
                  <a:cubicBezTo>
                    <a:pt x="3464" y="3434"/>
                    <a:pt x="4081" y="2423"/>
                    <a:pt x="3857" y="1431"/>
                  </a:cubicBezTo>
                  <a:cubicBezTo>
                    <a:pt x="3647" y="577"/>
                    <a:pt x="2882" y="0"/>
                    <a:pt x="20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0" name="Google Shape;2460;p64"/>
          <p:cNvGrpSpPr/>
          <p:nvPr/>
        </p:nvGrpSpPr>
        <p:grpSpPr>
          <a:xfrm flipH="1">
            <a:off x="6921757" y="461100"/>
            <a:ext cx="2222252" cy="4838326"/>
            <a:chOff x="1622025" y="238125"/>
            <a:chExt cx="746825" cy="1626000"/>
          </a:xfrm>
        </p:grpSpPr>
        <p:sp>
          <p:nvSpPr>
            <p:cNvPr id="2461" name="Google Shape;2461;p64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64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64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64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64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6" name="Google Shape;2466;p64"/>
          <p:cNvSpPr/>
          <p:nvPr/>
        </p:nvSpPr>
        <p:spPr>
          <a:xfrm flipH="1">
            <a:off x="5974854" y="74006"/>
            <a:ext cx="1110445" cy="157174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64"/>
          <p:cNvSpPr/>
          <p:nvPr/>
        </p:nvSpPr>
        <p:spPr>
          <a:xfrm flipH="1">
            <a:off x="936937" y="23116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64"/>
          <p:cNvSpPr/>
          <p:nvPr/>
        </p:nvSpPr>
        <p:spPr>
          <a:xfrm>
            <a:off x="11177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69" name="Google Shape;2469;p64"/>
          <p:cNvGrpSpPr/>
          <p:nvPr/>
        </p:nvGrpSpPr>
        <p:grpSpPr>
          <a:xfrm>
            <a:off x="-369822" y="3162504"/>
            <a:ext cx="9870375" cy="1746000"/>
            <a:chOff x="-381000" y="2898432"/>
            <a:chExt cx="9870375" cy="1746000"/>
          </a:xfrm>
        </p:grpSpPr>
        <p:grpSp>
          <p:nvGrpSpPr>
            <p:cNvPr id="2470" name="Google Shape;2470;p64"/>
            <p:cNvGrpSpPr/>
            <p:nvPr/>
          </p:nvGrpSpPr>
          <p:grpSpPr>
            <a:xfrm>
              <a:off x="-381000" y="3189432"/>
              <a:ext cx="9870375" cy="1455000"/>
              <a:chOff x="-381000" y="3189432"/>
              <a:chExt cx="9870375" cy="1455000"/>
            </a:xfrm>
          </p:grpSpPr>
          <p:grpSp>
            <p:nvGrpSpPr>
              <p:cNvPr id="2471" name="Google Shape;2471;p64"/>
              <p:cNvGrpSpPr/>
              <p:nvPr/>
            </p:nvGrpSpPr>
            <p:grpSpPr>
              <a:xfrm>
                <a:off x="-381000" y="3189432"/>
                <a:ext cx="9870375" cy="1455000"/>
                <a:chOff x="-381000" y="2758675"/>
                <a:chExt cx="9870375" cy="1455000"/>
              </a:xfrm>
            </p:grpSpPr>
            <p:sp>
              <p:nvSpPr>
                <p:cNvPr id="2472" name="Google Shape;2472;p64"/>
                <p:cNvSpPr/>
                <p:nvPr/>
              </p:nvSpPr>
              <p:spPr>
                <a:xfrm>
                  <a:off x="152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3" name="Google Shape;2473;p64"/>
                <p:cNvSpPr/>
                <p:nvPr/>
              </p:nvSpPr>
              <p:spPr>
                <a:xfrm>
                  <a:off x="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4" name="Google Shape;2474;p64"/>
                <p:cNvSpPr/>
                <p:nvPr/>
              </p:nvSpPr>
              <p:spPr>
                <a:xfrm>
                  <a:off x="76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5" name="Google Shape;2475;p64"/>
                <p:cNvSpPr/>
                <p:nvPr/>
              </p:nvSpPr>
              <p:spPr>
                <a:xfrm>
                  <a:off x="381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6" name="Google Shape;2476;p64"/>
                <p:cNvSpPr/>
                <p:nvPr/>
              </p:nvSpPr>
              <p:spPr>
                <a:xfrm>
                  <a:off x="228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7" name="Google Shape;2477;p64"/>
                <p:cNvSpPr/>
                <p:nvPr/>
              </p:nvSpPr>
              <p:spPr>
                <a:xfrm>
                  <a:off x="304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8" name="Google Shape;2478;p64"/>
                <p:cNvSpPr/>
                <p:nvPr/>
              </p:nvSpPr>
              <p:spPr>
                <a:xfrm>
                  <a:off x="609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9" name="Google Shape;2479;p64"/>
                <p:cNvSpPr/>
                <p:nvPr/>
              </p:nvSpPr>
              <p:spPr>
                <a:xfrm>
                  <a:off x="457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0" name="Google Shape;2480;p64"/>
                <p:cNvSpPr/>
                <p:nvPr/>
              </p:nvSpPr>
              <p:spPr>
                <a:xfrm>
                  <a:off x="533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1" name="Google Shape;2481;p64"/>
                <p:cNvSpPr/>
                <p:nvPr/>
              </p:nvSpPr>
              <p:spPr>
                <a:xfrm>
                  <a:off x="762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2" name="Google Shape;2482;p64"/>
                <p:cNvSpPr/>
                <p:nvPr/>
              </p:nvSpPr>
              <p:spPr>
                <a:xfrm>
                  <a:off x="685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3" name="Google Shape;2483;p64"/>
                <p:cNvSpPr/>
                <p:nvPr/>
              </p:nvSpPr>
              <p:spPr>
                <a:xfrm>
                  <a:off x="838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4" name="Google Shape;2484;p64"/>
                <p:cNvSpPr/>
                <p:nvPr/>
              </p:nvSpPr>
              <p:spPr>
                <a:xfrm>
                  <a:off x="186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5" name="Google Shape;2485;p64"/>
                <p:cNvSpPr/>
                <p:nvPr/>
              </p:nvSpPr>
              <p:spPr>
                <a:xfrm>
                  <a:off x="3764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6" name="Google Shape;2486;p64"/>
                <p:cNvSpPr/>
                <p:nvPr/>
              </p:nvSpPr>
              <p:spPr>
                <a:xfrm>
                  <a:off x="110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7" name="Google Shape;2487;p64"/>
                <p:cNvSpPr/>
                <p:nvPr/>
              </p:nvSpPr>
              <p:spPr>
                <a:xfrm>
                  <a:off x="415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8" name="Google Shape;2488;p64"/>
                <p:cNvSpPr/>
                <p:nvPr/>
              </p:nvSpPr>
              <p:spPr>
                <a:xfrm>
                  <a:off x="263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9" name="Google Shape;2489;p64"/>
                <p:cNvSpPr/>
                <p:nvPr/>
              </p:nvSpPr>
              <p:spPr>
                <a:xfrm>
                  <a:off x="339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0" name="Google Shape;2490;p64"/>
                <p:cNvSpPr/>
                <p:nvPr/>
              </p:nvSpPr>
              <p:spPr>
                <a:xfrm>
                  <a:off x="644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1" name="Google Shape;2491;p64"/>
                <p:cNvSpPr/>
                <p:nvPr/>
              </p:nvSpPr>
              <p:spPr>
                <a:xfrm>
                  <a:off x="491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2" name="Google Shape;2492;p64"/>
                <p:cNvSpPr/>
                <p:nvPr/>
              </p:nvSpPr>
              <p:spPr>
                <a:xfrm>
                  <a:off x="567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3" name="Google Shape;2493;p64"/>
                <p:cNvSpPr/>
                <p:nvPr/>
              </p:nvSpPr>
              <p:spPr>
                <a:xfrm>
                  <a:off x="796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4" name="Google Shape;2494;p64"/>
                <p:cNvSpPr/>
                <p:nvPr/>
              </p:nvSpPr>
              <p:spPr>
                <a:xfrm>
                  <a:off x="720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5" name="Google Shape;2495;p64"/>
                <p:cNvSpPr/>
                <p:nvPr/>
              </p:nvSpPr>
              <p:spPr>
                <a:xfrm>
                  <a:off x="872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6" name="Google Shape;2496;p64"/>
                <p:cNvSpPr/>
                <p:nvPr/>
              </p:nvSpPr>
              <p:spPr>
                <a:xfrm>
                  <a:off x="-381000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7" name="Google Shape;2497;p64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8" name="Google Shape;2498;p64"/>
                <p:cNvSpPr/>
                <p:nvPr/>
              </p:nvSpPr>
              <p:spPr>
                <a:xfrm>
                  <a:off x="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9" name="Google Shape;2499;p64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0" name="Google Shape;2500;p64"/>
                <p:cNvSpPr/>
                <p:nvPr/>
              </p:nvSpPr>
              <p:spPr>
                <a:xfrm>
                  <a:off x="228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1" name="Google Shape;2501;p64"/>
                <p:cNvSpPr/>
                <p:nvPr/>
              </p:nvSpPr>
              <p:spPr>
                <a:xfrm>
                  <a:off x="762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2" name="Google Shape;2502;p64"/>
                <p:cNvSpPr/>
                <p:nvPr/>
              </p:nvSpPr>
              <p:spPr>
                <a:xfrm>
                  <a:off x="685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3" name="Google Shape;2503;p64"/>
                <p:cNvSpPr/>
                <p:nvPr/>
              </p:nvSpPr>
              <p:spPr>
                <a:xfrm>
                  <a:off x="838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4" name="Google Shape;2504;p64"/>
                <p:cNvSpPr/>
                <p:nvPr/>
              </p:nvSpPr>
              <p:spPr>
                <a:xfrm>
                  <a:off x="1869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5" name="Google Shape;2505;p64"/>
                <p:cNvSpPr/>
                <p:nvPr/>
              </p:nvSpPr>
              <p:spPr>
                <a:xfrm>
                  <a:off x="3764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6" name="Google Shape;2506;p64"/>
                <p:cNvSpPr/>
                <p:nvPr/>
              </p:nvSpPr>
              <p:spPr>
                <a:xfrm>
                  <a:off x="110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7" name="Google Shape;2507;p64"/>
                <p:cNvSpPr/>
                <p:nvPr/>
              </p:nvSpPr>
              <p:spPr>
                <a:xfrm>
                  <a:off x="7965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8" name="Google Shape;2508;p64"/>
                <p:cNvSpPr/>
                <p:nvPr/>
              </p:nvSpPr>
              <p:spPr>
                <a:xfrm>
                  <a:off x="7203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9" name="Google Shape;2509;p64"/>
                <p:cNvSpPr/>
                <p:nvPr/>
              </p:nvSpPr>
              <p:spPr>
                <a:xfrm>
                  <a:off x="872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10" name="Google Shape;2510;p64"/>
                <p:cNvSpPr/>
                <p:nvPr/>
              </p:nvSpPr>
              <p:spPr>
                <a:xfrm>
                  <a:off x="-381000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11" name="Google Shape;2511;p64"/>
                <p:cNvSpPr/>
                <p:nvPr/>
              </p:nvSpPr>
              <p:spPr>
                <a:xfrm>
                  <a:off x="7620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12" name="Google Shape;2512;p64"/>
                <p:cNvSpPr/>
                <p:nvPr/>
              </p:nvSpPr>
              <p:spPr>
                <a:xfrm>
                  <a:off x="8382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13" name="Google Shape;2513;p64"/>
                <p:cNvSpPr/>
                <p:nvPr/>
              </p:nvSpPr>
              <p:spPr>
                <a:xfrm>
                  <a:off x="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14" name="Google Shape;2514;p64"/>
              <p:cNvGrpSpPr/>
              <p:nvPr/>
            </p:nvGrpSpPr>
            <p:grpSpPr>
              <a:xfrm>
                <a:off x="762000" y="3189432"/>
                <a:ext cx="1524000" cy="291000"/>
                <a:chOff x="762000" y="3340675"/>
                <a:chExt cx="1524000" cy="291000"/>
              </a:xfrm>
            </p:grpSpPr>
            <p:sp>
              <p:nvSpPr>
                <p:cNvPr id="2515" name="Google Shape;2515;p64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16" name="Google Shape;2516;p64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517" name="Google Shape;2517;p64"/>
            <p:cNvGrpSpPr/>
            <p:nvPr/>
          </p:nvGrpSpPr>
          <p:grpSpPr>
            <a:xfrm>
              <a:off x="7965375" y="2898432"/>
              <a:ext cx="1524000" cy="291000"/>
              <a:chOff x="7965375" y="3049675"/>
              <a:chExt cx="1524000" cy="291000"/>
            </a:xfrm>
          </p:grpSpPr>
          <p:sp>
            <p:nvSpPr>
              <p:cNvPr id="2518" name="Google Shape;2518;p64"/>
              <p:cNvSpPr/>
              <p:nvPr/>
            </p:nvSpPr>
            <p:spPr>
              <a:xfrm>
                <a:off x="7965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9" name="Google Shape;2519;p64"/>
              <p:cNvSpPr/>
              <p:nvPr/>
            </p:nvSpPr>
            <p:spPr>
              <a:xfrm>
                <a:off x="872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20" name="Google Shape;2520;p64"/>
            <p:cNvGrpSpPr/>
            <p:nvPr/>
          </p:nvGrpSpPr>
          <p:grpSpPr>
            <a:xfrm>
              <a:off x="-381000" y="2902607"/>
              <a:ext cx="1519475" cy="291000"/>
              <a:chOff x="-381000" y="3049675"/>
              <a:chExt cx="1519475" cy="291000"/>
            </a:xfrm>
          </p:grpSpPr>
          <p:sp>
            <p:nvSpPr>
              <p:cNvPr id="2521" name="Google Shape;2521;p64"/>
              <p:cNvSpPr/>
              <p:nvPr/>
            </p:nvSpPr>
            <p:spPr>
              <a:xfrm>
                <a:off x="3764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2" name="Google Shape;2522;p64"/>
              <p:cNvSpPr/>
              <p:nvPr/>
            </p:nvSpPr>
            <p:spPr>
              <a:xfrm>
                <a:off x="-381000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23" name="Google Shape;2523;p64"/>
          <p:cNvSpPr/>
          <p:nvPr/>
        </p:nvSpPr>
        <p:spPr>
          <a:xfrm flipH="1">
            <a:off x="5522702" y="3178097"/>
            <a:ext cx="3621300" cy="17460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4" name="Google Shape;2524;p64"/>
          <p:cNvSpPr/>
          <p:nvPr/>
        </p:nvSpPr>
        <p:spPr>
          <a:xfrm flipH="1">
            <a:off x="11177" y="4427347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64"/>
          <p:cNvSpPr/>
          <p:nvPr/>
        </p:nvSpPr>
        <p:spPr>
          <a:xfrm flipH="1">
            <a:off x="7427861" y="4603997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6" name="Google Shape;2526;p64"/>
          <p:cNvGrpSpPr/>
          <p:nvPr/>
        </p:nvGrpSpPr>
        <p:grpSpPr>
          <a:xfrm>
            <a:off x="713219" y="4139988"/>
            <a:ext cx="2428188" cy="928035"/>
            <a:chOff x="4525475" y="1014550"/>
            <a:chExt cx="279375" cy="106775"/>
          </a:xfrm>
        </p:grpSpPr>
        <p:sp>
          <p:nvSpPr>
            <p:cNvPr id="2527" name="Google Shape;2527;p64"/>
            <p:cNvSpPr/>
            <p:nvPr/>
          </p:nvSpPr>
          <p:spPr>
            <a:xfrm>
              <a:off x="4543025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64"/>
            <p:cNvSpPr/>
            <p:nvPr/>
          </p:nvSpPr>
          <p:spPr>
            <a:xfrm>
              <a:off x="4543025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64"/>
            <p:cNvSpPr/>
            <p:nvPr/>
          </p:nvSpPr>
          <p:spPr>
            <a:xfrm>
              <a:off x="4525475" y="1068050"/>
              <a:ext cx="35150" cy="53275"/>
            </a:xfrm>
            <a:custGeom>
              <a:rect b="b" l="l" r="r" t="t"/>
              <a:pathLst>
                <a:path extrusionOk="0" h="2131" w="1406">
                  <a:moveTo>
                    <a:pt x="703" y="1"/>
                  </a:moveTo>
                  <a:cubicBezTo>
                    <a:pt x="318" y="1"/>
                    <a:pt x="0" y="473"/>
                    <a:pt x="0" y="1066"/>
                  </a:cubicBezTo>
                  <a:cubicBezTo>
                    <a:pt x="0" y="1647"/>
                    <a:pt x="318" y="2130"/>
                    <a:pt x="703" y="2130"/>
                  </a:cubicBezTo>
                  <a:cubicBezTo>
                    <a:pt x="1098" y="2130"/>
                    <a:pt x="1405" y="1647"/>
                    <a:pt x="1405" y="1066"/>
                  </a:cubicBezTo>
                  <a:cubicBezTo>
                    <a:pt x="1405" y="473"/>
                    <a:pt x="1098" y="1"/>
                    <a:pt x="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64"/>
            <p:cNvSpPr/>
            <p:nvPr/>
          </p:nvSpPr>
          <p:spPr>
            <a:xfrm>
              <a:off x="4529025" y="1073275"/>
              <a:ext cx="28300" cy="42550"/>
            </a:xfrm>
            <a:custGeom>
              <a:rect b="b" l="l" r="r" t="t"/>
              <a:pathLst>
                <a:path extrusionOk="0" h="1702" w="1132">
                  <a:moveTo>
                    <a:pt x="561" y="0"/>
                  </a:moveTo>
                  <a:cubicBezTo>
                    <a:pt x="253" y="0"/>
                    <a:pt x="1" y="385"/>
                    <a:pt x="1" y="857"/>
                  </a:cubicBezTo>
                  <a:cubicBezTo>
                    <a:pt x="1" y="1329"/>
                    <a:pt x="253" y="1702"/>
                    <a:pt x="561" y="1702"/>
                  </a:cubicBezTo>
                  <a:cubicBezTo>
                    <a:pt x="879" y="1702"/>
                    <a:pt x="1131" y="1329"/>
                    <a:pt x="1131" y="857"/>
                  </a:cubicBezTo>
                  <a:cubicBezTo>
                    <a:pt x="1131" y="385"/>
                    <a:pt x="879" y="0"/>
                    <a:pt x="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64"/>
            <p:cNvSpPr/>
            <p:nvPr/>
          </p:nvSpPr>
          <p:spPr>
            <a:xfrm>
              <a:off x="4578700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rgbClr val="AABB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64"/>
            <p:cNvSpPr/>
            <p:nvPr/>
          </p:nvSpPr>
          <p:spPr>
            <a:xfrm>
              <a:off x="4578700" y="1068050"/>
              <a:ext cx="226150" cy="53275"/>
            </a:xfrm>
            <a:custGeom>
              <a:rect b="b" l="l" r="r" t="t"/>
              <a:pathLst>
                <a:path extrusionOk="0" h="2131" w="9046">
                  <a:moveTo>
                    <a:pt x="1" y="1"/>
                  </a:moveTo>
                  <a:lnTo>
                    <a:pt x="1" y="2130"/>
                  </a:lnTo>
                  <a:lnTo>
                    <a:pt x="8343" y="2130"/>
                  </a:lnTo>
                  <a:cubicBezTo>
                    <a:pt x="8728" y="2130"/>
                    <a:pt x="9046" y="1647"/>
                    <a:pt x="9046" y="1066"/>
                  </a:cubicBezTo>
                  <a:cubicBezTo>
                    <a:pt x="9046" y="473"/>
                    <a:pt x="8728" y="1"/>
                    <a:pt x="8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64"/>
            <p:cNvSpPr/>
            <p:nvPr/>
          </p:nvSpPr>
          <p:spPr>
            <a:xfrm>
              <a:off x="4561150" y="1068050"/>
              <a:ext cx="35150" cy="53275"/>
            </a:xfrm>
            <a:custGeom>
              <a:rect b="b" l="l" r="r" t="t"/>
              <a:pathLst>
                <a:path extrusionOk="0" h="2131" w="1406">
                  <a:moveTo>
                    <a:pt x="703" y="1"/>
                  </a:moveTo>
                  <a:cubicBezTo>
                    <a:pt x="318" y="1"/>
                    <a:pt x="0" y="473"/>
                    <a:pt x="0" y="1066"/>
                  </a:cubicBezTo>
                  <a:cubicBezTo>
                    <a:pt x="0" y="1647"/>
                    <a:pt x="318" y="2130"/>
                    <a:pt x="703" y="2130"/>
                  </a:cubicBezTo>
                  <a:cubicBezTo>
                    <a:pt x="1098" y="2130"/>
                    <a:pt x="1405" y="1647"/>
                    <a:pt x="1405" y="1066"/>
                  </a:cubicBezTo>
                  <a:cubicBezTo>
                    <a:pt x="1405" y="473"/>
                    <a:pt x="1098" y="1"/>
                    <a:pt x="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64"/>
            <p:cNvSpPr/>
            <p:nvPr/>
          </p:nvSpPr>
          <p:spPr>
            <a:xfrm>
              <a:off x="4564700" y="1073275"/>
              <a:ext cx="28300" cy="42550"/>
            </a:xfrm>
            <a:custGeom>
              <a:rect b="b" l="l" r="r" t="t"/>
              <a:pathLst>
                <a:path extrusionOk="0" h="1702" w="1132">
                  <a:moveTo>
                    <a:pt x="561" y="0"/>
                  </a:moveTo>
                  <a:cubicBezTo>
                    <a:pt x="253" y="0"/>
                    <a:pt x="1" y="385"/>
                    <a:pt x="1" y="857"/>
                  </a:cubicBezTo>
                  <a:cubicBezTo>
                    <a:pt x="1" y="1329"/>
                    <a:pt x="253" y="1702"/>
                    <a:pt x="561" y="1702"/>
                  </a:cubicBezTo>
                  <a:cubicBezTo>
                    <a:pt x="879" y="1702"/>
                    <a:pt x="1131" y="1329"/>
                    <a:pt x="1131" y="857"/>
                  </a:cubicBezTo>
                  <a:cubicBezTo>
                    <a:pt x="1131" y="385"/>
                    <a:pt x="879" y="0"/>
                    <a:pt x="5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64"/>
            <p:cNvSpPr/>
            <p:nvPr/>
          </p:nvSpPr>
          <p:spPr>
            <a:xfrm>
              <a:off x="4561700" y="1014550"/>
              <a:ext cx="208300" cy="53250"/>
            </a:xfrm>
            <a:custGeom>
              <a:rect b="b" l="l" r="r" t="t"/>
              <a:pathLst>
                <a:path extrusionOk="0" h="2130" w="8332">
                  <a:moveTo>
                    <a:pt x="0" y="0"/>
                  </a:moveTo>
                  <a:lnTo>
                    <a:pt x="0" y="2130"/>
                  </a:lnTo>
                  <a:lnTo>
                    <a:pt x="8332" y="2130"/>
                  </a:lnTo>
                  <a:lnTo>
                    <a:pt x="83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64"/>
            <p:cNvSpPr/>
            <p:nvPr/>
          </p:nvSpPr>
          <p:spPr>
            <a:xfrm>
              <a:off x="4752425" y="1014825"/>
              <a:ext cx="35150" cy="52975"/>
            </a:xfrm>
            <a:custGeom>
              <a:rect b="b" l="l" r="r" t="t"/>
              <a:pathLst>
                <a:path extrusionOk="0" h="2119" w="1406">
                  <a:moveTo>
                    <a:pt x="703" y="0"/>
                  </a:moveTo>
                  <a:cubicBezTo>
                    <a:pt x="319" y="0"/>
                    <a:pt x="0" y="472"/>
                    <a:pt x="0" y="1054"/>
                  </a:cubicBezTo>
                  <a:cubicBezTo>
                    <a:pt x="0" y="1647"/>
                    <a:pt x="319" y="2119"/>
                    <a:pt x="703" y="2119"/>
                  </a:cubicBezTo>
                  <a:cubicBezTo>
                    <a:pt x="1098" y="2119"/>
                    <a:pt x="1405" y="1647"/>
                    <a:pt x="1405" y="1054"/>
                  </a:cubicBezTo>
                  <a:cubicBezTo>
                    <a:pt x="1405" y="472"/>
                    <a:pt x="1098" y="0"/>
                    <a:pt x="7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64"/>
            <p:cNvSpPr/>
            <p:nvPr/>
          </p:nvSpPr>
          <p:spPr>
            <a:xfrm>
              <a:off x="4544125" y="1014550"/>
              <a:ext cx="35150" cy="53250"/>
            </a:xfrm>
            <a:custGeom>
              <a:rect b="b" l="l" r="r" t="t"/>
              <a:pathLst>
                <a:path extrusionOk="0" h="2130" w="1406">
                  <a:moveTo>
                    <a:pt x="703" y="0"/>
                  </a:moveTo>
                  <a:cubicBezTo>
                    <a:pt x="319" y="0"/>
                    <a:pt x="1" y="483"/>
                    <a:pt x="1" y="1065"/>
                  </a:cubicBezTo>
                  <a:cubicBezTo>
                    <a:pt x="1" y="1658"/>
                    <a:pt x="308" y="2130"/>
                    <a:pt x="703" y="2130"/>
                  </a:cubicBezTo>
                  <a:cubicBezTo>
                    <a:pt x="1087" y="2130"/>
                    <a:pt x="1406" y="1658"/>
                    <a:pt x="1406" y="1065"/>
                  </a:cubicBezTo>
                  <a:cubicBezTo>
                    <a:pt x="1406" y="483"/>
                    <a:pt x="1087" y="0"/>
                    <a:pt x="7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64"/>
            <p:cNvSpPr/>
            <p:nvPr/>
          </p:nvSpPr>
          <p:spPr>
            <a:xfrm>
              <a:off x="4547700" y="1020025"/>
              <a:ext cx="28000" cy="42575"/>
            </a:xfrm>
            <a:custGeom>
              <a:rect b="b" l="l" r="r" t="t"/>
              <a:pathLst>
                <a:path extrusionOk="0" h="1703" w="1120">
                  <a:moveTo>
                    <a:pt x="560" y="1"/>
                  </a:moveTo>
                  <a:cubicBezTo>
                    <a:pt x="253" y="1"/>
                    <a:pt x="0" y="385"/>
                    <a:pt x="0" y="846"/>
                  </a:cubicBezTo>
                  <a:cubicBezTo>
                    <a:pt x="0" y="1318"/>
                    <a:pt x="242" y="1702"/>
                    <a:pt x="560" y="1702"/>
                  </a:cubicBezTo>
                  <a:cubicBezTo>
                    <a:pt x="867" y="1702"/>
                    <a:pt x="1120" y="1318"/>
                    <a:pt x="1120" y="846"/>
                  </a:cubicBezTo>
                  <a:cubicBezTo>
                    <a:pt x="1120" y="385"/>
                    <a:pt x="867" y="1"/>
                    <a:pt x="5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9" name="Google Shape;2539;p64"/>
          <p:cNvSpPr/>
          <p:nvPr/>
        </p:nvSpPr>
        <p:spPr>
          <a:xfrm flipH="1">
            <a:off x="2325842" y="4749640"/>
            <a:ext cx="2036911" cy="36137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_1_1">
    <p:spTree>
      <p:nvGrpSpPr>
        <p:cNvPr id="2540" name="Shape 2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Google Shape;2541;p65"/>
          <p:cNvSpPr txBox="1"/>
          <p:nvPr>
            <p:ph type="title"/>
          </p:nvPr>
        </p:nvSpPr>
        <p:spPr>
          <a:xfrm>
            <a:off x="1212450" y="1616100"/>
            <a:ext cx="3833100" cy="18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542" name="Google Shape;2542;p65"/>
          <p:cNvSpPr txBox="1"/>
          <p:nvPr>
            <p:ph idx="1" type="subTitle"/>
          </p:nvPr>
        </p:nvSpPr>
        <p:spPr>
          <a:xfrm>
            <a:off x="1500463" y="3653050"/>
            <a:ext cx="35454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43" name="Google Shape;2543;p65"/>
          <p:cNvGrpSpPr/>
          <p:nvPr/>
        </p:nvGrpSpPr>
        <p:grpSpPr>
          <a:xfrm flipH="1">
            <a:off x="6921757" y="461100"/>
            <a:ext cx="2222252" cy="4838326"/>
            <a:chOff x="1622025" y="238125"/>
            <a:chExt cx="746825" cy="1626000"/>
          </a:xfrm>
        </p:grpSpPr>
        <p:sp>
          <p:nvSpPr>
            <p:cNvPr id="2544" name="Google Shape;2544;p65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65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65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65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65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49" name="Google Shape;2549;p65"/>
          <p:cNvSpPr/>
          <p:nvPr/>
        </p:nvSpPr>
        <p:spPr>
          <a:xfrm flipH="1">
            <a:off x="7354378" y="5395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50" name="Google Shape;2550;p65"/>
          <p:cNvGrpSpPr/>
          <p:nvPr/>
        </p:nvGrpSpPr>
        <p:grpSpPr>
          <a:xfrm>
            <a:off x="6517420" y="-581028"/>
            <a:ext cx="3508278" cy="4091243"/>
            <a:chOff x="2338828" y="880300"/>
            <a:chExt cx="3508278" cy="4091243"/>
          </a:xfrm>
        </p:grpSpPr>
        <p:sp>
          <p:nvSpPr>
            <p:cNvPr id="2551" name="Google Shape;2551;p65"/>
            <p:cNvSpPr/>
            <p:nvPr/>
          </p:nvSpPr>
          <p:spPr>
            <a:xfrm>
              <a:off x="2628617" y="1253859"/>
              <a:ext cx="2828530" cy="417150"/>
            </a:xfrm>
            <a:custGeom>
              <a:rect b="b" l="l" r="r" t="t"/>
              <a:pathLst>
                <a:path extrusionOk="0" fill="none" h="6623" w="44908">
                  <a:moveTo>
                    <a:pt x="1" y="6623"/>
                  </a:moveTo>
                  <a:lnTo>
                    <a:pt x="5071" y="1"/>
                  </a:lnTo>
                  <a:lnTo>
                    <a:pt x="44908" y="1"/>
                  </a:lnTo>
                  <a:lnTo>
                    <a:pt x="44908" y="6623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65"/>
            <p:cNvSpPr/>
            <p:nvPr/>
          </p:nvSpPr>
          <p:spPr>
            <a:xfrm>
              <a:off x="2960354" y="1262929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0" y="0"/>
                  </a:moveTo>
                  <a:lnTo>
                    <a:pt x="4784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65"/>
            <p:cNvSpPr/>
            <p:nvPr/>
          </p:nvSpPr>
          <p:spPr>
            <a:xfrm>
              <a:off x="2960354" y="1253859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65"/>
            <p:cNvSpPr/>
            <p:nvPr/>
          </p:nvSpPr>
          <p:spPr>
            <a:xfrm>
              <a:off x="2789542" y="1460762"/>
              <a:ext cx="162627" cy="206969"/>
            </a:xfrm>
            <a:custGeom>
              <a:rect b="b" l="l" r="r" t="t"/>
              <a:pathLst>
                <a:path extrusionOk="0" fill="none" h="3286" w="2582">
                  <a:moveTo>
                    <a:pt x="1" y="1"/>
                  </a:moveTo>
                  <a:lnTo>
                    <a:pt x="2582" y="3286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65"/>
            <p:cNvSpPr/>
            <p:nvPr/>
          </p:nvSpPr>
          <p:spPr>
            <a:xfrm>
              <a:off x="3273952" y="1262929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65"/>
            <p:cNvSpPr/>
            <p:nvPr/>
          </p:nvSpPr>
          <p:spPr>
            <a:xfrm>
              <a:off x="3273952" y="1253859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5" y="1"/>
                  </a:moveTo>
                  <a:lnTo>
                    <a:pt x="1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65"/>
            <p:cNvSpPr/>
            <p:nvPr/>
          </p:nvSpPr>
          <p:spPr>
            <a:xfrm>
              <a:off x="3587612" y="1264566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0" y="0"/>
                  </a:moveTo>
                  <a:lnTo>
                    <a:pt x="4784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65"/>
            <p:cNvSpPr/>
            <p:nvPr/>
          </p:nvSpPr>
          <p:spPr>
            <a:xfrm>
              <a:off x="3587612" y="1256316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65"/>
            <p:cNvSpPr/>
            <p:nvPr/>
          </p:nvSpPr>
          <p:spPr>
            <a:xfrm>
              <a:off x="3901209" y="1264566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65"/>
            <p:cNvSpPr/>
            <p:nvPr/>
          </p:nvSpPr>
          <p:spPr>
            <a:xfrm>
              <a:off x="3901209" y="1256316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5" y="1"/>
                  </a:moveTo>
                  <a:lnTo>
                    <a:pt x="1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65"/>
            <p:cNvSpPr/>
            <p:nvPr/>
          </p:nvSpPr>
          <p:spPr>
            <a:xfrm>
              <a:off x="4214870" y="1263748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0" y="0"/>
                  </a:moveTo>
                  <a:lnTo>
                    <a:pt x="4784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65"/>
            <p:cNvSpPr/>
            <p:nvPr/>
          </p:nvSpPr>
          <p:spPr>
            <a:xfrm>
              <a:off x="4214870" y="1254678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4" y="1"/>
                  </a:moveTo>
                  <a:lnTo>
                    <a:pt x="0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65"/>
            <p:cNvSpPr/>
            <p:nvPr/>
          </p:nvSpPr>
          <p:spPr>
            <a:xfrm>
              <a:off x="4528467" y="1263748"/>
              <a:ext cx="301383" cy="404805"/>
            </a:xfrm>
            <a:custGeom>
              <a:rect b="b" l="l" r="r" t="t"/>
              <a:pathLst>
                <a:path extrusionOk="0" fill="none" h="6427" w="4785">
                  <a:moveTo>
                    <a:pt x="1" y="0"/>
                  </a:moveTo>
                  <a:lnTo>
                    <a:pt x="4785" y="6427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65"/>
            <p:cNvSpPr/>
            <p:nvPr/>
          </p:nvSpPr>
          <p:spPr>
            <a:xfrm>
              <a:off x="4528467" y="1254678"/>
              <a:ext cx="301383" cy="413874"/>
            </a:xfrm>
            <a:custGeom>
              <a:rect b="b" l="l" r="r" t="t"/>
              <a:pathLst>
                <a:path extrusionOk="0" fill="none" h="6571" w="4785">
                  <a:moveTo>
                    <a:pt x="4785" y="1"/>
                  </a:moveTo>
                  <a:lnTo>
                    <a:pt x="1" y="657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65"/>
            <p:cNvSpPr/>
            <p:nvPr/>
          </p:nvSpPr>
          <p:spPr>
            <a:xfrm>
              <a:off x="4842127" y="1266204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0" y="0"/>
                  </a:moveTo>
                  <a:lnTo>
                    <a:pt x="4784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65"/>
            <p:cNvSpPr/>
            <p:nvPr/>
          </p:nvSpPr>
          <p:spPr>
            <a:xfrm>
              <a:off x="4842127" y="1257134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4" y="1"/>
                  </a:moveTo>
                  <a:lnTo>
                    <a:pt x="0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65"/>
            <p:cNvSpPr/>
            <p:nvPr/>
          </p:nvSpPr>
          <p:spPr>
            <a:xfrm>
              <a:off x="5155725" y="1266204"/>
              <a:ext cx="301383" cy="403986"/>
            </a:xfrm>
            <a:custGeom>
              <a:rect b="b" l="l" r="r" t="t"/>
              <a:pathLst>
                <a:path extrusionOk="0" fill="none" h="6414" w="4785">
                  <a:moveTo>
                    <a:pt x="1" y="0"/>
                  </a:moveTo>
                  <a:lnTo>
                    <a:pt x="4785" y="641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65"/>
            <p:cNvSpPr/>
            <p:nvPr/>
          </p:nvSpPr>
          <p:spPr>
            <a:xfrm>
              <a:off x="5155725" y="1257134"/>
              <a:ext cx="301383" cy="413056"/>
            </a:xfrm>
            <a:custGeom>
              <a:rect b="b" l="l" r="r" t="t"/>
              <a:pathLst>
                <a:path extrusionOk="0" fill="none" h="6558" w="4785">
                  <a:moveTo>
                    <a:pt x="4785" y="1"/>
                  </a:moveTo>
                  <a:lnTo>
                    <a:pt x="1" y="655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65"/>
            <p:cNvSpPr/>
            <p:nvPr/>
          </p:nvSpPr>
          <p:spPr>
            <a:xfrm>
              <a:off x="5652479" y="1267023"/>
              <a:ext cx="194624" cy="190530"/>
            </a:xfrm>
            <a:custGeom>
              <a:rect b="b" l="l" r="r" t="t"/>
              <a:pathLst>
                <a:path extrusionOk="0" fill="none" h="3025" w="3090">
                  <a:moveTo>
                    <a:pt x="0" y="0"/>
                  </a:moveTo>
                  <a:lnTo>
                    <a:pt x="3090" y="3025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65"/>
            <p:cNvSpPr/>
            <p:nvPr/>
          </p:nvSpPr>
          <p:spPr>
            <a:xfrm>
              <a:off x="5652479" y="1450937"/>
              <a:ext cx="194624" cy="220070"/>
            </a:xfrm>
            <a:custGeom>
              <a:rect b="b" l="l" r="r" t="t"/>
              <a:pathLst>
                <a:path extrusionOk="0" fill="none" h="3494" w="3090">
                  <a:moveTo>
                    <a:pt x="3090" y="0"/>
                  </a:moveTo>
                  <a:lnTo>
                    <a:pt x="0" y="3494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65"/>
            <p:cNvSpPr/>
            <p:nvPr/>
          </p:nvSpPr>
          <p:spPr>
            <a:xfrm>
              <a:off x="5457040" y="1263748"/>
              <a:ext cx="195505" cy="199536"/>
            </a:xfrm>
            <a:custGeom>
              <a:rect b="b" l="l" r="r" t="t"/>
              <a:pathLst>
                <a:path extrusionOk="0" fill="none" h="3168" w="3104">
                  <a:moveTo>
                    <a:pt x="3103" y="0"/>
                  </a:moveTo>
                  <a:lnTo>
                    <a:pt x="1" y="316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65"/>
            <p:cNvSpPr/>
            <p:nvPr/>
          </p:nvSpPr>
          <p:spPr>
            <a:xfrm>
              <a:off x="5457040" y="1463219"/>
              <a:ext cx="195505" cy="207788"/>
            </a:xfrm>
            <a:custGeom>
              <a:rect b="b" l="l" r="r" t="t"/>
              <a:pathLst>
                <a:path extrusionOk="0" fill="none" h="3299" w="3104">
                  <a:moveTo>
                    <a:pt x="1" y="1"/>
                  </a:moveTo>
                  <a:lnTo>
                    <a:pt x="3103" y="329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65"/>
            <p:cNvSpPr/>
            <p:nvPr/>
          </p:nvSpPr>
          <p:spPr>
            <a:xfrm>
              <a:off x="5457040" y="1253859"/>
              <a:ext cx="390066" cy="417150"/>
            </a:xfrm>
            <a:custGeom>
              <a:rect b="b" l="l" r="r" t="t"/>
              <a:pathLst>
                <a:path extrusionOk="0" fill="none" h="6623" w="6193">
                  <a:moveTo>
                    <a:pt x="1" y="1"/>
                  </a:moveTo>
                  <a:lnTo>
                    <a:pt x="6193" y="1"/>
                  </a:lnTo>
                  <a:lnTo>
                    <a:pt x="6193" y="6623"/>
                  </a:lnTo>
                  <a:lnTo>
                    <a:pt x="1" y="6623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65"/>
            <p:cNvSpPr/>
            <p:nvPr/>
          </p:nvSpPr>
          <p:spPr>
            <a:xfrm>
              <a:off x="5077750" y="1670940"/>
              <a:ext cx="267686" cy="3300603"/>
            </a:xfrm>
            <a:custGeom>
              <a:rect b="b" l="l" r="r" t="t"/>
              <a:pathLst>
                <a:path extrusionOk="0" fill="none" h="52403" w="4250">
                  <a:moveTo>
                    <a:pt x="4250" y="52403"/>
                  </a:moveTo>
                  <a:lnTo>
                    <a:pt x="0" y="52403"/>
                  </a:lnTo>
                  <a:lnTo>
                    <a:pt x="0" y="1"/>
                  </a:lnTo>
                  <a:lnTo>
                    <a:pt x="4250" y="1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65"/>
            <p:cNvSpPr/>
            <p:nvPr/>
          </p:nvSpPr>
          <p:spPr>
            <a:xfrm>
              <a:off x="5083482" y="4253921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8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65"/>
            <p:cNvSpPr/>
            <p:nvPr/>
          </p:nvSpPr>
          <p:spPr>
            <a:xfrm>
              <a:off x="5077750" y="4253921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0"/>
                  </a:moveTo>
                  <a:lnTo>
                    <a:pt x="4211" y="561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65"/>
            <p:cNvSpPr/>
            <p:nvPr/>
          </p:nvSpPr>
          <p:spPr>
            <a:xfrm>
              <a:off x="5083482" y="46134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2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65"/>
            <p:cNvSpPr/>
            <p:nvPr/>
          </p:nvSpPr>
          <p:spPr>
            <a:xfrm>
              <a:off x="5077750" y="4613498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1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65"/>
            <p:cNvSpPr/>
            <p:nvPr/>
          </p:nvSpPr>
          <p:spPr>
            <a:xfrm>
              <a:off x="5083482" y="3884456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1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65"/>
            <p:cNvSpPr/>
            <p:nvPr/>
          </p:nvSpPr>
          <p:spPr>
            <a:xfrm>
              <a:off x="5077750" y="3884456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0"/>
                  </a:moveTo>
                  <a:lnTo>
                    <a:pt x="4211" y="563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65"/>
            <p:cNvSpPr/>
            <p:nvPr/>
          </p:nvSpPr>
          <p:spPr>
            <a:xfrm>
              <a:off x="5084301" y="3515810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1" y="5619"/>
                  </a:moveTo>
                  <a:lnTo>
                    <a:pt x="4133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65"/>
            <p:cNvSpPr/>
            <p:nvPr/>
          </p:nvSpPr>
          <p:spPr>
            <a:xfrm>
              <a:off x="5078569" y="3515810"/>
              <a:ext cx="266049" cy="353913"/>
            </a:xfrm>
            <a:custGeom>
              <a:rect b="b" l="l" r="r" t="t"/>
              <a:pathLst>
                <a:path extrusionOk="0" fill="none" h="5619" w="4224">
                  <a:moveTo>
                    <a:pt x="0" y="0"/>
                  </a:moveTo>
                  <a:lnTo>
                    <a:pt x="4224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65"/>
            <p:cNvSpPr/>
            <p:nvPr/>
          </p:nvSpPr>
          <p:spPr>
            <a:xfrm>
              <a:off x="5084301" y="3147163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1" y="5619"/>
                  </a:moveTo>
                  <a:lnTo>
                    <a:pt x="4133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65"/>
            <p:cNvSpPr/>
            <p:nvPr/>
          </p:nvSpPr>
          <p:spPr>
            <a:xfrm>
              <a:off x="5078569" y="3147163"/>
              <a:ext cx="266049" cy="353913"/>
            </a:xfrm>
            <a:custGeom>
              <a:rect b="b" l="l" r="r" t="t"/>
              <a:pathLst>
                <a:path extrusionOk="0" fill="none" h="5619" w="4224">
                  <a:moveTo>
                    <a:pt x="0" y="0"/>
                  </a:moveTo>
                  <a:lnTo>
                    <a:pt x="4224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65"/>
            <p:cNvSpPr/>
            <p:nvPr/>
          </p:nvSpPr>
          <p:spPr>
            <a:xfrm>
              <a:off x="5084301" y="27776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1" y="5632"/>
                  </a:moveTo>
                  <a:lnTo>
                    <a:pt x="4120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65"/>
            <p:cNvSpPr/>
            <p:nvPr/>
          </p:nvSpPr>
          <p:spPr>
            <a:xfrm>
              <a:off x="5078569" y="2777698"/>
              <a:ext cx="265230" cy="354732"/>
            </a:xfrm>
            <a:custGeom>
              <a:rect b="b" l="l" r="r" t="t"/>
              <a:pathLst>
                <a:path extrusionOk="0" fill="none" h="5632" w="4211">
                  <a:moveTo>
                    <a:pt x="0" y="0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65"/>
            <p:cNvSpPr/>
            <p:nvPr/>
          </p:nvSpPr>
          <p:spPr>
            <a:xfrm>
              <a:off x="5084301" y="2409052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9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65"/>
            <p:cNvSpPr/>
            <p:nvPr/>
          </p:nvSpPr>
          <p:spPr>
            <a:xfrm>
              <a:off x="5078569" y="2409052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65"/>
            <p:cNvSpPr/>
            <p:nvPr/>
          </p:nvSpPr>
          <p:spPr>
            <a:xfrm>
              <a:off x="5085120" y="2040406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1" y="5619"/>
                  </a:moveTo>
                  <a:lnTo>
                    <a:pt x="4120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65"/>
            <p:cNvSpPr/>
            <p:nvPr/>
          </p:nvSpPr>
          <p:spPr>
            <a:xfrm>
              <a:off x="5079388" y="2040406"/>
              <a:ext cx="265230" cy="353913"/>
            </a:xfrm>
            <a:custGeom>
              <a:rect b="b" l="l" r="r" t="t"/>
              <a:pathLst>
                <a:path extrusionOk="0" fill="none" h="5619" w="4211">
                  <a:moveTo>
                    <a:pt x="0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65"/>
            <p:cNvSpPr/>
            <p:nvPr/>
          </p:nvSpPr>
          <p:spPr>
            <a:xfrm>
              <a:off x="5085120" y="1670940"/>
              <a:ext cx="260317" cy="354795"/>
            </a:xfrm>
            <a:custGeom>
              <a:rect b="b" l="l" r="r" t="t"/>
              <a:pathLst>
                <a:path extrusionOk="0" fill="none" h="5633" w="4133">
                  <a:moveTo>
                    <a:pt x="1" y="5632"/>
                  </a:moveTo>
                  <a:lnTo>
                    <a:pt x="4133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65"/>
            <p:cNvSpPr/>
            <p:nvPr/>
          </p:nvSpPr>
          <p:spPr>
            <a:xfrm>
              <a:off x="5079388" y="1670940"/>
              <a:ext cx="266049" cy="354795"/>
            </a:xfrm>
            <a:custGeom>
              <a:rect b="b" l="l" r="r" t="t"/>
              <a:pathLst>
                <a:path extrusionOk="0" fill="none" h="5633" w="4224">
                  <a:moveTo>
                    <a:pt x="0" y="1"/>
                  </a:moveTo>
                  <a:lnTo>
                    <a:pt x="4224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65"/>
            <p:cNvSpPr/>
            <p:nvPr/>
          </p:nvSpPr>
          <p:spPr>
            <a:xfrm>
              <a:off x="5341275" y="1671759"/>
              <a:ext cx="268568" cy="3299784"/>
            </a:xfrm>
            <a:custGeom>
              <a:rect b="b" l="l" r="r" t="t"/>
              <a:pathLst>
                <a:path extrusionOk="0" fill="none" h="52390" w="4264">
                  <a:moveTo>
                    <a:pt x="4263" y="52390"/>
                  </a:moveTo>
                  <a:lnTo>
                    <a:pt x="1" y="52390"/>
                  </a:lnTo>
                  <a:lnTo>
                    <a:pt x="1" y="1"/>
                  </a:lnTo>
                  <a:lnTo>
                    <a:pt x="4263" y="1"/>
                  </a:lnTo>
                  <a:close/>
                </a:path>
              </a:pathLst>
            </a:custGeom>
            <a:noFill/>
            <a:ln cap="flat" cmpd="sng" w="1237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65"/>
            <p:cNvSpPr/>
            <p:nvPr/>
          </p:nvSpPr>
          <p:spPr>
            <a:xfrm>
              <a:off x="5347070" y="4253921"/>
              <a:ext cx="260317" cy="353913"/>
            </a:xfrm>
            <a:custGeom>
              <a:rect b="b" l="l" r="r" t="t"/>
              <a:pathLst>
                <a:path extrusionOk="0" fill="none" h="5619" w="4133">
                  <a:moveTo>
                    <a:pt x="0" y="5618"/>
                  </a:moveTo>
                  <a:lnTo>
                    <a:pt x="4132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65"/>
            <p:cNvSpPr/>
            <p:nvPr/>
          </p:nvSpPr>
          <p:spPr>
            <a:xfrm>
              <a:off x="5341275" y="4253921"/>
              <a:ext cx="266112" cy="353913"/>
            </a:xfrm>
            <a:custGeom>
              <a:rect b="b" l="l" r="r" t="t"/>
              <a:pathLst>
                <a:path extrusionOk="0" fill="none" h="5619" w="4225">
                  <a:moveTo>
                    <a:pt x="1" y="0"/>
                  </a:moveTo>
                  <a:lnTo>
                    <a:pt x="4224" y="5618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65"/>
            <p:cNvSpPr/>
            <p:nvPr/>
          </p:nvSpPr>
          <p:spPr>
            <a:xfrm>
              <a:off x="5347070" y="4613498"/>
              <a:ext cx="260317" cy="354732"/>
            </a:xfrm>
            <a:custGeom>
              <a:rect b="b" l="l" r="r" t="t"/>
              <a:pathLst>
                <a:path extrusionOk="0" fill="none" h="5632" w="4133">
                  <a:moveTo>
                    <a:pt x="0" y="5632"/>
                  </a:moveTo>
                  <a:lnTo>
                    <a:pt x="4132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65"/>
            <p:cNvSpPr/>
            <p:nvPr/>
          </p:nvSpPr>
          <p:spPr>
            <a:xfrm>
              <a:off x="5341275" y="4613498"/>
              <a:ext cx="266112" cy="354732"/>
            </a:xfrm>
            <a:custGeom>
              <a:rect b="b" l="l" r="r" t="t"/>
              <a:pathLst>
                <a:path extrusionOk="0" fill="none" h="5632" w="4225">
                  <a:moveTo>
                    <a:pt x="1" y="1"/>
                  </a:moveTo>
                  <a:lnTo>
                    <a:pt x="4224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65"/>
            <p:cNvSpPr/>
            <p:nvPr/>
          </p:nvSpPr>
          <p:spPr>
            <a:xfrm>
              <a:off x="5347070" y="3884456"/>
              <a:ext cx="260317" cy="354732"/>
            </a:xfrm>
            <a:custGeom>
              <a:rect b="b" l="l" r="r" t="t"/>
              <a:pathLst>
                <a:path extrusionOk="0" fill="none" h="5632" w="4133">
                  <a:moveTo>
                    <a:pt x="0" y="5631"/>
                  </a:moveTo>
                  <a:lnTo>
                    <a:pt x="4132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65"/>
            <p:cNvSpPr/>
            <p:nvPr/>
          </p:nvSpPr>
          <p:spPr>
            <a:xfrm>
              <a:off x="5341275" y="3884456"/>
              <a:ext cx="266112" cy="354732"/>
            </a:xfrm>
            <a:custGeom>
              <a:rect b="b" l="l" r="r" t="t"/>
              <a:pathLst>
                <a:path extrusionOk="0" fill="none" h="5632" w="4225">
                  <a:moveTo>
                    <a:pt x="1" y="0"/>
                  </a:moveTo>
                  <a:lnTo>
                    <a:pt x="4224" y="563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65"/>
            <p:cNvSpPr/>
            <p:nvPr/>
          </p:nvSpPr>
          <p:spPr>
            <a:xfrm>
              <a:off x="5348708" y="3515810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65"/>
            <p:cNvSpPr/>
            <p:nvPr/>
          </p:nvSpPr>
          <p:spPr>
            <a:xfrm>
              <a:off x="5342913" y="3515810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0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65"/>
            <p:cNvSpPr/>
            <p:nvPr/>
          </p:nvSpPr>
          <p:spPr>
            <a:xfrm>
              <a:off x="5348708" y="3147163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65"/>
            <p:cNvSpPr/>
            <p:nvPr/>
          </p:nvSpPr>
          <p:spPr>
            <a:xfrm>
              <a:off x="5342913" y="3147163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0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65"/>
            <p:cNvSpPr/>
            <p:nvPr/>
          </p:nvSpPr>
          <p:spPr>
            <a:xfrm>
              <a:off x="5347889" y="2777698"/>
              <a:ext cx="259498" cy="354732"/>
            </a:xfrm>
            <a:custGeom>
              <a:rect b="b" l="l" r="r" t="t"/>
              <a:pathLst>
                <a:path extrusionOk="0" fill="none" h="5632" w="4120">
                  <a:moveTo>
                    <a:pt x="0" y="5632"/>
                  </a:moveTo>
                  <a:lnTo>
                    <a:pt x="4119" y="0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65"/>
            <p:cNvSpPr/>
            <p:nvPr/>
          </p:nvSpPr>
          <p:spPr>
            <a:xfrm>
              <a:off x="5342094" y="2777698"/>
              <a:ext cx="265293" cy="354732"/>
            </a:xfrm>
            <a:custGeom>
              <a:rect b="b" l="l" r="r" t="t"/>
              <a:pathLst>
                <a:path extrusionOk="0" fill="none" h="5632" w="4212">
                  <a:moveTo>
                    <a:pt x="1" y="0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65"/>
            <p:cNvSpPr/>
            <p:nvPr/>
          </p:nvSpPr>
          <p:spPr>
            <a:xfrm>
              <a:off x="5347889" y="2409052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65"/>
            <p:cNvSpPr/>
            <p:nvPr/>
          </p:nvSpPr>
          <p:spPr>
            <a:xfrm>
              <a:off x="5342094" y="2409052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65"/>
            <p:cNvSpPr/>
            <p:nvPr/>
          </p:nvSpPr>
          <p:spPr>
            <a:xfrm>
              <a:off x="5349526" y="2040406"/>
              <a:ext cx="259498" cy="353913"/>
            </a:xfrm>
            <a:custGeom>
              <a:rect b="b" l="l" r="r" t="t"/>
              <a:pathLst>
                <a:path extrusionOk="0" fill="none" h="5619" w="4120">
                  <a:moveTo>
                    <a:pt x="0" y="5619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65"/>
            <p:cNvSpPr/>
            <p:nvPr/>
          </p:nvSpPr>
          <p:spPr>
            <a:xfrm>
              <a:off x="5343732" y="2040406"/>
              <a:ext cx="265293" cy="353913"/>
            </a:xfrm>
            <a:custGeom>
              <a:rect b="b" l="l" r="r" t="t"/>
              <a:pathLst>
                <a:path extrusionOk="0" fill="none" h="5619" w="4212">
                  <a:moveTo>
                    <a:pt x="1" y="1"/>
                  </a:moveTo>
                  <a:lnTo>
                    <a:pt x="4211" y="5619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65"/>
            <p:cNvSpPr/>
            <p:nvPr/>
          </p:nvSpPr>
          <p:spPr>
            <a:xfrm>
              <a:off x="5349526" y="1670940"/>
              <a:ext cx="259498" cy="354795"/>
            </a:xfrm>
            <a:custGeom>
              <a:rect b="b" l="l" r="r" t="t"/>
              <a:pathLst>
                <a:path extrusionOk="0" fill="none" h="5633" w="4120">
                  <a:moveTo>
                    <a:pt x="0" y="5632"/>
                  </a:moveTo>
                  <a:lnTo>
                    <a:pt x="4119" y="1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65"/>
            <p:cNvSpPr/>
            <p:nvPr/>
          </p:nvSpPr>
          <p:spPr>
            <a:xfrm>
              <a:off x="5343732" y="1670940"/>
              <a:ext cx="265293" cy="354795"/>
            </a:xfrm>
            <a:custGeom>
              <a:rect b="b" l="l" r="r" t="t"/>
              <a:pathLst>
                <a:path extrusionOk="0" fill="none" h="5633" w="4212">
                  <a:moveTo>
                    <a:pt x="1" y="1"/>
                  </a:moveTo>
                  <a:lnTo>
                    <a:pt x="4211" y="5632"/>
                  </a:lnTo>
                </a:path>
              </a:pathLst>
            </a:custGeom>
            <a:noFill/>
            <a:ln cap="flat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65"/>
            <p:cNvSpPr/>
            <p:nvPr/>
          </p:nvSpPr>
          <p:spPr>
            <a:xfrm>
              <a:off x="5560523" y="880300"/>
              <a:ext cx="882" cy="215157"/>
            </a:xfrm>
            <a:custGeom>
              <a:rect b="b" l="l" r="r" t="t"/>
              <a:pathLst>
                <a:path extrusionOk="0" fill="none" h="3416" w="14">
                  <a:moveTo>
                    <a:pt x="0" y="3416"/>
                  </a:moveTo>
                  <a:lnTo>
                    <a:pt x="13" y="1"/>
                  </a:ln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65"/>
            <p:cNvSpPr/>
            <p:nvPr/>
          </p:nvSpPr>
          <p:spPr>
            <a:xfrm>
              <a:off x="3184451" y="881938"/>
              <a:ext cx="2373716" cy="370352"/>
            </a:xfrm>
            <a:custGeom>
              <a:rect b="b" l="l" r="r" t="t"/>
              <a:pathLst>
                <a:path extrusionOk="0" fill="none" h="5880" w="37687">
                  <a:moveTo>
                    <a:pt x="37686" y="1"/>
                  </a:moveTo>
                  <a:lnTo>
                    <a:pt x="1" y="5880"/>
                  </a:lnTo>
                </a:path>
              </a:pathLst>
            </a:custGeom>
            <a:solidFill>
              <a:schemeClr val="accent5"/>
            </a:solidFill>
            <a:ln cap="flat" cmpd="sng" w="422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65"/>
            <p:cNvSpPr/>
            <p:nvPr/>
          </p:nvSpPr>
          <p:spPr>
            <a:xfrm>
              <a:off x="5181170" y="880300"/>
              <a:ext cx="380240" cy="215157"/>
            </a:xfrm>
            <a:custGeom>
              <a:rect b="b" l="l" r="r" t="t"/>
              <a:pathLst>
                <a:path extrusionOk="0" fill="none" h="3416" w="6037">
                  <a:moveTo>
                    <a:pt x="1" y="3416"/>
                  </a:moveTo>
                  <a:lnTo>
                    <a:pt x="6036" y="1"/>
                  </a:ln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65"/>
            <p:cNvSpPr/>
            <p:nvPr/>
          </p:nvSpPr>
          <p:spPr>
            <a:xfrm>
              <a:off x="5092552" y="1078196"/>
              <a:ext cx="550930" cy="78038"/>
            </a:xfrm>
            <a:custGeom>
              <a:rect b="b" l="l" r="r" t="t"/>
              <a:pathLst>
                <a:path extrusionOk="0" h="1239" w="8747">
                  <a:moveTo>
                    <a:pt x="0" y="0"/>
                  </a:moveTo>
                  <a:lnTo>
                    <a:pt x="0" y="1239"/>
                  </a:lnTo>
                  <a:lnTo>
                    <a:pt x="8747" y="1239"/>
                  </a:lnTo>
                  <a:lnTo>
                    <a:pt x="8747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65"/>
            <p:cNvSpPr/>
            <p:nvPr/>
          </p:nvSpPr>
          <p:spPr>
            <a:xfrm>
              <a:off x="4902025" y="1156171"/>
              <a:ext cx="811247" cy="78038"/>
            </a:xfrm>
            <a:custGeom>
              <a:rect b="b" l="l" r="r" t="t"/>
              <a:pathLst>
                <a:path extrusionOk="0" h="1239" w="12880">
                  <a:moveTo>
                    <a:pt x="1" y="1"/>
                  </a:moveTo>
                  <a:lnTo>
                    <a:pt x="1" y="1239"/>
                  </a:lnTo>
                  <a:lnTo>
                    <a:pt x="12880" y="1239"/>
                  </a:lnTo>
                  <a:lnTo>
                    <a:pt x="12880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65"/>
            <p:cNvSpPr/>
            <p:nvPr/>
          </p:nvSpPr>
          <p:spPr>
            <a:xfrm>
              <a:off x="2893024" y="1827771"/>
              <a:ext cx="316122" cy="110917"/>
            </a:xfrm>
            <a:custGeom>
              <a:rect b="b" l="l" r="r" t="t"/>
              <a:pathLst>
                <a:path extrusionOk="0" h="1761" w="5019">
                  <a:moveTo>
                    <a:pt x="0" y="1"/>
                  </a:moveTo>
                  <a:lnTo>
                    <a:pt x="0" y="1760"/>
                  </a:lnTo>
                  <a:lnTo>
                    <a:pt x="5019" y="1760"/>
                  </a:lnTo>
                  <a:lnTo>
                    <a:pt x="5019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65"/>
            <p:cNvSpPr/>
            <p:nvPr/>
          </p:nvSpPr>
          <p:spPr>
            <a:xfrm>
              <a:off x="2836339" y="1690654"/>
              <a:ext cx="405686" cy="137181"/>
            </a:xfrm>
            <a:custGeom>
              <a:rect b="b" l="l" r="r" t="t"/>
              <a:pathLst>
                <a:path extrusionOk="0" h="2178" w="6441">
                  <a:moveTo>
                    <a:pt x="1" y="1"/>
                  </a:moveTo>
                  <a:lnTo>
                    <a:pt x="1" y="2178"/>
                  </a:lnTo>
                  <a:lnTo>
                    <a:pt x="6440" y="2178"/>
                  </a:lnTo>
                  <a:lnTo>
                    <a:pt x="6440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65"/>
            <p:cNvSpPr/>
            <p:nvPr/>
          </p:nvSpPr>
          <p:spPr>
            <a:xfrm>
              <a:off x="2619611" y="2112648"/>
              <a:ext cx="838330" cy="81377"/>
            </a:xfrm>
            <a:custGeom>
              <a:rect b="b" l="l" r="r" t="t"/>
              <a:pathLst>
                <a:path extrusionOk="0" fill="none" h="1292" w="13310">
                  <a:moveTo>
                    <a:pt x="13309" y="1291"/>
                  </a:moveTo>
                  <a:lnTo>
                    <a:pt x="6766" y="1"/>
                  </a:lnTo>
                  <a:lnTo>
                    <a:pt x="0" y="1239"/>
                  </a:lnTo>
                </a:path>
              </a:pathLst>
            </a:custGeom>
            <a:solidFill>
              <a:schemeClr val="accent5"/>
            </a:solidFill>
            <a:ln cap="flat" cmpd="sng" w="4225">
              <a:solidFill>
                <a:schemeClr val="accent5"/>
              </a:solidFill>
              <a:prstDash val="solid"/>
              <a:miter lim="13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65"/>
            <p:cNvSpPr/>
            <p:nvPr/>
          </p:nvSpPr>
          <p:spPr>
            <a:xfrm>
              <a:off x="3000538" y="1895101"/>
              <a:ext cx="108460" cy="241422"/>
            </a:xfrm>
            <a:custGeom>
              <a:rect b="b" l="l" r="r" t="t"/>
              <a:pathLst>
                <a:path extrusionOk="0" fill="none" h="3833" w="1722">
                  <a:moveTo>
                    <a:pt x="731" y="0"/>
                  </a:moveTo>
                  <a:lnTo>
                    <a:pt x="731" y="1982"/>
                  </a:lnTo>
                  <a:cubicBezTo>
                    <a:pt x="731" y="1982"/>
                    <a:pt x="1721" y="2334"/>
                    <a:pt x="1343" y="3220"/>
                  </a:cubicBezTo>
                  <a:cubicBezTo>
                    <a:pt x="1083" y="3833"/>
                    <a:pt x="340" y="3781"/>
                    <a:pt x="1" y="3429"/>
                  </a:cubicBezTo>
                </a:path>
              </a:pathLst>
            </a:custGeom>
            <a:solidFill>
              <a:schemeClr val="accent5"/>
            </a:solidFill>
            <a:ln cap="rnd" cmpd="sng" w="81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65"/>
            <p:cNvSpPr/>
            <p:nvPr/>
          </p:nvSpPr>
          <p:spPr>
            <a:xfrm>
              <a:off x="2471787" y="2184072"/>
              <a:ext cx="1147902" cy="19777"/>
            </a:xfrm>
            <a:custGeom>
              <a:rect b="b" l="l" r="r" t="t"/>
              <a:pathLst>
                <a:path extrusionOk="0" h="314" w="18225">
                  <a:moveTo>
                    <a:pt x="1" y="1"/>
                  </a:moveTo>
                  <a:lnTo>
                    <a:pt x="1" y="314"/>
                  </a:lnTo>
                  <a:lnTo>
                    <a:pt x="18224" y="314"/>
                  </a:lnTo>
                  <a:lnTo>
                    <a:pt x="18224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65"/>
            <p:cNvSpPr/>
            <p:nvPr/>
          </p:nvSpPr>
          <p:spPr>
            <a:xfrm>
              <a:off x="2471787" y="2294925"/>
              <a:ext cx="1147902" cy="19777"/>
            </a:xfrm>
            <a:custGeom>
              <a:rect b="b" l="l" r="r" t="t"/>
              <a:pathLst>
                <a:path extrusionOk="0" h="314" w="18225">
                  <a:moveTo>
                    <a:pt x="1" y="1"/>
                  </a:moveTo>
                  <a:lnTo>
                    <a:pt x="1" y="314"/>
                  </a:lnTo>
                  <a:lnTo>
                    <a:pt x="18224" y="314"/>
                  </a:lnTo>
                  <a:lnTo>
                    <a:pt x="18224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65"/>
            <p:cNvSpPr/>
            <p:nvPr/>
          </p:nvSpPr>
          <p:spPr>
            <a:xfrm>
              <a:off x="2504665" y="2203786"/>
              <a:ext cx="1081389" cy="91202"/>
            </a:xfrm>
            <a:custGeom>
              <a:rect b="b" l="l" r="r" t="t"/>
              <a:pathLst>
                <a:path extrusionOk="0" h="1448" w="17169">
                  <a:moveTo>
                    <a:pt x="0" y="1"/>
                  </a:moveTo>
                  <a:lnTo>
                    <a:pt x="0" y="1448"/>
                  </a:lnTo>
                  <a:lnTo>
                    <a:pt x="17168" y="1448"/>
                  </a:lnTo>
                  <a:lnTo>
                    <a:pt x="17168" y="1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65"/>
            <p:cNvSpPr/>
            <p:nvPr/>
          </p:nvSpPr>
          <p:spPr>
            <a:xfrm>
              <a:off x="2338828" y="2314639"/>
              <a:ext cx="1417162" cy="19777"/>
            </a:xfrm>
            <a:custGeom>
              <a:rect b="b" l="l" r="r" t="t"/>
              <a:pathLst>
                <a:path extrusionOk="0" h="314" w="22500">
                  <a:moveTo>
                    <a:pt x="0" y="1"/>
                  </a:moveTo>
                  <a:lnTo>
                    <a:pt x="0" y="313"/>
                  </a:lnTo>
                  <a:lnTo>
                    <a:pt x="22499" y="313"/>
                  </a:lnTo>
                  <a:lnTo>
                    <a:pt x="22499" y="1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65"/>
            <p:cNvSpPr/>
            <p:nvPr/>
          </p:nvSpPr>
          <p:spPr>
            <a:xfrm>
              <a:off x="2338828" y="2425491"/>
              <a:ext cx="1417162" cy="19777"/>
            </a:xfrm>
            <a:custGeom>
              <a:rect b="b" l="l" r="r" t="t"/>
              <a:pathLst>
                <a:path extrusionOk="0" h="314" w="22500">
                  <a:moveTo>
                    <a:pt x="0" y="0"/>
                  </a:moveTo>
                  <a:lnTo>
                    <a:pt x="0" y="313"/>
                  </a:lnTo>
                  <a:lnTo>
                    <a:pt x="22499" y="313"/>
                  </a:lnTo>
                  <a:lnTo>
                    <a:pt x="22499" y="0"/>
                  </a:lnTo>
                  <a:close/>
                </a:path>
              </a:pathLst>
            </a:custGeom>
            <a:solidFill>
              <a:srgbClr val="97CFF9">
                <a:alpha val="48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65"/>
            <p:cNvSpPr/>
            <p:nvPr/>
          </p:nvSpPr>
          <p:spPr>
            <a:xfrm>
              <a:off x="2379831" y="2334353"/>
              <a:ext cx="1335093" cy="91202"/>
            </a:xfrm>
            <a:custGeom>
              <a:rect b="b" l="l" r="r" t="t"/>
              <a:pathLst>
                <a:path extrusionOk="0" h="1448" w="21197">
                  <a:moveTo>
                    <a:pt x="1" y="0"/>
                  </a:moveTo>
                  <a:lnTo>
                    <a:pt x="1" y="1447"/>
                  </a:lnTo>
                  <a:lnTo>
                    <a:pt x="21197" y="1447"/>
                  </a:lnTo>
                  <a:lnTo>
                    <a:pt x="21197" y="0"/>
                  </a:lnTo>
                  <a:close/>
                </a:path>
              </a:pathLst>
            </a:custGeom>
            <a:solidFill>
              <a:srgbClr val="7575D3">
                <a:alpha val="53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7" name="Google Shape;2627;p65"/>
          <p:cNvGrpSpPr/>
          <p:nvPr/>
        </p:nvGrpSpPr>
        <p:grpSpPr>
          <a:xfrm flipH="1">
            <a:off x="-13955" y="1343012"/>
            <a:ext cx="2889683" cy="3889979"/>
            <a:chOff x="3074425" y="836100"/>
            <a:chExt cx="1472075" cy="1981650"/>
          </a:xfrm>
        </p:grpSpPr>
        <p:sp>
          <p:nvSpPr>
            <p:cNvPr id="2628" name="Google Shape;2628;p65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65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65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65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65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65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65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65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6" name="Google Shape;2636;p65"/>
          <p:cNvGrpSpPr/>
          <p:nvPr/>
        </p:nvGrpSpPr>
        <p:grpSpPr>
          <a:xfrm>
            <a:off x="3223766" y="66202"/>
            <a:ext cx="3508289" cy="3889979"/>
            <a:chOff x="3074425" y="836100"/>
            <a:chExt cx="1863732" cy="1981650"/>
          </a:xfrm>
        </p:grpSpPr>
        <p:sp>
          <p:nvSpPr>
            <p:cNvPr id="2637" name="Google Shape;2637;p65"/>
            <p:cNvSpPr/>
            <p:nvPr/>
          </p:nvSpPr>
          <p:spPr>
            <a:xfrm>
              <a:off x="4381317" y="1606358"/>
              <a:ext cx="556840" cy="1211366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65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65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65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65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65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65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65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5" name="Google Shape;2645;p65"/>
          <p:cNvSpPr/>
          <p:nvPr/>
        </p:nvSpPr>
        <p:spPr>
          <a:xfrm flipH="1">
            <a:off x="2958662" y="182317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46" name="Google Shape;2646;p65"/>
          <p:cNvGrpSpPr/>
          <p:nvPr/>
        </p:nvGrpSpPr>
        <p:grpSpPr>
          <a:xfrm>
            <a:off x="600852" y="-48411"/>
            <a:ext cx="1945040" cy="1029513"/>
            <a:chOff x="3927875" y="2818025"/>
            <a:chExt cx="1071175" cy="566975"/>
          </a:xfrm>
        </p:grpSpPr>
        <p:sp>
          <p:nvSpPr>
            <p:cNvPr id="2647" name="Google Shape;2647;p65"/>
            <p:cNvSpPr/>
            <p:nvPr/>
          </p:nvSpPr>
          <p:spPr>
            <a:xfrm>
              <a:off x="3927875" y="3269075"/>
              <a:ext cx="1071175" cy="115925"/>
            </a:xfrm>
            <a:custGeom>
              <a:rect b="b" l="l" r="r" t="t"/>
              <a:pathLst>
                <a:path extrusionOk="0" h="4637" w="42847">
                  <a:moveTo>
                    <a:pt x="0" y="192"/>
                  </a:moveTo>
                  <a:cubicBezTo>
                    <a:pt x="0" y="192"/>
                    <a:pt x="0" y="192"/>
                    <a:pt x="0" y="192"/>
                  </a:cubicBezTo>
                  <a:lnTo>
                    <a:pt x="0" y="192"/>
                  </a:lnTo>
                  <a:lnTo>
                    <a:pt x="0" y="192"/>
                  </a:lnTo>
                  <a:close/>
                  <a:moveTo>
                    <a:pt x="42846" y="0"/>
                  </a:moveTo>
                  <a:lnTo>
                    <a:pt x="40005" y="35"/>
                  </a:lnTo>
                  <a:cubicBezTo>
                    <a:pt x="32108" y="87"/>
                    <a:pt x="10093" y="227"/>
                    <a:pt x="2563" y="227"/>
                  </a:cubicBezTo>
                  <a:cubicBezTo>
                    <a:pt x="973" y="227"/>
                    <a:pt x="18" y="210"/>
                    <a:pt x="0" y="192"/>
                  </a:cubicBezTo>
                  <a:lnTo>
                    <a:pt x="0" y="192"/>
                  </a:lnTo>
                  <a:lnTo>
                    <a:pt x="2022" y="4236"/>
                  </a:lnTo>
                  <a:lnTo>
                    <a:pt x="2231" y="4637"/>
                  </a:lnTo>
                  <a:lnTo>
                    <a:pt x="40719" y="4637"/>
                  </a:lnTo>
                  <a:lnTo>
                    <a:pt x="42375" y="1029"/>
                  </a:lnTo>
                  <a:lnTo>
                    <a:pt x="428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65"/>
            <p:cNvSpPr/>
            <p:nvPr/>
          </p:nvSpPr>
          <p:spPr>
            <a:xfrm>
              <a:off x="3947050" y="3252075"/>
              <a:ext cx="1032825" cy="25"/>
            </a:xfrm>
            <a:custGeom>
              <a:rect b="b" l="l" r="r" t="t"/>
              <a:pathLst>
                <a:path extrusionOk="0" fill="none" h="1" w="41313">
                  <a:moveTo>
                    <a:pt x="0" y="0"/>
                  </a:moveTo>
                  <a:lnTo>
                    <a:pt x="41312" y="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65"/>
            <p:cNvSpPr/>
            <p:nvPr/>
          </p:nvSpPr>
          <p:spPr>
            <a:xfrm>
              <a:off x="3991925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1" y="1"/>
                  </a:moveTo>
                  <a:lnTo>
                    <a:pt x="1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65"/>
            <p:cNvSpPr/>
            <p:nvPr/>
          </p:nvSpPr>
          <p:spPr>
            <a:xfrm>
              <a:off x="4927550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0" y="1"/>
                  </a:moveTo>
                  <a:lnTo>
                    <a:pt x="0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65"/>
            <p:cNvSpPr/>
            <p:nvPr/>
          </p:nvSpPr>
          <p:spPr>
            <a:xfrm>
              <a:off x="3978425" y="3294775"/>
              <a:ext cx="1008850" cy="90225"/>
            </a:xfrm>
            <a:custGeom>
              <a:rect b="b" l="l" r="r" t="t"/>
              <a:pathLst>
                <a:path extrusionOk="0" h="3609" w="40354">
                  <a:moveTo>
                    <a:pt x="40353" y="1"/>
                  </a:moveTo>
                  <a:lnTo>
                    <a:pt x="0" y="3208"/>
                  </a:lnTo>
                  <a:lnTo>
                    <a:pt x="209" y="3609"/>
                  </a:lnTo>
                  <a:lnTo>
                    <a:pt x="38680" y="3609"/>
                  </a:lnTo>
                  <a:lnTo>
                    <a:pt x="4035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65"/>
            <p:cNvSpPr/>
            <p:nvPr/>
          </p:nvSpPr>
          <p:spPr>
            <a:xfrm>
              <a:off x="4044225" y="2940925"/>
              <a:ext cx="152975" cy="335575"/>
            </a:xfrm>
            <a:custGeom>
              <a:rect b="b" l="l" r="r" t="t"/>
              <a:pathLst>
                <a:path extrusionOk="0" fill="none" h="13423" w="6119">
                  <a:moveTo>
                    <a:pt x="0" y="13423"/>
                  </a:moveTo>
                  <a:lnTo>
                    <a:pt x="4131" y="1"/>
                  </a:lnTo>
                  <a:lnTo>
                    <a:pt x="6119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65"/>
            <p:cNvSpPr/>
            <p:nvPr/>
          </p:nvSpPr>
          <p:spPr>
            <a:xfrm>
              <a:off x="4133550" y="2913900"/>
              <a:ext cx="28350" cy="28350"/>
            </a:xfrm>
            <a:custGeom>
              <a:rect b="b" l="l" r="r" t="t"/>
              <a:pathLst>
                <a:path extrusionOk="0" fill="none" h="1134" w="1134">
                  <a:moveTo>
                    <a:pt x="1134" y="559"/>
                  </a:moveTo>
                  <a:cubicBezTo>
                    <a:pt x="1134" y="872"/>
                    <a:pt x="872" y="1134"/>
                    <a:pt x="558" y="1134"/>
                  </a:cubicBezTo>
                  <a:cubicBezTo>
                    <a:pt x="245" y="1134"/>
                    <a:pt x="1" y="872"/>
                    <a:pt x="1" y="559"/>
                  </a:cubicBezTo>
                  <a:cubicBezTo>
                    <a:pt x="1" y="245"/>
                    <a:pt x="245" y="1"/>
                    <a:pt x="558" y="1"/>
                  </a:cubicBezTo>
                  <a:cubicBezTo>
                    <a:pt x="872" y="1"/>
                    <a:pt x="1134" y="245"/>
                    <a:pt x="1134" y="559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65"/>
            <p:cNvSpPr/>
            <p:nvPr/>
          </p:nvSpPr>
          <p:spPr>
            <a:xfrm>
              <a:off x="4146625" y="2818025"/>
              <a:ext cx="900" cy="95900"/>
            </a:xfrm>
            <a:custGeom>
              <a:rect b="b" l="l" r="r" t="t"/>
              <a:pathLst>
                <a:path extrusionOk="0" fill="none" h="3836" w="36">
                  <a:moveTo>
                    <a:pt x="35" y="3836"/>
                  </a:moveTo>
                  <a:lnTo>
                    <a:pt x="1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65"/>
            <p:cNvSpPr/>
            <p:nvPr/>
          </p:nvSpPr>
          <p:spPr>
            <a:xfrm>
              <a:off x="4736675" y="2938300"/>
              <a:ext cx="153425" cy="335575"/>
            </a:xfrm>
            <a:custGeom>
              <a:rect b="b" l="l" r="r" t="t"/>
              <a:pathLst>
                <a:path extrusionOk="0" fill="none" h="13423" w="6137">
                  <a:moveTo>
                    <a:pt x="6136" y="13423"/>
                  </a:moveTo>
                  <a:lnTo>
                    <a:pt x="2005" y="1"/>
                  </a:lnTo>
                  <a:lnTo>
                    <a:pt x="0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65"/>
            <p:cNvSpPr/>
            <p:nvPr/>
          </p:nvSpPr>
          <p:spPr>
            <a:xfrm>
              <a:off x="4771975" y="2911300"/>
              <a:ext cx="28775" cy="28775"/>
            </a:xfrm>
            <a:custGeom>
              <a:rect b="b" l="l" r="r" t="t"/>
              <a:pathLst>
                <a:path extrusionOk="0" fill="none" h="1151" w="1151">
                  <a:moveTo>
                    <a:pt x="1151" y="575"/>
                  </a:moveTo>
                  <a:cubicBezTo>
                    <a:pt x="1151" y="889"/>
                    <a:pt x="889" y="1151"/>
                    <a:pt x="576" y="1151"/>
                  </a:cubicBezTo>
                  <a:cubicBezTo>
                    <a:pt x="262" y="1151"/>
                    <a:pt x="0" y="889"/>
                    <a:pt x="0" y="575"/>
                  </a:cubicBezTo>
                  <a:cubicBezTo>
                    <a:pt x="0" y="262"/>
                    <a:pt x="262" y="0"/>
                    <a:pt x="576" y="0"/>
                  </a:cubicBezTo>
                  <a:cubicBezTo>
                    <a:pt x="889" y="0"/>
                    <a:pt x="1151" y="262"/>
                    <a:pt x="1151" y="575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65"/>
            <p:cNvSpPr/>
            <p:nvPr/>
          </p:nvSpPr>
          <p:spPr>
            <a:xfrm>
              <a:off x="4786350" y="2818900"/>
              <a:ext cx="900" cy="92425"/>
            </a:xfrm>
            <a:custGeom>
              <a:rect b="b" l="l" r="r" t="t"/>
              <a:pathLst>
                <a:path extrusionOk="0" fill="none" h="3697" w="36">
                  <a:moveTo>
                    <a:pt x="1" y="3696"/>
                  </a:moveTo>
                  <a:lnTo>
                    <a:pt x="36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7">
    <p:spTree>
      <p:nvGrpSpPr>
        <p:cNvPr id="2658" name="Shape 2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9" name="Google Shape;2659;p66"/>
          <p:cNvGrpSpPr/>
          <p:nvPr/>
        </p:nvGrpSpPr>
        <p:grpSpPr>
          <a:xfrm flipH="1">
            <a:off x="225409" y="1336543"/>
            <a:ext cx="2181468" cy="2936607"/>
            <a:chOff x="3074425" y="836100"/>
            <a:chExt cx="1472075" cy="1981650"/>
          </a:xfrm>
        </p:grpSpPr>
        <p:sp>
          <p:nvSpPr>
            <p:cNvPr id="2660" name="Google Shape;2660;p66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66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66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66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66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66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66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66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8" name="Google Shape;2668;p66"/>
          <p:cNvGrpSpPr/>
          <p:nvPr/>
        </p:nvGrpSpPr>
        <p:grpSpPr>
          <a:xfrm flipH="1">
            <a:off x="6833489" y="978609"/>
            <a:ext cx="1677593" cy="3652484"/>
            <a:chOff x="1622025" y="238125"/>
            <a:chExt cx="746825" cy="1626000"/>
          </a:xfrm>
        </p:grpSpPr>
        <p:sp>
          <p:nvSpPr>
            <p:cNvPr id="2669" name="Google Shape;2669;p66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66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66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66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66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4" name="Google Shape;2674;p66"/>
          <p:cNvGrpSpPr/>
          <p:nvPr/>
        </p:nvGrpSpPr>
        <p:grpSpPr>
          <a:xfrm>
            <a:off x="6809020" y="2376474"/>
            <a:ext cx="1134024" cy="2205298"/>
            <a:chOff x="4087800" y="723675"/>
            <a:chExt cx="700750" cy="1362725"/>
          </a:xfrm>
        </p:grpSpPr>
        <p:sp>
          <p:nvSpPr>
            <p:cNvPr id="2675" name="Google Shape;2675;p66"/>
            <p:cNvSpPr/>
            <p:nvPr/>
          </p:nvSpPr>
          <p:spPr>
            <a:xfrm>
              <a:off x="4255125" y="723675"/>
              <a:ext cx="342125" cy="111600"/>
            </a:xfrm>
            <a:custGeom>
              <a:rect b="b" l="l" r="r" t="t"/>
              <a:pathLst>
                <a:path extrusionOk="0" h="4464" w="13685">
                  <a:moveTo>
                    <a:pt x="1" y="1"/>
                  </a:moveTo>
                  <a:lnTo>
                    <a:pt x="1" y="4463"/>
                  </a:lnTo>
                  <a:lnTo>
                    <a:pt x="13685" y="4463"/>
                  </a:lnTo>
                  <a:lnTo>
                    <a:pt x="1368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66"/>
            <p:cNvSpPr/>
            <p:nvPr/>
          </p:nvSpPr>
          <p:spPr>
            <a:xfrm>
              <a:off x="4512250" y="723675"/>
              <a:ext cx="85000" cy="111600"/>
            </a:xfrm>
            <a:custGeom>
              <a:rect b="b" l="l" r="r" t="t"/>
              <a:pathLst>
                <a:path extrusionOk="0" h="4464" w="3400">
                  <a:moveTo>
                    <a:pt x="0" y="1"/>
                  </a:moveTo>
                  <a:lnTo>
                    <a:pt x="0" y="4463"/>
                  </a:lnTo>
                  <a:lnTo>
                    <a:pt x="3400" y="4463"/>
                  </a:lnTo>
                  <a:lnTo>
                    <a:pt x="340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66"/>
            <p:cNvSpPr/>
            <p:nvPr/>
          </p:nvSpPr>
          <p:spPr>
            <a:xfrm>
              <a:off x="4087800" y="816075"/>
              <a:ext cx="700750" cy="1270325"/>
            </a:xfrm>
            <a:custGeom>
              <a:rect b="b" l="l" r="r" t="t"/>
              <a:pathLst>
                <a:path extrusionOk="0" h="50813" w="28030">
                  <a:moveTo>
                    <a:pt x="0" y="0"/>
                  </a:moveTo>
                  <a:lnTo>
                    <a:pt x="0" y="50812"/>
                  </a:lnTo>
                  <a:lnTo>
                    <a:pt x="28030" y="50812"/>
                  </a:lnTo>
                  <a:lnTo>
                    <a:pt x="28030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66"/>
            <p:cNvSpPr/>
            <p:nvPr/>
          </p:nvSpPr>
          <p:spPr>
            <a:xfrm>
              <a:off x="4582400" y="816075"/>
              <a:ext cx="206150" cy="1270325"/>
            </a:xfrm>
            <a:custGeom>
              <a:rect b="b" l="l" r="r" t="t"/>
              <a:pathLst>
                <a:path extrusionOk="0" h="50813" w="8246">
                  <a:moveTo>
                    <a:pt x="1" y="0"/>
                  </a:moveTo>
                  <a:lnTo>
                    <a:pt x="1" y="50812"/>
                  </a:lnTo>
                  <a:lnTo>
                    <a:pt x="8246" y="50812"/>
                  </a:lnTo>
                  <a:lnTo>
                    <a:pt x="824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66"/>
            <p:cNvSpPr/>
            <p:nvPr/>
          </p:nvSpPr>
          <p:spPr>
            <a:xfrm>
              <a:off x="4138350" y="94287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66"/>
            <p:cNvSpPr/>
            <p:nvPr/>
          </p:nvSpPr>
          <p:spPr>
            <a:xfrm>
              <a:off x="4297850" y="94287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66"/>
            <p:cNvSpPr/>
            <p:nvPr/>
          </p:nvSpPr>
          <p:spPr>
            <a:xfrm>
              <a:off x="4456475" y="94287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66"/>
            <p:cNvSpPr/>
            <p:nvPr/>
          </p:nvSpPr>
          <p:spPr>
            <a:xfrm>
              <a:off x="4138350" y="108842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66"/>
            <p:cNvSpPr/>
            <p:nvPr/>
          </p:nvSpPr>
          <p:spPr>
            <a:xfrm>
              <a:off x="4297850" y="108842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66"/>
            <p:cNvSpPr/>
            <p:nvPr/>
          </p:nvSpPr>
          <p:spPr>
            <a:xfrm>
              <a:off x="4456475" y="108842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66"/>
            <p:cNvSpPr/>
            <p:nvPr/>
          </p:nvSpPr>
          <p:spPr>
            <a:xfrm>
              <a:off x="4138350" y="1233975"/>
              <a:ext cx="68450" cy="68450"/>
            </a:xfrm>
            <a:custGeom>
              <a:rect b="b" l="l" r="r" t="t"/>
              <a:pathLst>
                <a:path extrusionOk="0" h="2738" w="2738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66"/>
            <p:cNvSpPr/>
            <p:nvPr/>
          </p:nvSpPr>
          <p:spPr>
            <a:xfrm>
              <a:off x="4297850" y="1233975"/>
              <a:ext cx="68875" cy="68450"/>
            </a:xfrm>
            <a:custGeom>
              <a:rect b="b" l="l" r="r" t="t"/>
              <a:pathLst>
                <a:path extrusionOk="0" h="2738" w="2755">
                  <a:moveTo>
                    <a:pt x="0" y="1"/>
                  </a:moveTo>
                  <a:lnTo>
                    <a:pt x="0" y="2737"/>
                  </a:lnTo>
                  <a:lnTo>
                    <a:pt x="2754" y="2737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66"/>
            <p:cNvSpPr/>
            <p:nvPr/>
          </p:nvSpPr>
          <p:spPr>
            <a:xfrm>
              <a:off x="4456475" y="1233975"/>
              <a:ext cx="68425" cy="68450"/>
            </a:xfrm>
            <a:custGeom>
              <a:rect b="b" l="l" r="r" t="t"/>
              <a:pathLst>
                <a:path extrusionOk="0" h="2738" w="2737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66"/>
            <p:cNvSpPr/>
            <p:nvPr/>
          </p:nvSpPr>
          <p:spPr>
            <a:xfrm>
              <a:off x="4138350" y="137910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66"/>
            <p:cNvSpPr/>
            <p:nvPr/>
          </p:nvSpPr>
          <p:spPr>
            <a:xfrm>
              <a:off x="4297850" y="137910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66"/>
            <p:cNvSpPr/>
            <p:nvPr/>
          </p:nvSpPr>
          <p:spPr>
            <a:xfrm>
              <a:off x="4456475" y="137910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66"/>
            <p:cNvSpPr/>
            <p:nvPr/>
          </p:nvSpPr>
          <p:spPr>
            <a:xfrm>
              <a:off x="4138350" y="152465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66"/>
            <p:cNvSpPr/>
            <p:nvPr/>
          </p:nvSpPr>
          <p:spPr>
            <a:xfrm>
              <a:off x="4297850" y="152465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66"/>
            <p:cNvSpPr/>
            <p:nvPr/>
          </p:nvSpPr>
          <p:spPr>
            <a:xfrm>
              <a:off x="4456475" y="152465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66"/>
            <p:cNvSpPr/>
            <p:nvPr/>
          </p:nvSpPr>
          <p:spPr>
            <a:xfrm>
              <a:off x="4138350" y="1668875"/>
              <a:ext cx="68450" cy="68900"/>
            </a:xfrm>
            <a:custGeom>
              <a:rect b="b" l="l" r="r" t="t"/>
              <a:pathLst>
                <a:path extrusionOk="0" h="2756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66"/>
            <p:cNvSpPr/>
            <p:nvPr/>
          </p:nvSpPr>
          <p:spPr>
            <a:xfrm>
              <a:off x="4297850" y="1668875"/>
              <a:ext cx="68875" cy="68900"/>
            </a:xfrm>
            <a:custGeom>
              <a:rect b="b" l="l" r="r" t="t"/>
              <a:pathLst>
                <a:path extrusionOk="0" h="2756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66"/>
            <p:cNvSpPr/>
            <p:nvPr/>
          </p:nvSpPr>
          <p:spPr>
            <a:xfrm>
              <a:off x="4456475" y="1668875"/>
              <a:ext cx="68425" cy="68900"/>
            </a:xfrm>
            <a:custGeom>
              <a:rect b="b" l="l" r="r" t="t"/>
              <a:pathLst>
                <a:path extrusionOk="0" h="2756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7" name="Google Shape;2697;p66"/>
          <p:cNvGrpSpPr/>
          <p:nvPr/>
        </p:nvGrpSpPr>
        <p:grpSpPr>
          <a:xfrm>
            <a:off x="1265733" y="1912398"/>
            <a:ext cx="1221601" cy="2360067"/>
            <a:chOff x="3308625" y="459175"/>
            <a:chExt cx="736925" cy="1423700"/>
          </a:xfrm>
        </p:grpSpPr>
        <p:sp>
          <p:nvSpPr>
            <p:cNvPr id="2698" name="Google Shape;2698;p66"/>
            <p:cNvSpPr/>
            <p:nvPr/>
          </p:nvSpPr>
          <p:spPr>
            <a:xfrm>
              <a:off x="3308625" y="459175"/>
              <a:ext cx="736925" cy="1423700"/>
            </a:xfrm>
            <a:custGeom>
              <a:rect b="b" l="l" r="r" t="t"/>
              <a:pathLst>
                <a:path extrusionOk="0" h="56948" w="29477">
                  <a:moveTo>
                    <a:pt x="0" y="0"/>
                  </a:moveTo>
                  <a:lnTo>
                    <a:pt x="0" y="56948"/>
                  </a:lnTo>
                  <a:lnTo>
                    <a:pt x="29477" y="56948"/>
                  </a:lnTo>
                  <a:lnTo>
                    <a:pt x="29477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66"/>
            <p:cNvSpPr/>
            <p:nvPr/>
          </p:nvSpPr>
          <p:spPr>
            <a:xfrm>
              <a:off x="3352625" y="748525"/>
              <a:ext cx="109850" cy="148175"/>
            </a:xfrm>
            <a:custGeom>
              <a:rect b="b" l="l" r="r" t="t"/>
              <a:pathLst>
                <a:path extrusionOk="0" h="5927" w="4394">
                  <a:moveTo>
                    <a:pt x="2197" y="0"/>
                  </a:moveTo>
                  <a:cubicBezTo>
                    <a:pt x="977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66"/>
            <p:cNvSpPr/>
            <p:nvPr/>
          </p:nvSpPr>
          <p:spPr>
            <a:xfrm>
              <a:off x="3499500" y="7485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94" y="0"/>
                    <a:pt x="0" y="994"/>
                    <a:pt x="0" y="2214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214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66"/>
            <p:cNvSpPr/>
            <p:nvPr/>
          </p:nvSpPr>
          <p:spPr>
            <a:xfrm>
              <a:off x="3646350" y="7485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214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66"/>
            <p:cNvSpPr/>
            <p:nvPr/>
          </p:nvSpPr>
          <p:spPr>
            <a:xfrm>
              <a:off x="3352625" y="5546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66"/>
            <p:cNvSpPr/>
            <p:nvPr/>
          </p:nvSpPr>
          <p:spPr>
            <a:xfrm>
              <a:off x="3499500" y="5546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66"/>
            <p:cNvSpPr/>
            <p:nvPr/>
          </p:nvSpPr>
          <p:spPr>
            <a:xfrm>
              <a:off x="3646350" y="5546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66"/>
            <p:cNvSpPr/>
            <p:nvPr/>
          </p:nvSpPr>
          <p:spPr>
            <a:xfrm>
              <a:off x="3352625" y="956825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66"/>
            <p:cNvSpPr/>
            <p:nvPr/>
          </p:nvSpPr>
          <p:spPr>
            <a:xfrm>
              <a:off x="3499500" y="956825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66"/>
            <p:cNvSpPr/>
            <p:nvPr/>
          </p:nvSpPr>
          <p:spPr>
            <a:xfrm>
              <a:off x="3646350" y="956825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66"/>
            <p:cNvSpPr/>
            <p:nvPr/>
          </p:nvSpPr>
          <p:spPr>
            <a:xfrm>
              <a:off x="335482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94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66"/>
            <p:cNvSpPr/>
            <p:nvPr/>
          </p:nvSpPr>
          <p:spPr>
            <a:xfrm>
              <a:off x="350167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94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66"/>
            <p:cNvSpPr/>
            <p:nvPr/>
          </p:nvSpPr>
          <p:spPr>
            <a:xfrm>
              <a:off x="3648975" y="1356000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66"/>
            <p:cNvSpPr/>
            <p:nvPr/>
          </p:nvSpPr>
          <p:spPr>
            <a:xfrm>
              <a:off x="335482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76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66"/>
            <p:cNvSpPr/>
            <p:nvPr/>
          </p:nvSpPr>
          <p:spPr>
            <a:xfrm>
              <a:off x="350167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76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76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66"/>
            <p:cNvSpPr/>
            <p:nvPr/>
          </p:nvSpPr>
          <p:spPr>
            <a:xfrm>
              <a:off x="3648975" y="15621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76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66"/>
            <p:cNvSpPr/>
            <p:nvPr/>
          </p:nvSpPr>
          <p:spPr>
            <a:xfrm>
              <a:off x="3352625" y="11564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1"/>
                  </a:moveTo>
                  <a:cubicBezTo>
                    <a:pt x="977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66"/>
            <p:cNvSpPr/>
            <p:nvPr/>
          </p:nvSpPr>
          <p:spPr>
            <a:xfrm>
              <a:off x="3499500" y="11564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1"/>
                  </a:moveTo>
                  <a:cubicBezTo>
                    <a:pt x="994" y="1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66"/>
            <p:cNvSpPr/>
            <p:nvPr/>
          </p:nvSpPr>
          <p:spPr>
            <a:xfrm>
              <a:off x="3646350" y="11564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1"/>
                  </a:moveTo>
                  <a:cubicBezTo>
                    <a:pt x="994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1"/>
                    <a:pt x="2214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66"/>
            <p:cNvSpPr/>
            <p:nvPr/>
          </p:nvSpPr>
          <p:spPr>
            <a:xfrm>
              <a:off x="3813700" y="459175"/>
              <a:ext cx="231850" cy="1423700"/>
            </a:xfrm>
            <a:custGeom>
              <a:rect b="b" l="l" r="r" t="t"/>
              <a:pathLst>
                <a:path extrusionOk="0" h="56948" w="9274">
                  <a:moveTo>
                    <a:pt x="0" y="0"/>
                  </a:moveTo>
                  <a:lnTo>
                    <a:pt x="0" y="56948"/>
                  </a:lnTo>
                  <a:lnTo>
                    <a:pt x="9274" y="56948"/>
                  </a:lnTo>
                  <a:lnTo>
                    <a:pt x="927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8" name="Google Shape;2718;p66"/>
          <p:cNvGrpSpPr/>
          <p:nvPr/>
        </p:nvGrpSpPr>
        <p:grpSpPr>
          <a:xfrm>
            <a:off x="107430" y="2356069"/>
            <a:ext cx="1085089" cy="2100762"/>
            <a:chOff x="2607875" y="643925"/>
            <a:chExt cx="654575" cy="1267275"/>
          </a:xfrm>
        </p:grpSpPr>
        <p:sp>
          <p:nvSpPr>
            <p:cNvPr id="2719" name="Google Shape;2719;p66"/>
            <p:cNvSpPr/>
            <p:nvPr/>
          </p:nvSpPr>
          <p:spPr>
            <a:xfrm>
              <a:off x="2607875" y="643925"/>
              <a:ext cx="654575" cy="1267275"/>
            </a:xfrm>
            <a:custGeom>
              <a:rect b="b" l="l" r="r" t="t"/>
              <a:pathLst>
                <a:path extrusionOk="0" h="50691" w="26183">
                  <a:moveTo>
                    <a:pt x="1" y="1"/>
                  </a:moveTo>
                  <a:lnTo>
                    <a:pt x="1" y="50691"/>
                  </a:lnTo>
                  <a:lnTo>
                    <a:pt x="26183" y="50691"/>
                  </a:lnTo>
                  <a:lnTo>
                    <a:pt x="26183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66"/>
            <p:cNvSpPr/>
            <p:nvPr/>
          </p:nvSpPr>
          <p:spPr>
            <a:xfrm>
              <a:off x="2667150" y="718450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66"/>
            <p:cNvSpPr/>
            <p:nvPr/>
          </p:nvSpPr>
          <p:spPr>
            <a:xfrm>
              <a:off x="276520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66"/>
            <p:cNvSpPr/>
            <p:nvPr/>
          </p:nvSpPr>
          <p:spPr>
            <a:xfrm>
              <a:off x="286325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66"/>
            <p:cNvSpPr/>
            <p:nvPr/>
          </p:nvSpPr>
          <p:spPr>
            <a:xfrm>
              <a:off x="2960875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66"/>
            <p:cNvSpPr/>
            <p:nvPr/>
          </p:nvSpPr>
          <p:spPr>
            <a:xfrm>
              <a:off x="2667150" y="1012175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0"/>
                  </a:moveTo>
                  <a:lnTo>
                    <a:pt x="1" y="8419"/>
                  </a:lnTo>
                  <a:lnTo>
                    <a:pt x="2075" y="8419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66"/>
            <p:cNvSpPr/>
            <p:nvPr/>
          </p:nvSpPr>
          <p:spPr>
            <a:xfrm>
              <a:off x="276520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66"/>
            <p:cNvSpPr/>
            <p:nvPr/>
          </p:nvSpPr>
          <p:spPr>
            <a:xfrm>
              <a:off x="286325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66"/>
            <p:cNvSpPr/>
            <p:nvPr/>
          </p:nvSpPr>
          <p:spPr>
            <a:xfrm>
              <a:off x="2960875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19"/>
                  </a:lnTo>
                  <a:lnTo>
                    <a:pt x="2057" y="8419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66"/>
            <p:cNvSpPr/>
            <p:nvPr/>
          </p:nvSpPr>
          <p:spPr>
            <a:xfrm>
              <a:off x="2667150" y="1294125"/>
              <a:ext cx="51875" cy="210050"/>
            </a:xfrm>
            <a:custGeom>
              <a:rect b="b" l="l" r="r" t="t"/>
              <a:pathLst>
                <a:path extrusionOk="0" h="8402" w="2075">
                  <a:moveTo>
                    <a:pt x="1" y="0"/>
                  </a:moveTo>
                  <a:lnTo>
                    <a:pt x="1" y="8402"/>
                  </a:lnTo>
                  <a:lnTo>
                    <a:pt x="2075" y="8402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66"/>
            <p:cNvSpPr/>
            <p:nvPr/>
          </p:nvSpPr>
          <p:spPr>
            <a:xfrm>
              <a:off x="276520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66"/>
            <p:cNvSpPr/>
            <p:nvPr/>
          </p:nvSpPr>
          <p:spPr>
            <a:xfrm>
              <a:off x="286325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66"/>
            <p:cNvSpPr/>
            <p:nvPr/>
          </p:nvSpPr>
          <p:spPr>
            <a:xfrm>
              <a:off x="2960875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0" y="0"/>
                  </a:moveTo>
                  <a:lnTo>
                    <a:pt x="0" y="8402"/>
                  </a:lnTo>
                  <a:lnTo>
                    <a:pt x="2057" y="8402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66"/>
            <p:cNvSpPr/>
            <p:nvPr/>
          </p:nvSpPr>
          <p:spPr>
            <a:xfrm>
              <a:off x="2667150" y="1568650"/>
              <a:ext cx="51875" cy="210525"/>
            </a:xfrm>
            <a:custGeom>
              <a:rect b="b" l="l" r="r" t="t"/>
              <a:pathLst>
                <a:path extrusionOk="0" h="8421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66"/>
            <p:cNvSpPr/>
            <p:nvPr/>
          </p:nvSpPr>
          <p:spPr>
            <a:xfrm>
              <a:off x="276520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66"/>
            <p:cNvSpPr/>
            <p:nvPr/>
          </p:nvSpPr>
          <p:spPr>
            <a:xfrm>
              <a:off x="286325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66"/>
            <p:cNvSpPr/>
            <p:nvPr/>
          </p:nvSpPr>
          <p:spPr>
            <a:xfrm>
              <a:off x="2960875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66"/>
            <p:cNvSpPr/>
            <p:nvPr/>
          </p:nvSpPr>
          <p:spPr>
            <a:xfrm>
              <a:off x="3099450" y="643925"/>
              <a:ext cx="163000" cy="1267275"/>
            </a:xfrm>
            <a:custGeom>
              <a:rect b="b" l="l" r="r" t="t"/>
              <a:pathLst>
                <a:path extrusionOk="0" h="50691" w="6520">
                  <a:moveTo>
                    <a:pt x="0" y="1"/>
                  </a:moveTo>
                  <a:lnTo>
                    <a:pt x="0" y="50691"/>
                  </a:lnTo>
                  <a:lnTo>
                    <a:pt x="6520" y="50691"/>
                  </a:lnTo>
                  <a:lnTo>
                    <a:pt x="652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7" name="Google Shape;2737;p66"/>
          <p:cNvGrpSpPr/>
          <p:nvPr/>
        </p:nvGrpSpPr>
        <p:grpSpPr>
          <a:xfrm>
            <a:off x="8003649" y="1988608"/>
            <a:ext cx="1058611" cy="2051519"/>
            <a:chOff x="4826000" y="484000"/>
            <a:chExt cx="654150" cy="1267700"/>
          </a:xfrm>
        </p:grpSpPr>
        <p:sp>
          <p:nvSpPr>
            <p:cNvPr id="2738" name="Google Shape;2738;p66"/>
            <p:cNvSpPr/>
            <p:nvPr/>
          </p:nvSpPr>
          <p:spPr>
            <a:xfrm>
              <a:off x="4826000" y="484000"/>
              <a:ext cx="654150" cy="1267700"/>
            </a:xfrm>
            <a:custGeom>
              <a:rect b="b" l="l" r="r" t="t"/>
              <a:pathLst>
                <a:path extrusionOk="0" h="50708" w="26166">
                  <a:moveTo>
                    <a:pt x="1" y="1"/>
                  </a:moveTo>
                  <a:lnTo>
                    <a:pt x="1" y="50708"/>
                  </a:lnTo>
                  <a:lnTo>
                    <a:pt x="26165" y="50708"/>
                  </a:lnTo>
                  <a:lnTo>
                    <a:pt x="2616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66"/>
            <p:cNvSpPr/>
            <p:nvPr/>
          </p:nvSpPr>
          <p:spPr>
            <a:xfrm>
              <a:off x="4885275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66"/>
            <p:cNvSpPr/>
            <p:nvPr/>
          </p:nvSpPr>
          <p:spPr>
            <a:xfrm>
              <a:off x="49829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66"/>
            <p:cNvSpPr/>
            <p:nvPr/>
          </p:nvSpPr>
          <p:spPr>
            <a:xfrm>
              <a:off x="508095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66"/>
            <p:cNvSpPr/>
            <p:nvPr/>
          </p:nvSpPr>
          <p:spPr>
            <a:xfrm>
              <a:off x="51790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66"/>
            <p:cNvSpPr/>
            <p:nvPr/>
          </p:nvSpPr>
          <p:spPr>
            <a:xfrm>
              <a:off x="4885275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66"/>
            <p:cNvSpPr/>
            <p:nvPr/>
          </p:nvSpPr>
          <p:spPr>
            <a:xfrm>
              <a:off x="49829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66"/>
            <p:cNvSpPr/>
            <p:nvPr/>
          </p:nvSpPr>
          <p:spPr>
            <a:xfrm>
              <a:off x="508095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66"/>
            <p:cNvSpPr/>
            <p:nvPr/>
          </p:nvSpPr>
          <p:spPr>
            <a:xfrm>
              <a:off x="51790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66"/>
            <p:cNvSpPr/>
            <p:nvPr/>
          </p:nvSpPr>
          <p:spPr>
            <a:xfrm>
              <a:off x="4885275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66"/>
            <p:cNvSpPr/>
            <p:nvPr/>
          </p:nvSpPr>
          <p:spPr>
            <a:xfrm>
              <a:off x="49829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66"/>
            <p:cNvSpPr/>
            <p:nvPr/>
          </p:nvSpPr>
          <p:spPr>
            <a:xfrm>
              <a:off x="508095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66"/>
            <p:cNvSpPr/>
            <p:nvPr/>
          </p:nvSpPr>
          <p:spPr>
            <a:xfrm>
              <a:off x="51790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66"/>
            <p:cNvSpPr/>
            <p:nvPr/>
          </p:nvSpPr>
          <p:spPr>
            <a:xfrm>
              <a:off x="4885275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1" y="1"/>
                  </a:moveTo>
                  <a:lnTo>
                    <a:pt x="1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66"/>
            <p:cNvSpPr/>
            <p:nvPr/>
          </p:nvSpPr>
          <p:spPr>
            <a:xfrm>
              <a:off x="49829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66"/>
            <p:cNvSpPr/>
            <p:nvPr/>
          </p:nvSpPr>
          <p:spPr>
            <a:xfrm>
              <a:off x="508095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66"/>
            <p:cNvSpPr/>
            <p:nvPr/>
          </p:nvSpPr>
          <p:spPr>
            <a:xfrm>
              <a:off x="51790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66"/>
            <p:cNvSpPr/>
            <p:nvPr/>
          </p:nvSpPr>
          <p:spPr>
            <a:xfrm>
              <a:off x="5317575" y="484000"/>
              <a:ext cx="162575" cy="1267700"/>
            </a:xfrm>
            <a:custGeom>
              <a:rect b="b" l="l" r="r" t="t"/>
              <a:pathLst>
                <a:path extrusionOk="0" h="50708" w="6503">
                  <a:moveTo>
                    <a:pt x="0" y="1"/>
                  </a:moveTo>
                  <a:lnTo>
                    <a:pt x="0" y="50708"/>
                  </a:lnTo>
                  <a:lnTo>
                    <a:pt x="6502" y="50708"/>
                  </a:lnTo>
                  <a:lnTo>
                    <a:pt x="650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6" name="Google Shape;2756;p66"/>
          <p:cNvGrpSpPr/>
          <p:nvPr/>
        </p:nvGrpSpPr>
        <p:grpSpPr>
          <a:xfrm>
            <a:off x="-381000" y="3714140"/>
            <a:ext cx="9870375" cy="1455000"/>
            <a:chOff x="-381000" y="2758675"/>
            <a:chExt cx="9870375" cy="1455000"/>
          </a:xfrm>
        </p:grpSpPr>
        <p:sp>
          <p:nvSpPr>
            <p:cNvPr id="2757" name="Google Shape;2757;p66"/>
            <p:cNvSpPr/>
            <p:nvPr/>
          </p:nvSpPr>
          <p:spPr>
            <a:xfrm>
              <a:off x="152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66"/>
            <p:cNvSpPr/>
            <p:nvPr/>
          </p:nvSpPr>
          <p:spPr>
            <a:xfrm>
              <a:off x="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66"/>
            <p:cNvSpPr/>
            <p:nvPr/>
          </p:nvSpPr>
          <p:spPr>
            <a:xfrm>
              <a:off x="76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66"/>
            <p:cNvSpPr/>
            <p:nvPr/>
          </p:nvSpPr>
          <p:spPr>
            <a:xfrm>
              <a:off x="381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66"/>
            <p:cNvSpPr/>
            <p:nvPr/>
          </p:nvSpPr>
          <p:spPr>
            <a:xfrm>
              <a:off x="228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66"/>
            <p:cNvSpPr/>
            <p:nvPr/>
          </p:nvSpPr>
          <p:spPr>
            <a:xfrm>
              <a:off x="304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66"/>
            <p:cNvSpPr/>
            <p:nvPr/>
          </p:nvSpPr>
          <p:spPr>
            <a:xfrm>
              <a:off x="609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66"/>
            <p:cNvSpPr/>
            <p:nvPr/>
          </p:nvSpPr>
          <p:spPr>
            <a:xfrm>
              <a:off x="457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66"/>
            <p:cNvSpPr/>
            <p:nvPr/>
          </p:nvSpPr>
          <p:spPr>
            <a:xfrm>
              <a:off x="533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66"/>
            <p:cNvSpPr/>
            <p:nvPr/>
          </p:nvSpPr>
          <p:spPr>
            <a:xfrm>
              <a:off x="762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66"/>
            <p:cNvSpPr/>
            <p:nvPr/>
          </p:nvSpPr>
          <p:spPr>
            <a:xfrm>
              <a:off x="685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66"/>
            <p:cNvSpPr/>
            <p:nvPr/>
          </p:nvSpPr>
          <p:spPr>
            <a:xfrm>
              <a:off x="838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66"/>
            <p:cNvSpPr/>
            <p:nvPr/>
          </p:nvSpPr>
          <p:spPr>
            <a:xfrm>
              <a:off x="186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66"/>
            <p:cNvSpPr/>
            <p:nvPr/>
          </p:nvSpPr>
          <p:spPr>
            <a:xfrm>
              <a:off x="3764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66"/>
            <p:cNvSpPr/>
            <p:nvPr/>
          </p:nvSpPr>
          <p:spPr>
            <a:xfrm>
              <a:off x="110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66"/>
            <p:cNvSpPr/>
            <p:nvPr/>
          </p:nvSpPr>
          <p:spPr>
            <a:xfrm>
              <a:off x="415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66"/>
            <p:cNvSpPr/>
            <p:nvPr/>
          </p:nvSpPr>
          <p:spPr>
            <a:xfrm>
              <a:off x="263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66"/>
            <p:cNvSpPr/>
            <p:nvPr/>
          </p:nvSpPr>
          <p:spPr>
            <a:xfrm>
              <a:off x="339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66"/>
            <p:cNvSpPr/>
            <p:nvPr/>
          </p:nvSpPr>
          <p:spPr>
            <a:xfrm>
              <a:off x="644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66"/>
            <p:cNvSpPr/>
            <p:nvPr/>
          </p:nvSpPr>
          <p:spPr>
            <a:xfrm>
              <a:off x="491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66"/>
            <p:cNvSpPr/>
            <p:nvPr/>
          </p:nvSpPr>
          <p:spPr>
            <a:xfrm>
              <a:off x="567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66"/>
            <p:cNvSpPr/>
            <p:nvPr/>
          </p:nvSpPr>
          <p:spPr>
            <a:xfrm>
              <a:off x="796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66"/>
            <p:cNvSpPr/>
            <p:nvPr/>
          </p:nvSpPr>
          <p:spPr>
            <a:xfrm>
              <a:off x="720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66"/>
            <p:cNvSpPr/>
            <p:nvPr/>
          </p:nvSpPr>
          <p:spPr>
            <a:xfrm>
              <a:off x="872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66"/>
            <p:cNvSpPr/>
            <p:nvPr/>
          </p:nvSpPr>
          <p:spPr>
            <a:xfrm>
              <a:off x="-381000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66"/>
            <p:cNvSpPr/>
            <p:nvPr/>
          </p:nvSpPr>
          <p:spPr>
            <a:xfrm>
              <a:off x="1524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66"/>
            <p:cNvSpPr/>
            <p:nvPr/>
          </p:nvSpPr>
          <p:spPr>
            <a:xfrm>
              <a:off x="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66"/>
            <p:cNvSpPr/>
            <p:nvPr/>
          </p:nvSpPr>
          <p:spPr>
            <a:xfrm>
              <a:off x="76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66"/>
            <p:cNvSpPr/>
            <p:nvPr/>
          </p:nvSpPr>
          <p:spPr>
            <a:xfrm>
              <a:off x="381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66"/>
            <p:cNvSpPr/>
            <p:nvPr/>
          </p:nvSpPr>
          <p:spPr>
            <a:xfrm>
              <a:off x="2286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66"/>
            <p:cNvSpPr/>
            <p:nvPr/>
          </p:nvSpPr>
          <p:spPr>
            <a:xfrm>
              <a:off x="3048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66"/>
            <p:cNvSpPr/>
            <p:nvPr/>
          </p:nvSpPr>
          <p:spPr>
            <a:xfrm>
              <a:off x="6096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66"/>
            <p:cNvSpPr/>
            <p:nvPr/>
          </p:nvSpPr>
          <p:spPr>
            <a:xfrm>
              <a:off x="457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66"/>
            <p:cNvSpPr/>
            <p:nvPr/>
          </p:nvSpPr>
          <p:spPr>
            <a:xfrm>
              <a:off x="5334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66"/>
            <p:cNvSpPr/>
            <p:nvPr/>
          </p:nvSpPr>
          <p:spPr>
            <a:xfrm>
              <a:off x="762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66"/>
            <p:cNvSpPr/>
            <p:nvPr/>
          </p:nvSpPr>
          <p:spPr>
            <a:xfrm>
              <a:off x="6858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66"/>
            <p:cNvSpPr/>
            <p:nvPr/>
          </p:nvSpPr>
          <p:spPr>
            <a:xfrm>
              <a:off x="838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66"/>
            <p:cNvSpPr/>
            <p:nvPr/>
          </p:nvSpPr>
          <p:spPr>
            <a:xfrm>
              <a:off x="1869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66"/>
            <p:cNvSpPr/>
            <p:nvPr/>
          </p:nvSpPr>
          <p:spPr>
            <a:xfrm>
              <a:off x="3764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66"/>
            <p:cNvSpPr/>
            <p:nvPr/>
          </p:nvSpPr>
          <p:spPr>
            <a:xfrm>
              <a:off x="110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66"/>
            <p:cNvSpPr/>
            <p:nvPr/>
          </p:nvSpPr>
          <p:spPr>
            <a:xfrm>
              <a:off x="2631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66"/>
            <p:cNvSpPr/>
            <p:nvPr/>
          </p:nvSpPr>
          <p:spPr>
            <a:xfrm>
              <a:off x="6441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66"/>
            <p:cNvSpPr/>
            <p:nvPr/>
          </p:nvSpPr>
          <p:spPr>
            <a:xfrm>
              <a:off x="7965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66"/>
            <p:cNvSpPr/>
            <p:nvPr/>
          </p:nvSpPr>
          <p:spPr>
            <a:xfrm>
              <a:off x="7203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66"/>
            <p:cNvSpPr/>
            <p:nvPr/>
          </p:nvSpPr>
          <p:spPr>
            <a:xfrm>
              <a:off x="872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66"/>
            <p:cNvSpPr/>
            <p:nvPr/>
          </p:nvSpPr>
          <p:spPr>
            <a:xfrm>
              <a:off x="-381000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66"/>
            <p:cNvSpPr/>
            <p:nvPr/>
          </p:nvSpPr>
          <p:spPr>
            <a:xfrm>
              <a:off x="8382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66"/>
            <p:cNvSpPr/>
            <p:nvPr/>
          </p:nvSpPr>
          <p:spPr>
            <a:xfrm>
              <a:off x="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5" name="Google Shape;2805;p66"/>
          <p:cNvSpPr/>
          <p:nvPr/>
        </p:nvSpPr>
        <p:spPr>
          <a:xfrm flipH="1">
            <a:off x="6245100" y="3714150"/>
            <a:ext cx="2898900" cy="11745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6" name="Google Shape;2806;p66"/>
          <p:cNvSpPr/>
          <p:nvPr/>
        </p:nvSpPr>
        <p:spPr>
          <a:xfrm>
            <a:off x="0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7" name="Google Shape;2807;p66"/>
          <p:cNvSpPr/>
          <p:nvPr/>
        </p:nvSpPr>
        <p:spPr>
          <a:xfrm>
            <a:off x="8244388" y="4530058"/>
            <a:ext cx="928204" cy="430572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8" name="Google Shape;2808;p66"/>
          <p:cNvSpPr/>
          <p:nvPr/>
        </p:nvSpPr>
        <p:spPr>
          <a:xfrm>
            <a:off x="107428" y="4889066"/>
            <a:ext cx="1434135" cy="254435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9" name="Google Shape;2809;p66"/>
          <p:cNvSpPr/>
          <p:nvPr/>
        </p:nvSpPr>
        <p:spPr>
          <a:xfrm>
            <a:off x="1274542" y="1057764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0" name="Google Shape;2810;p66"/>
          <p:cNvSpPr/>
          <p:nvPr/>
        </p:nvSpPr>
        <p:spPr>
          <a:xfrm>
            <a:off x="4216700" y="231768"/>
            <a:ext cx="1247188" cy="176383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1" name="Google Shape;2811;p66"/>
          <p:cNvSpPr/>
          <p:nvPr/>
        </p:nvSpPr>
        <p:spPr>
          <a:xfrm>
            <a:off x="7594325" y="733268"/>
            <a:ext cx="1247188" cy="176383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2" name="Google Shape;2812;p66"/>
          <p:cNvSpPr/>
          <p:nvPr/>
        </p:nvSpPr>
        <p:spPr>
          <a:xfrm rot="-591853">
            <a:off x="2347107" y="4140928"/>
            <a:ext cx="464060" cy="469830"/>
          </a:xfrm>
          <a:prstGeom prst="roundRect">
            <a:avLst>
              <a:gd fmla="val 78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3" name="Google Shape;2813;p66"/>
          <p:cNvSpPr/>
          <p:nvPr/>
        </p:nvSpPr>
        <p:spPr>
          <a:xfrm>
            <a:off x="2663775" y="584725"/>
            <a:ext cx="3816600" cy="480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4" name="Google Shape;2814;p66"/>
          <p:cNvSpPr/>
          <p:nvPr/>
        </p:nvSpPr>
        <p:spPr>
          <a:xfrm>
            <a:off x="2818850" y="746725"/>
            <a:ext cx="3506400" cy="4503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5" name="Google Shape;2815;p66"/>
          <p:cNvSpPr/>
          <p:nvPr/>
        </p:nvSpPr>
        <p:spPr>
          <a:xfrm rot="652027">
            <a:off x="485962" y="4098959"/>
            <a:ext cx="2659815" cy="2478903"/>
          </a:xfrm>
          <a:custGeom>
            <a:rect b="b" l="l" r="r" t="t"/>
            <a:pathLst>
              <a:path extrusionOk="0" h="16247" w="17433">
                <a:moveTo>
                  <a:pt x="10686" y="0"/>
                </a:moveTo>
                <a:cubicBezTo>
                  <a:pt x="10372" y="157"/>
                  <a:pt x="7653" y="3382"/>
                  <a:pt x="5893" y="5038"/>
                </a:cubicBezTo>
                <a:cubicBezTo>
                  <a:pt x="4115" y="6694"/>
                  <a:pt x="1" y="9256"/>
                  <a:pt x="1" y="9256"/>
                </a:cubicBezTo>
                <a:lnTo>
                  <a:pt x="1622" y="16246"/>
                </a:lnTo>
                <a:cubicBezTo>
                  <a:pt x="1622" y="16246"/>
                  <a:pt x="6259" y="11906"/>
                  <a:pt x="6991" y="11226"/>
                </a:cubicBezTo>
                <a:cubicBezTo>
                  <a:pt x="7723" y="10529"/>
                  <a:pt x="9205" y="10163"/>
                  <a:pt x="11087" y="8420"/>
                </a:cubicBezTo>
                <a:cubicBezTo>
                  <a:pt x="12307" y="7304"/>
                  <a:pt x="12883" y="5369"/>
                  <a:pt x="12883" y="5369"/>
                </a:cubicBezTo>
                <a:cubicBezTo>
                  <a:pt x="13283" y="4829"/>
                  <a:pt x="13754" y="4323"/>
                  <a:pt x="14260" y="3853"/>
                </a:cubicBezTo>
                <a:cubicBezTo>
                  <a:pt x="15061" y="3138"/>
                  <a:pt x="17432" y="872"/>
                  <a:pt x="16805" y="349"/>
                </a:cubicBezTo>
                <a:cubicBezTo>
                  <a:pt x="16745" y="301"/>
                  <a:pt x="16658" y="279"/>
                  <a:pt x="16549" y="279"/>
                </a:cubicBezTo>
                <a:cubicBezTo>
                  <a:pt x="15517" y="279"/>
                  <a:pt x="12534" y="2249"/>
                  <a:pt x="12534" y="2249"/>
                </a:cubicBezTo>
                <a:cubicBezTo>
                  <a:pt x="12290" y="1796"/>
                  <a:pt x="10686" y="0"/>
                  <a:pt x="106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6" name="Google Shape;2816;p66"/>
          <p:cNvSpPr txBox="1"/>
          <p:nvPr>
            <p:ph type="title"/>
          </p:nvPr>
        </p:nvSpPr>
        <p:spPr>
          <a:xfrm>
            <a:off x="2978020" y="2319605"/>
            <a:ext cx="3187800" cy="12831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17" name="Google Shape;2817;p66"/>
          <p:cNvSpPr txBox="1"/>
          <p:nvPr>
            <p:ph idx="1" type="subTitle"/>
          </p:nvPr>
        </p:nvSpPr>
        <p:spPr>
          <a:xfrm>
            <a:off x="2978180" y="3723580"/>
            <a:ext cx="3187800" cy="6309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18" name="Google Shape;2818;p66"/>
          <p:cNvSpPr txBox="1"/>
          <p:nvPr>
            <p:ph hasCustomPrompt="1" idx="2" type="title"/>
          </p:nvPr>
        </p:nvSpPr>
        <p:spPr>
          <a:xfrm>
            <a:off x="3729163" y="877520"/>
            <a:ext cx="1681500" cy="13212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7_1">
    <p:spTree>
      <p:nvGrpSpPr>
        <p:cNvPr id="2819" name="Shape 2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0" name="Google Shape;2820;p67"/>
          <p:cNvSpPr/>
          <p:nvPr/>
        </p:nvSpPr>
        <p:spPr>
          <a:xfrm>
            <a:off x="7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21" name="Google Shape;2821;p67"/>
          <p:cNvGrpSpPr/>
          <p:nvPr/>
        </p:nvGrpSpPr>
        <p:grpSpPr>
          <a:xfrm flipH="1">
            <a:off x="-163777" y="905495"/>
            <a:ext cx="1941800" cy="3493159"/>
            <a:chOff x="3074425" y="1038250"/>
            <a:chExt cx="989200" cy="1779500"/>
          </a:xfrm>
        </p:grpSpPr>
        <p:sp>
          <p:nvSpPr>
            <p:cNvPr id="2822" name="Google Shape;2822;p67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67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67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67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67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27" name="Google Shape;2827;p67"/>
          <p:cNvGrpSpPr/>
          <p:nvPr/>
        </p:nvGrpSpPr>
        <p:grpSpPr>
          <a:xfrm>
            <a:off x="2216482" y="1378836"/>
            <a:ext cx="1511499" cy="3290861"/>
            <a:chOff x="1622025" y="238125"/>
            <a:chExt cx="746825" cy="1626000"/>
          </a:xfrm>
        </p:grpSpPr>
        <p:sp>
          <p:nvSpPr>
            <p:cNvPr id="2828" name="Google Shape;2828;p67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67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67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67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67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3" name="Google Shape;2833;p67"/>
          <p:cNvGrpSpPr/>
          <p:nvPr/>
        </p:nvGrpSpPr>
        <p:grpSpPr>
          <a:xfrm>
            <a:off x="4458299" y="1023482"/>
            <a:ext cx="2528583" cy="3403880"/>
            <a:chOff x="3074425" y="836100"/>
            <a:chExt cx="1472075" cy="1981650"/>
          </a:xfrm>
        </p:grpSpPr>
        <p:sp>
          <p:nvSpPr>
            <p:cNvPr id="2834" name="Google Shape;2834;p67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67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67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67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67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67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67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67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2" name="Google Shape;2842;p67"/>
          <p:cNvGrpSpPr/>
          <p:nvPr/>
        </p:nvGrpSpPr>
        <p:grpSpPr>
          <a:xfrm flipH="1">
            <a:off x="7354377" y="1204733"/>
            <a:ext cx="1727332" cy="3760613"/>
            <a:chOff x="1622025" y="238125"/>
            <a:chExt cx="746825" cy="1626000"/>
          </a:xfrm>
        </p:grpSpPr>
        <p:sp>
          <p:nvSpPr>
            <p:cNvPr id="2843" name="Google Shape;2843;p67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67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67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67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67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8" name="Google Shape;2848;p67"/>
          <p:cNvGrpSpPr/>
          <p:nvPr/>
        </p:nvGrpSpPr>
        <p:grpSpPr>
          <a:xfrm>
            <a:off x="6708806" y="-137999"/>
            <a:ext cx="3131152" cy="3886254"/>
            <a:chOff x="5932450" y="2691225"/>
            <a:chExt cx="1445525" cy="1794125"/>
          </a:xfrm>
        </p:grpSpPr>
        <p:sp>
          <p:nvSpPr>
            <p:cNvPr id="2849" name="Google Shape;2849;p67"/>
            <p:cNvSpPr/>
            <p:nvPr/>
          </p:nvSpPr>
          <p:spPr>
            <a:xfrm>
              <a:off x="6817975" y="3120900"/>
              <a:ext cx="0" cy="1364450"/>
            </a:xfrm>
            <a:custGeom>
              <a:rect b="b" l="l" r="r" t="t"/>
              <a:pathLst>
                <a:path extrusionOk="0" fill="none" h="54578" w="0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67"/>
            <p:cNvSpPr/>
            <p:nvPr/>
          </p:nvSpPr>
          <p:spPr>
            <a:xfrm>
              <a:off x="6775700" y="3120900"/>
              <a:ext cx="25" cy="1364450"/>
            </a:xfrm>
            <a:custGeom>
              <a:rect b="b" l="l" r="r" t="t"/>
              <a:pathLst>
                <a:path extrusionOk="0" fill="none" h="54578" w="1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67"/>
            <p:cNvSpPr/>
            <p:nvPr/>
          </p:nvSpPr>
          <p:spPr>
            <a:xfrm>
              <a:off x="6776125" y="3153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67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67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67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67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67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67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67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67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67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67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67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67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67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67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67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67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67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67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67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67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67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67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67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67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67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67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67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67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67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67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67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67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67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67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67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67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67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67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67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67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67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67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67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67"/>
            <p:cNvSpPr/>
            <p:nvPr/>
          </p:nvSpPr>
          <p:spPr>
            <a:xfrm>
              <a:off x="6776125" y="4383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67"/>
            <p:cNvSpPr/>
            <p:nvPr/>
          </p:nvSpPr>
          <p:spPr>
            <a:xfrm>
              <a:off x="6722100" y="2980150"/>
              <a:ext cx="118550" cy="144700"/>
            </a:xfrm>
            <a:custGeom>
              <a:rect b="b" l="l" r="r" t="t"/>
              <a:pathLst>
                <a:path extrusionOk="0" h="5788" w="4742">
                  <a:moveTo>
                    <a:pt x="0" y="0"/>
                  </a:moveTo>
                  <a:lnTo>
                    <a:pt x="0" y="5788"/>
                  </a:lnTo>
                  <a:lnTo>
                    <a:pt x="4741" y="5788"/>
                  </a:lnTo>
                  <a:lnTo>
                    <a:pt x="47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67"/>
            <p:cNvSpPr/>
            <p:nvPr/>
          </p:nvSpPr>
          <p:spPr>
            <a:xfrm>
              <a:off x="6227050" y="2692975"/>
              <a:ext cx="686375" cy="264100"/>
            </a:xfrm>
            <a:custGeom>
              <a:rect b="b" l="l" r="r" t="t"/>
              <a:pathLst>
                <a:path extrusionOk="0" fill="none" h="10564" w="27455">
                  <a:moveTo>
                    <a:pt x="27454" y="0"/>
                  </a:moveTo>
                  <a:lnTo>
                    <a:pt x="0" y="10564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67"/>
            <p:cNvSpPr/>
            <p:nvPr/>
          </p:nvSpPr>
          <p:spPr>
            <a:xfrm>
              <a:off x="6454525" y="2692975"/>
              <a:ext cx="460200" cy="237525"/>
            </a:xfrm>
            <a:custGeom>
              <a:rect b="b" l="l" r="r" t="t"/>
              <a:pathLst>
                <a:path extrusionOk="0" fill="none" h="9501" w="18408">
                  <a:moveTo>
                    <a:pt x="18408" y="0"/>
                  </a:moveTo>
                  <a:lnTo>
                    <a:pt x="1691" y="9500"/>
                  </a:lnTo>
                  <a:lnTo>
                    <a:pt x="0" y="7060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67"/>
            <p:cNvSpPr/>
            <p:nvPr/>
          </p:nvSpPr>
          <p:spPr>
            <a:xfrm>
              <a:off x="6912525" y="2691225"/>
              <a:ext cx="160400" cy="232300"/>
            </a:xfrm>
            <a:custGeom>
              <a:rect b="b" l="l" r="r" t="t"/>
              <a:pathLst>
                <a:path extrusionOk="0" fill="none" h="9292" w="6416">
                  <a:moveTo>
                    <a:pt x="1" y="1"/>
                  </a:moveTo>
                  <a:lnTo>
                    <a:pt x="6415" y="9291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67"/>
            <p:cNvSpPr/>
            <p:nvPr/>
          </p:nvSpPr>
          <p:spPr>
            <a:xfrm>
              <a:off x="5932450" y="2897775"/>
              <a:ext cx="1445525" cy="86325"/>
            </a:xfrm>
            <a:custGeom>
              <a:rect b="b" l="l" r="r" t="t"/>
              <a:pathLst>
                <a:path extrusionOk="0" h="3453" w="57821">
                  <a:moveTo>
                    <a:pt x="39796" y="175"/>
                  </a:moveTo>
                  <a:lnTo>
                    <a:pt x="44119" y="977"/>
                  </a:lnTo>
                  <a:lnTo>
                    <a:pt x="44241" y="994"/>
                  </a:lnTo>
                  <a:lnTo>
                    <a:pt x="48059" y="1709"/>
                  </a:lnTo>
                  <a:lnTo>
                    <a:pt x="48163" y="1727"/>
                  </a:lnTo>
                  <a:lnTo>
                    <a:pt x="51998" y="2441"/>
                  </a:lnTo>
                  <a:lnTo>
                    <a:pt x="52103" y="2459"/>
                  </a:lnTo>
                  <a:lnTo>
                    <a:pt x="57193" y="3348"/>
                  </a:lnTo>
                  <a:lnTo>
                    <a:pt x="1343" y="3348"/>
                  </a:lnTo>
                  <a:lnTo>
                    <a:pt x="7374" y="2825"/>
                  </a:lnTo>
                  <a:lnTo>
                    <a:pt x="7496" y="2825"/>
                  </a:lnTo>
                  <a:lnTo>
                    <a:pt x="11767" y="2476"/>
                  </a:lnTo>
                  <a:lnTo>
                    <a:pt x="11871" y="2476"/>
                  </a:lnTo>
                  <a:lnTo>
                    <a:pt x="15619" y="2162"/>
                  </a:lnTo>
                  <a:lnTo>
                    <a:pt x="15724" y="2162"/>
                  </a:lnTo>
                  <a:lnTo>
                    <a:pt x="19576" y="1831"/>
                  </a:lnTo>
                  <a:lnTo>
                    <a:pt x="19698" y="1831"/>
                  </a:lnTo>
                  <a:lnTo>
                    <a:pt x="23620" y="1500"/>
                  </a:lnTo>
                  <a:lnTo>
                    <a:pt x="23725" y="1500"/>
                  </a:lnTo>
                  <a:lnTo>
                    <a:pt x="27368" y="1186"/>
                  </a:lnTo>
                  <a:lnTo>
                    <a:pt x="27472" y="1186"/>
                  </a:lnTo>
                  <a:lnTo>
                    <a:pt x="31377" y="855"/>
                  </a:lnTo>
                  <a:lnTo>
                    <a:pt x="31482" y="855"/>
                  </a:lnTo>
                  <a:lnTo>
                    <a:pt x="35386" y="524"/>
                  </a:lnTo>
                  <a:lnTo>
                    <a:pt x="35491" y="524"/>
                  </a:lnTo>
                  <a:lnTo>
                    <a:pt x="39692" y="175"/>
                  </a:lnTo>
                  <a:close/>
                  <a:moveTo>
                    <a:pt x="39692" y="1"/>
                  </a:moveTo>
                  <a:lnTo>
                    <a:pt x="35491" y="350"/>
                  </a:lnTo>
                  <a:lnTo>
                    <a:pt x="35386" y="350"/>
                  </a:lnTo>
                  <a:lnTo>
                    <a:pt x="31499" y="681"/>
                  </a:lnTo>
                  <a:lnTo>
                    <a:pt x="31377" y="698"/>
                  </a:lnTo>
                  <a:lnTo>
                    <a:pt x="27490" y="1012"/>
                  </a:lnTo>
                  <a:lnTo>
                    <a:pt x="27385" y="1012"/>
                  </a:lnTo>
                  <a:lnTo>
                    <a:pt x="11837" y="2319"/>
                  </a:lnTo>
                  <a:lnTo>
                    <a:pt x="11767" y="2319"/>
                  </a:lnTo>
                  <a:lnTo>
                    <a:pt x="7461" y="2685"/>
                  </a:lnTo>
                  <a:lnTo>
                    <a:pt x="7392" y="2685"/>
                  </a:lnTo>
                  <a:lnTo>
                    <a:pt x="53" y="3348"/>
                  </a:lnTo>
                  <a:cubicBezTo>
                    <a:pt x="36" y="3348"/>
                    <a:pt x="1" y="3365"/>
                    <a:pt x="1" y="3400"/>
                  </a:cubicBezTo>
                  <a:cubicBezTo>
                    <a:pt x="1" y="3417"/>
                    <a:pt x="36" y="3452"/>
                    <a:pt x="53" y="3452"/>
                  </a:cubicBezTo>
                  <a:lnTo>
                    <a:pt x="57768" y="3452"/>
                  </a:lnTo>
                  <a:cubicBezTo>
                    <a:pt x="57803" y="3452"/>
                    <a:pt x="57820" y="3417"/>
                    <a:pt x="57820" y="3400"/>
                  </a:cubicBezTo>
                  <a:cubicBezTo>
                    <a:pt x="57820" y="3365"/>
                    <a:pt x="57803" y="3348"/>
                    <a:pt x="57785" y="3348"/>
                  </a:cubicBezTo>
                  <a:lnTo>
                    <a:pt x="52120" y="2284"/>
                  </a:lnTo>
                  <a:lnTo>
                    <a:pt x="51998" y="2267"/>
                  </a:lnTo>
                  <a:lnTo>
                    <a:pt x="48181" y="1552"/>
                  </a:lnTo>
                  <a:lnTo>
                    <a:pt x="48076" y="1535"/>
                  </a:lnTo>
                  <a:lnTo>
                    <a:pt x="44259" y="820"/>
                  </a:lnTo>
                  <a:lnTo>
                    <a:pt x="44137" y="803"/>
                  </a:lnTo>
                  <a:lnTo>
                    <a:pt x="398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67"/>
            <p:cNvSpPr/>
            <p:nvPr/>
          </p:nvSpPr>
          <p:spPr>
            <a:xfrm>
              <a:off x="6117225" y="2965325"/>
              <a:ext cx="2650" cy="18325"/>
            </a:xfrm>
            <a:custGeom>
              <a:rect b="b" l="l" r="r" t="t"/>
              <a:pathLst>
                <a:path extrusionOk="0" h="733" w="106">
                  <a:moveTo>
                    <a:pt x="53" y="1"/>
                  </a:moveTo>
                  <a:cubicBezTo>
                    <a:pt x="27" y="1"/>
                    <a:pt x="1" y="18"/>
                    <a:pt x="1" y="53"/>
                  </a:cubicBezTo>
                  <a:lnTo>
                    <a:pt x="1" y="663"/>
                  </a:lnTo>
                  <a:cubicBezTo>
                    <a:pt x="1" y="698"/>
                    <a:pt x="18" y="733"/>
                    <a:pt x="53" y="733"/>
                  </a:cubicBezTo>
                  <a:cubicBezTo>
                    <a:pt x="88" y="733"/>
                    <a:pt x="105" y="698"/>
                    <a:pt x="105" y="663"/>
                  </a:cubicBezTo>
                  <a:lnTo>
                    <a:pt x="105" y="53"/>
                  </a:lnTo>
                  <a:cubicBezTo>
                    <a:pt x="105" y="18"/>
                    <a:pt x="79" y="1"/>
                    <a:pt x="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67"/>
            <p:cNvSpPr/>
            <p:nvPr/>
          </p:nvSpPr>
          <p:spPr>
            <a:xfrm>
              <a:off x="6226400" y="2956175"/>
              <a:ext cx="3075" cy="26600"/>
            </a:xfrm>
            <a:custGeom>
              <a:rect b="b" l="l" r="r" t="t"/>
              <a:pathLst>
                <a:path extrusionOk="0" h="1064" w="123">
                  <a:moveTo>
                    <a:pt x="61" y="1"/>
                  </a:moveTo>
                  <a:cubicBezTo>
                    <a:pt x="31" y="1"/>
                    <a:pt x="0" y="18"/>
                    <a:pt x="9" y="53"/>
                  </a:cubicBezTo>
                  <a:lnTo>
                    <a:pt x="9" y="1012"/>
                  </a:lnTo>
                  <a:cubicBezTo>
                    <a:pt x="9" y="1047"/>
                    <a:pt x="26" y="1064"/>
                    <a:pt x="61" y="1064"/>
                  </a:cubicBezTo>
                  <a:cubicBezTo>
                    <a:pt x="96" y="1064"/>
                    <a:pt x="113" y="1047"/>
                    <a:pt x="113" y="1012"/>
                  </a:cubicBezTo>
                  <a:lnTo>
                    <a:pt x="113" y="53"/>
                  </a:lnTo>
                  <a:cubicBezTo>
                    <a:pt x="122" y="18"/>
                    <a:pt x="92" y="1"/>
                    <a:pt x="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67"/>
            <p:cNvSpPr/>
            <p:nvPr/>
          </p:nvSpPr>
          <p:spPr>
            <a:xfrm>
              <a:off x="6322925" y="2948775"/>
              <a:ext cx="2625" cy="34000"/>
            </a:xfrm>
            <a:custGeom>
              <a:rect b="b" l="l" r="r" t="t"/>
              <a:pathLst>
                <a:path extrusionOk="0" h="1360" w="105">
                  <a:moveTo>
                    <a:pt x="52" y="0"/>
                  </a:moveTo>
                  <a:cubicBezTo>
                    <a:pt x="35" y="0"/>
                    <a:pt x="0" y="18"/>
                    <a:pt x="0" y="53"/>
                  </a:cubicBezTo>
                  <a:lnTo>
                    <a:pt x="0" y="1308"/>
                  </a:lnTo>
                  <a:cubicBezTo>
                    <a:pt x="0" y="1343"/>
                    <a:pt x="35" y="1360"/>
                    <a:pt x="52" y="1360"/>
                  </a:cubicBezTo>
                  <a:cubicBezTo>
                    <a:pt x="87" y="1360"/>
                    <a:pt x="105" y="1343"/>
                    <a:pt x="105" y="1308"/>
                  </a:cubicBezTo>
                  <a:lnTo>
                    <a:pt x="105" y="53"/>
                  </a:lnTo>
                  <a:cubicBezTo>
                    <a:pt x="105" y="18"/>
                    <a:pt x="87" y="0"/>
                    <a:pt x="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67"/>
            <p:cNvSpPr/>
            <p:nvPr/>
          </p:nvSpPr>
          <p:spPr>
            <a:xfrm>
              <a:off x="6422275" y="2940500"/>
              <a:ext cx="2650" cy="42275"/>
            </a:xfrm>
            <a:custGeom>
              <a:rect b="b" l="l" r="r" t="t"/>
              <a:pathLst>
                <a:path extrusionOk="0" h="1691" w="106">
                  <a:moveTo>
                    <a:pt x="53" y="0"/>
                  </a:moveTo>
                  <a:cubicBezTo>
                    <a:pt x="27" y="0"/>
                    <a:pt x="0" y="18"/>
                    <a:pt x="0" y="52"/>
                  </a:cubicBezTo>
                  <a:lnTo>
                    <a:pt x="0" y="1639"/>
                  </a:lnTo>
                  <a:cubicBezTo>
                    <a:pt x="0" y="1674"/>
                    <a:pt x="18" y="1691"/>
                    <a:pt x="53" y="1691"/>
                  </a:cubicBezTo>
                  <a:cubicBezTo>
                    <a:pt x="88" y="1691"/>
                    <a:pt x="105" y="1674"/>
                    <a:pt x="105" y="1639"/>
                  </a:cubicBezTo>
                  <a:lnTo>
                    <a:pt x="105" y="52"/>
                  </a:lnTo>
                  <a:cubicBezTo>
                    <a:pt x="105" y="18"/>
                    <a:pt x="79" y="0"/>
                    <a:pt x="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67"/>
            <p:cNvSpPr/>
            <p:nvPr/>
          </p:nvSpPr>
          <p:spPr>
            <a:xfrm>
              <a:off x="6523150" y="2932200"/>
              <a:ext cx="3075" cy="50575"/>
            </a:xfrm>
            <a:custGeom>
              <a:rect b="b" l="l" r="r" t="t"/>
              <a:pathLst>
                <a:path extrusionOk="0" h="2023" w="123">
                  <a:moveTo>
                    <a:pt x="62" y="1"/>
                  </a:moveTo>
                  <a:cubicBezTo>
                    <a:pt x="31" y="1"/>
                    <a:pt x="1" y="18"/>
                    <a:pt x="10" y="53"/>
                  </a:cubicBezTo>
                  <a:lnTo>
                    <a:pt x="10" y="1971"/>
                  </a:lnTo>
                  <a:cubicBezTo>
                    <a:pt x="10" y="2006"/>
                    <a:pt x="27" y="2023"/>
                    <a:pt x="62" y="2023"/>
                  </a:cubicBezTo>
                  <a:cubicBezTo>
                    <a:pt x="79" y="2023"/>
                    <a:pt x="114" y="2006"/>
                    <a:pt x="114" y="1971"/>
                  </a:cubicBezTo>
                  <a:lnTo>
                    <a:pt x="114" y="53"/>
                  </a:lnTo>
                  <a:cubicBezTo>
                    <a:pt x="123" y="18"/>
                    <a:pt x="92" y="1"/>
                    <a:pt x="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67"/>
            <p:cNvSpPr/>
            <p:nvPr/>
          </p:nvSpPr>
          <p:spPr>
            <a:xfrm>
              <a:off x="6617075" y="2923500"/>
              <a:ext cx="2625" cy="59275"/>
            </a:xfrm>
            <a:custGeom>
              <a:rect b="b" l="l" r="r" t="t"/>
              <a:pathLst>
                <a:path extrusionOk="0" h="2371" w="105">
                  <a:moveTo>
                    <a:pt x="105" y="0"/>
                  </a:moveTo>
                  <a:lnTo>
                    <a:pt x="0" y="18"/>
                  </a:lnTo>
                  <a:lnTo>
                    <a:pt x="0" y="2319"/>
                  </a:lnTo>
                  <a:cubicBezTo>
                    <a:pt x="9" y="2354"/>
                    <a:pt x="35" y="2371"/>
                    <a:pt x="59" y="2371"/>
                  </a:cubicBezTo>
                  <a:cubicBezTo>
                    <a:pt x="83" y="2371"/>
                    <a:pt x="105" y="2354"/>
                    <a:pt x="105" y="2319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67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67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67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67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67"/>
            <p:cNvSpPr/>
            <p:nvPr/>
          </p:nvSpPr>
          <p:spPr>
            <a:xfrm>
              <a:off x="7036300" y="2917825"/>
              <a:ext cx="2625" cy="64950"/>
            </a:xfrm>
            <a:custGeom>
              <a:rect b="b" l="l" r="r" t="t"/>
              <a:pathLst>
                <a:path extrusionOk="0" h="2598" w="105">
                  <a:moveTo>
                    <a:pt x="0" y="1"/>
                  </a:moveTo>
                  <a:lnTo>
                    <a:pt x="0" y="2546"/>
                  </a:lnTo>
                  <a:cubicBezTo>
                    <a:pt x="0" y="2581"/>
                    <a:pt x="17" y="2598"/>
                    <a:pt x="52" y="2598"/>
                  </a:cubicBezTo>
                  <a:cubicBezTo>
                    <a:pt x="87" y="2598"/>
                    <a:pt x="105" y="2581"/>
                    <a:pt x="105" y="2546"/>
                  </a:cubicBezTo>
                  <a:lnTo>
                    <a:pt x="105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67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67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67"/>
            <p:cNvSpPr/>
            <p:nvPr/>
          </p:nvSpPr>
          <p:spPr>
            <a:xfrm>
              <a:off x="7232825" y="2954425"/>
              <a:ext cx="2650" cy="28350"/>
            </a:xfrm>
            <a:custGeom>
              <a:rect b="b" l="l" r="r" t="t"/>
              <a:pathLst>
                <a:path extrusionOk="0" h="1134" w="106">
                  <a:moveTo>
                    <a:pt x="1" y="1"/>
                  </a:moveTo>
                  <a:lnTo>
                    <a:pt x="1" y="1082"/>
                  </a:lnTo>
                  <a:cubicBezTo>
                    <a:pt x="1" y="1117"/>
                    <a:pt x="18" y="1134"/>
                    <a:pt x="53" y="1134"/>
                  </a:cubicBezTo>
                  <a:cubicBezTo>
                    <a:pt x="88" y="1134"/>
                    <a:pt x="105" y="1117"/>
                    <a:pt x="105" y="1082"/>
                  </a:cubicBezTo>
                  <a:lnTo>
                    <a:pt x="105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67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67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67"/>
            <p:cNvSpPr/>
            <p:nvPr/>
          </p:nvSpPr>
          <p:spPr>
            <a:xfrm>
              <a:off x="6224425" y="2983200"/>
              <a:ext cx="122475" cy="346900"/>
            </a:xfrm>
            <a:custGeom>
              <a:rect b="b" l="l" r="r" t="t"/>
              <a:pathLst>
                <a:path extrusionOk="0" fill="none" h="13876" w="4899">
                  <a:moveTo>
                    <a:pt x="4899" y="0"/>
                  </a:moveTo>
                  <a:lnTo>
                    <a:pt x="4899" y="5822"/>
                  </a:lnTo>
                  <a:lnTo>
                    <a:pt x="1" y="13876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67"/>
            <p:cNvSpPr/>
            <p:nvPr/>
          </p:nvSpPr>
          <p:spPr>
            <a:xfrm>
              <a:off x="6346875" y="3128750"/>
              <a:ext cx="96350" cy="195250"/>
            </a:xfrm>
            <a:custGeom>
              <a:rect b="b" l="l" r="r" t="t"/>
              <a:pathLst>
                <a:path extrusionOk="0" fill="none" h="7810" w="3854">
                  <a:moveTo>
                    <a:pt x="1" y="0"/>
                  </a:moveTo>
                  <a:lnTo>
                    <a:pt x="3853" y="7810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67"/>
            <p:cNvSpPr/>
            <p:nvPr/>
          </p:nvSpPr>
          <p:spPr>
            <a:xfrm>
              <a:off x="6177800" y="3308300"/>
              <a:ext cx="331225" cy="178250"/>
            </a:xfrm>
            <a:custGeom>
              <a:rect b="b" l="l" r="r" t="t"/>
              <a:pathLst>
                <a:path extrusionOk="0" h="7130" w="13249">
                  <a:moveTo>
                    <a:pt x="1" y="0"/>
                  </a:moveTo>
                  <a:lnTo>
                    <a:pt x="1" y="7129"/>
                  </a:lnTo>
                  <a:lnTo>
                    <a:pt x="13248" y="7129"/>
                  </a:lnTo>
                  <a:lnTo>
                    <a:pt x="132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67"/>
            <p:cNvSpPr/>
            <p:nvPr/>
          </p:nvSpPr>
          <p:spPr>
            <a:xfrm>
              <a:off x="6438400" y="3308300"/>
              <a:ext cx="70625" cy="178250"/>
            </a:xfrm>
            <a:custGeom>
              <a:rect b="b" l="l" r="r" t="t"/>
              <a:pathLst>
                <a:path extrusionOk="0" h="7130" w="2825">
                  <a:moveTo>
                    <a:pt x="0" y="0"/>
                  </a:moveTo>
                  <a:lnTo>
                    <a:pt x="0" y="7129"/>
                  </a:lnTo>
                  <a:lnTo>
                    <a:pt x="2824" y="7129"/>
                  </a:lnTo>
                  <a:lnTo>
                    <a:pt x="282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21" name="Google Shape;2921;p67"/>
          <p:cNvGrpSpPr/>
          <p:nvPr/>
        </p:nvGrpSpPr>
        <p:grpSpPr>
          <a:xfrm>
            <a:off x="233368" y="1204733"/>
            <a:ext cx="1378238" cy="2479622"/>
            <a:chOff x="5195125" y="2889950"/>
            <a:chExt cx="787025" cy="1415875"/>
          </a:xfrm>
        </p:grpSpPr>
        <p:sp>
          <p:nvSpPr>
            <p:cNvPr id="2922" name="Google Shape;2922;p67"/>
            <p:cNvSpPr/>
            <p:nvPr/>
          </p:nvSpPr>
          <p:spPr>
            <a:xfrm>
              <a:off x="5291425" y="3540550"/>
              <a:ext cx="25" cy="692925"/>
            </a:xfrm>
            <a:custGeom>
              <a:rect b="b" l="l" r="r" t="t"/>
              <a:pathLst>
                <a:path extrusionOk="0" fill="none" h="27717" w="1">
                  <a:moveTo>
                    <a:pt x="0" y="1"/>
                  </a:moveTo>
                  <a:lnTo>
                    <a:pt x="0" y="2771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67"/>
            <p:cNvSpPr/>
            <p:nvPr/>
          </p:nvSpPr>
          <p:spPr>
            <a:xfrm>
              <a:off x="5345900" y="3298700"/>
              <a:ext cx="25" cy="934775"/>
            </a:xfrm>
            <a:custGeom>
              <a:rect b="b" l="l" r="r" t="t"/>
              <a:pathLst>
                <a:path extrusionOk="0" fill="none" h="37391" w="1">
                  <a:moveTo>
                    <a:pt x="0" y="1"/>
                  </a:moveTo>
                  <a:lnTo>
                    <a:pt x="0" y="3739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67"/>
            <p:cNvSpPr/>
            <p:nvPr/>
          </p:nvSpPr>
          <p:spPr>
            <a:xfrm>
              <a:off x="5238250" y="3536200"/>
              <a:ext cx="25" cy="755675"/>
            </a:xfrm>
            <a:custGeom>
              <a:rect b="b" l="l" r="r" t="t"/>
              <a:pathLst>
                <a:path extrusionOk="0" fill="none" h="30227" w="1">
                  <a:moveTo>
                    <a:pt x="1" y="1"/>
                  </a:moveTo>
                  <a:lnTo>
                    <a:pt x="1" y="3022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67"/>
            <p:cNvSpPr/>
            <p:nvPr/>
          </p:nvSpPr>
          <p:spPr>
            <a:xfrm>
              <a:off x="54339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67"/>
            <p:cNvSpPr/>
            <p:nvPr/>
          </p:nvSpPr>
          <p:spPr>
            <a:xfrm>
              <a:off x="5504075" y="2970550"/>
              <a:ext cx="25" cy="1335275"/>
            </a:xfrm>
            <a:custGeom>
              <a:rect b="b" l="l" r="r" t="t"/>
              <a:pathLst>
                <a:path extrusionOk="0" fill="none" h="53411" w="1">
                  <a:moveTo>
                    <a:pt x="1" y="1"/>
                  </a:moveTo>
                  <a:lnTo>
                    <a:pt x="1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67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67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67"/>
            <p:cNvSpPr/>
            <p:nvPr/>
          </p:nvSpPr>
          <p:spPr>
            <a:xfrm>
              <a:off x="5643975" y="293700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1"/>
                  </a:moveTo>
                  <a:lnTo>
                    <a:pt x="0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67"/>
            <p:cNvSpPr/>
            <p:nvPr/>
          </p:nvSpPr>
          <p:spPr>
            <a:xfrm>
              <a:off x="57141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1" y="0"/>
                  </a:moveTo>
                  <a:lnTo>
                    <a:pt x="1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67"/>
            <p:cNvSpPr/>
            <p:nvPr/>
          </p:nvSpPr>
          <p:spPr>
            <a:xfrm>
              <a:off x="578430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67"/>
            <p:cNvSpPr/>
            <p:nvPr/>
          </p:nvSpPr>
          <p:spPr>
            <a:xfrm>
              <a:off x="5827425" y="3031575"/>
              <a:ext cx="25" cy="1210175"/>
            </a:xfrm>
            <a:custGeom>
              <a:rect b="b" l="l" r="r" t="t"/>
              <a:pathLst>
                <a:path extrusionOk="0" fill="none" h="48407" w="1">
                  <a:moveTo>
                    <a:pt x="1" y="0"/>
                  </a:moveTo>
                  <a:lnTo>
                    <a:pt x="1" y="4840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67"/>
            <p:cNvSpPr/>
            <p:nvPr/>
          </p:nvSpPr>
          <p:spPr>
            <a:xfrm>
              <a:off x="5897600" y="3273425"/>
              <a:ext cx="25" cy="970950"/>
            </a:xfrm>
            <a:custGeom>
              <a:rect b="b" l="l" r="r" t="t"/>
              <a:pathLst>
                <a:path extrusionOk="0" fill="none" h="38838" w="1">
                  <a:moveTo>
                    <a:pt x="0" y="1"/>
                  </a:moveTo>
                  <a:lnTo>
                    <a:pt x="0" y="3883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67"/>
            <p:cNvSpPr/>
            <p:nvPr/>
          </p:nvSpPr>
          <p:spPr>
            <a:xfrm>
              <a:off x="5407350" y="3131800"/>
              <a:ext cx="466300" cy="25"/>
            </a:xfrm>
            <a:custGeom>
              <a:rect b="b" l="l" r="r" t="t"/>
              <a:pathLst>
                <a:path extrusionOk="0" fill="none" h="1" w="18652">
                  <a:moveTo>
                    <a:pt x="0" y="0"/>
                  </a:moveTo>
                  <a:lnTo>
                    <a:pt x="18652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67"/>
            <p:cNvSpPr/>
            <p:nvPr/>
          </p:nvSpPr>
          <p:spPr>
            <a:xfrm>
              <a:off x="5332825" y="32010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67"/>
            <p:cNvSpPr/>
            <p:nvPr/>
          </p:nvSpPr>
          <p:spPr>
            <a:xfrm>
              <a:off x="5332825" y="32512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67"/>
            <p:cNvSpPr/>
            <p:nvPr/>
          </p:nvSpPr>
          <p:spPr>
            <a:xfrm>
              <a:off x="5332825" y="33043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67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67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67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67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67"/>
            <p:cNvSpPr/>
            <p:nvPr/>
          </p:nvSpPr>
          <p:spPr>
            <a:xfrm>
              <a:off x="5332825" y="360462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67"/>
            <p:cNvSpPr/>
            <p:nvPr/>
          </p:nvSpPr>
          <p:spPr>
            <a:xfrm>
              <a:off x="5195125" y="36046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67"/>
            <p:cNvSpPr/>
            <p:nvPr/>
          </p:nvSpPr>
          <p:spPr>
            <a:xfrm>
              <a:off x="5195125" y="37048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67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67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67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67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67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67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67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67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67"/>
            <p:cNvSpPr/>
            <p:nvPr/>
          </p:nvSpPr>
          <p:spPr>
            <a:xfrm>
              <a:off x="5195125" y="41358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54" name="Google Shape;2954;p67"/>
          <p:cNvGrpSpPr/>
          <p:nvPr/>
        </p:nvGrpSpPr>
        <p:grpSpPr>
          <a:xfrm>
            <a:off x="-386966" y="3162504"/>
            <a:ext cx="9870375" cy="1746000"/>
            <a:chOff x="-381000" y="2898432"/>
            <a:chExt cx="9870375" cy="1746000"/>
          </a:xfrm>
        </p:grpSpPr>
        <p:grpSp>
          <p:nvGrpSpPr>
            <p:cNvPr id="2955" name="Google Shape;2955;p67"/>
            <p:cNvGrpSpPr/>
            <p:nvPr/>
          </p:nvGrpSpPr>
          <p:grpSpPr>
            <a:xfrm>
              <a:off x="-381000" y="3189432"/>
              <a:ext cx="9870375" cy="1455000"/>
              <a:chOff x="-381000" y="3189432"/>
              <a:chExt cx="9870375" cy="1455000"/>
            </a:xfrm>
          </p:grpSpPr>
          <p:grpSp>
            <p:nvGrpSpPr>
              <p:cNvPr id="2956" name="Google Shape;2956;p67"/>
              <p:cNvGrpSpPr/>
              <p:nvPr/>
            </p:nvGrpSpPr>
            <p:grpSpPr>
              <a:xfrm>
                <a:off x="-381000" y="3189432"/>
                <a:ext cx="9870375" cy="1455000"/>
                <a:chOff x="-381000" y="2758675"/>
                <a:chExt cx="9870375" cy="1455000"/>
              </a:xfrm>
            </p:grpSpPr>
            <p:sp>
              <p:nvSpPr>
                <p:cNvPr id="2957" name="Google Shape;2957;p67"/>
                <p:cNvSpPr/>
                <p:nvPr/>
              </p:nvSpPr>
              <p:spPr>
                <a:xfrm>
                  <a:off x="152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8" name="Google Shape;2958;p67"/>
                <p:cNvSpPr/>
                <p:nvPr/>
              </p:nvSpPr>
              <p:spPr>
                <a:xfrm>
                  <a:off x="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9" name="Google Shape;2959;p67"/>
                <p:cNvSpPr/>
                <p:nvPr/>
              </p:nvSpPr>
              <p:spPr>
                <a:xfrm>
                  <a:off x="76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0" name="Google Shape;2960;p67"/>
                <p:cNvSpPr/>
                <p:nvPr/>
              </p:nvSpPr>
              <p:spPr>
                <a:xfrm>
                  <a:off x="381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1" name="Google Shape;2961;p67"/>
                <p:cNvSpPr/>
                <p:nvPr/>
              </p:nvSpPr>
              <p:spPr>
                <a:xfrm>
                  <a:off x="228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2" name="Google Shape;2962;p67"/>
                <p:cNvSpPr/>
                <p:nvPr/>
              </p:nvSpPr>
              <p:spPr>
                <a:xfrm>
                  <a:off x="304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3" name="Google Shape;2963;p67"/>
                <p:cNvSpPr/>
                <p:nvPr/>
              </p:nvSpPr>
              <p:spPr>
                <a:xfrm>
                  <a:off x="6096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4" name="Google Shape;2964;p67"/>
                <p:cNvSpPr/>
                <p:nvPr/>
              </p:nvSpPr>
              <p:spPr>
                <a:xfrm>
                  <a:off x="457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5" name="Google Shape;2965;p67"/>
                <p:cNvSpPr/>
                <p:nvPr/>
              </p:nvSpPr>
              <p:spPr>
                <a:xfrm>
                  <a:off x="5334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6" name="Google Shape;2966;p67"/>
                <p:cNvSpPr/>
                <p:nvPr/>
              </p:nvSpPr>
              <p:spPr>
                <a:xfrm>
                  <a:off x="7620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7" name="Google Shape;2967;p67"/>
                <p:cNvSpPr/>
                <p:nvPr/>
              </p:nvSpPr>
              <p:spPr>
                <a:xfrm>
                  <a:off x="6858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8" name="Google Shape;2968;p67"/>
                <p:cNvSpPr/>
                <p:nvPr/>
              </p:nvSpPr>
              <p:spPr>
                <a:xfrm>
                  <a:off x="8382000" y="3922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9" name="Google Shape;2969;p67"/>
                <p:cNvSpPr/>
                <p:nvPr/>
              </p:nvSpPr>
              <p:spPr>
                <a:xfrm>
                  <a:off x="186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0" name="Google Shape;2970;p67"/>
                <p:cNvSpPr/>
                <p:nvPr/>
              </p:nvSpPr>
              <p:spPr>
                <a:xfrm>
                  <a:off x="3764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1" name="Google Shape;2971;p67"/>
                <p:cNvSpPr/>
                <p:nvPr/>
              </p:nvSpPr>
              <p:spPr>
                <a:xfrm>
                  <a:off x="110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2" name="Google Shape;2972;p67"/>
                <p:cNvSpPr/>
                <p:nvPr/>
              </p:nvSpPr>
              <p:spPr>
                <a:xfrm>
                  <a:off x="415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3" name="Google Shape;2973;p67"/>
                <p:cNvSpPr/>
                <p:nvPr/>
              </p:nvSpPr>
              <p:spPr>
                <a:xfrm>
                  <a:off x="263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4" name="Google Shape;2974;p67"/>
                <p:cNvSpPr/>
                <p:nvPr/>
              </p:nvSpPr>
              <p:spPr>
                <a:xfrm>
                  <a:off x="339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5" name="Google Shape;2975;p67"/>
                <p:cNvSpPr/>
                <p:nvPr/>
              </p:nvSpPr>
              <p:spPr>
                <a:xfrm>
                  <a:off x="6441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6" name="Google Shape;2976;p67"/>
                <p:cNvSpPr/>
                <p:nvPr/>
              </p:nvSpPr>
              <p:spPr>
                <a:xfrm>
                  <a:off x="491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7" name="Google Shape;2977;p67"/>
                <p:cNvSpPr/>
                <p:nvPr/>
              </p:nvSpPr>
              <p:spPr>
                <a:xfrm>
                  <a:off x="5679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8" name="Google Shape;2978;p67"/>
                <p:cNvSpPr/>
                <p:nvPr/>
              </p:nvSpPr>
              <p:spPr>
                <a:xfrm>
                  <a:off x="7965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9" name="Google Shape;2979;p67"/>
                <p:cNvSpPr/>
                <p:nvPr/>
              </p:nvSpPr>
              <p:spPr>
                <a:xfrm>
                  <a:off x="7203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0" name="Google Shape;2980;p67"/>
                <p:cNvSpPr/>
                <p:nvPr/>
              </p:nvSpPr>
              <p:spPr>
                <a:xfrm>
                  <a:off x="8727375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1" name="Google Shape;2981;p67"/>
                <p:cNvSpPr/>
                <p:nvPr/>
              </p:nvSpPr>
              <p:spPr>
                <a:xfrm>
                  <a:off x="-381000" y="3631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2" name="Google Shape;2982;p67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3" name="Google Shape;2983;p67"/>
                <p:cNvSpPr/>
                <p:nvPr/>
              </p:nvSpPr>
              <p:spPr>
                <a:xfrm>
                  <a:off x="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4" name="Google Shape;2984;p67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5" name="Google Shape;2985;p67"/>
                <p:cNvSpPr/>
                <p:nvPr/>
              </p:nvSpPr>
              <p:spPr>
                <a:xfrm>
                  <a:off x="381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6" name="Google Shape;2986;p67"/>
                <p:cNvSpPr/>
                <p:nvPr/>
              </p:nvSpPr>
              <p:spPr>
                <a:xfrm>
                  <a:off x="228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7" name="Google Shape;2987;p67"/>
                <p:cNvSpPr/>
                <p:nvPr/>
              </p:nvSpPr>
              <p:spPr>
                <a:xfrm>
                  <a:off x="304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8" name="Google Shape;2988;p67"/>
                <p:cNvSpPr/>
                <p:nvPr/>
              </p:nvSpPr>
              <p:spPr>
                <a:xfrm>
                  <a:off x="6096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9" name="Google Shape;2989;p67"/>
                <p:cNvSpPr/>
                <p:nvPr/>
              </p:nvSpPr>
              <p:spPr>
                <a:xfrm>
                  <a:off x="457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0" name="Google Shape;2990;p67"/>
                <p:cNvSpPr/>
                <p:nvPr/>
              </p:nvSpPr>
              <p:spPr>
                <a:xfrm>
                  <a:off x="533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1" name="Google Shape;2991;p67"/>
                <p:cNvSpPr/>
                <p:nvPr/>
              </p:nvSpPr>
              <p:spPr>
                <a:xfrm>
                  <a:off x="7620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2" name="Google Shape;2992;p67"/>
                <p:cNvSpPr/>
                <p:nvPr/>
              </p:nvSpPr>
              <p:spPr>
                <a:xfrm>
                  <a:off x="6858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3" name="Google Shape;2993;p67"/>
                <p:cNvSpPr/>
                <p:nvPr/>
              </p:nvSpPr>
              <p:spPr>
                <a:xfrm>
                  <a:off x="838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4" name="Google Shape;2994;p67"/>
                <p:cNvSpPr/>
                <p:nvPr/>
              </p:nvSpPr>
              <p:spPr>
                <a:xfrm>
                  <a:off x="1869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5" name="Google Shape;2995;p67"/>
                <p:cNvSpPr/>
                <p:nvPr/>
              </p:nvSpPr>
              <p:spPr>
                <a:xfrm>
                  <a:off x="3764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6" name="Google Shape;2996;p67"/>
                <p:cNvSpPr/>
                <p:nvPr/>
              </p:nvSpPr>
              <p:spPr>
                <a:xfrm>
                  <a:off x="110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7" name="Google Shape;2997;p67"/>
                <p:cNvSpPr/>
                <p:nvPr/>
              </p:nvSpPr>
              <p:spPr>
                <a:xfrm>
                  <a:off x="7965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8" name="Google Shape;2998;p67"/>
                <p:cNvSpPr/>
                <p:nvPr/>
              </p:nvSpPr>
              <p:spPr>
                <a:xfrm>
                  <a:off x="7203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9" name="Google Shape;2999;p67"/>
                <p:cNvSpPr/>
                <p:nvPr/>
              </p:nvSpPr>
              <p:spPr>
                <a:xfrm>
                  <a:off x="8727375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00" name="Google Shape;3000;p67"/>
                <p:cNvSpPr/>
                <p:nvPr/>
              </p:nvSpPr>
              <p:spPr>
                <a:xfrm>
                  <a:off x="-381000" y="3049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01" name="Google Shape;3001;p67"/>
                <p:cNvSpPr/>
                <p:nvPr/>
              </p:nvSpPr>
              <p:spPr>
                <a:xfrm>
                  <a:off x="7620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02" name="Google Shape;3002;p67"/>
                <p:cNvSpPr/>
                <p:nvPr/>
              </p:nvSpPr>
              <p:spPr>
                <a:xfrm>
                  <a:off x="838200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03" name="Google Shape;3003;p67"/>
                <p:cNvSpPr/>
                <p:nvPr/>
              </p:nvSpPr>
              <p:spPr>
                <a:xfrm>
                  <a:off x="0" y="2758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004" name="Google Shape;3004;p67"/>
              <p:cNvGrpSpPr/>
              <p:nvPr/>
            </p:nvGrpSpPr>
            <p:grpSpPr>
              <a:xfrm>
                <a:off x="762000" y="3189432"/>
                <a:ext cx="1524000" cy="291000"/>
                <a:chOff x="762000" y="3340675"/>
                <a:chExt cx="1524000" cy="291000"/>
              </a:xfrm>
            </p:grpSpPr>
            <p:sp>
              <p:nvSpPr>
                <p:cNvPr id="3005" name="Google Shape;3005;p67"/>
                <p:cNvSpPr/>
                <p:nvPr/>
              </p:nvSpPr>
              <p:spPr>
                <a:xfrm>
                  <a:off x="1524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06" name="Google Shape;3006;p67"/>
                <p:cNvSpPr/>
                <p:nvPr/>
              </p:nvSpPr>
              <p:spPr>
                <a:xfrm>
                  <a:off x="762000" y="3340675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007" name="Google Shape;3007;p67"/>
            <p:cNvGrpSpPr/>
            <p:nvPr/>
          </p:nvGrpSpPr>
          <p:grpSpPr>
            <a:xfrm>
              <a:off x="7965375" y="2898432"/>
              <a:ext cx="1524000" cy="291000"/>
              <a:chOff x="7965375" y="3049675"/>
              <a:chExt cx="1524000" cy="291000"/>
            </a:xfrm>
          </p:grpSpPr>
          <p:sp>
            <p:nvSpPr>
              <p:cNvPr id="3008" name="Google Shape;3008;p67"/>
              <p:cNvSpPr/>
              <p:nvPr/>
            </p:nvSpPr>
            <p:spPr>
              <a:xfrm>
                <a:off x="7965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9" name="Google Shape;3009;p67"/>
              <p:cNvSpPr/>
              <p:nvPr/>
            </p:nvSpPr>
            <p:spPr>
              <a:xfrm>
                <a:off x="872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10" name="Google Shape;3010;p67"/>
            <p:cNvGrpSpPr/>
            <p:nvPr/>
          </p:nvGrpSpPr>
          <p:grpSpPr>
            <a:xfrm>
              <a:off x="-381000" y="2902607"/>
              <a:ext cx="1519475" cy="291000"/>
              <a:chOff x="-381000" y="3049675"/>
              <a:chExt cx="1519475" cy="291000"/>
            </a:xfrm>
          </p:grpSpPr>
          <p:sp>
            <p:nvSpPr>
              <p:cNvPr id="3011" name="Google Shape;3011;p67"/>
              <p:cNvSpPr/>
              <p:nvPr/>
            </p:nvSpPr>
            <p:spPr>
              <a:xfrm>
                <a:off x="3764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2" name="Google Shape;3012;p67"/>
              <p:cNvSpPr/>
              <p:nvPr/>
            </p:nvSpPr>
            <p:spPr>
              <a:xfrm>
                <a:off x="-381000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13" name="Google Shape;3013;p67"/>
          <p:cNvSpPr/>
          <p:nvPr/>
        </p:nvSpPr>
        <p:spPr>
          <a:xfrm flipH="1">
            <a:off x="-5966" y="4427347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4" name="Google Shape;3014;p67"/>
          <p:cNvSpPr/>
          <p:nvPr/>
        </p:nvSpPr>
        <p:spPr>
          <a:xfrm flipH="1">
            <a:off x="5518745" y="3178097"/>
            <a:ext cx="3621300" cy="17460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5" name="Google Shape;3015;p67"/>
          <p:cNvSpPr/>
          <p:nvPr/>
        </p:nvSpPr>
        <p:spPr>
          <a:xfrm flipH="1">
            <a:off x="6383706" y="713538"/>
            <a:ext cx="1060695" cy="150132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6" name="Google Shape;3016;p67"/>
          <p:cNvSpPr/>
          <p:nvPr/>
        </p:nvSpPr>
        <p:spPr>
          <a:xfrm flipH="1">
            <a:off x="3980080" y="318756"/>
            <a:ext cx="1247188" cy="176383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7" name="Google Shape;3017;p67"/>
          <p:cNvSpPr/>
          <p:nvPr/>
        </p:nvSpPr>
        <p:spPr>
          <a:xfrm flipH="1">
            <a:off x="778817" y="700418"/>
            <a:ext cx="1247188" cy="176383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8" name="Google Shape;3018;p67"/>
          <p:cNvSpPr/>
          <p:nvPr/>
        </p:nvSpPr>
        <p:spPr>
          <a:xfrm flipH="1">
            <a:off x="2300849" y="4820290"/>
            <a:ext cx="2036911" cy="36137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9" name="Google Shape;3019;p67"/>
          <p:cNvSpPr/>
          <p:nvPr/>
        </p:nvSpPr>
        <p:spPr>
          <a:xfrm flipH="1" rot="591853">
            <a:off x="6415109" y="4065228"/>
            <a:ext cx="464060" cy="469830"/>
          </a:xfrm>
          <a:prstGeom prst="roundRect">
            <a:avLst>
              <a:gd fmla="val 78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0" name="Google Shape;3020;p67"/>
          <p:cNvSpPr/>
          <p:nvPr/>
        </p:nvSpPr>
        <p:spPr>
          <a:xfrm>
            <a:off x="2663700" y="601005"/>
            <a:ext cx="3816600" cy="475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1" name="Google Shape;3021;p67"/>
          <p:cNvSpPr/>
          <p:nvPr/>
        </p:nvSpPr>
        <p:spPr>
          <a:xfrm>
            <a:off x="2818775" y="763005"/>
            <a:ext cx="3506400" cy="4431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2" name="Google Shape;3022;p67"/>
          <p:cNvSpPr txBox="1"/>
          <p:nvPr>
            <p:ph type="title"/>
          </p:nvPr>
        </p:nvSpPr>
        <p:spPr>
          <a:xfrm>
            <a:off x="3006425" y="2344063"/>
            <a:ext cx="3131100" cy="12480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23" name="Google Shape;3023;p67"/>
          <p:cNvSpPr txBox="1"/>
          <p:nvPr>
            <p:ph idx="1" type="subTitle"/>
          </p:nvPr>
        </p:nvSpPr>
        <p:spPr>
          <a:xfrm>
            <a:off x="3006425" y="3717198"/>
            <a:ext cx="3131100" cy="6309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24" name="Google Shape;3024;p67"/>
          <p:cNvSpPr txBox="1"/>
          <p:nvPr>
            <p:ph hasCustomPrompt="1" idx="2" type="title"/>
          </p:nvPr>
        </p:nvSpPr>
        <p:spPr>
          <a:xfrm>
            <a:off x="3731250" y="890502"/>
            <a:ext cx="1681500" cy="13212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25" name="Google Shape;3025;p67"/>
          <p:cNvSpPr/>
          <p:nvPr/>
        </p:nvSpPr>
        <p:spPr>
          <a:xfrm flipH="1">
            <a:off x="7410718" y="4603997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6" name="Google Shape;3026;p67"/>
          <p:cNvSpPr/>
          <p:nvPr/>
        </p:nvSpPr>
        <p:spPr>
          <a:xfrm flipH="1" rot="-652027">
            <a:off x="6080499" y="4023259"/>
            <a:ext cx="2659815" cy="2478903"/>
          </a:xfrm>
          <a:custGeom>
            <a:rect b="b" l="l" r="r" t="t"/>
            <a:pathLst>
              <a:path extrusionOk="0" h="16247" w="17433">
                <a:moveTo>
                  <a:pt x="10686" y="0"/>
                </a:moveTo>
                <a:cubicBezTo>
                  <a:pt x="10372" y="157"/>
                  <a:pt x="7653" y="3382"/>
                  <a:pt x="5893" y="5038"/>
                </a:cubicBezTo>
                <a:cubicBezTo>
                  <a:pt x="4115" y="6694"/>
                  <a:pt x="1" y="9256"/>
                  <a:pt x="1" y="9256"/>
                </a:cubicBezTo>
                <a:lnTo>
                  <a:pt x="1622" y="16246"/>
                </a:lnTo>
                <a:cubicBezTo>
                  <a:pt x="1622" y="16246"/>
                  <a:pt x="6259" y="11906"/>
                  <a:pt x="6991" y="11226"/>
                </a:cubicBezTo>
                <a:cubicBezTo>
                  <a:pt x="7723" y="10529"/>
                  <a:pt x="9205" y="10163"/>
                  <a:pt x="11087" y="8420"/>
                </a:cubicBezTo>
                <a:cubicBezTo>
                  <a:pt x="12307" y="7304"/>
                  <a:pt x="12883" y="5369"/>
                  <a:pt x="12883" y="5369"/>
                </a:cubicBezTo>
                <a:cubicBezTo>
                  <a:pt x="13283" y="4829"/>
                  <a:pt x="13754" y="4323"/>
                  <a:pt x="14260" y="3853"/>
                </a:cubicBezTo>
                <a:cubicBezTo>
                  <a:pt x="15061" y="3138"/>
                  <a:pt x="17432" y="872"/>
                  <a:pt x="16805" y="349"/>
                </a:cubicBezTo>
                <a:cubicBezTo>
                  <a:pt x="16745" y="301"/>
                  <a:pt x="16658" y="279"/>
                  <a:pt x="16549" y="279"/>
                </a:cubicBezTo>
                <a:cubicBezTo>
                  <a:pt x="15517" y="279"/>
                  <a:pt x="12534" y="2249"/>
                  <a:pt x="12534" y="2249"/>
                </a:cubicBezTo>
                <a:cubicBezTo>
                  <a:pt x="12290" y="1796"/>
                  <a:pt x="10686" y="0"/>
                  <a:pt x="106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7_1_1">
    <p:spTree>
      <p:nvGrpSpPr>
        <p:cNvPr id="3027" name="Shape 3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8" name="Google Shape;3028;p68"/>
          <p:cNvGrpSpPr/>
          <p:nvPr/>
        </p:nvGrpSpPr>
        <p:grpSpPr>
          <a:xfrm flipH="1">
            <a:off x="560845" y="626762"/>
            <a:ext cx="2889683" cy="3889979"/>
            <a:chOff x="3074425" y="836100"/>
            <a:chExt cx="1472075" cy="1981650"/>
          </a:xfrm>
        </p:grpSpPr>
        <p:sp>
          <p:nvSpPr>
            <p:cNvPr id="3029" name="Google Shape;3029;p68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68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68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68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68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68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68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68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37" name="Google Shape;3037;p68"/>
          <p:cNvGrpSpPr/>
          <p:nvPr/>
        </p:nvGrpSpPr>
        <p:grpSpPr>
          <a:xfrm>
            <a:off x="5354363" y="71332"/>
            <a:ext cx="2868215" cy="4596781"/>
            <a:chOff x="5212325" y="1924475"/>
            <a:chExt cx="1870250" cy="2997575"/>
          </a:xfrm>
        </p:grpSpPr>
        <p:sp>
          <p:nvSpPr>
            <p:cNvPr id="3038" name="Google Shape;3038;p68"/>
            <p:cNvSpPr/>
            <p:nvPr/>
          </p:nvSpPr>
          <p:spPr>
            <a:xfrm>
              <a:off x="5239925" y="1945525"/>
              <a:ext cx="1828150" cy="497875"/>
            </a:xfrm>
            <a:custGeom>
              <a:rect b="b" l="l" r="r" t="t"/>
              <a:pathLst>
                <a:path extrusionOk="0" fill="none" h="19915" w="73126">
                  <a:moveTo>
                    <a:pt x="0" y="19915"/>
                  </a:moveTo>
                  <a:lnTo>
                    <a:pt x="51639" y="1"/>
                  </a:lnTo>
                  <a:lnTo>
                    <a:pt x="73126" y="19915"/>
                  </a:lnTo>
                </a:path>
              </a:pathLst>
            </a:custGeom>
            <a:noFill/>
            <a:ln cap="flat" cmpd="sng" w="6550">
              <a:solidFill>
                <a:schemeClr val="lt1"/>
              </a:solidFill>
              <a:prstDash val="solid"/>
              <a:miter lim="187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68"/>
            <p:cNvSpPr/>
            <p:nvPr/>
          </p:nvSpPr>
          <p:spPr>
            <a:xfrm>
              <a:off x="6549602" y="2055479"/>
              <a:ext cx="26703" cy="2866571"/>
            </a:xfrm>
            <a:custGeom>
              <a:rect b="b" l="l" r="r" t="t"/>
              <a:pathLst>
                <a:path extrusionOk="0" h="91263" w="1068">
                  <a:moveTo>
                    <a:pt x="1" y="1"/>
                  </a:moveTo>
                  <a:lnTo>
                    <a:pt x="1" y="91263"/>
                  </a:lnTo>
                  <a:lnTo>
                    <a:pt x="1068" y="91263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68"/>
            <p:cNvSpPr/>
            <p:nvPr/>
          </p:nvSpPr>
          <p:spPr>
            <a:xfrm>
              <a:off x="6484570" y="2055479"/>
              <a:ext cx="26678" cy="2866571"/>
            </a:xfrm>
            <a:custGeom>
              <a:rect b="b" l="l" r="r" t="t"/>
              <a:pathLst>
                <a:path extrusionOk="0" h="91263" w="1067">
                  <a:moveTo>
                    <a:pt x="0" y="1"/>
                  </a:moveTo>
                  <a:lnTo>
                    <a:pt x="0" y="91263"/>
                  </a:lnTo>
                  <a:lnTo>
                    <a:pt x="1067" y="91263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68"/>
            <p:cNvSpPr/>
            <p:nvPr/>
          </p:nvSpPr>
          <p:spPr>
            <a:xfrm>
              <a:off x="6443850" y="2364425"/>
              <a:ext cx="174575" cy="158875"/>
            </a:xfrm>
            <a:custGeom>
              <a:rect b="b" l="l" r="r" t="t"/>
              <a:pathLst>
                <a:path extrusionOk="0" h="6355" w="6983">
                  <a:moveTo>
                    <a:pt x="3497" y="1"/>
                  </a:moveTo>
                  <a:cubicBezTo>
                    <a:pt x="3252" y="1"/>
                    <a:pt x="3002" y="30"/>
                    <a:pt x="2752" y="89"/>
                  </a:cubicBezTo>
                  <a:cubicBezTo>
                    <a:pt x="1049" y="482"/>
                    <a:pt x="1" y="2204"/>
                    <a:pt x="394" y="3908"/>
                  </a:cubicBezTo>
                  <a:cubicBezTo>
                    <a:pt x="746" y="5363"/>
                    <a:pt x="2041" y="6354"/>
                    <a:pt x="3474" y="6354"/>
                  </a:cubicBezTo>
                  <a:cubicBezTo>
                    <a:pt x="3717" y="6354"/>
                    <a:pt x="3965" y="6326"/>
                    <a:pt x="4212" y="6266"/>
                  </a:cubicBezTo>
                  <a:cubicBezTo>
                    <a:pt x="5915" y="5873"/>
                    <a:pt x="6982" y="4151"/>
                    <a:pt x="6570" y="2448"/>
                  </a:cubicBezTo>
                  <a:cubicBezTo>
                    <a:pt x="6234" y="992"/>
                    <a:pt x="4941" y="1"/>
                    <a:pt x="3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68"/>
            <p:cNvSpPr/>
            <p:nvPr/>
          </p:nvSpPr>
          <p:spPr>
            <a:xfrm>
              <a:off x="6464925" y="2041925"/>
              <a:ext cx="132425" cy="13575"/>
            </a:xfrm>
            <a:custGeom>
              <a:rect b="b" l="l" r="r" t="t"/>
              <a:pathLst>
                <a:path extrusionOk="0" h="543" w="5297">
                  <a:moveTo>
                    <a:pt x="0" y="0"/>
                  </a:moveTo>
                  <a:lnTo>
                    <a:pt x="0" y="543"/>
                  </a:lnTo>
                  <a:lnTo>
                    <a:pt x="5297" y="543"/>
                  </a:lnTo>
                  <a:lnTo>
                    <a:pt x="5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68"/>
            <p:cNvSpPr/>
            <p:nvPr/>
          </p:nvSpPr>
          <p:spPr>
            <a:xfrm>
              <a:off x="6511700" y="1991375"/>
              <a:ext cx="38875" cy="50575"/>
            </a:xfrm>
            <a:custGeom>
              <a:rect b="b" l="l" r="r" t="t"/>
              <a:pathLst>
                <a:path extrusionOk="0" h="2023" w="1555">
                  <a:moveTo>
                    <a:pt x="1" y="1"/>
                  </a:moveTo>
                  <a:lnTo>
                    <a:pt x="1" y="2022"/>
                  </a:lnTo>
                  <a:lnTo>
                    <a:pt x="1554" y="2022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68"/>
            <p:cNvSpPr/>
            <p:nvPr/>
          </p:nvSpPr>
          <p:spPr>
            <a:xfrm>
              <a:off x="6521525" y="1966125"/>
              <a:ext cx="19225" cy="25275"/>
            </a:xfrm>
            <a:custGeom>
              <a:rect b="b" l="l" r="r" t="t"/>
              <a:pathLst>
                <a:path extrusionOk="0" h="1011" w="769">
                  <a:moveTo>
                    <a:pt x="1" y="0"/>
                  </a:moveTo>
                  <a:lnTo>
                    <a:pt x="1" y="1011"/>
                  </a:lnTo>
                  <a:lnTo>
                    <a:pt x="768" y="1011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68"/>
            <p:cNvSpPr/>
            <p:nvPr/>
          </p:nvSpPr>
          <p:spPr>
            <a:xfrm>
              <a:off x="6510300" y="1924475"/>
              <a:ext cx="48700" cy="41800"/>
            </a:xfrm>
            <a:custGeom>
              <a:rect b="b" l="l" r="r" t="t"/>
              <a:pathLst>
                <a:path extrusionOk="0" h="1672" w="1948">
                  <a:moveTo>
                    <a:pt x="824" y="0"/>
                  </a:moveTo>
                  <a:cubicBezTo>
                    <a:pt x="375" y="0"/>
                    <a:pt x="1" y="375"/>
                    <a:pt x="1" y="843"/>
                  </a:cubicBezTo>
                  <a:cubicBezTo>
                    <a:pt x="1" y="1346"/>
                    <a:pt x="407" y="1672"/>
                    <a:pt x="832" y="1672"/>
                  </a:cubicBezTo>
                  <a:cubicBezTo>
                    <a:pt x="1040" y="1672"/>
                    <a:pt x="1251" y="1594"/>
                    <a:pt x="1423" y="1423"/>
                  </a:cubicBezTo>
                  <a:cubicBezTo>
                    <a:pt x="1947" y="899"/>
                    <a:pt x="1573" y="0"/>
                    <a:pt x="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68"/>
            <p:cNvSpPr/>
            <p:nvPr/>
          </p:nvSpPr>
          <p:spPr>
            <a:xfrm>
              <a:off x="5212325" y="2429350"/>
              <a:ext cx="1870250" cy="28100"/>
            </a:xfrm>
            <a:custGeom>
              <a:rect b="b" l="l" r="r" t="t"/>
              <a:pathLst>
                <a:path extrusionOk="0" h="1124" w="74810">
                  <a:moveTo>
                    <a:pt x="0" y="0"/>
                  </a:moveTo>
                  <a:lnTo>
                    <a:pt x="0" y="1123"/>
                  </a:lnTo>
                  <a:lnTo>
                    <a:pt x="74810" y="1123"/>
                  </a:lnTo>
                  <a:lnTo>
                    <a:pt x="748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68"/>
            <p:cNvSpPr/>
            <p:nvPr/>
          </p:nvSpPr>
          <p:spPr>
            <a:xfrm>
              <a:off x="5212325" y="2457425"/>
              <a:ext cx="335050" cy="98275"/>
            </a:xfrm>
            <a:custGeom>
              <a:rect b="b" l="l" r="r" t="t"/>
              <a:pathLst>
                <a:path extrusionOk="0" h="3931" w="13402">
                  <a:moveTo>
                    <a:pt x="0" y="0"/>
                  </a:moveTo>
                  <a:lnTo>
                    <a:pt x="0" y="3931"/>
                  </a:lnTo>
                  <a:lnTo>
                    <a:pt x="13401" y="3931"/>
                  </a:lnTo>
                  <a:lnTo>
                    <a:pt x="134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68"/>
            <p:cNvSpPr/>
            <p:nvPr/>
          </p:nvSpPr>
          <p:spPr>
            <a:xfrm>
              <a:off x="5894075" y="2457425"/>
              <a:ext cx="167050" cy="32300"/>
            </a:xfrm>
            <a:custGeom>
              <a:rect b="b" l="l" r="r" t="t"/>
              <a:pathLst>
                <a:path extrusionOk="0" h="1292" w="6682">
                  <a:moveTo>
                    <a:pt x="0" y="0"/>
                  </a:moveTo>
                  <a:lnTo>
                    <a:pt x="0" y="1292"/>
                  </a:lnTo>
                  <a:lnTo>
                    <a:pt x="6682" y="1292"/>
                  </a:lnTo>
                  <a:lnTo>
                    <a:pt x="66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68"/>
            <p:cNvSpPr/>
            <p:nvPr/>
          </p:nvSpPr>
          <p:spPr>
            <a:xfrm>
              <a:off x="6333425" y="2635225"/>
              <a:ext cx="151175" cy="281700"/>
            </a:xfrm>
            <a:custGeom>
              <a:rect b="b" l="l" r="r" t="t"/>
              <a:pathLst>
                <a:path extrusionOk="0" h="11268" w="6047">
                  <a:moveTo>
                    <a:pt x="1" y="1"/>
                  </a:moveTo>
                  <a:lnTo>
                    <a:pt x="1" y="11268"/>
                  </a:lnTo>
                  <a:lnTo>
                    <a:pt x="6046" y="11268"/>
                  </a:lnTo>
                  <a:lnTo>
                    <a:pt x="604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68"/>
            <p:cNvSpPr/>
            <p:nvPr/>
          </p:nvSpPr>
          <p:spPr>
            <a:xfrm>
              <a:off x="6793850" y="2457425"/>
              <a:ext cx="288725" cy="78625"/>
            </a:xfrm>
            <a:custGeom>
              <a:rect b="b" l="l" r="r" t="t"/>
              <a:pathLst>
                <a:path extrusionOk="0" h="3145" w="11549">
                  <a:moveTo>
                    <a:pt x="1" y="0"/>
                  </a:moveTo>
                  <a:lnTo>
                    <a:pt x="1" y="3145"/>
                  </a:lnTo>
                  <a:lnTo>
                    <a:pt x="11549" y="3145"/>
                  </a:lnTo>
                  <a:lnTo>
                    <a:pt x="115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68"/>
            <p:cNvSpPr/>
            <p:nvPr/>
          </p:nvSpPr>
          <p:spPr>
            <a:xfrm>
              <a:off x="6926275" y="2429350"/>
              <a:ext cx="156300" cy="28100"/>
            </a:xfrm>
            <a:custGeom>
              <a:rect b="b" l="l" r="r" t="t"/>
              <a:pathLst>
                <a:path extrusionOk="0" h="1124" w="6252">
                  <a:moveTo>
                    <a:pt x="0" y="0"/>
                  </a:moveTo>
                  <a:lnTo>
                    <a:pt x="0" y="1123"/>
                  </a:lnTo>
                  <a:lnTo>
                    <a:pt x="6252" y="1123"/>
                  </a:lnTo>
                  <a:lnTo>
                    <a:pt x="62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68"/>
            <p:cNvSpPr/>
            <p:nvPr/>
          </p:nvSpPr>
          <p:spPr>
            <a:xfrm>
              <a:off x="6479875" y="2397325"/>
              <a:ext cx="102050" cy="92800"/>
            </a:xfrm>
            <a:custGeom>
              <a:rect b="b" l="l" r="r" t="t"/>
              <a:pathLst>
                <a:path extrusionOk="0" h="3712" w="4082">
                  <a:moveTo>
                    <a:pt x="2040" y="0"/>
                  </a:moveTo>
                  <a:cubicBezTo>
                    <a:pt x="1904" y="0"/>
                    <a:pt x="1767" y="15"/>
                    <a:pt x="1629" y="46"/>
                  </a:cubicBezTo>
                  <a:cubicBezTo>
                    <a:pt x="619" y="289"/>
                    <a:pt x="1" y="1281"/>
                    <a:pt x="244" y="2292"/>
                  </a:cubicBezTo>
                  <a:cubicBezTo>
                    <a:pt x="436" y="3138"/>
                    <a:pt x="1199" y="3711"/>
                    <a:pt x="2034" y="3711"/>
                  </a:cubicBezTo>
                  <a:cubicBezTo>
                    <a:pt x="2179" y="3711"/>
                    <a:pt x="2325" y="3694"/>
                    <a:pt x="2472" y="3658"/>
                  </a:cubicBezTo>
                  <a:cubicBezTo>
                    <a:pt x="3464" y="3434"/>
                    <a:pt x="4081" y="2423"/>
                    <a:pt x="3857" y="1431"/>
                  </a:cubicBezTo>
                  <a:cubicBezTo>
                    <a:pt x="3647" y="577"/>
                    <a:pt x="2882" y="0"/>
                    <a:pt x="20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3" name="Google Shape;3053;p68"/>
          <p:cNvGrpSpPr/>
          <p:nvPr/>
        </p:nvGrpSpPr>
        <p:grpSpPr>
          <a:xfrm flipH="1">
            <a:off x="6921757" y="461100"/>
            <a:ext cx="2222252" cy="4838326"/>
            <a:chOff x="1622025" y="238125"/>
            <a:chExt cx="746825" cy="1626000"/>
          </a:xfrm>
        </p:grpSpPr>
        <p:sp>
          <p:nvSpPr>
            <p:cNvPr id="3054" name="Google Shape;3054;p68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68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68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68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68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9" name="Google Shape;3059;p68"/>
          <p:cNvGrpSpPr/>
          <p:nvPr/>
        </p:nvGrpSpPr>
        <p:grpSpPr>
          <a:xfrm>
            <a:off x="-381167" y="3162504"/>
            <a:ext cx="9870375" cy="1746000"/>
            <a:chOff x="-381000" y="2898432"/>
            <a:chExt cx="9870375" cy="1746000"/>
          </a:xfrm>
        </p:grpSpPr>
        <p:grpSp>
          <p:nvGrpSpPr>
            <p:cNvPr id="3060" name="Google Shape;3060;p68"/>
            <p:cNvGrpSpPr/>
            <p:nvPr/>
          </p:nvGrpSpPr>
          <p:grpSpPr>
            <a:xfrm>
              <a:off x="-381000" y="3189432"/>
              <a:ext cx="9870375" cy="1455000"/>
              <a:chOff x="-381000" y="2758675"/>
              <a:chExt cx="9870375" cy="1455000"/>
            </a:xfrm>
          </p:grpSpPr>
          <p:sp>
            <p:nvSpPr>
              <p:cNvPr id="3061" name="Google Shape;3061;p68"/>
              <p:cNvSpPr/>
              <p:nvPr/>
            </p:nvSpPr>
            <p:spPr>
              <a:xfrm>
                <a:off x="1524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2" name="Google Shape;3062;p68"/>
              <p:cNvSpPr/>
              <p:nvPr/>
            </p:nvSpPr>
            <p:spPr>
              <a:xfrm>
                <a:off x="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3" name="Google Shape;3063;p68"/>
              <p:cNvSpPr/>
              <p:nvPr/>
            </p:nvSpPr>
            <p:spPr>
              <a:xfrm>
                <a:off x="762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4" name="Google Shape;3064;p68"/>
              <p:cNvSpPr/>
              <p:nvPr/>
            </p:nvSpPr>
            <p:spPr>
              <a:xfrm>
                <a:off x="3810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5" name="Google Shape;3065;p68"/>
              <p:cNvSpPr/>
              <p:nvPr/>
            </p:nvSpPr>
            <p:spPr>
              <a:xfrm>
                <a:off x="2286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6" name="Google Shape;3066;p68"/>
              <p:cNvSpPr/>
              <p:nvPr/>
            </p:nvSpPr>
            <p:spPr>
              <a:xfrm>
                <a:off x="3048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7" name="Google Shape;3067;p68"/>
              <p:cNvSpPr/>
              <p:nvPr/>
            </p:nvSpPr>
            <p:spPr>
              <a:xfrm>
                <a:off x="6096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8" name="Google Shape;3068;p68"/>
              <p:cNvSpPr/>
              <p:nvPr/>
            </p:nvSpPr>
            <p:spPr>
              <a:xfrm>
                <a:off x="4572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9" name="Google Shape;3069;p68"/>
              <p:cNvSpPr/>
              <p:nvPr/>
            </p:nvSpPr>
            <p:spPr>
              <a:xfrm>
                <a:off x="5334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0" name="Google Shape;3070;p68"/>
              <p:cNvSpPr/>
              <p:nvPr/>
            </p:nvSpPr>
            <p:spPr>
              <a:xfrm>
                <a:off x="7620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1" name="Google Shape;3071;p68"/>
              <p:cNvSpPr/>
              <p:nvPr/>
            </p:nvSpPr>
            <p:spPr>
              <a:xfrm>
                <a:off x="6858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2" name="Google Shape;3072;p68"/>
              <p:cNvSpPr/>
              <p:nvPr/>
            </p:nvSpPr>
            <p:spPr>
              <a:xfrm>
                <a:off x="8382000" y="3922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3" name="Google Shape;3073;p68"/>
              <p:cNvSpPr/>
              <p:nvPr/>
            </p:nvSpPr>
            <p:spPr>
              <a:xfrm>
                <a:off x="1869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4" name="Google Shape;3074;p68"/>
              <p:cNvSpPr/>
              <p:nvPr/>
            </p:nvSpPr>
            <p:spPr>
              <a:xfrm>
                <a:off x="3764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5" name="Google Shape;3075;p68"/>
              <p:cNvSpPr/>
              <p:nvPr/>
            </p:nvSpPr>
            <p:spPr>
              <a:xfrm>
                <a:off x="1107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6" name="Google Shape;3076;p68"/>
              <p:cNvSpPr/>
              <p:nvPr/>
            </p:nvSpPr>
            <p:spPr>
              <a:xfrm>
                <a:off x="4155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7" name="Google Shape;3077;p68"/>
              <p:cNvSpPr/>
              <p:nvPr/>
            </p:nvSpPr>
            <p:spPr>
              <a:xfrm>
                <a:off x="2631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8" name="Google Shape;3078;p68"/>
              <p:cNvSpPr/>
              <p:nvPr/>
            </p:nvSpPr>
            <p:spPr>
              <a:xfrm>
                <a:off x="3393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9" name="Google Shape;3079;p68"/>
              <p:cNvSpPr/>
              <p:nvPr/>
            </p:nvSpPr>
            <p:spPr>
              <a:xfrm>
                <a:off x="6441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0" name="Google Shape;3080;p68"/>
              <p:cNvSpPr/>
              <p:nvPr/>
            </p:nvSpPr>
            <p:spPr>
              <a:xfrm>
                <a:off x="4917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1" name="Google Shape;3081;p68"/>
              <p:cNvSpPr/>
              <p:nvPr/>
            </p:nvSpPr>
            <p:spPr>
              <a:xfrm>
                <a:off x="5679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2" name="Google Shape;3082;p68"/>
              <p:cNvSpPr/>
              <p:nvPr/>
            </p:nvSpPr>
            <p:spPr>
              <a:xfrm>
                <a:off x="7965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3" name="Google Shape;3083;p68"/>
              <p:cNvSpPr/>
              <p:nvPr/>
            </p:nvSpPr>
            <p:spPr>
              <a:xfrm>
                <a:off x="7203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4" name="Google Shape;3084;p68"/>
              <p:cNvSpPr/>
              <p:nvPr/>
            </p:nvSpPr>
            <p:spPr>
              <a:xfrm>
                <a:off x="8727375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5" name="Google Shape;3085;p68"/>
              <p:cNvSpPr/>
              <p:nvPr/>
            </p:nvSpPr>
            <p:spPr>
              <a:xfrm>
                <a:off x="-381000" y="3631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6" name="Google Shape;3086;p68"/>
              <p:cNvSpPr/>
              <p:nvPr/>
            </p:nvSpPr>
            <p:spPr>
              <a:xfrm>
                <a:off x="1524000" y="3340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7" name="Google Shape;3087;p68"/>
              <p:cNvSpPr/>
              <p:nvPr/>
            </p:nvSpPr>
            <p:spPr>
              <a:xfrm>
                <a:off x="0" y="3340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8" name="Google Shape;3088;p68"/>
              <p:cNvSpPr/>
              <p:nvPr/>
            </p:nvSpPr>
            <p:spPr>
              <a:xfrm>
                <a:off x="762000" y="3340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9" name="Google Shape;3089;p68"/>
              <p:cNvSpPr/>
              <p:nvPr/>
            </p:nvSpPr>
            <p:spPr>
              <a:xfrm>
                <a:off x="2286000" y="3340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0" name="Google Shape;3090;p68"/>
              <p:cNvSpPr/>
              <p:nvPr/>
            </p:nvSpPr>
            <p:spPr>
              <a:xfrm>
                <a:off x="7620000" y="3340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1" name="Google Shape;3091;p68"/>
              <p:cNvSpPr/>
              <p:nvPr/>
            </p:nvSpPr>
            <p:spPr>
              <a:xfrm>
                <a:off x="6858000" y="3340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2" name="Google Shape;3092;p68"/>
              <p:cNvSpPr/>
              <p:nvPr/>
            </p:nvSpPr>
            <p:spPr>
              <a:xfrm>
                <a:off x="8382000" y="3340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3" name="Google Shape;3093;p68"/>
              <p:cNvSpPr/>
              <p:nvPr/>
            </p:nvSpPr>
            <p:spPr>
              <a:xfrm>
                <a:off x="3764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4" name="Google Shape;3094;p68"/>
              <p:cNvSpPr/>
              <p:nvPr/>
            </p:nvSpPr>
            <p:spPr>
              <a:xfrm>
                <a:off x="110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5" name="Google Shape;3095;p68"/>
              <p:cNvSpPr/>
              <p:nvPr/>
            </p:nvSpPr>
            <p:spPr>
              <a:xfrm>
                <a:off x="7965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6" name="Google Shape;3096;p68"/>
              <p:cNvSpPr/>
              <p:nvPr/>
            </p:nvSpPr>
            <p:spPr>
              <a:xfrm>
                <a:off x="7203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7" name="Google Shape;3097;p68"/>
              <p:cNvSpPr/>
              <p:nvPr/>
            </p:nvSpPr>
            <p:spPr>
              <a:xfrm>
                <a:off x="872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8" name="Google Shape;3098;p68"/>
              <p:cNvSpPr/>
              <p:nvPr/>
            </p:nvSpPr>
            <p:spPr>
              <a:xfrm>
                <a:off x="-381000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9" name="Google Shape;3099;p68"/>
              <p:cNvSpPr/>
              <p:nvPr/>
            </p:nvSpPr>
            <p:spPr>
              <a:xfrm>
                <a:off x="7620000" y="2758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0" name="Google Shape;3100;p68"/>
              <p:cNvSpPr/>
              <p:nvPr/>
            </p:nvSpPr>
            <p:spPr>
              <a:xfrm>
                <a:off x="8382000" y="2758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1" name="Google Shape;3101;p68"/>
              <p:cNvSpPr/>
              <p:nvPr/>
            </p:nvSpPr>
            <p:spPr>
              <a:xfrm>
                <a:off x="0" y="2758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02" name="Google Shape;3102;p68"/>
            <p:cNvGrpSpPr/>
            <p:nvPr/>
          </p:nvGrpSpPr>
          <p:grpSpPr>
            <a:xfrm>
              <a:off x="7965375" y="2898432"/>
              <a:ext cx="1524000" cy="291000"/>
              <a:chOff x="7965375" y="3049675"/>
              <a:chExt cx="1524000" cy="291000"/>
            </a:xfrm>
          </p:grpSpPr>
          <p:sp>
            <p:nvSpPr>
              <p:cNvPr id="3103" name="Google Shape;3103;p68"/>
              <p:cNvSpPr/>
              <p:nvPr/>
            </p:nvSpPr>
            <p:spPr>
              <a:xfrm>
                <a:off x="7965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4" name="Google Shape;3104;p68"/>
              <p:cNvSpPr/>
              <p:nvPr/>
            </p:nvSpPr>
            <p:spPr>
              <a:xfrm>
                <a:off x="8727375" y="304967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05" name="Google Shape;3105;p68"/>
          <p:cNvSpPr/>
          <p:nvPr/>
        </p:nvSpPr>
        <p:spPr>
          <a:xfrm>
            <a:off x="-167" y="4879925"/>
            <a:ext cx="9144000" cy="2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6" name="Google Shape;3106;p68"/>
          <p:cNvSpPr/>
          <p:nvPr/>
        </p:nvSpPr>
        <p:spPr>
          <a:xfrm flipH="1">
            <a:off x="-167" y="4427347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7" name="Google Shape;3107;p68"/>
          <p:cNvSpPr/>
          <p:nvPr/>
        </p:nvSpPr>
        <p:spPr>
          <a:xfrm flipH="1">
            <a:off x="7416516" y="4603997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8" name="Google Shape;3108;p68"/>
          <p:cNvSpPr/>
          <p:nvPr/>
        </p:nvSpPr>
        <p:spPr>
          <a:xfrm>
            <a:off x="401117" y="94895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9" name="Google Shape;3109;p68"/>
          <p:cNvSpPr/>
          <p:nvPr/>
        </p:nvSpPr>
        <p:spPr>
          <a:xfrm>
            <a:off x="2355175" y="272549"/>
            <a:ext cx="1864705" cy="263704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0" name="Google Shape;3110;p68"/>
          <p:cNvSpPr/>
          <p:nvPr/>
        </p:nvSpPr>
        <p:spPr>
          <a:xfrm rot="-591853">
            <a:off x="763432" y="4217128"/>
            <a:ext cx="464060" cy="469830"/>
          </a:xfrm>
          <a:prstGeom prst="roundRect">
            <a:avLst>
              <a:gd fmla="val 78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1" name="Google Shape;3111;p68"/>
          <p:cNvSpPr/>
          <p:nvPr/>
        </p:nvSpPr>
        <p:spPr>
          <a:xfrm>
            <a:off x="1162400" y="813900"/>
            <a:ext cx="3816600" cy="475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2" name="Google Shape;3112;p68"/>
          <p:cNvSpPr/>
          <p:nvPr/>
        </p:nvSpPr>
        <p:spPr>
          <a:xfrm>
            <a:off x="1317475" y="975900"/>
            <a:ext cx="3506400" cy="4431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3" name="Google Shape;3113;p68"/>
          <p:cNvSpPr/>
          <p:nvPr/>
        </p:nvSpPr>
        <p:spPr>
          <a:xfrm rot="652027">
            <a:off x="-1097713" y="4175159"/>
            <a:ext cx="2659815" cy="2478903"/>
          </a:xfrm>
          <a:custGeom>
            <a:rect b="b" l="l" r="r" t="t"/>
            <a:pathLst>
              <a:path extrusionOk="0" h="16247" w="17433">
                <a:moveTo>
                  <a:pt x="10686" y="0"/>
                </a:moveTo>
                <a:cubicBezTo>
                  <a:pt x="10372" y="157"/>
                  <a:pt x="7653" y="3382"/>
                  <a:pt x="5893" y="5038"/>
                </a:cubicBezTo>
                <a:cubicBezTo>
                  <a:pt x="4115" y="6694"/>
                  <a:pt x="1" y="9256"/>
                  <a:pt x="1" y="9256"/>
                </a:cubicBezTo>
                <a:lnTo>
                  <a:pt x="1622" y="16246"/>
                </a:lnTo>
                <a:cubicBezTo>
                  <a:pt x="1622" y="16246"/>
                  <a:pt x="6259" y="11906"/>
                  <a:pt x="6991" y="11226"/>
                </a:cubicBezTo>
                <a:cubicBezTo>
                  <a:pt x="7723" y="10529"/>
                  <a:pt x="9205" y="10163"/>
                  <a:pt x="11087" y="8420"/>
                </a:cubicBezTo>
                <a:cubicBezTo>
                  <a:pt x="12307" y="7304"/>
                  <a:pt x="12883" y="5369"/>
                  <a:pt x="12883" y="5369"/>
                </a:cubicBezTo>
                <a:cubicBezTo>
                  <a:pt x="13283" y="4829"/>
                  <a:pt x="13754" y="4323"/>
                  <a:pt x="14260" y="3853"/>
                </a:cubicBezTo>
                <a:cubicBezTo>
                  <a:pt x="15061" y="3138"/>
                  <a:pt x="17432" y="872"/>
                  <a:pt x="16805" y="349"/>
                </a:cubicBezTo>
                <a:cubicBezTo>
                  <a:pt x="16745" y="301"/>
                  <a:pt x="16658" y="279"/>
                  <a:pt x="16549" y="279"/>
                </a:cubicBezTo>
                <a:cubicBezTo>
                  <a:pt x="15517" y="279"/>
                  <a:pt x="12534" y="2249"/>
                  <a:pt x="12534" y="2249"/>
                </a:cubicBezTo>
                <a:cubicBezTo>
                  <a:pt x="12290" y="1796"/>
                  <a:pt x="10686" y="0"/>
                  <a:pt x="106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4" name="Google Shape;3114;p68"/>
          <p:cNvSpPr txBox="1"/>
          <p:nvPr>
            <p:ph type="title"/>
          </p:nvPr>
        </p:nvSpPr>
        <p:spPr>
          <a:xfrm>
            <a:off x="1444075" y="2547525"/>
            <a:ext cx="3253200" cy="7290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15" name="Google Shape;3115;p68"/>
          <p:cNvSpPr txBox="1"/>
          <p:nvPr>
            <p:ph idx="1" type="subTitle"/>
          </p:nvPr>
        </p:nvSpPr>
        <p:spPr>
          <a:xfrm>
            <a:off x="1446150" y="3400898"/>
            <a:ext cx="3253200" cy="6324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16" name="Google Shape;3116;p68"/>
          <p:cNvSpPr txBox="1"/>
          <p:nvPr>
            <p:ph hasCustomPrompt="1" idx="2" type="title"/>
          </p:nvPr>
        </p:nvSpPr>
        <p:spPr>
          <a:xfrm>
            <a:off x="2231998" y="1100602"/>
            <a:ext cx="1681500" cy="13212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17" name="Google Shape;3117;p68"/>
          <p:cNvSpPr/>
          <p:nvPr/>
        </p:nvSpPr>
        <p:spPr>
          <a:xfrm flipH="1">
            <a:off x="5129644" y="4652823"/>
            <a:ext cx="1486331" cy="26369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8" name="Google Shape;3118;p68"/>
          <p:cNvSpPr/>
          <p:nvPr/>
        </p:nvSpPr>
        <p:spPr>
          <a:xfrm>
            <a:off x="7802647" y="219798"/>
            <a:ext cx="955059" cy="135048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9">
    <p:spTree>
      <p:nvGrpSpPr>
        <p:cNvPr id="3119" name="Shape 3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0" name="Google Shape;3120;p69"/>
          <p:cNvGrpSpPr/>
          <p:nvPr/>
        </p:nvGrpSpPr>
        <p:grpSpPr>
          <a:xfrm flipH="1">
            <a:off x="7411015" y="223208"/>
            <a:ext cx="1727332" cy="3760613"/>
            <a:chOff x="1622025" y="238125"/>
            <a:chExt cx="746825" cy="1626000"/>
          </a:xfrm>
        </p:grpSpPr>
        <p:sp>
          <p:nvSpPr>
            <p:cNvPr id="3121" name="Google Shape;3121;p69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69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69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69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69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26" name="Google Shape;3126;p69"/>
          <p:cNvGrpSpPr/>
          <p:nvPr/>
        </p:nvGrpSpPr>
        <p:grpSpPr>
          <a:xfrm flipH="1">
            <a:off x="-95677" y="453120"/>
            <a:ext cx="1941800" cy="3493159"/>
            <a:chOff x="3074425" y="1038250"/>
            <a:chExt cx="989200" cy="1779500"/>
          </a:xfrm>
        </p:grpSpPr>
        <p:sp>
          <p:nvSpPr>
            <p:cNvPr id="3127" name="Google Shape;3127;p69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69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69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69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69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32" name="Google Shape;3132;p69"/>
          <p:cNvGrpSpPr/>
          <p:nvPr/>
        </p:nvGrpSpPr>
        <p:grpSpPr>
          <a:xfrm>
            <a:off x="2215707" y="1683636"/>
            <a:ext cx="1511499" cy="3290861"/>
            <a:chOff x="1622025" y="238125"/>
            <a:chExt cx="746825" cy="1626000"/>
          </a:xfrm>
        </p:grpSpPr>
        <p:sp>
          <p:nvSpPr>
            <p:cNvPr id="3133" name="Google Shape;3133;p69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69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69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69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69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8" name="Google Shape;3138;p69"/>
          <p:cNvSpPr/>
          <p:nvPr/>
        </p:nvSpPr>
        <p:spPr>
          <a:xfrm flipH="1">
            <a:off x="-5662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9" name="Google Shape;3139;p69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3140" name="Google Shape;3140;p69"/>
          <p:cNvGrpSpPr/>
          <p:nvPr/>
        </p:nvGrpSpPr>
        <p:grpSpPr>
          <a:xfrm>
            <a:off x="4457524" y="1328282"/>
            <a:ext cx="2528583" cy="3403880"/>
            <a:chOff x="3074425" y="836100"/>
            <a:chExt cx="1472075" cy="1981650"/>
          </a:xfrm>
        </p:grpSpPr>
        <p:sp>
          <p:nvSpPr>
            <p:cNvPr id="3141" name="Google Shape;3141;p69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69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69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69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69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69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69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69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49" name="Google Shape;3149;p69"/>
          <p:cNvGrpSpPr/>
          <p:nvPr/>
        </p:nvGrpSpPr>
        <p:grpSpPr>
          <a:xfrm flipH="1">
            <a:off x="-351037" y="3712365"/>
            <a:ext cx="9870375" cy="1176260"/>
            <a:chOff x="-385478" y="3712365"/>
            <a:chExt cx="9870375" cy="1176260"/>
          </a:xfrm>
        </p:grpSpPr>
        <p:grpSp>
          <p:nvGrpSpPr>
            <p:cNvPr id="3150" name="Google Shape;3150;p69"/>
            <p:cNvGrpSpPr/>
            <p:nvPr/>
          </p:nvGrpSpPr>
          <p:grpSpPr>
            <a:xfrm>
              <a:off x="-385478" y="3712365"/>
              <a:ext cx="9870375" cy="1176260"/>
              <a:chOff x="-385478" y="3712365"/>
              <a:chExt cx="9870375" cy="1176260"/>
            </a:xfrm>
          </p:grpSpPr>
          <p:grpSp>
            <p:nvGrpSpPr>
              <p:cNvPr id="3151" name="Google Shape;3151;p69"/>
              <p:cNvGrpSpPr/>
              <p:nvPr/>
            </p:nvGrpSpPr>
            <p:grpSpPr>
              <a:xfrm>
                <a:off x="-385478" y="4005140"/>
                <a:ext cx="9870375" cy="883485"/>
                <a:chOff x="-381000" y="4005140"/>
                <a:chExt cx="9870375" cy="883485"/>
              </a:xfrm>
            </p:grpSpPr>
            <p:sp>
              <p:nvSpPr>
                <p:cNvPr id="3152" name="Google Shape;3152;p69"/>
                <p:cNvSpPr/>
                <p:nvPr/>
              </p:nvSpPr>
              <p:spPr>
                <a:xfrm>
                  <a:off x="1869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3" name="Google Shape;3153;p69"/>
                <p:cNvSpPr/>
                <p:nvPr/>
              </p:nvSpPr>
              <p:spPr>
                <a:xfrm>
                  <a:off x="3764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4" name="Google Shape;3154;p69"/>
                <p:cNvSpPr/>
                <p:nvPr/>
              </p:nvSpPr>
              <p:spPr>
                <a:xfrm>
                  <a:off x="1107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5" name="Google Shape;3155;p69"/>
                <p:cNvSpPr/>
                <p:nvPr/>
              </p:nvSpPr>
              <p:spPr>
                <a:xfrm>
                  <a:off x="4155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6" name="Google Shape;3156;p69"/>
                <p:cNvSpPr/>
                <p:nvPr/>
              </p:nvSpPr>
              <p:spPr>
                <a:xfrm>
                  <a:off x="2631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7" name="Google Shape;3157;p69"/>
                <p:cNvSpPr/>
                <p:nvPr/>
              </p:nvSpPr>
              <p:spPr>
                <a:xfrm>
                  <a:off x="3393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8" name="Google Shape;3158;p69"/>
                <p:cNvSpPr/>
                <p:nvPr/>
              </p:nvSpPr>
              <p:spPr>
                <a:xfrm>
                  <a:off x="6441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9" name="Google Shape;3159;p69"/>
                <p:cNvSpPr/>
                <p:nvPr/>
              </p:nvSpPr>
              <p:spPr>
                <a:xfrm>
                  <a:off x="4917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0" name="Google Shape;3160;p69"/>
                <p:cNvSpPr/>
                <p:nvPr/>
              </p:nvSpPr>
              <p:spPr>
                <a:xfrm>
                  <a:off x="5679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1" name="Google Shape;3161;p69"/>
                <p:cNvSpPr/>
                <p:nvPr/>
              </p:nvSpPr>
              <p:spPr>
                <a:xfrm>
                  <a:off x="7965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2" name="Google Shape;3162;p69"/>
                <p:cNvSpPr/>
                <p:nvPr/>
              </p:nvSpPr>
              <p:spPr>
                <a:xfrm>
                  <a:off x="7203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3" name="Google Shape;3163;p69"/>
                <p:cNvSpPr/>
                <p:nvPr/>
              </p:nvSpPr>
              <p:spPr>
                <a:xfrm>
                  <a:off x="8727375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4" name="Google Shape;3164;p69"/>
                <p:cNvSpPr/>
                <p:nvPr/>
              </p:nvSpPr>
              <p:spPr>
                <a:xfrm>
                  <a:off x="-381000" y="4587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5" name="Google Shape;3165;p69"/>
                <p:cNvSpPr/>
                <p:nvPr/>
              </p:nvSpPr>
              <p:spPr>
                <a:xfrm>
                  <a:off x="0" y="4296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6" name="Google Shape;3166;p69"/>
                <p:cNvSpPr/>
                <p:nvPr/>
              </p:nvSpPr>
              <p:spPr>
                <a:xfrm>
                  <a:off x="8382000" y="4296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7" name="Google Shape;3167;p69"/>
                <p:cNvSpPr/>
                <p:nvPr/>
              </p:nvSpPr>
              <p:spPr>
                <a:xfrm>
                  <a:off x="8727375" y="4005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8" name="Google Shape;3168;p69"/>
                <p:cNvSpPr/>
                <p:nvPr/>
              </p:nvSpPr>
              <p:spPr>
                <a:xfrm>
                  <a:off x="-381000" y="4005140"/>
                  <a:ext cx="762000" cy="2910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9" name="Google Shape;3169;p69"/>
                <p:cNvSpPr/>
                <p:nvPr/>
              </p:nvSpPr>
              <p:spPr>
                <a:xfrm>
                  <a:off x="-22" y="4128425"/>
                  <a:ext cx="1524000" cy="760200"/>
                </a:xfrm>
                <a:prstGeom prst="rtTriangle">
                  <a:avLst/>
                </a:prstGeom>
                <a:solidFill>
                  <a:srgbClr val="000000">
                    <a:alpha val="485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170" name="Google Shape;3170;p69"/>
              <p:cNvSpPr/>
              <p:nvPr/>
            </p:nvSpPr>
            <p:spPr>
              <a:xfrm>
                <a:off x="-9003" y="3712365"/>
                <a:ext cx="762000" cy="291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71" name="Google Shape;3171;p69"/>
            <p:cNvSpPr/>
            <p:nvPr/>
          </p:nvSpPr>
          <p:spPr>
            <a:xfrm>
              <a:off x="8377522" y="371236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2" name="Google Shape;3172;p69"/>
          <p:cNvSpPr/>
          <p:nvPr/>
        </p:nvSpPr>
        <p:spPr>
          <a:xfrm flipH="1">
            <a:off x="4113744" y="4785649"/>
            <a:ext cx="1136568" cy="201654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3" name="Google Shape;3173;p69"/>
          <p:cNvSpPr/>
          <p:nvPr/>
        </p:nvSpPr>
        <p:spPr>
          <a:xfrm flipH="1">
            <a:off x="7411035" y="4732144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4" name="Google Shape;3174;p69"/>
          <p:cNvSpPr/>
          <p:nvPr/>
        </p:nvSpPr>
        <p:spPr>
          <a:xfrm>
            <a:off x="-5660" y="4879934"/>
            <a:ext cx="963896" cy="201648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5" name="Google Shape;3175;p69"/>
          <p:cNvSpPr/>
          <p:nvPr/>
        </p:nvSpPr>
        <p:spPr>
          <a:xfrm>
            <a:off x="6544527" y="223192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6" name="Google Shape;3176;p69"/>
          <p:cNvSpPr/>
          <p:nvPr/>
        </p:nvSpPr>
        <p:spPr>
          <a:xfrm>
            <a:off x="532296" y="5395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7" name="Google Shape;3177;p69"/>
          <p:cNvSpPr/>
          <p:nvPr/>
        </p:nvSpPr>
        <p:spPr>
          <a:xfrm>
            <a:off x="205450" y="1248575"/>
            <a:ext cx="8733300" cy="353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8" name="Google Shape;3178;p69"/>
          <p:cNvSpPr/>
          <p:nvPr/>
        </p:nvSpPr>
        <p:spPr>
          <a:xfrm>
            <a:off x="380051" y="1423225"/>
            <a:ext cx="8384100" cy="31854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3179" name="Shape 3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0" name="Google Shape;3180;p70"/>
          <p:cNvGrpSpPr/>
          <p:nvPr/>
        </p:nvGrpSpPr>
        <p:grpSpPr>
          <a:xfrm flipH="1">
            <a:off x="2507469" y="71855"/>
            <a:ext cx="3761401" cy="4668493"/>
            <a:chOff x="5932450" y="2691225"/>
            <a:chExt cx="1445525" cy="1794125"/>
          </a:xfrm>
        </p:grpSpPr>
        <p:sp>
          <p:nvSpPr>
            <p:cNvPr id="3181" name="Google Shape;3181;p70"/>
            <p:cNvSpPr/>
            <p:nvPr/>
          </p:nvSpPr>
          <p:spPr>
            <a:xfrm>
              <a:off x="6817975" y="3120900"/>
              <a:ext cx="0" cy="1364450"/>
            </a:xfrm>
            <a:custGeom>
              <a:rect b="b" l="l" r="r" t="t"/>
              <a:pathLst>
                <a:path extrusionOk="0" fill="none" h="54578" w="0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70"/>
            <p:cNvSpPr/>
            <p:nvPr/>
          </p:nvSpPr>
          <p:spPr>
            <a:xfrm>
              <a:off x="6775700" y="3120900"/>
              <a:ext cx="25" cy="1364450"/>
            </a:xfrm>
            <a:custGeom>
              <a:rect b="b" l="l" r="r" t="t"/>
              <a:pathLst>
                <a:path extrusionOk="0" fill="none" h="54578" w="1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70"/>
            <p:cNvSpPr/>
            <p:nvPr/>
          </p:nvSpPr>
          <p:spPr>
            <a:xfrm>
              <a:off x="6776125" y="3153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70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70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70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70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70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70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70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70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70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70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70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70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70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70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70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70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70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70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70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70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70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70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70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70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70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70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70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70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70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70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70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70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70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70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70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70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70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70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70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70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70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70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70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70"/>
            <p:cNvSpPr/>
            <p:nvPr/>
          </p:nvSpPr>
          <p:spPr>
            <a:xfrm>
              <a:off x="6776125" y="4383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70"/>
            <p:cNvSpPr/>
            <p:nvPr/>
          </p:nvSpPr>
          <p:spPr>
            <a:xfrm>
              <a:off x="6722100" y="2980150"/>
              <a:ext cx="118550" cy="144700"/>
            </a:xfrm>
            <a:custGeom>
              <a:rect b="b" l="l" r="r" t="t"/>
              <a:pathLst>
                <a:path extrusionOk="0" h="5788" w="4742">
                  <a:moveTo>
                    <a:pt x="0" y="0"/>
                  </a:moveTo>
                  <a:lnTo>
                    <a:pt x="0" y="5788"/>
                  </a:lnTo>
                  <a:lnTo>
                    <a:pt x="4741" y="5788"/>
                  </a:lnTo>
                  <a:lnTo>
                    <a:pt x="47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70"/>
            <p:cNvSpPr/>
            <p:nvPr/>
          </p:nvSpPr>
          <p:spPr>
            <a:xfrm>
              <a:off x="6227050" y="2692975"/>
              <a:ext cx="686375" cy="264100"/>
            </a:xfrm>
            <a:custGeom>
              <a:rect b="b" l="l" r="r" t="t"/>
              <a:pathLst>
                <a:path extrusionOk="0" fill="none" h="10564" w="27455">
                  <a:moveTo>
                    <a:pt x="27454" y="0"/>
                  </a:moveTo>
                  <a:lnTo>
                    <a:pt x="0" y="10564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70"/>
            <p:cNvSpPr/>
            <p:nvPr/>
          </p:nvSpPr>
          <p:spPr>
            <a:xfrm>
              <a:off x="6454525" y="2692975"/>
              <a:ext cx="460200" cy="237525"/>
            </a:xfrm>
            <a:custGeom>
              <a:rect b="b" l="l" r="r" t="t"/>
              <a:pathLst>
                <a:path extrusionOk="0" fill="none" h="9501" w="18408">
                  <a:moveTo>
                    <a:pt x="18408" y="0"/>
                  </a:moveTo>
                  <a:lnTo>
                    <a:pt x="1691" y="9500"/>
                  </a:lnTo>
                  <a:lnTo>
                    <a:pt x="0" y="7060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70"/>
            <p:cNvSpPr/>
            <p:nvPr/>
          </p:nvSpPr>
          <p:spPr>
            <a:xfrm>
              <a:off x="6912525" y="2691225"/>
              <a:ext cx="160400" cy="232300"/>
            </a:xfrm>
            <a:custGeom>
              <a:rect b="b" l="l" r="r" t="t"/>
              <a:pathLst>
                <a:path extrusionOk="0" fill="none" h="9292" w="6416">
                  <a:moveTo>
                    <a:pt x="1" y="1"/>
                  </a:moveTo>
                  <a:lnTo>
                    <a:pt x="6415" y="9291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70"/>
            <p:cNvSpPr/>
            <p:nvPr/>
          </p:nvSpPr>
          <p:spPr>
            <a:xfrm>
              <a:off x="5932450" y="2897775"/>
              <a:ext cx="1445525" cy="86325"/>
            </a:xfrm>
            <a:custGeom>
              <a:rect b="b" l="l" r="r" t="t"/>
              <a:pathLst>
                <a:path extrusionOk="0" h="3453" w="57821">
                  <a:moveTo>
                    <a:pt x="39796" y="175"/>
                  </a:moveTo>
                  <a:lnTo>
                    <a:pt x="44119" y="977"/>
                  </a:lnTo>
                  <a:lnTo>
                    <a:pt x="44241" y="994"/>
                  </a:lnTo>
                  <a:lnTo>
                    <a:pt x="48059" y="1709"/>
                  </a:lnTo>
                  <a:lnTo>
                    <a:pt x="48163" y="1727"/>
                  </a:lnTo>
                  <a:lnTo>
                    <a:pt x="51998" y="2441"/>
                  </a:lnTo>
                  <a:lnTo>
                    <a:pt x="52103" y="2459"/>
                  </a:lnTo>
                  <a:lnTo>
                    <a:pt x="57193" y="3348"/>
                  </a:lnTo>
                  <a:lnTo>
                    <a:pt x="1343" y="3348"/>
                  </a:lnTo>
                  <a:lnTo>
                    <a:pt x="7374" y="2825"/>
                  </a:lnTo>
                  <a:lnTo>
                    <a:pt x="7496" y="2825"/>
                  </a:lnTo>
                  <a:lnTo>
                    <a:pt x="11767" y="2476"/>
                  </a:lnTo>
                  <a:lnTo>
                    <a:pt x="11871" y="2476"/>
                  </a:lnTo>
                  <a:lnTo>
                    <a:pt x="15619" y="2162"/>
                  </a:lnTo>
                  <a:lnTo>
                    <a:pt x="15724" y="2162"/>
                  </a:lnTo>
                  <a:lnTo>
                    <a:pt x="19576" y="1831"/>
                  </a:lnTo>
                  <a:lnTo>
                    <a:pt x="19698" y="1831"/>
                  </a:lnTo>
                  <a:lnTo>
                    <a:pt x="23620" y="1500"/>
                  </a:lnTo>
                  <a:lnTo>
                    <a:pt x="23725" y="1500"/>
                  </a:lnTo>
                  <a:lnTo>
                    <a:pt x="27368" y="1186"/>
                  </a:lnTo>
                  <a:lnTo>
                    <a:pt x="27472" y="1186"/>
                  </a:lnTo>
                  <a:lnTo>
                    <a:pt x="31377" y="855"/>
                  </a:lnTo>
                  <a:lnTo>
                    <a:pt x="31482" y="855"/>
                  </a:lnTo>
                  <a:lnTo>
                    <a:pt x="35386" y="524"/>
                  </a:lnTo>
                  <a:lnTo>
                    <a:pt x="35491" y="524"/>
                  </a:lnTo>
                  <a:lnTo>
                    <a:pt x="39692" y="175"/>
                  </a:lnTo>
                  <a:close/>
                  <a:moveTo>
                    <a:pt x="39692" y="1"/>
                  </a:moveTo>
                  <a:lnTo>
                    <a:pt x="35491" y="350"/>
                  </a:lnTo>
                  <a:lnTo>
                    <a:pt x="35386" y="350"/>
                  </a:lnTo>
                  <a:lnTo>
                    <a:pt x="31499" y="681"/>
                  </a:lnTo>
                  <a:lnTo>
                    <a:pt x="31377" y="698"/>
                  </a:lnTo>
                  <a:lnTo>
                    <a:pt x="27490" y="1012"/>
                  </a:lnTo>
                  <a:lnTo>
                    <a:pt x="27385" y="1012"/>
                  </a:lnTo>
                  <a:lnTo>
                    <a:pt x="11837" y="2319"/>
                  </a:lnTo>
                  <a:lnTo>
                    <a:pt x="11767" y="2319"/>
                  </a:lnTo>
                  <a:lnTo>
                    <a:pt x="7461" y="2685"/>
                  </a:lnTo>
                  <a:lnTo>
                    <a:pt x="7392" y="2685"/>
                  </a:lnTo>
                  <a:lnTo>
                    <a:pt x="53" y="3348"/>
                  </a:lnTo>
                  <a:cubicBezTo>
                    <a:pt x="36" y="3348"/>
                    <a:pt x="1" y="3365"/>
                    <a:pt x="1" y="3400"/>
                  </a:cubicBezTo>
                  <a:cubicBezTo>
                    <a:pt x="1" y="3417"/>
                    <a:pt x="36" y="3452"/>
                    <a:pt x="53" y="3452"/>
                  </a:cubicBezTo>
                  <a:lnTo>
                    <a:pt x="57768" y="3452"/>
                  </a:lnTo>
                  <a:cubicBezTo>
                    <a:pt x="57803" y="3452"/>
                    <a:pt x="57820" y="3417"/>
                    <a:pt x="57820" y="3400"/>
                  </a:cubicBezTo>
                  <a:cubicBezTo>
                    <a:pt x="57820" y="3365"/>
                    <a:pt x="57803" y="3348"/>
                    <a:pt x="57785" y="3348"/>
                  </a:cubicBezTo>
                  <a:lnTo>
                    <a:pt x="52120" y="2284"/>
                  </a:lnTo>
                  <a:lnTo>
                    <a:pt x="51998" y="2267"/>
                  </a:lnTo>
                  <a:lnTo>
                    <a:pt x="48181" y="1552"/>
                  </a:lnTo>
                  <a:lnTo>
                    <a:pt x="48076" y="1535"/>
                  </a:lnTo>
                  <a:lnTo>
                    <a:pt x="44259" y="820"/>
                  </a:lnTo>
                  <a:lnTo>
                    <a:pt x="44137" y="803"/>
                  </a:lnTo>
                  <a:lnTo>
                    <a:pt x="398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70"/>
            <p:cNvSpPr/>
            <p:nvPr/>
          </p:nvSpPr>
          <p:spPr>
            <a:xfrm>
              <a:off x="6117225" y="2965325"/>
              <a:ext cx="2650" cy="18325"/>
            </a:xfrm>
            <a:custGeom>
              <a:rect b="b" l="l" r="r" t="t"/>
              <a:pathLst>
                <a:path extrusionOk="0" h="733" w="106">
                  <a:moveTo>
                    <a:pt x="53" y="1"/>
                  </a:moveTo>
                  <a:cubicBezTo>
                    <a:pt x="27" y="1"/>
                    <a:pt x="1" y="18"/>
                    <a:pt x="1" y="53"/>
                  </a:cubicBezTo>
                  <a:lnTo>
                    <a:pt x="1" y="663"/>
                  </a:lnTo>
                  <a:cubicBezTo>
                    <a:pt x="1" y="698"/>
                    <a:pt x="18" y="733"/>
                    <a:pt x="53" y="733"/>
                  </a:cubicBezTo>
                  <a:cubicBezTo>
                    <a:pt x="88" y="733"/>
                    <a:pt x="105" y="698"/>
                    <a:pt x="105" y="663"/>
                  </a:cubicBezTo>
                  <a:lnTo>
                    <a:pt x="105" y="53"/>
                  </a:lnTo>
                  <a:cubicBezTo>
                    <a:pt x="105" y="18"/>
                    <a:pt x="79" y="1"/>
                    <a:pt x="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70"/>
            <p:cNvSpPr/>
            <p:nvPr/>
          </p:nvSpPr>
          <p:spPr>
            <a:xfrm>
              <a:off x="6226400" y="2956175"/>
              <a:ext cx="3075" cy="26600"/>
            </a:xfrm>
            <a:custGeom>
              <a:rect b="b" l="l" r="r" t="t"/>
              <a:pathLst>
                <a:path extrusionOk="0" h="1064" w="123">
                  <a:moveTo>
                    <a:pt x="61" y="1"/>
                  </a:moveTo>
                  <a:cubicBezTo>
                    <a:pt x="31" y="1"/>
                    <a:pt x="0" y="18"/>
                    <a:pt x="9" y="53"/>
                  </a:cubicBezTo>
                  <a:lnTo>
                    <a:pt x="9" y="1012"/>
                  </a:lnTo>
                  <a:cubicBezTo>
                    <a:pt x="9" y="1047"/>
                    <a:pt x="26" y="1064"/>
                    <a:pt x="61" y="1064"/>
                  </a:cubicBezTo>
                  <a:cubicBezTo>
                    <a:pt x="96" y="1064"/>
                    <a:pt x="113" y="1047"/>
                    <a:pt x="113" y="1012"/>
                  </a:cubicBezTo>
                  <a:lnTo>
                    <a:pt x="113" y="53"/>
                  </a:lnTo>
                  <a:cubicBezTo>
                    <a:pt x="122" y="18"/>
                    <a:pt x="92" y="1"/>
                    <a:pt x="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70"/>
            <p:cNvSpPr/>
            <p:nvPr/>
          </p:nvSpPr>
          <p:spPr>
            <a:xfrm>
              <a:off x="6322925" y="2948775"/>
              <a:ext cx="2625" cy="34000"/>
            </a:xfrm>
            <a:custGeom>
              <a:rect b="b" l="l" r="r" t="t"/>
              <a:pathLst>
                <a:path extrusionOk="0" h="1360" w="105">
                  <a:moveTo>
                    <a:pt x="52" y="0"/>
                  </a:moveTo>
                  <a:cubicBezTo>
                    <a:pt x="35" y="0"/>
                    <a:pt x="0" y="18"/>
                    <a:pt x="0" y="53"/>
                  </a:cubicBezTo>
                  <a:lnTo>
                    <a:pt x="0" y="1308"/>
                  </a:lnTo>
                  <a:cubicBezTo>
                    <a:pt x="0" y="1343"/>
                    <a:pt x="35" y="1360"/>
                    <a:pt x="52" y="1360"/>
                  </a:cubicBezTo>
                  <a:cubicBezTo>
                    <a:pt x="87" y="1360"/>
                    <a:pt x="105" y="1343"/>
                    <a:pt x="105" y="1308"/>
                  </a:cubicBezTo>
                  <a:lnTo>
                    <a:pt x="105" y="53"/>
                  </a:lnTo>
                  <a:cubicBezTo>
                    <a:pt x="105" y="18"/>
                    <a:pt x="87" y="0"/>
                    <a:pt x="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70"/>
            <p:cNvSpPr/>
            <p:nvPr/>
          </p:nvSpPr>
          <p:spPr>
            <a:xfrm>
              <a:off x="6422275" y="2940500"/>
              <a:ext cx="2650" cy="42275"/>
            </a:xfrm>
            <a:custGeom>
              <a:rect b="b" l="l" r="r" t="t"/>
              <a:pathLst>
                <a:path extrusionOk="0" h="1691" w="106">
                  <a:moveTo>
                    <a:pt x="53" y="0"/>
                  </a:moveTo>
                  <a:cubicBezTo>
                    <a:pt x="27" y="0"/>
                    <a:pt x="0" y="18"/>
                    <a:pt x="0" y="52"/>
                  </a:cubicBezTo>
                  <a:lnTo>
                    <a:pt x="0" y="1639"/>
                  </a:lnTo>
                  <a:cubicBezTo>
                    <a:pt x="0" y="1674"/>
                    <a:pt x="18" y="1691"/>
                    <a:pt x="53" y="1691"/>
                  </a:cubicBezTo>
                  <a:cubicBezTo>
                    <a:pt x="88" y="1691"/>
                    <a:pt x="105" y="1674"/>
                    <a:pt x="105" y="1639"/>
                  </a:cubicBezTo>
                  <a:lnTo>
                    <a:pt x="105" y="52"/>
                  </a:lnTo>
                  <a:cubicBezTo>
                    <a:pt x="105" y="18"/>
                    <a:pt x="79" y="0"/>
                    <a:pt x="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70"/>
            <p:cNvSpPr/>
            <p:nvPr/>
          </p:nvSpPr>
          <p:spPr>
            <a:xfrm>
              <a:off x="6523150" y="2932200"/>
              <a:ext cx="3075" cy="50575"/>
            </a:xfrm>
            <a:custGeom>
              <a:rect b="b" l="l" r="r" t="t"/>
              <a:pathLst>
                <a:path extrusionOk="0" h="2023" w="123">
                  <a:moveTo>
                    <a:pt x="62" y="1"/>
                  </a:moveTo>
                  <a:cubicBezTo>
                    <a:pt x="31" y="1"/>
                    <a:pt x="1" y="18"/>
                    <a:pt x="10" y="53"/>
                  </a:cubicBezTo>
                  <a:lnTo>
                    <a:pt x="10" y="1971"/>
                  </a:lnTo>
                  <a:cubicBezTo>
                    <a:pt x="10" y="2006"/>
                    <a:pt x="27" y="2023"/>
                    <a:pt x="62" y="2023"/>
                  </a:cubicBezTo>
                  <a:cubicBezTo>
                    <a:pt x="79" y="2023"/>
                    <a:pt x="114" y="2006"/>
                    <a:pt x="114" y="1971"/>
                  </a:cubicBezTo>
                  <a:lnTo>
                    <a:pt x="114" y="53"/>
                  </a:lnTo>
                  <a:cubicBezTo>
                    <a:pt x="123" y="18"/>
                    <a:pt x="92" y="1"/>
                    <a:pt x="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70"/>
            <p:cNvSpPr/>
            <p:nvPr/>
          </p:nvSpPr>
          <p:spPr>
            <a:xfrm>
              <a:off x="6617075" y="2923500"/>
              <a:ext cx="2625" cy="59275"/>
            </a:xfrm>
            <a:custGeom>
              <a:rect b="b" l="l" r="r" t="t"/>
              <a:pathLst>
                <a:path extrusionOk="0" h="2371" w="105">
                  <a:moveTo>
                    <a:pt x="105" y="0"/>
                  </a:moveTo>
                  <a:lnTo>
                    <a:pt x="0" y="18"/>
                  </a:lnTo>
                  <a:lnTo>
                    <a:pt x="0" y="2319"/>
                  </a:lnTo>
                  <a:cubicBezTo>
                    <a:pt x="9" y="2354"/>
                    <a:pt x="35" y="2371"/>
                    <a:pt x="59" y="2371"/>
                  </a:cubicBezTo>
                  <a:cubicBezTo>
                    <a:pt x="83" y="2371"/>
                    <a:pt x="105" y="2354"/>
                    <a:pt x="105" y="2319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70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70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70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70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70"/>
            <p:cNvSpPr/>
            <p:nvPr/>
          </p:nvSpPr>
          <p:spPr>
            <a:xfrm>
              <a:off x="7036300" y="2917825"/>
              <a:ext cx="2625" cy="64950"/>
            </a:xfrm>
            <a:custGeom>
              <a:rect b="b" l="l" r="r" t="t"/>
              <a:pathLst>
                <a:path extrusionOk="0" h="2598" w="105">
                  <a:moveTo>
                    <a:pt x="0" y="1"/>
                  </a:moveTo>
                  <a:lnTo>
                    <a:pt x="0" y="2546"/>
                  </a:lnTo>
                  <a:cubicBezTo>
                    <a:pt x="0" y="2581"/>
                    <a:pt x="17" y="2598"/>
                    <a:pt x="52" y="2598"/>
                  </a:cubicBezTo>
                  <a:cubicBezTo>
                    <a:pt x="87" y="2598"/>
                    <a:pt x="105" y="2581"/>
                    <a:pt x="105" y="2546"/>
                  </a:cubicBezTo>
                  <a:lnTo>
                    <a:pt x="105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70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70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6" name="Google Shape;3246;p70"/>
            <p:cNvSpPr/>
            <p:nvPr/>
          </p:nvSpPr>
          <p:spPr>
            <a:xfrm>
              <a:off x="7232825" y="2954425"/>
              <a:ext cx="2650" cy="28350"/>
            </a:xfrm>
            <a:custGeom>
              <a:rect b="b" l="l" r="r" t="t"/>
              <a:pathLst>
                <a:path extrusionOk="0" h="1134" w="106">
                  <a:moveTo>
                    <a:pt x="1" y="1"/>
                  </a:moveTo>
                  <a:lnTo>
                    <a:pt x="1" y="1082"/>
                  </a:lnTo>
                  <a:cubicBezTo>
                    <a:pt x="1" y="1117"/>
                    <a:pt x="18" y="1134"/>
                    <a:pt x="53" y="1134"/>
                  </a:cubicBezTo>
                  <a:cubicBezTo>
                    <a:pt x="88" y="1134"/>
                    <a:pt x="105" y="1117"/>
                    <a:pt x="105" y="1082"/>
                  </a:cubicBezTo>
                  <a:lnTo>
                    <a:pt x="105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70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70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70"/>
            <p:cNvSpPr/>
            <p:nvPr/>
          </p:nvSpPr>
          <p:spPr>
            <a:xfrm>
              <a:off x="6224425" y="2983200"/>
              <a:ext cx="122475" cy="346900"/>
            </a:xfrm>
            <a:custGeom>
              <a:rect b="b" l="l" r="r" t="t"/>
              <a:pathLst>
                <a:path extrusionOk="0" fill="none" h="13876" w="4899">
                  <a:moveTo>
                    <a:pt x="4899" y="0"/>
                  </a:moveTo>
                  <a:lnTo>
                    <a:pt x="4899" y="5822"/>
                  </a:lnTo>
                  <a:lnTo>
                    <a:pt x="1" y="13876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70"/>
            <p:cNvSpPr/>
            <p:nvPr/>
          </p:nvSpPr>
          <p:spPr>
            <a:xfrm>
              <a:off x="6346875" y="3128750"/>
              <a:ext cx="96350" cy="195250"/>
            </a:xfrm>
            <a:custGeom>
              <a:rect b="b" l="l" r="r" t="t"/>
              <a:pathLst>
                <a:path extrusionOk="0" fill="none" h="7810" w="3854">
                  <a:moveTo>
                    <a:pt x="1" y="0"/>
                  </a:moveTo>
                  <a:lnTo>
                    <a:pt x="3853" y="7810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70"/>
            <p:cNvSpPr/>
            <p:nvPr/>
          </p:nvSpPr>
          <p:spPr>
            <a:xfrm>
              <a:off x="6177800" y="3308300"/>
              <a:ext cx="331225" cy="178250"/>
            </a:xfrm>
            <a:custGeom>
              <a:rect b="b" l="l" r="r" t="t"/>
              <a:pathLst>
                <a:path extrusionOk="0" h="7130" w="13249">
                  <a:moveTo>
                    <a:pt x="1" y="0"/>
                  </a:moveTo>
                  <a:lnTo>
                    <a:pt x="1" y="7129"/>
                  </a:lnTo>
                  <a:lnTo>
                    <a:pt x="13248" y="7129"/>
                  </a:lnTo>
                  <a:lnTo>
                    <a:pt x="132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70"/>
            <p:cNvSpPr/>
            <p:nvPr/>
          </p:nvSpPr>
          <p:spPr>
            <a:xfrm>
              <a:off x="6438400" y="3308300"/>
              <a:ext cx="70625" cy="178250"/>
            </a:xfrm>
            <a:custGeom>
              <a:rect b="b" l="l" r="r" t="t"/>
              <a:pathLst>
                <a:path extrusionOk="0" h="7130" w="2825">
                  <a:moveTo>
                    <a:pt x="0" y="0"/>
                  </a:moveTo>
                  <a:lnTo>
                    <a:pt x="0" y="7129"/>
                  </a:lnTo>
                  <a:lnTo>
                    <a:pt x="2824" y="7129"/>
                  </a:lnTo>
                  <a:lnTo>
                    <a:pt x="282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3" name="Google Shape;3253;p70"/>
          <p:cNvSpPr txBox="1"/>
          <p:nvPr>
            <p:ph type="ctrTitle"/>
          </p:nvPr>
        </p:nvSpPr>
        <p:spPr>
          <a:xfrm>
            <a:off x="4836125" y="539500"/>
            <a:ext cx="3219300" cy="92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54" name="Google Shape;3254;p70"/>
          <p:cNvSpPr txBox="1"/>
          <p:nvPr>
            <p:ph idx="1" type="subTitle"/>
          </p:nvPr>
        </p:nvSpPr>
        <p:spPr>
          <a:xfrm>
            <a:off x="4836125" y="1463500"/>
            <a:ext cx="3219300" cy="14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3255" name="Google Shape;3255;p70"/>
          <p:cNvGrpSpPr/>
          <p:nvPr/>
        </p:nvGrpSpPr>
        <p:grpSpPr>
          <a:xfrm flipH="1">
            <a:off x="6921757" y="223775"/>
            <a:ext cx="2222252" cy="4838326"/>
            <a:chOff x="1622025" y="238125"/>
            <a:chExt cx="746825" cy="1626000"/>
          </a:xfrm>
        </p:grpSpPr>
        <p:sp>
          <p:nvSpPr>
            <p:cNvPr id="3256" name="Google Shape;3256;p70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70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70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70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70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61" name="Google Shape;3261;p70"/>
          <p:cNvGrpSpPr/>
          <p:nvPr/>
        </p:nvGrpSpPr>
        <p:grpSpPr>
          <a:xfrm flipH="1">
            <a:off x="-13955" y="461112"/>
            <a:ext cx="2889683" cy="3889979"/>
            <a:chOff x="3074425" y="836100"/>
            <a:chExt cx="1472075" cy="1981650"/>
          </a:xfrm>
        </p:grpSpPr>
        <p:sp>
          <p:nvSpPr>
            <p:cNvPr id="3262" name="Google Shape;3262;p70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70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70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70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70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70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70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70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70" name="Google Shape;3270;p70"/>
          <p:cNvGrpSpPr/>
          <p:nvPr/>
        </p:nvGrpSpPr>
        <p:grpSpPr>
          <a:xfrm>
            <a:off x="228609" y="1295672"/>
            <a:ext cx="1091278" cy="2122172"/>
            <a:chOff x="4087800" y="723675"/>
            <a:chExt cx="700750" cy="1362725"/>
          </a:xfrm>
        </p:grpSpPr>
        <p:sp>
          <p:nvSpPr>
            <p:cNvPr id="3271" name="Google Shape;3271;p70"/>
            <p:cNvSpPr/>
            <p:nvPr/>
          </p:nvSpPr>
          <p:spPr>
            <a:xfrm>
              <a:off x="4255125" y="723675"/>
              <a:ext cx="342125" cy="111600"/>
            </a:xfrm>
            <a:custGeom>
              <a:rect b="b" l="l" r="r" t="t"/>
              <a:pathLst>
                <a:path extrusionOk="0" h="4464" w="13685">
                  <a:moveTo>
                    <a:pt x="1" y="1"/>
                  </a:moveTo>
                  <a:lnTo>
                    <a:pt x="1" y="4463"/>
                  </a:lnTo>
                  <a:lnTo>
                    <a:pt x="13685" y="4463"/>
                  </a:lnTo>
                  <a:lnTo>
                    <a:pt x="1368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70"/>
            <p:cNvSpPr/>
            <p:nvPr/>
          </p:nvSpPr>
          <p:spPr>
            <a:xfrm>
              <a:off x="4512250" y="723675"/>
              <a:ext cx="85000" cy="111600"/>
            </a:xfrm>
            <a:custGeom>
              <a:rect b="b" l="l" r="r" t="t"/>
              <a:pathLst>
                <a:path extrusionOk="0" h="4464" w="3400">
                  <a:moveTo>
                    <a:pt x="0" y="1"/>
                  </a:moveTo>
                  <a:lnTo>
                    <a:pt x="0" y="4463"/>
                  </a:lnTo>
                  <a:lnTo>
                    <a:pt x="3400" y="4463"/>
                  </a:lnTo>
                  <a:lnTo>
                    <a:pt x="340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70"/>
            <p:cNvSpPr/>
            <p:nvPr/>
          </p:nvSpPr>
          <p:spPr>
            <a:xfrm>
              <a:off x="4087800" y="816075"/>
              <a:ext cx="700750" cy="1270325"/>
            </a:xfrm>
            <a:custGeom>
              <a:rect b="b" l="l" r="r" t="t"/>
              <a:pathLst>
                <a:path extrusionOk="0" h="50813" w="28030">
                  <a:moveTo>
                    <a:pt x="0" y="0"/>
                  </a:moveTo>
                  <a:lnTo>
                    <a:pt x="0" y="50812"/>
                  </a:lnTo>
                  <a:lnTo>
                    <a:pt x="28030" y="50812"/>
                  </a:lnTo>
                  <a:lnTo>
                    <a:pt x="28030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70"/>
            <p:cNvSpPr/>
            <p:nvPr/>
          </p:nvSpPr>
          <p:spPr>
            <a:xfrm>
              <a:off x="4582400" y="816075"/>
              <a:ext cx="206150" cy="1270325"/>
            </a:xfrm>
            <a:custGeom>
              <a:rect b="b" l="l" r="r" t="t"/>
              <a:pathLst>
                <a:path extrusionOk="0" h="50813" w="8246">
                  <a:moveTo>
                    <a:pt x="1" y="0"/>
                  </a:moveTo>
                  <a:lnTo>
                    <a:pt x="1" y="50812"/>
                  </a:lnTo>
                  <a:lnTo>
                    <a:pt x="8246" y="50812"/>
                  </a:lnTo>
                  <a:lnTo>
                    <a:pt x="824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70"/>
            <p:cNvSpPr/>
            <p:nvPr/>
          </p:nvSpPr>
          <p:spPr>
            <a:xfrm>
              <a:off x="4138350" y="94287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70"/>
            <p:cNvSpPr/>
            <p:nvPr/>
          </p:nvSpPr>
          <p:spPr>
            <a:xfrm>
              <a:off x="4297850" y="94287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70"/>
            <p:cNvSpPr/>
            <p:nvPr/>
          </p:nvSpPr>
          <p:spPr>
            <a:xfrm>
              <a:off x="4456475" y="94287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70"/>
            <p:cNvSpPr/>
            <p:nvPr/>
          </p:nvSpPr>
          <p:spPr>
            <a:xfrm>
              <a:off x="4138350" y="108842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70"/>
            <p:cNvSpPr/>
            <p:nvPr/>
          </p:nvSpPr>
          <p:spPr>
            <a:xfrm>
              <a:off x="4297850" y="108842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70"/>
            <p:cNvSpPr/>
            <p:nvPr/>
          </p:nvSpPr>
          <p:spPr>
            <a:xfrm>
              <a:off x="4456475" y="108842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70"/>
            <p:cNvSpPr/>
            <p:nvPr/>
          </p:nvSpPr>
          <p:spPr>
            <a:xfrm>
              <a:off x="4138350" y="1233975"/>
              <a:ext cx="68450" cy="68450"/>
            </a:xfrm>
            <a:custGeom>
              <a:rect b="b" l="l" r="r" t="t"/>
              <a:pathLst>
                <a:path extrusionOk="0" h="2738" w="2738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70"/>
            <p:cNvSpPr/>
            <p:nvPr/>
          </p:nvSpPr>
          <p:spPr>
            <a:xfrm>
              <a:off x="4297850" y="1233975"/>
              <a:ext cx="68875" cy="68450"/>
            </a:xfrm>
            <a:custGeom>
              <a:rect b="b" l="l" r="r" t="t"/>
              <a:pathLst>
                <a:path extrusionOk="0" h="2738" w="2755">
                  <a:moveTo>
                    <a:pt x="0" y="1"/>
                  </a:moveTo>
                  <a:lnTo>
                    <a:pt x="0" y="2737"/>
                  </a:lnTo>
                  <a:lnTo>
                    <a:pt x="2754" y="2737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70"/>
            <p:cNvSpPr/>
            <p:nvPr/>
          </p:nvSpPr>
          <p:spPr>
            <a:xfrm>
              <a:off x="4456475" y="1233975"/>
              <a:ext cx="68425" cy="68450"/>
            </a:xfrm>
            <a:custGeom>
              <a:rect b="b" l="l" r="r" t="t"/>
              <a:pathLst>
                <a:path extrusionOk="0" h="2738" w="2737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70"/>
            <p:cNvSpPr/>
            <p:nvPr/>
          </p:nvSpPr>
          <p:spPr>
            <a:xfrm>
              <a:off x="4138350" y="137910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70"/>
            <p:cNvSpPr/>
            <p:nvPr/>
          </p:nvSpPr>
          <p:spPr>
            <a:xfrm>
              <a:off x="4297850" y="137910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70"/>
            <p:cNvSpPr/>
            <p:nvPr/>
          </p:nvSpPr>
          <p:spPr>
            <a:xfrm>
              <a:off x="4456475" y="137910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70"/>
            <p:cNvSpPr/>
            <p:nvPr/>
          </p:nvSpPr>
          <p:spPr>
            <a:xfrm>
              <a:off x="4138350" y="152465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70"/>
            <p:cNvSpPr/>
            <p:nvPr/>
          </p:nvSpPr>
          <p:spPr>
            <a:xfrm>
              <a:off x="4297850" y="152465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70"/>
            <p:cNvSpPr/>
            <p:nvPr/>
          </p:nvSpPr>
          <p:spPr>
            <a:xfrm>
              <a:off x="4456475" y="152465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70"/>
            <p:cNvSpPr/>
            <p:nvPr/>
          </p:nvSpPr>
          <p:spPr>
            <a:xfrm>
              <a:off x="4138350" y="1668875"/>
              <a:ext cx="68450" cy="68900"/>
            </a:xfrm>
            <a:custGeom>
              <a:rect b="b" l="l" r="r" t="t"/>
              <a:pathLst>
                <a:path extrusionOk="0" h="2756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70"/>
            <p:cNvSpPr/>
            <p:nvPr/>
          </p:nvSpPr>
          <p:spPr>
            <a:xfrm>
              <a:off x="4297850" y="1668875"/>
              <a:ext cx="68875" cy="68900"/>
            </a:xfrm>
            <a:custGeom>
              <a:rect b="b" l="l" r="r" t="t"/>
              <a:pathLst>
                <a:path extrusionOk="0" h="2756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70"/>
            <p:cNvSpPr/>
            <p:nvPr/>
          </p:nvSpPr>
          <p:spPr>
            <a:xfrm>
              <a:off x="4456475" y="1668875"/>
              <a:ext cx="68425" cy="68900"/>
            </a:xfrm>
            <a:custGeom>
              <a:rect b="b" l="l" r="r" t="t"/>
              <a:pathLst>
                <a:path extrusionOk="0" h="2756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93" name="Google Shape;3293;p70"/>
          <p:cNvGrpSpPr/>
          <p:nvPr/>
        </p:nvGrpSpPr>
        <p:grpSpPr>
          <a:xfrm>
            <a:off x="2551032" y="2422852"/>
            <a:ext cx="1018708" cy="1974189"/>
            <a:chOff x="4826000" y="484000"/>
            <a:chExt cx="654150" cy="1267700"/>
          </a:xfrm>
        </p:grpSpPr>
        <p:sp>
          <p:nvSpPr>
            <p:cNvPr id="3294" name="Google Shape;3294;p70"/>
            <p:cNvSpPr/>
            <p:nvPr/>
          </p:nvSpPr>
          <p:spPr>
            <a:xfrm>
              <a:off x="4826000" y="484000"/>
              <a:ext cx="654150" cy="1267700"/>
            </a:xfrm>
            <a:custGeom>
              <a:rect b="b" l="l" r="r" t="t"/>
              <a:pathLst>
                <a:path extrusionOk="0" h="50708" w="26166">
                  <a:moveTo>
                    <a:pt x="1" y="1"/>
                  </a:moveTo>
                  <a:lnTo>
                    <a:pt x="1" y="50708"/>
                  </a:lnTo>
                  <a:lnTo>
                    <a:pt x="26165" y="50708"/>
                  </a:lnTo>
                  <a:lnTo>
                    <a:pt x="2616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70"/>
            <p:cNvSpPr/>
            <p:nvPr/>
          </p:nvSpPr>
          <p:spPr>
            <a:xfrm>
              <a:off x="4885275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70"/>
            <p:cNvSpPr/>
            <p:nvPr/>
          </p:nvSpPr>
          <p:spPr>
            <a:xfrm>
              <a:off x="49829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70"/>
            <p:cNvSpPr/>
            <p:nvPr/>
          </p:nvSpPr>
          <p:spPr>
            <a:xfrm>
              <a:off x="508095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70"/>
            <p:cNvSpPr/>
            <p:nvPr/>
          </p:nvSpPr>
          <p:spPr>
            <a:xfrm>
              <a:off x="51790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70"/>
            <p:cNvSpPr/>
            <p:nvPr/>
          </p:nvSpPr>
          <p:spPr>
            <a:xfrm>
              <a:off x="4885275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70"/>
            <p:cNvSpPr/>
            <p:nvPr/>
          </p:nvSpPr>
          <p:spPr>
            <a:xfrm>
              <a:off x="49829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70"/>
            <p:cNvSpPr/>
            <p:nvPr/>
          </p:nvSpPr>
          <p:spPr>
            <a:xfrm>
              <a:off x="508095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70"/>
            <p:cNvSpPr/>
            <p:nvPr/>
          </p:nvSpPr>
          <p:spPr>
            <a:xfrm>
              <a:off x="51790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70"/>
            <p:cNvSpPr/>
            <p:nvPr/>
          </p:nvSpPr>
          <p:spPr>
            <a:xfrm>
              <a:off x="4885275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70"/>
            <p:cNvSpPr/>
            <p:nvPr/>
          </p:nvSpPr>
          <p:spPr>
            <a:xfrm>
              <a:off x="49829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70"/>
            <p:cNvSpPr/>
            <p:nvPr/>
          </p:nvSpPr>
          <p:spPr>
            <a:xfrm>
              <a:off x="508095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70"/>
            <p:cNvSpPr/>
            <p:nvPr/>
          </p:nvSpPr>
          <p:spPr>
            <a:xfrm>
              <a:off x="51790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70"/>
            <p:cNvSpPr/>
            <p:nvPr/>
          </p:nvSpPr>
          <p:spPr>
            <a:xfrm>
              <a:off x="4885275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1" y="1"/>
                  </a:moveTo>
                  <a:lnTo>
                    <a:pt x="1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70"/>
            <p:cNvSpPr/>
            <p:nvPr/>
          </p:nvSpPr>
          <p:spPr>
            <a:xfrm>
              <a:off x="49829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70"/>
            <p:cNvSpPr/>
            <p:nvPr/>
          </p:nvSpPr>
          <p:spPr>
            <a:xfrm>
              <a:off x="508095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70"/>
            <p:cNvSpPr/>
            <p:nvPr/>
          </p:nvSpPr>
          <p:spPr>
            <a:xfrm>
              <a:off x="51790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70"/>
            <p:cNvSpPr/>
            <p:nvPr/>
          </p:nvSpPr>
          <p:spPr>
            <a:xfrm>
              <a:off x="5317575" y="484000"/>
              <a:ext cx="162575" cy="1267700"/>
            </a:xfrm>
            <a:custGeom>
              <a:rect b="b" l="l" r="r" t="t"/>
              <a:pathLst>
                <a:path extrusionOk="0" h="50708" w="6503">
                  <a:moveTo>
                    <a:pt x="0" y="1"/>
                  </a:moveTo>
                  <a:lnTo>
                    <a:pt x="0" y="50708"/>
                  </a:lnTo>
                  <a:lnTo>
                    <a:pt x="6502" y="50708"/>
                  </a:lnTo>
                  <a:lnTo>
                    <a:pt x="650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2" name="Google Shape;3312;p70"/>
          <p:cNvGrpSpPr/>
          <p:nvPr/>
        </p:nvGrpSpPr>
        <p:grpSpPr>
          <a:xfrm>
            <a:off x="1862063" y="1360929"/>
            <a:ext cx="1802681" cy="3243062"/>
            <a:chOff x="5195125" y="2889950"/>
            <a:chExt cx="787025" cy="1415875"/>
          </a:xfrm>
        </p:grpSpPr>
        <p:sp>
          <p:nvSpPr>
            <p:cNvPr id="3313" name="Google Shape;3313;p70"/>
            <p:cNvSpPr/>
            <p:nvPr/>
          </p:nvSpPr>
          <p:spPr>
            <a:xfrm>
              <a:off x="5291425" y="3540550"/>
              <a:ext cx="25" cy="692925"/>
            </a:xfrm>
            <a:custGeom>
              <a:rect b="b" l="l" r="r" t="t"/>
              <a:pathLst>
                <a:path extrusionOk="0" fill="none" h="27717" w="1">
                  <a:moveTo>
                    <a:pt x="0" y="1"/>
                  </a:moveTo>
                  <a:lnTo>
                    <a:pt x="0" y="2771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70"/>
            <p:cNvSpPr/>
            <p:nvPr/>
          </p:nvSpPr>
          <p:spPr>
            <a:xfrm>
              <a:off x="5345900" y="3298700"/>
              <a:ext cx="25" cy="934775"/>
            </a:xfrm>
            <a:custGeom>
              <a:rect b="b" l="l" r="r" t="t"/>
              <a:pathLst>
                <a:path extrusionOk="0" fill="none" h="37391" w="1">
                  <a:moveTo>
                    <a:pt x="0" y="1"/>
                  </a:moveTo>
                  <a:lnTo>
                    <a:pt x="0" y="3739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70"/>
            <p:cNvSpPr/>
            <p:nvPr/>
          </p:nvSpPr>
          <p:spPr>
            <a:xfrm>
              <a:off x="5238250" y="3536200"/>
              <a:ext cx="25" cy="755675"/>
            </a:xfrm>
            <a:custGeom>
              <a:rect b="b" l="l" r="r" t="t"/>
              <a:pathLst>
                <a:path extrusionOk="0" fill="none" h="30227" w="1">
                  <a:moveTo>
                    <a:pt x="1" y="1"/>
                  </a:moveTo>
                  <a:lnTo>
                    <a:pt x="1" y="3022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70"/>
            <p:cNvSpPr/>
            <p:nvPr/>
          </p:nvSpPr>
          <p:spPr>
            <a:xfrm>
              <a:off x="54339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70"/>
            <p:cNvSpPr/>
            <p:nvPr/>
          </p:nvSpPr>
          <p:spPr>
            <a:xfrm>
              <a:off x="5504075" y="2970550"/>
              <a:ext cx="25" cy="1335275"/>
            </a:xfrm>
            <a:custGeom>
              <a:rect b="b" l="l" r="r" t="t"/>
              <a:pathLst>
                <a:path extrusionOk="0" fill="none" h="53411" w="1">
                  <a:moveTo>
                    <a:pt x="1" y="1"/>
                  </a:moveTo>
                  <a:lnTo>
                    <a:pt x="1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70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70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70"/>
            <p:cNvSpPr/>
            <p:nvPr/>
          </p:nvSpPr>
          <p:spPr>
            <a:xfrm>
              <a:off x="5643975" y="293700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1"/>
                  </a:moveTo>
                  <a:lnTo>
                    <a:pt x="0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70"/>
            <p:cNvSpPr/>
            <p:nvPr/>
          </p:nvSpPr>
          <p:spPr>
            <a:xfrm>
              <a:off x="57141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1" y="0"/>
                  </a:moveTo>
                  <a:lnTo>
                    <a:pt x="1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70"/>
            <p:cNvSpPr/>
            <p:nvPr/>
          </p:nvSpPr>
          <p:spPr>
            <a:xfrm>
              <a:off x="578430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70"/>
            <p:cNvSpPr/>
            <p:nvPr/>
          </p:nvSpPr>
          <p:spPr>
            <a:xfrm>
              <a:off x="5827425" y="3031575"/>
              <a:ext cx="25" cy="1210175"/>
            </a:xfrm>
            <a:custGeom>
              <a:rect b="b" l="l" r="r" t="t"/>
              <a:pathLst>
                <a:path extrusionOk="0" fill="none" h="48407" w="1">
                  <a:moveTo>
                    <a:pt x="1" y="0"/>
                  </a:moveTo>
                  <a:lnTo>
                    <a:pt x="1" y="4840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70"/>
            <p:cNvSpPr/>
            <p:nvPr/>
          </p:nvSpPr>
          <p:spPr>
            <a:xfrm>
              <a:off x="5897600" y="3273425"/>
              <a:ext cx="25" cy="970950"/>
            </a:xfrm>
            <a:custGeom>
              <a:rect b="b" l="l" r="r" t="t"/>
              <a:pathLst>
                <a:path extrusionOk="0" fill="none" h="38838" w="1">
                  <a:moveTo>
                    <a:pt x="0" y="1"/>
                  </a:moveTo>
                  <a:lnTo>
                    <a:pt x="0" y="3883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70"/>
            <p:cNvSpPr/>
            <p:nvPr/>
          </p:nvSpPr>
          <p:spPr>
            <a:xfrm>
              <a:off x="5407350" y="3131800"/>
              <a:ext cx="466300" cy="25"/>
            </a:xfrm>
            <a:custGeom>
              <a:rect b="b" l="l" r="r" t="t"/>
              <a:pathLst>
                <a:path extrusionOk="0" fill="none" h="1" w="18652">
                  <a:moveTo>
                    <a:pt x="0" y="0"/>
                  </a:moveTo>
                  <a:lnTo>
                    <a:pt x="18652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70"/>
            <p:cNvSpPr/>
            <p:nvPr/>
          </p:nvSpPr>
          <p:spPr>
            <a:xfrm>
              <a:off x="5332825" y="32010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70"/>
            <p:cNvSpPr/>
            <p:nvPr/>
          </p:nvSpPr>
          <p:spPr>
            <a:xfrm>
              <a:off x="5332825" y="32512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70"/>
            <p:cNvSpPr/>
            <p:nvPr/>
          </p:nvSpPr>
          <p:spPr>
            <a:xfrm>
              <a:off x="5332825" y="33043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70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70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70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70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70"/>
            <p:cNvSpPr/>
            <p:nvPr/>
          </p:nvSpPr>
          <p:spPr>
            <a:xfrm>
              <a:off x="5332825" y="360462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70"/>
            <p:cNvSpPr/>
            <p:nvPr/>
          </p:nvSpPr>
          <p:spPr>
            <a:xfrm>
              <a:off x="5195125" y="36046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70"/>
            <p:cNvSpPr/>
            <p:nvPr/>
          </p:nvSpPr>
          <p:spPr>
            <a:xfrm>
              <a:off x="5195125" y="37048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70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70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70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70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70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70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70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70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70"/>
            <p:cNvSpPr/>
            <p:nvPr/>
          </p:nvSpPr>
          <p:spPr>
            <a:xfrm>
              <a:off x="5195125" y="41358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45" name="Google Shape;3345;p70"/>
          <p:cNvSpPr/>
          <p:nvPr/>
        </p:nvSpPr>
        <p:spPr>
          <a:xfrm>
            <a:off x="6675" y="4651325"/>
            <a:ext cx="9144000" cy="49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46" name="Google Shape;3346;p70"/>
          <p:cNvGrpSpPr/>
          <p:nvPr/>
        </p:nvGrpSpPr>
        <p:grpSpPr>
          <a:xfrm>
            <a:off x="-374325" y="2607432"/>
            <a:ext cx="4191000" cy="2037000"/>
            <a:chOff x="-381000" y="2607432"/>
            <a:chExt cx="4191000" cy="2037000"/>
          </a:xfrm>
        </p:grpSpPr>
        <p:sp>
          <p:nvSpPr>
            <p:cNvPr id="3347" name="Google Shape;3347;p70"/>
            <p:cNvSpPr/>
            <p:nvPr/>
          </p:nvSpPr>
          <p:spPr>
            <a:xfrm>
              <a:off x="376475" y="290260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70"/>
            <p:cNvSpPr/>
            <p:nvPr/>
          </p:nvSpPr>
          <p:spPr>
            <a:xfrm>
              <a:off x="-381000" y="2902607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70"/>
            <p:cNvSpPr/>
            <p:nvPr/>
          </p:nvSpPr>
          <p:spPr>
            <a:xfrm>
              <a:off x="1524000" y="3189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70"/>
            <p:cNvSpPr/>
            <p:nvPr/>
          </p:nvSpPr>
          <p:spPr>
            <a:xfrm>
              <a:off x="762000" y="3189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70"/>
            <p:cNvSpPr/>
            <p:nvPr/>
          </p:nvSpPr>
          <p:spPr>
            <a:xfrm>
              <a:off x="1524000" y="4353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70"/>
            <p:cNvSpPr/>
            <p:nvPr/>
          </p:nvSpPr>
          <p:spPr>
            <a:xfrm>
              <a:off x="0" y="4353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70"/>
            <p:cNvSpPr/>
            <p:nvPr/>
          </p:nvSpPr>
          <p:spPr>
            <a:xfrm>
              <a:off x="762000" y="4353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70"/>
            <p:cNvSpPr/>
            <p:nvPr/>
          </p:nvSpPr>
          <p:spPr>
            <a:xfrm>
              <a:off x="2286000" y="4353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70"/>
            <p:cNvSpPr/>
            <p:nvPr/>
          </p:nvSpPr>
          <p:spPr>
            <a:xfrm>
              <a:off x="3048000" y="4353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70"/>
            <p:cNvSpPr/>
            <p:nvPr/>
          </p:nvSpPr>
          <p:spPr>
            <a:xfrm>
              <a:off x="1869375" y="4062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70"/>
            <p:cNvSpPr/>
            <p:nvPr/>
          </p:nvSpPr>
          <p:spPr>
            <a:xfrm>
              <a:off x="376475" y="4062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70"/>
            <p:cNvSpPr/>
            <p:nvPr/>
          </p:nvSpPr>
          <p:spPr>
            <a:xfrm>
              <a:off x="1107375" y="4062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70"/>
            <p:cNvSpPr/>
            <p:nvPr/>
          </p:nvSpPr>
          <p:spPr>
            <a:xfrm>
              <a:off x="-381000" y="4062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70"/>
            <p:cNvSpPr/>
            <p:nvPr/>
          </p:nvSpPr>
          <p:spPr>
            <a:xfrm>
              <a:off x="1524000" y="3771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70"/>
            <p:cNvSpPr/>
            <p:nvPr/>
          </p:nvSpPr>
          <p:spPr>
            <a:xfrm>
              <a:off x="0" y="3771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70"/>
            <p:cNvSpPr/>
            <p:nvPr/>
          </p:nvSpPr>
          <p:spPr>
            <a:xfrm>
              <a:off x="762000" y="3771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70"/>
            <p:cNvSpPr/>
            <p:nvPr/>
          </p:nvSpPr>
          <p:spPr>
            <a:xfrm>
              <a:off x="376475" y="3480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70"/>
            <p:cNvSpPr/>
            <p:nvPr/>
          </p:nvSpPr>
          <p:spPr>
            <a:xfrm>
              <a:off x="1107375" y="3480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70"/>
            <p:cNvSpPr/>
            <p:nvPr/>
          </p:nvSpPr>
          <p:spPr>
            <a:xfrm>
              <a:off x="-381000" y="3480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70"/>
            <p:cNvSpPr/>
            <p:nvPr/>
          </p:nvSpPr>
          <p:spPr>
            <a:xfrm>
              <a:off x="0" y="3189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70"/>
            <p:cNvSpPr/>
            <p:nvPr/>
          </p:nvSpPr>
          <p:spPr>
            <a:xfrm>
              <a:off x="0" y="2607432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8" name="Google Shape;3368;p70"/>
          <p:cNvSpPr txBox="1"/>
          <p:nvPr/>
        </p:nvSpPr>
        <p:spPr>
          <a:xfrm>
            <a:off x="4891575" y="3292425"/>
            <a:ext cx="31638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CRÉDITOS</a:t>
            </a:r>
            <a:r>
              <a:rPr lang="es" sz="1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: Esta plantilla de presentación fue creada por </a:t>
            </a:r>
            <a:r>
              <a:rPr b="1" lang="es" sz="1000">
                <a:solidFill>
                  <a:schemeClr val="accent6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, que incluye iconos de </a:t>
            </a:r>
            <a:r>
              <a:rPr b="1" lang="es" sz="1000">
                <a:solidFill>
                  <a:schemeClr val="accent6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, infografías e imágenes de </a:t>
            </a:r>
            <a:r>
              <a:rPr b="1" lang="es" sz="1000">
                <a:solidFill>
                  <a:schemeClr val="accent6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369" name="Google Shape;3369;p70"/>
          <p:cNvSpPr/>
          <p:nvPr/>
        </p:nvSpPr>
        <p:spPr>
          <a:xfrm>
            <a:off x="6675" y="2885275"/>
            <a:ext cx="2952300" cy="17616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0" name="Google Shape;3370;p70"/>
          <p:cNvSpPr/>
          <p:nvPr/>
        </p:nvSpPr>
        <p:spPr>
          <a:xfrm flipH="1">
            <a:off x="6675" y="4170369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1" name="Google Shape;3371;p70"/>
          <p:cNvSpPr/>
          <p:nvPr/>
        </p:nvSpPr>
        <p:spPr>
          <a:xfrm flipH="1">
            <a:off x="3407252" y="4419375"/>
            <a:ext cx="1325168" cy="235103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2" name="Google Shape;3372;p70"/>
          <p:cNvSpPr/>
          <p:nvPr/>
        </p:nvSpPr>
        <p:spPr>
          <a:xfrm flipH="1">
            <a:off x="8490726" y="4486457"/>
            <a:ext cx="653285" cy="235097"/>
          </a:xfrm>
          <a:custGeom>
            <a:rect b="b" l="l" r="r" t="t"/>
            <a:pathLst>
              <a:path extrusionOk="0" h="3187" w="8856">
                <a:moveTo>
                  <a:pt x="4158" y="1"/>
                </a:moveTo>
                <a:cubicBezTo>
                  <a:pt x="2578" y="1"/>
                  <a:pt x="1059" y="686"/>
                  <a:pt x="0" y="1896"/>
                </a:cubicBezTo>
                <a:lnTo>
                  <a:pt x="0" y="3186"/>
                </a:lnTo>
                <a:lnTo>
                  <a:pt x="8855" y="3186"/>
                </a:lnTo>
                <a:cubicBezTo>
                  <a:pt x="8140" y="1530"/>
                  <a:pt x="6659" y="362"/>
                  <a:pt x="4881" y="49"/>
                </a:cubicBezTo>
                <a:cubicBezTo>
                  <a:pt x="4639" y="16"/>
                  <a:pt x="4398" y="1"/>
                  <a:pt x="41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3" name="Google Shape;3373;p70"/>
          <p:cNvSpPr/>
          <p:nvPr/>
        </p:nvSpPr>
        <p:spPr>
          <a:xfrm>
            <a:off x="5384900" y="4816026"/>
            <a:ext cx="916545" cy="16259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4" name="Google Shape;3374;p70"/>
          <p:cNvSpPr/>
          <p:nvPr/>
        </p:nvSpPr>
        <p:spPr>
          <a:xfrm>
            <a:off x="142542" y="77090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5" name="Google Shape;3375;p70"/>
          <p:cNvSpPr/>
          <p:nvPr/>
        </p:nvSpPr>
        <p:spPr>
          <a:xfrm>
            <a:off x="5094648" y="172242"/>
            <a:ext cx="1625922" cy="229945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spTree>
      <p:nvGrpSpPr>
        <p:cNvPr id="3376" name="Shape 33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_1">
    <p:spTree>
      <p:nvGrpSpPr>
        <p:cNvPr id="3377" name="Shape 3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8" name="Google Shape;3378;p72"/>
          <p:cNvSpPr/>
          <p:nvPr/>
        </p:nvSpPr>
        <p:spPr>
          <a:xfrm flipH="1">
            <a:off x="7016179" y="495151"/>
            <a:ext cx="1246314" cy="176405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9" name="Google Shape;3379;p72"/>
          <p:cNvSpPr/>
          <p:nvPr/>
        </p:nvSpPr>
        <p:spPr>
          <a:xfrm flipH="1">
            <a:off x="3980080" y="318756"/>
            <a:ext cx="1247188" cy="176383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0" name="Google Shape;3380;p72"/>
          <p:cNvSpPr/>
          <p:nvPr/>
        </p:nvSpPr>
        <p:spPr>
          <a:xfrm flipH="1">
            <a:off x="-359141" y="539499"/>
            <a:ext cx="2385137" cy="337296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_1_1">
    <p:spTree>
      <p:nvGrpSpPr>
        <p:cNvPr id="3381" name="Shape 3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2" name="Google Shape;3382;p73"/>
          <p:cNvSpPr/>
          <p:nvPr/>
        </p:nvSpPr>
        <p:spPr>
          <a:xfrm flipH="1">
            <a:off x="243829" y="374001"/>
            <a:ext cx="1246314" cy="176405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3" name="Google Shape;3383;p73"/>
          <p:cNvSpPr/>
          <p:nvPr/>
        </p:nvSpPr>
        <p:spPr>
          <a:xfrm flipH="1">
            <a:off x="7519980" y="749181"/>
            <a:ext cx="1247188" cy="176383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4" name="Google Shape;3384;p73"/>
          <p:cNvSpPr/>
          <p:nvPr/>
        </p:nvSpPr>
        <p:spPr>
          <a:xfrm flipH="1">
            <a:off x="3084134" y="370849"/>
            <a:ext cx="2385137" cy="337296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85" name="Google Shape;3385;p73"/>
          <p:cNvGrpSpPr/>
          <p:nvPr/>
        </p:nvGrpSpPr>
        <p:grpSpPr>
          <a:xfrm>
            <a:off x="-385478" y="4005140"/>
            <a:ext cx="9870375" cy="883510"/>
            <a:chOff x="-381000" y="4005140"/>
            <a:chExt cx="9870375" cy="883510"/>
          </a:xfrm>
        </p:grpSpPr>
        <p:sp>
          <p:nvSpPr>
            <p:cNvPr id="3386" name="Google Shape;3386;p73"/>
            <p:cNvSpPr/>
            <p:nvPr/>
          </p:nvSpPr>
          <p:spPr>
            <a:xfrm>
              <a:off x="186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73"/>
            <p:cNvSpPr/>
            <p:nvPr/>
          </p:nvSpPr>
          <p:spPr>
            <a:xfrm>
              <a:off x="3764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73"/>
            <p:cNvSpPr/>
            <p:nvPr/>
          </p:nvSpPr>
          <p:spPr>
            <a:xfrm>
              <a:off x="110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73"/>
            <p:cNvSpPr/>
            <p:nvPr/>
          </p:nvSpPr>
          <p:spPr>
            <a:xfrm>
              <a:off x="415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73"/>
            <p:cNvSpPr/>
            <p:nvPr/>
          </p:nvSpPr>
          <p:spPr>
            <a:xfrm>
              <a:off x="263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73"/>
            <p:cNvSpPr/>
            <p:nvPr/>
          </p:nvSpPr>
          <p:spPr>
            <a:xfrm>
              <a:off x="339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73"/>
            <p:cNvSpPr/>
            <p:nvPr/>
          </p:nvSpPr>
          <p:spPr>
            <a:xfrm>
              <a:off x="6441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73"/>
            <p:cNvSpPr/>
            <p:nvPr/>
          </p:nvSpPr>
          <p:spPr>
            <a:xfrm>
              <a:off x="491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73"/>
            <p:cNvSpPr/>
            <p:nvPr/>
          </p:nvSpPr>
          <p:spPr>
            <a:xfrm>
              <a:off x="5679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73"/>
            <p:cNvSpPr/>
            <p:nvPr/>
          </p:nvSpPr>
          <p:spPr>
            <a:xfrm>
              <a:off x="7965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73"/>
            <p:cNvSpPr/>
            <p:nvPr/>
          </p:nvSpPr>
          <p:spPr>
            <a:xfrm>
              <a:off x="7203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73"/>
            <p:cNvSpPr/>
            <p:nvPr/>
          </p:nvSpPr>
          <p:spPr>
            <a:xfrm>
              <a:off x="8727375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73"/>
            <p:cNvSpPr/>
            <p:nvPr/>
          </p:nvSpPr>
          <p:spPr>
            <a:xfrm>
              <a:off x="-381000" y="4587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73"/>
            <p:cNvSpPr/>
            <p:nvPr/>
          </p:nvSpPr>
          <p:spPr>
            <a:xfrm>
              <a:off x="1524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73"/>
            <p:cNvSpPr/>
            <p:nvPr/>
          </p:nvSpPr>
          <p:spPr>
            <a:xfrm>
              <a:off x="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73"/>
            <p:cNvSpPr/>
            <p:nvPr/>
          </p:nvSpPr>
          <p:spPr>
            <a:xfrm>
              <a:off x="76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73"/>
            <p:cNvSpPr/>
            <p:nvPr/>
          </p:nvSpPr>
          <p:spPr>
            <a:xfrm>
              <a:off x="7620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73"/>
            <p:cNvSpPr/>
            <p:nvPr/>
          </p:nvSpPr>
          <p:spPr>
            <a:xfrm>
              <a:off x="8382000" y="4296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73"/>
            <p:cNvSpPr/>
            <p:nvPr/>
          </p:nvSpPr>
          <p:spPr>
            <a:xfrm>
              <a:off x="3764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73"/>
            <p:cNvSpPr/>
            <p:nvPr/>
          </p:nvSpPr>
          <p:spPr>
            <a:xfrm>
              <a:off x="7965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73"/>
            <p:cNvSpPr/>
            <p:nvPr/>
          </p:nvSpPr>
          <p:spPr>
            <a:xfrm>
              <a:off x="8727375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73"/>
            <p:cNvSpPr/>
            <p:nvPr/>
          </p:nvSpPr>
          <p:spPr>
            <a:xfrm>
              <a:off x="-381000" y="4005140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73"/>
            <p:cNvSpPr/>
            <p:nvPr/>
          </p:nvSpPr>
          <p:spPr>
            <a:xfrm>
              <a:off x="-11" y="4005150"/>
              <a:ext cx="2214900" cy="883500"/>
            </a:xfrm>
            <a:prstGeom prst="rtTriangle">
              <a:avLst/>
            </a:pr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09" name="Google Shape;3409;p73"/>
          <p:cNvSpPr/>
          <p:nvPr/>
        </p:nvSpPr>
        <p:spPr>
          <a:xfrm>
            <a:off x="-4478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0" name="Google Shape;3410;p73"/>
          <p:cNvSpPr/>
          <p:nvPr/>
        </p:nvSpPr>
        <p:spPr>
          <a:xfrm>
            <a:off x="-4465" y="4603894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1" name="Google Shape;3411;p73"/>
          <p:cNvSpPr/>
          <p:nvPr/>
        </p:nvSpPr>
        <p:spPr>
          <a:xfrm>
            <a:off x="4316923" y="4854849"/>
            <a:ext cx="1136568" cy="201654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2" name="Google Shape;3412;p73"/>
          <p:cNvSpPr/>
          <p:nvPr/>
        </p:nvSpPr>
        <p:spPr>
          <a:xfrm>
            <a:off x="8083275" y="4538544"/>
            <a:ext cx="1060721" cy="492044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2" Type="http://schemas.openxmlformats.org/officeDocument/2006/relationships/theme" Target="../theme/theme5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0.xml"/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62.xml"/><Relationship Id="rId28" Type="http://schemas.openxmlformats.org/officeDocument/2006/relationships/slideLayout" Target="../slideLayouts/slideLayout65.xml"/><Relationship Id="rId27" Type="http://schemas.openxmlformats.org/officeDocument/2006/relationships/slideLayout" Target="../slideLayouts/slideLayout64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66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48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47.xml"/><Relationship Id="rId3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69000" y="3657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itter"/>
              <a:buNone/>
              <a:defRPr b="1" i="0" sz="2800" u="none" cap="none" strike="noStrike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69000" y="1361400"/>
            <a:ext cx="8406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b="0" i="0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32">
          <p15:clr>
            <a:srgbClr val="EA4335"/>
          </p15:clr>
        </p15:guide>
        <p15:guide id="2" orient="horz" pos="230">
          <p15:clr>
            <a:srgbClr val="EA4335"/>
          </p15:clr>
        </p15:guide>
        <p15:guide id="3" orient="horz" pos="3010">
          <p15:clr>
            <a:srgbClr val="EA4335"/>
          </p15:clr>
        </p15:guide>
        <p15:guide id="4" pos="5528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9"/>
          <p:cNvSpPr txBox="1"/>
          <p:nvPr>
            <p:ph type="title"/>
          </p:nvPr>
        </p:nvSpPr>
        <p:spPr>
          <a:xfrm>
            <a:off x="311700" y="403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1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5" name="Google Shape;11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1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9pPr>
          </a:lstStyle>
          <a:p/>
        </p:txBody>
      </p:sp>
      <p:sp>
        <p:nvSpPr>
          <p:cNvPr id="159" name="Google Shape;159;p41"/>
          <p:cNvSpPr txBox="1"/>
          <p:nvPr>
            <p:ph idx="1" type="body"/>
          </p:nvPr>
        </p:nvSpPr>
        <p:spPr>
          <a:xfrm>
            <a:off x="713250" y="118760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■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■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■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  <p:sldLayoutId id="2147483711" r:id="rId27"/>
    <p:sldLayoutId id="2147483712" r:id="rId28"/>
    <p:sldLayoutId id="2147483713" r:id="rId29"/>
    <p:sldLayoutId id="2147483714" r:id="rId30"/>
    <p:sldLayoutId id="2147483715" r:id="rId31"/>
    <p:sldLayoutId id="2147483716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trello.com/b/9fkp7LU9/uc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0.png"/><Relationship Id="rId4" Type="http://schemas.openxmlformats.org/officeDocument/2006/relationships/hyperlink" Target="https://trello.com/power-ups/568c2b6c7d2758a55ac48c98/agilescrum-kanban-dashboards-charts-corrello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www.atlassian.com/es/software/jira/free" TargetMode="External"/><Relationship Id="rId4" Type="http://schemas.openxmlformats.org/officeDocument/2006/relationships/image" Target="../media/image1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6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6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7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4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8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6" name="Shape 3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7" name="Google Shape;3417;p74"/>
          <p:cNvSpPr txBox="1"/>
          <p:nvPr>
            <p:ph type="ctrTitle"/>
          </p:nvPr>
        </p:nvSpPr>
        <p:spPr>
          <a:xfrm>
            <a:off x="1181300" y="707825"/>
            <a:ext cx="3713700" cy="25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Metodologías de Desarrollo </a:t>
            </a:r>
            <a:endParaRPr/>
          </a:p>
        </p:txBody>
      </p:sp>
      <p:sp>
        <p:nvSpPr>
          <p:cNvPr id="3418" name="Google Shape;3418;p74"/>
          <p:cNvSpPr txBox="1"/>
          <p:nvPr>
            <p:ph idx="1" type="subTitle"/>
          </p:nvPr>
        </p:nvSpPr>
        <p:spPr>
          <a:xfrm>
            <a:off x="1243000" y="3197275"/>
            <a:ext cx="36519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Gonzalo Martínez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gonzalo.martinez@uc.cl</a:t>
            </a:r>
            <a:endParaRPr/>
          </a:p>
        </p:txBody>
      </p:sp>
      <p:grpSp>
        <p:nvGrpSpPr>
          <p:cNvPr id="3419" name="Google Shape;3419;p74"/>
          <p:cNvGrpSpPr/>
          <p:nvPr/>
        </p:nvGrpSpPr>
        <p:grpSpPr>
          <a:xfrm>
            <a:off x="4895009" y="2385100"/>
            <a:ext cx="4080950" cy="3063373"/>
            <a:chOff x="408500" y="2277325"/>
            <a:chExt cx="2731925" cy="2050725"/>
          </a:xfrm>
        </p:grpSpPr>
        <p:sp>
          <p:nvSpPr>
            <p:cNvPr id="3420" name="Google Shape;3420;p74"/>
            <p:cNvSpPr/>
            <p:nvPr/>
          </p:nvSpPr>
          <p:spPr>
            <a:xfrm>
              <a:off x="1266125" y="2953575"/>
              <a:ext cx="1106475" cy="1013475"/>
            </a:xfrm>
            <a:custGeom>
              <a:rect b="b" l="l" r="r" t="t"/>
              <a:pathLst>
                <a:path extrusionOk="0" h="40539" w="44259">
                  <a:moveTo>
                    <a:pt x="31655" y="0"/>
                  </a:moveTo>
                  <a:lnTo>
                    <a:pt x="0" y="610"/>
                  </a:lnTo>
                  <a:cubicBezTo>
                    <a:pt x="0" y="610"/>
                    <a:pt x="5526" y="4480"/>
                    <a:pt x="7461" y="12585"/>
                  </a:cubicBezTo>
                  <a:cubicBezTo>
                    <a:pt x="9413" y="20708"/>
                    <a:pt x="12620" y="40423"/>
                    <a:pt x="12620" y="40423"/>
                  </a:cubicBezTo>
                  <a:cubicBezTo>
                    <a:pt x="12620" y="40423"/>
                    <a:pt x="14792" y="40538"/>
                    <a:pt x="18097" y="40538"/>
                  </a:cubicBezTo>
                  <a:cubicBezTo>
                    <a:pt x="24921" y="40538"/>
                    <a:pt x="36576" y="40048"/>
                    <a:pt x="43927" y="37041"/>
                  </a:cubicBezTo>
                  <a:cubicBezTo>
                    <a:pt x="43927" y="37041"/>
                    <a:pt x="44258" y="22312"/>
                    <a:pt x="40789" y="14712"/>
                  </a:cubicBezTo>
                  <a:cubicBezTo>
                    <a:pt x="37320" y="7095"/>
                    <a:pt x="31655" y="0"/>
                    <a:pt x="3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74"/>
            <p:cNvSpPr/>
            <p:nvPr/>
          </p:nvSpPr>
          <p:spPr>
            <a:xfrm>
              <a:off x="1408175" y="2983200"/>
              <a:ext cx="899050" cy="900775"/>
            </a:xfrm>
            <a:custGeom>
              <a:rect b="b" l="l" r="r" t="t"/>
              <a:pathLst>
                <a:path extrusionOk="0" fill="none" h="36031" w="35962">
                  <a:moveTo>
                    <a:pt x="1" y="332"/>
                  </a:moveTo>
                  <a:cubicBezTo>
                    <a:pt x="1" y="332"/>
                    <a:pt x="5335" y="8611"/>
                    <a:pt x="7287" y="16072"/>
                  </a:cubicBezTo>
                  <a:cubicBezTo>
                    <a:pt x="9222" y="23515"/>
                    <a:pt x="10756" y="36031"/>
                    <a:pt x="10756" y="36031"/>
                  </a:cubicBezTo>
                  <a:lnTo>
                    <a:pt x="35961" y="33416"/>
                  </a:lnTo>
                  <a:cubicBezTo>
                    <a:pt x="35961" y="33416"/>
                    <a:pt x="33172" y="14294"/>
                    <a:pt x="30802" y="9047"/>
                  </a:cubicBezTo>
                  <a:cubicBezTo>
                    <a:pt x="29338" y="5840"/>
                    <a:pt x="27525" y="2789"/>
                    <a:pt x="25381" y="0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74"/>
            <p:cNvSpPr/>
            <p:nvPr/>
          </p:nvSpPr>
          <p:spPr>
            <a:xfrm>
              <a:off x="1459175" y="2974475"/>
              <a:ext cx="268450" cy="915600"/>
            </a:xfrm>
            <a:custGeom>
              <a:rect b="b" l="l" r="r" t="t"/>
              <a:pathLst>
                <a:path extrusionOk="0" fill="none" h="36624" w="10738">
                  <a:moveTo>
                    <a:pt x="0" y="1"/>
                  </a:moveTo>
                  <a:cubicBezTo>
                    <a:pt x="0" y="1"/>
                    <a:pt x="5840" y="9902"/>
                    <a:pt x="7356" y="16491"/>
                  </a:cubicBezTo>
                  <a:cubicBezTo>
                    <a:pt x="8664" y="22191"/>
                    <a:pt x="10738" y="36624"/>
                    <a:pt x="10738" y="36624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74"/>
            <p:cNvSpPr/>
            <p:nvPr/>
          </p:nvSpPr>
          <p:spPr>
            <a:xfrm>
              <a:off x="1992125" y="2968375"/>
              <a:ext cx="272825" cy="873325"/>
            </a:xfrm>
            <a:custGeom>
              <a:rect b="b" l="l" r="r" t="t"/>
              <a:pathLst>
                <a:path extrusionOk="0" fill="none" h="34933" w="10913">
                  <a:moveTo>
                    <a:pt x="1" y="1"/>
                  </a:moveTo>
                  <a:cubicBezTo>
                    <a:pt x="1" y="1"/>
                    <a:pt x="6520" y="9222"/>
                    <a:pt x="7862" y="16822"/>
                  </a:cubicBezTo>
                  <a:cubicBezTo>
                    <a:pt x="9222" y="24439"/>
                    <a:pt x="10913" y="34933"/>
                    <a:pt x="10913" y="34933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74"/>
            <p:cNvSpPr/>
            <p:nvPr/>
          </p:nvSpPr>
          <p:spPr>
            <a:xfrm>
              <a:off x="1402075" y="3012825"/>
              <a:ext cx="687250" cy="29225"/>
            </a:xfrm>
            <a:custGeom>
              <a:rect b="b" l="l" r="r" t="t"/>
              <a:pathLst>
                <a:path extrusionOk="0" fill="none" h="1169" w="27490">
                  <a:moveTo>
                    <a:pt x="1" y="1169"/>
                  </a:moveTo>
                  <a:lnTo>
                    <a:pt x="27490" y="1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74"/>
            <p:cNvSpPr/>
            <p:nvPr/>
          </p:nvSpPr>
          <p:spPr>
            <a:xfrm>
              <a:off x="1634350" y="3771525"/>
              <a:ext cx="691600" cy="72350"/>
            </a:xfrm>
            <a:custGeom>
              <a:rect b="b" l="l" r="r" t="t"/>
              <a:pathLst>
                <a:path extrusionOk="0" fill="none" h="2894" w="27664">
                  <a:moveTo>
                    <a:pt x="1" y="2894"/>
                  </a:moveTo>
                  <a:lnTo>
                    <a:pt x="27664" y="0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74"/>
            <p:cNvSpPr/>
            <p:nvPr/>
          </p:nvSpPr>
          <p:spPr>
            <a:xfrm>
              <a:off x="1543700" y="3046375"/>
              <a:ext cx="359550" cy="310750"/>
            </a:xfrm>
            <a:custGeom>
              <a:rect b="b" l="l" r="r" t="t"/>
              <a:pathLst>
                <a:path extrusionOk="0" fill="none" h="12430" w="14382">
                  <a:moveTo>
                    <a:pt x="1" y="419"/>
                  </a:moveTo>
                  <a:cubicBezTo>
                    <a:pt x="1" y="419"/>
                    <a:pt x="3714" y="7531"/>
                    <a:pt x="4899" y="12429"/>
                  </a:cubicBezTo>
                  <a:lnTo>
                    <a:pt x="14382" y="11506"/>
                  </a:lnTo>
                  <a:lnTo>
                    <a:pt x="10233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74"/>
            <p:cNvSpPr/>
            <p:nvPr/>
          </p:nvSpPr>
          <p:spPr>
            <a:xfrm>
              <a:off x="1680100" y="3095625"/>
              <a:ext cx="188725" cy="153850"/>
            </a:xfrm>
            <a:custGeom>
              <a:rect b="b" l="l" r="r" t="t"/>
              <a:pathLst>
                <a:path extrusionOk="0" fill="none" h="6154" w="7549">
                  <a:moveTo>
                    <a:pt x="5457" y="1"/>
                  </a:moveTo>
                  <a:lnTo>
                    <a:pt x="1" y="436"/>
                  </a:lnTo>
                  <a:lnTo>
                    <a:pt x="2337" y="6154"/>
                  </a:lnTo>
                  <a:lnTo>
                    <a:pt x="7549" y="5718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74"/>
            <p:cNvSpPr/>
            <p:nvPr/>
          </p:nvSpPr>
          <p:spPr>
            <a:xfrm>
              <a:off x="1776850" y="3110875"/>
              <a:ext cx="50575" cy="53625"/>
            </a:xfrm>
            <a:custGeom>
              <a:rect b="b" l="l" r="r" t="t"/>
              <a:pathLst>
                <a:path extrusionOk="0" fill="none" h="2145" w="2023">
                  <a:moveTo>
                    <a:pt x="1" y="123"/>
                  </a:moveTo>
                  <a:lnTo>
                    <a:pt x="750" y="2145"/>
                  </a:lnTo>
                  <a:lnTo>
                    <a:pt x="2023" y="1970"/>
                  </a:lnTo>
                  <a:lnTo>
                    <a:pt x="1291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74"/>
            <p:cNvSpPr/>
            <p:nvPr/>
          </p:nvSpPr>
          <p:spPr>
            <a:xfrm>
              <a:off x="1799075" y="3174500"/>
              <a:ext cx="50575" cy="53625"/>
            </a:xfrm>
            <a:custGeom>
              <a:rect b="b" l="l" r="r" t="t"/>
              <a:pathLst>
                <a:path extrusionOk="0" fill="none" h="2145" w="2023">
                  <a:moveTo>
                    <a:pt x="1" y="123"/>
                  </a:moveTo>
                  <a:lnTo>
                    <a:pt x="768" y="2145"/>
                  </a:lnTo>
                  <a:lnTo>
                    <a:pt x="2023" y="1970"/>
                  </a:lnTo>
                  <a:lnTo>
                    <a:pt x="1308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74"/>
            <p:cNvSpPr/>
            <p:nvPr/>
          </p:nvSpPr>
          <p:spPr>
            <a:xfrm>
              <a:off x="1752875" y="3100425"/>
              <a:ext cx="53200" cy="143400"/>
            </a:xfrm>
            <a:custGeom>
              <a:rect b="b" l="l" r="r" t="t"/>
              <a:pathLst>
                <a:path extrusionOk="0" fill="none" h="5736" w="2128">
                  <a:moveTo>
                    <a:pt x="1" y="0"/>
                  </a:moveTo>
                  <a:lnTo>
                    <a:pt x="2128" y="5735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74"/>
            <p:cNvSpPr/>
            <p:nvPr/>
          </p:nvSpPr>
          <p:spPr>
            <a:xfrm>
              <a:off x="1595125" y="3141825"/>
              <a:ext cx="72375" cy="106775"/>
            </a:xfrm>
            <a:custGeom>
              <a:rect b="b" l="l" r="r" t="t"/>
              <a:pathLst>
                <a:path extrusionOk="0" fill="none" h="4271" w="2895">
                  <a:moveTo>
                    <a:pt x="1" y="53"/>
                  </a:moveTo>
                  <a:lnTo>
                    <a:pt x="1744" y="4271"/>
                  </a:lnTo>
                  <a:lnTo>
                    <a:pt x="2894" y="4149"/>
                  </a:lnTo>
                  <a:lnTo>
                    <a:pt x="1204" y="0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74"/>
            <p:cNvSpPr/>
            <p:nvPr/>
          </p:nvSpPr>
          <p:spPr>
            <a:xfrm>
              <a:off x="1820425" y="3038100"/>
              <a:ext cx="326000" cy="292875"/>
            </a:xfrm>
            <a:custGeom>
              <a:rect b="b" l="l" r="r" t="t"/>
              <a:pathLst>
                <a:path extrusionOk="0" fill="none" h="11715" w="13040">
                  <a:moveTo>
                    <a:pt x="1" y="297"/>
                  </a:moveTo>
                  <a:lnTo>
                    <a:pt x="4045" y="11714"/>
                  </a:lnTo>
                  <a:lnTo>
                    <a:pt x="13039" y="10529"/>
                  </a:lnTo>
                  <a:cubicBezTo>
                    <a:pt x="13039" y="10529"/>
                    <a:pt x="11052" y="5701"/>
                    <a:pt x="9954" y="3557"/>
                  </a:cubicBezTo>
                  <a:cubicBezTo>
                    <a:pt x="8856" y="1413"/>
                    <a:pt x="8054" y="1"/>
                    <a:pt x="8054" y="1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74"/>
            <p:cNvSpPr/>
            <p:nvPr/>
          </p:nvSpPr>
          <p:spPr>
            <a:xfrm>
              <a:off x="1938100" y="3042025"/>
              <a:ext cx="123775" cy="85875"/>
            </a:xfrm>
            <a:custGeom>
              <a:rect b="b" l="l" r="r" t="t"/>
              <a:pathLst>
                <a:path extrusionOk="0" fill="none" h="3435" w="4951">
                  <a:moveTo>
                    <a:pt x="0" y="1"/>
                  </a:moveTo>
                  <a:lnTo>
                    <a:pt x="1726" y="3435"/>
                  </a:lnTo>
                  <a:lnTo>
                    <a:pt x="4951" y="2929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74"/>
            <p:cNvSpPr/>
            <p:nvPr/>
          </p:nvSpPr>
          <p:spPr>
            <a:xfrm>
              <a:off x="1912375" y="3044200"/>
              <a:ext cx="119875" cy="271950"/>
            </a:xfrm>
            <a:custGeom>
              <a:rect b="b" l="l" r="r" t="t"/>
              <a:pathLst>
                <a:path extrusionOk="0" fill="none" h="10878" w="4795">
                  <a:moveTo>
                    <a:pt x="1" y="1"/>
                  </a:moveTo>
                  <a:cubicBezTo>
                    <a:pt x="1" y="1"/>
                    <a:pt x="4027" y="8681"/>
                    <a:pt x="4794" y="10878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74"/>
            <p:cNvSpPr/>
            <p:nvPr/>
          </p:nvSpPr>
          <p:spPr>
            <a:xfrm>
              <a:off x="1879700" y="3190200"/>
              <a:ext cx="99375" cy="12650"/>
            </a:xfrm>
            <a:custGeom>
              <a:rect b="b" l="l" r="r" t="t"/>
              <a:pathLst>
                <a:path extrusionOk="0" fill="none" h="506" w="3975">
                  <a:moveTo>
                    <a:pt x="0" y="506"/>
                  </a:moveTo>
                  <a:lnTo>
                    <a:pt x="3975" y="0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74"/>
            <p:cNvSpPr/>
            <p:nvPr/>
          </p:nvSpPr>
          <p:spPr>
            <a:xfrm>
              <a:off x="1673575" y="3363625"/>
              <a:ext cx="342550" cy="441050"/>
            </a:xfrm>
            <a:custGeom>
              <a:rect b="b" l="l" r="r" t="t"/>
              <a:pathLst>
                <a:path extrusionOk="0" fill="none" h="17642" w="13702">
                  <a:moveTo>
                    <a:pt x="0" y="698"/>
                  </a:moveTo>
                  <a:cubicBezTo>
                    <a:pt x="0" y="698"/>
                    <a:pt x="2476" y="11993"/>
                    <a:pt x="2859" y="17641"/>
                  </a:cubicBezTo>
                  <a:lnTo>
                    <a:pt x="13701" y="16438"/>
                  </a:lnTo>
                  <a:lnTo>
                    <a:pt x="11749" y="3749"/>
                  </a:lnTo>
                  <a:lnTo>
                    <a:pt x="9204" y="4062"/>
                  </a:lnTo>
                  <a:lnTo>
                    <a:pt x="8193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74"/>
            <p:cNvSpPr/>
            <p:nvPr/>
          </p:nvSpPr>
          <p:spPr>
            <a:xfrm>
              <a:off x="1927625" y="3323975"/>
              <a:ext cx="298100" cy="439300"/>
            </a:xfrm>
            <a:custGeom>
              <a:rect b="b" l="l" r="r" t="t"/>
              <a:pathLst>
                <a:path extrusionOk="0" fill="none" h="17572" w="11924">
                  <a:moveTo>
                    <a:pt x="1" y="1273"/>
                  </a:moveTo>
                  <a:lnTo>
                    <a:pt x="820" y="4376"/>
                  </a:lnTo>
                  <a:lnTo>
                    <a:pt x="2964" y="4184"/>
                  </a:lnTo>
                  <a:lnTo>
                    <a:pt x="5073" y="17571"/>
                  </a:lnTo>
                  <a:lnTo>
                    <a:pt x="11924" y="16874"/>
                  </a:lnTo>
                  <a:cubicBezTo>
                    <a:pt x="11924" y="16874"/>
                    <a:pt x="10338" y="3940"/>
                    <a:pt x="8751" y="1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74"/>
            <p:cNvSpPr/>
            <p:nvPr/>
          </p:nvSpPr>
          <p:spPr>
            <a:xfrm>
              <a:off x="1678375" y="3395450"/>
              <a:ext cx="168225" cy="115500"/>
            </a:xfrm>
            <a:custGeom>
              <a:rect b="b" l="l" r="r" t="t"/>
              <a:pathLst>
                <a:path extrusionOk="0" fill="none" h="4620" w="6729">
                  <a:moveTo>
                    <a:pt x="959" y="4620"/>
                  </a:moveTo>
                  <a:lnTo>
                    <a:pt x="6729" y="4062"/>
                  </a:lnTo>
                  <a:lnTo>
                    <a:pt x="5840" y="0"/>
                  </a:lnTo>
                  <a:lnTo>
                    <a:pt x="0" y="506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74"/>
            <p:cNvSpPr/>
            <p:nvPr/>
          </p:nvSpPr>
          <p:spPr>
            <a:xfrm>
              <a:off x="1367650" y="3159375"/>
              <a:ext cx="211825" cy="348100"/>
            </a:xfrm>
            <a:custGeom>
              <a:rect b="b" l="l" r="r" t="t"/>
              <a:pathLst>
                <a:path extrusionOk="0" h="13924" w="8473">
                  <a:moveTo>
                    <a:pt x="5785" y="0"/>
                  </a:moveTo>
                  <a:cubicBezTo>
                    <a:pt x="5752" y="0"/>
                    <a:pt x="5718" y="4"/>
                    <a:pt x="5683" y="13"/>
                  </a:cubicBezTo>
                  <a:cubicBezTo>
                    <a:pt x="4570" y="309"/>
                    <a:pt x="4689" y="4911"/>
                    <a:pt x="3806" y="4911"/>
                  </a:cubicBezTo>
                  <a:cubicBezTo>
                    <a:pt x="3804" y="4911"/>
                    <a:pt x="3802" y="4911"/>
                    <a:pt x="3801" y="4911"/>
                  </a:cubicBezTo>
                  <a:cubicBezTo>
                    <a:pt x="2912" y="4876"/>
                    <a:pt x="2929" y="2697"/>
                    <a:pt x="2929" y="2697"/>
                  </a:cubicBezTo>
                  <a:lnTo>
                    <a:pt x="2162" y="553"/>
                  </a:lnTo>
                  <a:cubicBezTo>
                    <a:pt x="1622" y="1286"/>
                    <a:pt x="1151" y="2087"/>
                    <a:pt x="750" y="2907"/>
                  </a:cubicBezTo>
                  <a:cubicBezTo>
                    <a:pt x="1" y="4423"/>
                    <a:pt x="314" y="5120"/>
                    <a:pt x="158" y="6079"/>
                  </a:cubicBezTo>
                  <a:cubicBezTo>
                    <a:pt x="53" y="6619"/>
                    <a:pt x="140" y="7177"/>
                    <a:pt x="402" y="7665"/>
                  </a:cubicBezTo>
                  <a:cubicBezTo>
                    <a:pt x="471" y="8049"/>
                    <a:pt x="489" y="8450"/>
                    <a:pt x="437" y="8833"/>
                  </a:cubicBezTo>
                  <a:cubicBezTo>
                    <a:pt x="367" y="9600"/>
                    <a:pt x="1709" y="10646"/>
                    <a:pt x="2877" y="11779"/>
                  </a:cubicBezTo>
                  <a:cubicBezTo>
                    <a:pt x="3574" y="12459"/>
                    <a:pt x="4237" y="13174"/>
                    <a:pt x="4847" y="13923"/>
                  </a:cubicBezTo>
                  <a:lnTo>
                    <a:pt x="8472" y="10106"/>
                  </a:lnTo>
                  <a:cubicBezTo>
                    <a:pt x="8472" y="10106"/>
                    <a:pt x="7705" y="6619"/>
                    <a:pt x="7479" y="5312"/>
                  </a:cubicBezTo>
                  <a:cubicBezTo>
                    <a:pt x="7276" y="4063"/>
                    <a:pt x="6812" y="0"/>
                    <a:pt x="5785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74"/>
            <p:cNvSpPr/>
            <p:nvPr/>
          </p:nvSpPr>
          <p:spPr>
            <a:xfrm>
              <a:off x="1488800" y="3412450"/>
              <a:ext cx="676350" cy="507550"/>
            </a:xfrm>
            <a:custGeom>
              <a:rect b="b" l="l" r="r" t="t"/>
              <a:pathLst>
                <a:path extrusionOk="0" h="20302" w="27054">
                  <a:moveTo>
                    <a:pt x="3626" y="0"/>
                  </a:moveTo>
                  <a:lnTo>
                    <a:pt x="1" y="3800"/>
                  </a:lnTo>
                  <a:cubicBezTo>
                    <a:pt x="1" y="3800"/>
                    <a:pt x="8173" y="20301"/>
                    <a:pt x="18573" y="20301"/>
                  </a:cubicBezTo>
                  <a:cubicBezTo>
                    <a:pt x="19168" y="20301"/>
                    <a:pt x="19770" y="20247"/>
                    <a:pt x="20378" y="20133"/>
                  </a:cubicBezTo>
                  <a:lnTo>
                    <a:pt x="27054" y="13858"/>
                  </a:lnTo>
                  <a:lnTo>
                    <a:pt x="21894" y="1778"/>
                  </a:lnTo>
                  <a:lnTo>
                    <a:pt x="15724" y="9971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74"/>
            <p:cNvSpPr/>
            <p:nvPr/>
          </p:nvSpPr>
          <p:spPr>
            <a:xfrm>
              <a:off x="2922075" y="3826875"/>
              <a:ext cx="180000" cy="213550"/>
            </a:xfrm>
            <a:custGeom>
              <a:rect b="b" l="l" r="r" t="t"/>
              <a:pathLst>
                <a:path extrusionOk="0" h="8542" w="7200">
                  <a:moveTo>
                    <a:pt x="1" y="0"/>
                  </a:moveTo>
                  <a:lnTo>
                    <a:pt x="2459" y="8541"/>
                  </a:lnTo>
                  <a:cubicBezTo>
                    <a:pt x="2459" y="8541"/>
                    <a:pt x="6607" y="6258"/>
                    <a:pt x="7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74"/>
            <p:cNvSpPr/>
            <p:nvPr/>
          </p:nvSpPr>
          <p:spPr>
            <a:xfrm>
              <a:off x="2958250" y="3174950"/>
              <a:ext cx="182175" cy="683325"/>
            </a:xfrm>
            <a:custGeom>
              <a:rect b="b" l="l" r="r" t="t"/>
              <a:pathLst>
                <a:path extrusionOk="0" h="27333" w="7287">
                  <a:moveTo>
                    <a:pt x="1081" y="0"/>
                  </a:moveTo>
                  <a:lnTo>
                    <a:pt x="1" y="27332"/>
                  </a:lnTo>
                  <a:lnTo>
                    <a:pt x="7287" y="26321"/>
                  </a:lnTo>
                  <a:cubicBezTo>
                    <a:pt x="7287" y="26321"/>
                    <a:pt x="6938" y="19140"/>
                    <a:pt x="5753" y="11278"/>
                  </a:cubicBezTo>
                  <a:cubicBezTo>
                    <a:pt x="4568" y="3399"/>
                    <a:pt x="1081" y="0"/>
                    <a:pt x="10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3" name="Google Shape;3443;p74"/>
            <p:cNvSpPr/>
            <p:nvPr/>
          </p:nvSpPr>
          <p:spPr>
            <a:xfrm>
              <a:off x="1829150" y="3223300"/>
              <a:ext cx="513800" cy="711225"/>
            </a:xfrm>
            <a:custGeom>
              <a:rect b="b" l="l" r="r" t="t"/>
              <a:pathLst>
                <a:path extrusionOk="0" h="28449" w="20552">
                  <a:moveTo>
                    <a:pt x="15218" y="1"/>
                  </a:moveTo>
                  <a:cubicBezTo>
                    <a:pt x="15061" y="18"/>
                    <a:pt x="14922" y="53"/>
                    <a:pt x="14782" y="106"/>
                  </a:cubicBezTo>
                  <a:cubicBezTo>
                    <a:pt x="10372" y="1552"/>
                    <a:pt x="0" y="15515"/>
                    <a:pt x="0" y="15515"/>
                  </a:cubicBezTo>
                  <a:lnTo>
                    <a:pt x="6433" y="28449"/>
                  </a:lnTo>
                  <a:lnTo>
                    <a:pt x="13963" y="22539"/>
                  </a:lnTo>
                  <a:lnTo>
                    <a:pt x="14015" y="22853"/>
                  </a:lnTo>
                  <a:lnTo>
                    <a:pt x="14608" y="26984"/>
                  </a:lnTo>
                  <a:lnTo>
                    <a:pt x="14643" y="27176"/>
                  </a:lnTo>
                  <a:lnTo>
                    <a:pt x="15322" y="27438"/>
                  </a:lnTo>
                  <a:lnTo>
                    <a:pt x="15532" y="27141"/>
                  </a:lnTo>
                  <a:lnTo>
                    <a:pt x="16978" y="25241"/>
                  </a:lnTo>
                  <a:lnTo>
                    <a:pt x="18687" y="23045"/>
                  </a:lnTo>
                  <a:lnTo>
                    <a:pt x="20552" y="12377"/>
                  </a:lnTo>
                  <a:lnTo>
                    <a:pt x="1521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4" name="Google Shape;3444;p74"/>
            <p:cNvSpPr/>
            <p:nvPr/>
          </p:nvSpPr>
          <p:spPr>
            <a:xfrm>
              <a:off x="2195200" y="3084000"/>
              <a:ext cx="856325" cy="1210050"/>
            </a:xfrm>
            <a:custGeom>
              <a:rect b="b" l="l" r="r" t="t"/>
              <a:pathLst>
                <a:path extrusionOk="0" h="48402" w="34253">
                  <a:moveTo>
                    <a:pt x="16913" y="0"/>
                  </a:moveTo>
                  <a:cubicBezTo>
                    <a:pt x="15173" y="0"/>
                    <a:pt x="13303" y="109"/>
                    <a:pt x="11313" y="361"/>
                  </a:cubicBezTo>
                  <a:cubicBezTo>
                    <a:pt x="11313" y="361"/>
                    <a:pt x="3278" y="2801"/>
                    <a:pt x="105" y="5556"/>
                  </a:cubicBezTo>
                  <a:cubicBezTo>
                    <a:pt x="105" y="5556"/>
                    <a:pt x="123" y="5590"/>
                    <a:pt x="140" y="5660"/>
                  </a:cubicBezTo>
                  <a:cubicBezTo>
                    <a:pt x="489" y="6828"/>
                    <a:pt x="3435" y="16816"/>
                    <a:pt x="3034" y="23022"/>
                  </a:cubicBezTo>
                  <a:cubicBezTo>
                    <a:pt x="2912" y="25288"/>
                    <a:pt x="2441" y="27519"/>
                    <a:pt x="1639" y="29628"/>
                  </a:cubicBezTo>
                  <a:cubicBezTo>
                    <a:pt x="1360" y="30395"/>
                    <a:pt x="1012" y="31145"/>
                    <a:pt x="593" y="31842"/>
                  </a:cubicBezTo>
                  <a:cubicBezTo>
                    <a:pt x="419" y="32173"/>
                    <a:pt x="227" y="32487"/>
                    <a:pt x="1" y="32783"/>
                  </a:cubicBezTo>
                  <a:lnTo>
                    <a:pt x="70" y="34195"/>
                  </a:lnTo>
                  <a:lnTo>
                    <a:pt x="280" y="38535"/>
                  </a:lnTo>
                  <a:lnTo>
                    <a:pt x="419" y="41411"/>
                  </a:lnTo>
                  <a:lnTo>
                    <a:pt x="646" y="45769"/>
                  </a:lnTo>
                  <a:lnTo>
                    <a:pt x="768" y="48332"/>
                  </a:lnTo>
                  <a:lnTo>
                    <a:pt x="6258" y="48332"/>
                  </a:lnTo>
                  <a:lnTo>
                    <a:pt x="32632" y="48401"/>
                  </a:lnTo>
                  <a:cubicBezTo>
                    <a:pt x="32632" y="48401"/>
                    <a:pt x="32649" y="47460"/>
                    <a:pt x="32684" y="45891"/>
                  </a:cubicBezTo>
                  <a:cubicBezTo>
                    <a:pt x="32702" y="44549"/>
                    <a:pt x="32736" y="42771"/>
                    <a:pt x="32789" y="40749"/>
                  </a:cubicBezTo>
                  <a:cubicBezTo>
                    <a:pt x="32789" y="40087"/>
                    <a:pt x="32806" y="39389"/>
                    <a:pt x="32824" y="38692"/>
                  </a:cubicBezTo>
                  <a:cubicBezTo>
                    <a:pt x="32858" y="37036"/>
                    <a:pt x="32911" y="35293"/>
                    <a:pt x="32946" y="33533"/>
                  </a:cubicBezTo>
                  <a:cubicBezTo>
                    <a:pt x="33120" y="26508"/>
                    <a:pt x="33364" y="19169"/>
                    <a:pt x="33660" y="16938"/>
                  </a:cubicBezTo>
                  <a:cubicBezTo>
                    <a:pt x="34253" y="12284"/>
                    <a:pt x="33242" y="5050"/>
                    <a:pt x="31725" y="3621"/>
                  </a:cubicBezTo>
                  <a:cubicBezTo>
                    <a:pt x="30473" y="2440"/>
                    <a:pt x="25156" y="0"/>
                    <a:pt x="16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74"/>
            <p:cNvSpPr/>
            <p:nvPr/>
          </p:nvSpPr>
          <p:spPr>
            <a:xfrm>
              <a:off x="2196500" y="3922300"/>
              <a:ext cx="822350" cy="142650"/>
            </a:xfrm>
            <a:custGeom>
              <a:rect b="b" l="l" r="r" t="t"/>
              <a:pathLst>
                <a:path extrusionOk="0" h="5706" w="32894">
                  <a:moveTo>
                    <a:pt x="32894" y="1"/>
                  </a:moveTo>
                  <a:lnTo>
                    <a:pt x="32894" y="1"/>
                  </a:lnTo>
                  <a:cubicBezTo>
                    <a:pt x="28057" y="968"/>
                    <a:pt x="21755" y="1261"/>
                    <a:pt x="15903" y="1261"/>
                  </a:cubicBezTo>
                  <a:cubicBezTo>
                    <a:pt x="8786" y="1261"/>
                    <a:pt x="2335" y="827"/>
                    <a:pt x="1" y="646"/>
                  </a:cubicBezTo>
                  <a:lnTo>
                    <a:pt x="1" y="646"/>
                  </a:lnTo>
                  <a:lnTo>
                    <a:pt x="228" y="4986"/>
                  </a:lnTo>
                  <a:cubicBezTo>
                    <a:pt x="3601" y="5528"/>
                    <a:pt x="8710" y="5705"/>
                    <a:pt x="13959" y="5705"/>
                  </a:cubicBezTo>
                  <a:cubicBezTo>
                    <a:pt x="21540" y="5705"/>
                    <a:pt x="29414" y="5335"/>
                    <a:pt x="32772" y="5160"/>
                  </a:cubicBezTo>
                  <a:cubicBezTo>
                    <a:pt x="32806" y="3504"/>
                    <a:pt x="32859" y="1761"/>
                    <a:pt x="328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74"/>
            <p:cNvSpPr/>
            <p:nvPr/>
          </p:nvSpPr>
          <p:spPr>
            <a:xfrm>
              <a:off x="2205225" y="4113600"/>
              <a:ext cx="809700" cy="131125"/>
            </a:xfrm>
            <a:custGeom>
              <a:rect b="b" l="l" r="r" t="t"/>
              <a:pathLst>
                <a:path extrusionOk="0" h="5245" w="32388">
                  <a:moveTo>
                    <a:pt x="32388" y="1"/>
                  </a:moveTo>
                  <a:lnTo>
                    <a:pt x="32388" y="1"/>
                  </a:lnTo>
                  <a:cubicBezTo>
                    <a:pt x="27857" y="530"/>
                    <a:pt x="22060" y="705"/>
                    <a:pt x="16558" y="705"/>
                  </a:cubicBezTo>
                  <a:cubicBezTo>
                    <a:pt x="9380" y="705"/>
                    <a:pt x="2704" y="407"/>
                    <a:pt x="1" y="210"/>
                  </a:cubicBezTo>
                  <a:lnTo>
                    <a:pt x="1" y="210"/>
                  </a:lnTo>
                  <a:lnTo>
                    <a:pt x="227" y="4568"/>
                  </a:lnTo>
                  <a:cubicBezTo>
                    <a:pt x="3612" y="5077"/>
                    <a:pt x="8573" y="5245"/>
                    <a:pt x="13660" y="5245"/>
                  </a:cubicBezTo>
                  <a:cubicBezTo>
                    <a:pt x="21121" y="5245"/>
                    <a:pt x="28853" y="4883"/>
                    <a:pt x="32283" y="4707"/>
                  </a:cubicBezTo>
                  <a:cubicBezTo>
                    <a:pt x="32301" y="3365"/>
                    <a:pt x="32335" y="2040"/>
                    <a:pt x="323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74"/>
            <p:cNvSpPr/>
            <p:nvPr/>
          </p:nvSpPr>
          <p:spPr>
            <a:xfrm>
              <a:off x="2178200" y="3786775"/>
              <a:ext cx="173475" cy="505525"/>
            </a:xfrm>
            <a:custGeom>
              <a:rect b="b" l="l" r="r" t="t"/>
              <a:pathLst>
                <a:path extrusionOk="0" h="20221" w="6939">
                  <a:moveTo>
                    <a:pt x="1" y="0"/>
                  </a:moveTo>
                  <a:lnTo>
                    <a:pt x="36" y="314"/>
                  </a:lnTo>
                  <a:lnTo>
                    <a:pt x="663" y="4637"/>
                  </a:lnTo>
                  <a:lnTo>
                    <a:pt x="733" y="6067"/>
                  </a:lnTo>
                  <a:lnTo>
                    <a:pt x="960" y="10407"/>
                  </a:lnTo>
                  <a:lnTo>
                    <a:pt x="1099" y="13283"/>
                  </a:lnTo>
                  <a:lnTo>
                    <a:pt x="1308" y="17641"/>
                  </a:lnTo>
                  <a:lnTo>
                    <a:pt x="1430" y="20203"/>
                  </a:lnTo>
                  <a:lnTo>
                    <a:pt x="3836" y="20221"/>
                  </a:lnTo>
                  <a:lnTo>
                    <a:pt x="6938" y="20221"/>
                  </a:lnTo>
                  <a:lnTo>
                    <a:pt x="1570" y="4602"/>
                  </a:lnTo>
                  <a:lnTo>
                    <a:pt x="1273" y="37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74"/>
            <p:cNvSpPr/>
            <p:nvPr/>
          </p:nvSpPr>
          <p:spPr>
            <a:xfrm>
              <a:off x="2178200" y="3758025"/>
              <a:ext cx="43175" cy="139900"/>
            </a:xfrm>
            <a:custGeom>
              <a:rect b="b" l="l" r="r" t="t"/>
              <a:pathLst>
                <a:path extrusionOk="0" h="5596" w="1727">
                  <a:moveTo>
                    <a:pt x="1726" y="0"/>
                  </a:moveTo>
                  <a:lnTo>
                    <a:pt x="1" y="1150"/>
                  </a:lnTo>
                  <a:lnTo>
                    <a:pt x="36" y="1464"/>
                  </a:lnTo>
                  <a:lnTo>
                    <a:pt x="646" y="5595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74"/>
            <p:cNvSpPr/>
            <p:nvPr/>
          </p:nvSpPr>
          <p:spPr>
            <a:xfrm>
              <a:off x="2155975" y="2529125"/>
              <a:ext cx="828450" cy="790150"/>
            </a:xfrm>
            <a:custGeom>
              <a:rect b="b" l="l" r="r" t="t"/>
              <a:pathLst>
                <a:path extrusionOk="0" h="31606" w="33138">
                  <a:moveTo>
                    <a:pt x="19315" y="0"/>
                  </a:moveTo>
                  <a:cubicBezTo>
                    <a:pt x="18565" y="0"/>
                    <a:pt x="17833" y="87"/>
                    <a:pt x="17118" y="262"/>
                  </a:cubicBezTo>
                  <a:cubicBezTo>
                    <a:pt x="16996" y="279"/>
                    <a:pt x="16857" y="314"/>
                    <a:pt x="16735" y="349"/>
                  </a:cubicBezTo>
                  <a:cubicBezTo>
                    <a:pt x="15846" y="593"/>
                    <a:pt x="15009" y="959"/>
                    <a:pt x="14207" y="1429"/>
                  </a:cubicBezTo>
                  <a:cubicBezTo>
                    <a:pt x="13946" y="1586"/>
                    <a:pt x="13684" y="1743"/>
                    <a:pt x="13423" y="1935"/>
                  </a:cubicBezTo>
                  <a:cubicBezTo>
                    <a:pt x="11680" y="3155"/>
                    <a:pt x="10233" y="4724"/>
                    <a:pt x="9170" y="6572"/>
                  </a:cubicBezTo>
                  <a:cubicBezTo>
                    <a:pt x="8455" y="7792"/>
                    <a:pt x="7880" y="9082"/>
                    <a:pt x="7444" y="10441"/>
                  </a:cubicBezTo>
                  <a:cubicBezTo>
                    <a:pt x="7304" y="10895"/>
                    <a:pt x="7182" y="11348"/>
                    <a:pt x="7060" y="11801"/>
                  </a:cubicBezTo>
                  <a:cubicBezTo>
                    <a:pt x="6520" y="13962"/>
                    <a:pt x="6729" y="16333"/>
                    <a:pt x="5317" y="18146"/>
                  </a:cubicBezTo>
                  <a:cubicBezTo>
                    <a:pt x="4115" y="19662"/>
                    <a:pt x="2319" y="20621"/>
                    <a:pt x="1238" y="22225"/>
                  </a:cubicBezTo>
                  <a:cubicBezTo>
                    <a:pt x="36" y="23968"/>
                    <a:pt x="1" y="26199"/>
                    <a:pt x="262" y="28204"/>
                  </a:cubicBezTo>
                  <a:cubicBezTo>
                    <a:pt x="262" y="28396"/>
                    <a:pt x="332" y="28570"/>
                    <a:pt x="419" y="28744"/>
                  </a:cubicBezTo>
                  <a:cubicBezTo>
                    <a:pt x="593" y="28936"/>
                    <a:pt x="838" y="29093"/>
                    <a:pt x="1116" y="29145"/>
                  </a:cubicBezTo>
                  <a:lnTo>
                    <a:pt x="1273" y="29180"/>
                  </a:lnTo>
                  <a:cubicBezTo>
                    <a:pt x="1866" y="29372"/>
                    <a:pt x="2476" y="29546"/>
                    <a:pt x="3069" y="29703"/>
                  </a:cubicBezTo>
                  <a:lnTo>
                    <a:pt x="3104" y="29720"/>
                  </a:lnTo>
                  <a:cubicBezTo>
                    <a:pt x="3121" y="29651"/>
                    <a:pt x="3138" y="29581"/>
                    <a:pt x="3138" y="29494"/>
                  </a:cubicBezTo>
                  <a:cubicBezTo>
                    <a:pt x="3278" y="28134"/>
                    <a:pt x="3714" y="26827"/>
                    <a:pt x="4446" y="25676"/>
                  </a:cubicBezTo>
                  <a:lnTo>
                    <a:pt x="4446" y="25676"/>
                  </a:lnTo>
                  <a:cubicBezTo>
                    <a:pt x="4411" y="26286"/>
                    <a:pt x="4481" y="26687"/>
                    <a:pt x="4498" y="27315"/>
                  </a:cubicBezTo>
                  <a:cubicBezTo>
                    <a:pt x="4515" y="28291"/>
                    <a:pt x="4655" y="29250"/>
                    <a:pt x="4934" y="30191"/>
                  </a:cubicBezTo>
                  <a:cubicBezTo>
                    <a:pt x="7060" y="30696"/>
                    <a:pt x="9204" y="31080"/>
                    <a:pt x="11383" y="31324"/>
                  </a:cubicBezTo>
                  <a:cubicBezTo>
                    <a:pt x="11436" y="31324"/>
                    <a:pt x="11488" y="31341"/>
                    <a:pt x="11540" y="31341"/>
                  </a:cubicBezTo>
                  <a:cubicBezTo>
                    <a:pt x="12917" y="31498"/>
                    <a:pt x="14294" y="31568"/>
                    <a:pt x="15671" y="31603"/>
                  </a:cubicBezTo>
                  <a:lnTo>
                    <a:pt x="15811" y="31603"/>
                  </a:lnTo>
                  <a:cubicBezTo>
                    <a:pt x="15967" y="31605"/>
                    <a:pt x="16123" y="31606"/>
                    <a:pt x="16279" y="31606"/>
                  </a:cubicBezTo>
                  <a:cubicBezTo>
                    <a:pt x="18775" y="31606"/>
                    <a:pt x="21282" y="31344"/>
                    <a:pt x="23742" y="30836"/>
                  </a:cubicBezTo>
                  <a:lnTo>
                    <a:pt x="23899" y="30801"/>
                  </a:lnTo>
                  <a:cubicBezTo>
                    <a:pt x="24980" y="30574"/>
                    <a:pt x="26043" y="30278"/>
                    <a:pt x="27071" y="29929"/>
                  </a:cubicBezTo>
                  <a:lnTo>
                    <a:pt x="27228" y="29877"/>
                  </a:lnTo>
                  <a:cubicBezTo>
                    <a:pt x="28205" y="29546"/>
                    <a:pt x="29181" y="29162"/>
                    <a:pt x="30105" y="28727"/>
                  </a:cubicBezTo>
                  <a:cubicBezTo>
                    <a:pt x="30174" y="27907"/>
                    <a:pt x="30105" y="27106"/>
                    <a:pt x="29895" y="26321"/>
                  </a:cubicBezTo>
                  <a:cubicBezTo>
                    <a:pt x="29634" y="25293"/>
                    <a:pt x="29303" y="24282"/>
                    <a:pt x="28884" y="23306"/>
                  </a:cubicBezTo>
                  <a:lnTo>
                    <a:pt x="28884" y="23306"/>
                  </a:lnTo>
                  <a:cubicBezTo>
                    <a:pt x="30139" y="24630"/>
                    <a:pt x="31046" y="26234"/>
                    <a:pt x="31534" y="27977"/>
                  </a:cubicBezTo>
                  <a:cubicBezTo>
                    <a:pt x="31795" y="27838"/>
                    <a:pt x="32039" y="27681"/>
                    <a:pt x="32301" y="27524"/>
                  </a:cubicBezTo>
                  <a:cubicBezTo>
                    <a:pt x="32545" y="27384"/>
                    <a:pt x="32754" y="27193"/>
                    <a:pt x="32928" y="26966"/>
                  </a:cubicBezTo>
                  <a:cubicBezTo>
                    <a:pt x="32946" y="26949"/>
                    <a:pt x="32946" y="26914"/>
                    <a:pt x="32963" y="26896"/>
                  </a:cubicBezTo>
                  <a:cubicBezTo>
                    <a:pt x="33016" y="26757"/>
                    <a:pt x="33068" y="26635"/>
                    <a:pt x="33085" y="26496"/>
                  </a:cubicBezTo>
                  <a:cubicBezTo>
                    <a:pt x="33085" y="26391"/>
                    <a:pt x="33103" y="26304"/>
                    <a:pt x="33103" y="26199"/>
                  </a:cubicBezTo>
                  <a:cubicBezTo>
                    <a:pt x="33138" y="25467"/>
                    <a:pt x="32998" y="24752"/>
                    <a:pt x="32719" y="24090"/>
                  </a:cubicBezTo>
                  <a:cubicBezTo>
                    <a:pt x="32632" y="23898"/>
                    <a:pt x="32527" y="23707"/>
                    <a:pt x="32423" y="23515"/>
                  </a:cubicBezTo>
                  <a:cubicBezTo>
                    <a:pt x="31569" y="22051"/>
                    <a:pt x="30174" y="20900"/>
                    <a:pt x="29582" y="18599"/>
                  </a:cubicBezTo>
                  <a:cubicBezTo>
                    <a:pt x="29547" y="18442"/>
                    <a:pt x="29512" y="18285"/>
                    <a:pt x="29477" y="18146"/>
                  </a:cubicBezTo>
                  <a:cubicBezTo>
                    <a:pt x="29460" y="18059"/>
                    <a:pt x="29442" y="17972"/>
                    <a:pt x="29442" y="17885"/>
                  </a:cubicBezTo>
                  <a:cubicBezTo>
                    <a:pt x="29407" y="17675"/>
                    <a:pt x="29372" y="17484"/>
                    <a:pt x="29355" y="17274"/>
                  </a:cubicBezTo>
                  <a:cubicBezTo>
                    <a:pt x="29163" y="15601"/>
                    <a:pt x="29372" y="13980"/>
                    <a:pt x="29407" y="12237"/>
                  </a:cubicBezTo>
                  <a:lnTo>
                    <a:pt x="29407" y="11888"/>
                  </a:lnTo>
                  <a:lnTo>
                    <a:pt x="29407" y="11470"/>
                  </a:lnTo>
                  <a:cubicBezTo>
                    <a:pt x="29390" y="9273"/>
                    <a:pt x="29250" y="7077"/>
                    <a:pt x="28396" y="5020"/>
                  </a:cubicBezTo>
                  <a:cubicBezTo>
                    <a:pt x="27734" y="3434"/>
                    <a:pt x="26444" y="2214"/>
                    <a:pt x="24893" y="1377"/>
                  </a:cubicBezTo>
                  <a:lnTo>
                    <a:pt x="24788" y="1307"/>
                  </a:lnTo>
                  <a:cubicBezTo>
                    <a:pt x="24352" y="1081"/>
                    <a:pt x="23916" y="889"/>
                    <a:pt x="23481" y="715"/>
                  </a:cubicBezTo>
                  <a:lnTo>
                    <a:pt x="23341" y="680"/>
                  </a:lnTo>
                  <a:cubicBezTo>
                    <a:pt x="23027" y="558"/>
                    <a:pt x="22696" y="453"/>
                    <a:pt x="22365" y="366"/>
                  </a:cubicBezTo>
                  <a:lnTo>
                    <a:pt x="22226" y="331"/>
                  </a:lnTo>
                  <a:cubicBezTo>
                    <a:pt x="22034" y="296"/>
                    <a:pt x="21860" y="244"/>
                    <a:pt x="21668" y="209"/>
                  </a:cubicBezTo>
                  <a:cubicBezTo>
                    <a:pt x="21616" y="192"/>
                    <a:pt x="21563" y="174"/>
                    <a:pt x="21511" y="174"/>
                  </a:cubicBezTo>
                  <a:cubicBezTo>
                    <a:pt x="21127" y="105"/>
                    <a:pt x="20744" y="52"/>
                    <a:pt x="20343" y="18"/>
                  </a:cubicBezTo>
                  <a:cubicBezTo>
                    <a:pt x="20320" y="18"/>
                    <a:pt x="20297" y="25"/>
                    <a:pt x="20263" y="25"/>
                  </a:cubicBezTo>
                  <a:cubicBezTo>
                    <a:pt x="20246" y="25"/>
                    <a:pt x="20227" y="23"/>
                    <a:pt x="20204" y="18"/>
                  </a:cubicBezTo>
                  <a:cubicBezTo>
                    <a:pt x="20134" y="0"/>
                    <a:pt x="20064" y="0"/>
                    <a:pt x="19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74"/>
            <p:cNvSpPr/>
            <p:nvPr/>
          </p:nvSpPr>
          <p:spPr>
            <a:xfrm>
              <a:off x="2160775" y="2564850"/>
              <a:ext cx="350400" cy="694225"/>
            </a:xfrm>
            <a:custGeom>
              <a:rect b="b" l="l" r="r" t="t"/>
              <a:pathLst>
                <a:path extrusionOk="0" h="27769" w="14016">
                  <a:moveTo>
                    <a:pt x="14015" y="0"/>
                  </a:moveTo>
                  <a:lnTo>
                    <a:pt x="14015" y="0"/>
                  </a:lnTo>
                  <a:cubicBezTo>
                    <a:pt x="13736" y="157"/>
                    <a:pt x="13475" y="332"/>
                    <a:pt x="13213" y="506"/>
                  </a:cubicBezTo>
                  <a:cubicBezTo>
                    <a:pt x="11714" y="1883"/>
                    <a:pt x="10512" y="3574"/>
                    <a:pt x="9727" y="5456"/>
                  </a:cubicBezTo>
                  <a:cubicBezTo>
                    <a:pt x="8890" y="7444"/>
                    <a:pt x="8559" y="9605"/>
                    <a:pt x="8350" y="11261"/>
                  </a:cubicBezTo>
                  <a:lnTo>
                    <a:pt x="8298" y="11644"/>
                  </a:lnTo>
                  <a:cubicBezTo>
                    <a:pt x="8106" y="13213"/>
                    <a:pt x="7914" y="14817"/>
                    <a:pt x="7060" y="16124"/>
                  </a:cubicBezTo>
                  <a:cubicBezTo>
                    <a:pt x="6398" y="17153"/>
                    <a:pt x="5387" y="17902"/>
                    <a:pt x="4411" y="18634"/>
                  </a:cubicBezTo>
                  <a:cubicBezTo>
                    <a:pt x="3661" y="19157"/>
                    <a:pt x="2964" y="19750"/>
                    <a:pt x="2336" y="20395"/>
                  </a:cubicBezTo>
                  <a:cubicBezTo>
                    <a:pt x="558" y="22400"/>
                    <a:pt x="1" y="25206"/>
                    <a:pt x="907" y="27716"/>
                  </a:cubicBezTo>
                  <a:lnTo>
                    <a:pt x="1064" y="27768"/>
                  </a:lnTo>
                  <a:cubicBezTo>
                    <a:pt x="140" y="25276"/>
                    <a:pt x="663" y="22469"/>
                    <a:pt x="2423" y="20482"/>
                  </a:cubicBezTo>
                  <a:cubicBezTo>
                    <a:pt x="3068" y="19837"/>
                    <a:pt x="3748" y="19262"/>
                    <a:pt x="4498" y="18739"/>
                  </a:cubicBezTo>
                  <a:cubicBezTo>
                    <a:pt x="5474" y="18007"/>
                    <a:pt x="6502" y="17240"/>
                    <a:pt x="7182" y="16194"/>
                  </a:cubicBezTo>
                  <a:cubicBezTo>
                    <a:pt x="8054" y="14869"/>
                    <a:pt x="8246" y="13231"/>
                    <a:pt x="8437" y="11662"/>
                  </a:cubicBezTo>
                  <a:lnTo>
                    <a:pt x="8472" y="11278"/>
                  </a:lnTo>
                  <a:cubicBezTo>
                    <a:pt x="8681" y="9622"/>
                    <a:pt x="9012" y="7478"/>
                    <a:pt x="9849" y="5509"/>
                  </a:cubicBezTo>
                  <a:cubicBezTo>
                    <a:pt x="10756" y="3347"/>
                    <a:pt x="12185" y="1465"/>
                    <a:pt x="14015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74"/>
            <p:cNvSpPr/>
            <p:nvPr/>
          </p:nvSpPr>
          <p:spPr>
            <a:xfrm>
              <a:off x="2206975" y="2535650"/>
              <a:ext cx="376975" cy="736500"/>
            </a:xfrm>
            <a:custGeom>
              <a:rect b="b" l="l" r="r" t="t"/>
              <a:pathLst>
                <a:path extrusionOk="0" h="29460" w="15079">
                  <a:moveTo>
                    <a:pt x="15078" y="1"/>
                  </a:moveTo>
                  <a:lnTo>
                    <a:pt x="15078" y="1"/>
                  </a:lnTo>
                  <a:cubicBezTo>
                    <a:pt x="14956" y="18"/>
                    <a:pt x="14834" y="53"/>
                    <a:pt x="14695" y="88"/>
                  </a:cubicBezTo>
                  <a:cubicBezTo>
                    <a:pt x="11121" y="2546"/>
                    <a:pt x="8698" y="6572"/>
                    <a:pt x="8420" y="10843"/>
                  </a:cubicBezTo>
                  <a:cubicBezTo>
                    <a:pt x="8385" y="11139"/>
                    <a:pt x="8385" y="11435"/>
                    <a:pt x="8367" y="11732"/>
                  </a:cubicBezTo>
                  <a:cubicBezTo>
                    <a:pt x="8367" y="12516"/>
                    <a:pt x="8280" y="13283"/>
                    <a:pt x="8123" y="14033"/>
                  </a:cubicBezTo>
                  <a:cubicBezTo>
                    <a:pt x="7670" y="15741"/>
                    <a:pt x="6398" y="17118"/>
                    <a:pt x="5212" y="18251"/>
                  </a:cubicBezTo>
                  <a:cubicBezTo>
                    <a:pt x="4968" y="18478"/>
                    <a:pt x="4724" y="18704"/>
                    <a:pt x="4480" y="18913"/>
                  </a:cubicBezTo>
                  <a:cubicBezTo>
                    <a:pt x="3434" y="19872"/>
                    <a:pt x="2371" y="20848"/>
                    <a:pt x="1604" y="22051"/>
                  </a:cubicBezTo>
                  <a:cubicBezTo>
                    <a:pt x="227" y="24265"/>
                    <a:pt x="0" y="27036"/>
                    <a:pt x="1011" y="29459"/>
                  </a:cubicBezTo>
                  <a:lnTo>
                    <a:pt x="1046" y="29459"/>
                  </a:lnTo>
                  <a:cubicBezTo>
                    <a:pt x="1064" y="29390"/>
                    <a:pt x="1081" y="29320"/>
                    <a:pt x="1081" y="29250"/>
                  </a:cubicBezTo>
                  <a:cubicBezTo>
                    <a:pt x="157" y="26897"/>
                    <a:pt x="384" y="24247"/>
                    <a:pt x="1726" y="22121"/>
                  </a:cubicBezTo>
                  <a:cubicBezTo>
                    <a:pt x="2475" y="20935"/>
                    <a:pt x="3539" y="19959"/>
                    <a:pt x="4567" y="19018"/>
                  </a:cubicBezTo>
                  <a:cubicBezTo>
                    <a:pt x="4829" y="18791"/>
                    <a:pt x="5073" y="18565"/>
                    <a:pt x="5317" y="18338"/>
                  </a:cubicBezTo>
                  <a:cubicBezTo>
                    <a:pt x="6502" y="17205"/>
                    <a:pt x="7792" y="15811"/>
                    <a:pt x="8245" y="14068"/>
                  </a:cubicBezTo>
                  <a:cubicBezTo>
                    <a:pt x="8420" y="13301"/>
                    <a:pt x="8507" y="12516"/>
                    <a:pt x="8507" y="11749"/>
                  </a:cubicBezTo>
                  <a:cubicBezTo>
                    <a:pt x="8524" y="11453"/>
                    <a:pt x="8524" y="11139"/>
                    <a:pt x="8559" y="10860"/>
                  </a:cubicBezTo>
                  <a:cubicBezTo>
                    <a:pt x="8855" y="6520"/>
                    <a:pt x="11365" y="2406"/>
                    <a:pt x="15078" y="1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74"/>
            <p:cNvSpPr/>
            <p:nvPr/>
          </p:nvSpPr>
          <p:spPr>
            <a:xfrm>
              <a:off x="2434875" y="2529125"/>
              <a:ext cx="209650" cy="783975"/>
            </a:xfrm>
            <a:custGeom>
              <a:rect b="b" l="l" r="r" t="t"/>
              <a:pathLst>
                <a:path extrusionOk="0" h="31359" w="8386">
                  <a:moveTo>
                    <a:pt x="8159" y="0"/>
                  </a:moveTo>
                  <a:cubicBezTo>
                    <a:pt x="6084" y="1464"/>
                    <a:pt x="4376" y="3382"/>
                    <a:pt x="3138" y="5596"/>
                  </a:cubicBezTo>
                  <a:cubicBezTo>
                    <a:pt x="1587" y="8332"/>
                    <a:pt x="960" y="11470"/>
                    <a:pt x="1326" y="14590"/>
                  </a:cubicBezTo>
                  <a:cubicBezTo>
                    <a:pt x="1448" y="15514"/>
                    <a:pt x="1657" y="16473"/>
                    <a:pt x="1883" y="17379"/>
                  </a:cubicBezTo>
                  <a:cubicBezTo>
                    <a:pt x="2319" y="19296"/>
                    <a:pt x="2772" y="21284"/>
                    <a:pt x="2319" y="23201"/>
                  </a:cubicBezTo>
                  <a:cubicBezTo>
                    <a:pt x="2075" y="24107"/>
                    <a:pt x="1726" y="25014"/>
                    <a:pt x="1273" y="25851"/>
                  </a:cubicBezTo>
                  <a:cubicBezTo>
                    <a:pt x="820" y="26757"/>
                    <a:pt x="367" y="27716"/>
                    <a:pt x="175" y="28727"/>
                  </a:cubicBezTo>
                  <a:cubicBezTo>
                    <a:pt x="1" y="29581"/>
                    <a:pt x="18" y="30487"/>
                    <a:pt x="227" y="31341"/>
                  </a:cubicBezTo>
                  <a:cubicBezTo>
                    <a:pt x="280" y="31341"/>
                    <a:pt x="315" y="31359"/>
                    <a:pt x="367" y="31359"/>
                  </a:cubicBezTo>
                  <a:cubicBezTo>
                    <a:pt x="158" y="30505"/>
                    <a:pt x="123" y="29598"/>
                    <a:pt x="297" y="28744"/>
                  </a:cubicBezTo>
                  <a:cubicBezTo>
                    <a:pt x="489" y="27751"/>
                    <a:pt x="960" y="26809"/>
                    <a:pt x="1395" y="25903"/>
                  </a:cubicBezTo>
                  <a:cubicBezTo>
                    <a:pt x="1831" y="25049"/>
                    <a:pt x="2197" y="24142"/>
                    <a:pt x="2459" y="23218"/>
                  </a:cubicBezTo>
                  <a:cubicBezTo>
                    <a:pt x="2912" y="21266"/>
                    <a:pt x="2459" y="19279"/>
                    <a:pt x="2023" y="17344"/>
                  </a:cubicBezTo>
                  <a:cubicBezTo>
                    <a:pt x="1796" y="16438"/>
                    <a:pt x="1587" y="15496"/>
                    <a:pt x="1465" y="14555"/>
                  </a:cubicBezTo>
                  <a:cubicBezTo>
                    <a:pt x="1099" y="11470"/>
                    <a:pt x="1726" y="8350"/>
                    <a:pt x="3243" y="5648"/>
                  </a:cubicBezTo>
                  <a:cubicBezTo>
                    <a:pt x="4515" y="3399"/>
                    <a:pt x="6259" y="1464"/>
                    <a:pt x="8385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74"/>
            <p:cNvSpPr/>
            <p:nvPr/>
          </p:nvSpPr>
          <p:spPr>
            <a:xfrm>
              <a:off x="2482825" y="2529125"/>
              <a:ext cx="178700" cy="790075"/>
            </a:xfrm>
            <a:custGeom>
              <a:rect b="b" l="l" r="r" t="t"/>
              <a:pathLst>
                <a:path extrusionOk="0" h="31603" w="7148">
                  <a:moveTo>
                    <a:pt x="6938" y="0"/>
                  </a:moveTo>
                  <a:cubicBezTo>
                    <a:pt x="4707" y="1499"/>
                    <a:pt x="2824" y="3818"/>
                    <a:pt x="1517" y="6694"/>
                  </a:cubicBezTo>
                  <a:cubicBezTo>
                    <a:pt x="419" y="9134"/>
                    <a:pt x="0" y="11400"/>
                    <a:pt x="279" y="13422"/>
                  </a:cubicBezTo>
                  <a:cubicBezTo>
                    <a:pt x="506" y="15200"/>
                    <a:pt x="1290" y="16856"/>
                    <a:pt x="2040" y="18460"/>
                  </a:cubicBezTo>
                  <a:cubicBezTo>
                    <a:pt x="2667" y="19837"/>
                    <a:pt x="3330" y="21249"/>
                    <a:pt x="3661" y="22730"/>
                  </a:cubicBezTo>
                  <a:cubicBezTo>
                    <a:pt x="4323" y="25711"/>
                    <a:pt x="3591" y="28814"/>
                    <a:pt x="2597" y="31603"/>
                  </a:cubicBezTo>
                  <a:lnTo>
                    <a:pt x="2737" y="31603"/>
                  </a:lnTo>
                  <a:cubicBezTo>
                    <a:pt x="3731" y="28814"/>
                    <a:pt x="4445" y="25694"/>
                    <a:pt x="3783" y="22696"/>
                  </a:cubicBezTo>
                  <a:cubicBezTo>
                    <a:pt x="3452" y="21196"/>
                    <a:pt x="2789" y="19784"/>
                    <a:pt x="2144" y="18407"/>
                  </a:cubicBezTo>
                  <a:cubicBezTo>
                    <a:pt x="1395" y="16804"/>
                    <a:pt x="628" y="15148"/>
                    <a:pt x="384" y="13405"/>
                  </a:cubicBezTo>
                  <a:cubicBezTo>
                    <a:pt x="122" y="11418"/>
                    <a:pt x="541" y="9169"/>
                    <a:pt x="1621" y="6763"/>
                  </a:cubicBezTo>
                  <a:cubicBezTo>
                    <a:pt x="2946" y="3835"/>
                    <a:pt x="4864" y="1499"/>
                    <a:pt x="7147" y="18"/>
                  </a:cubicBezTo>
                  <a:cubicBezTo>
                    <a:pt x="7077" y="0"/>
                    <a:pt x="7008" y="0"/>
                    <a:pt x="6938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74"/>
            <p:cNvSpPr/>
            <p:nvPr/>
          </p:nvSpPr>
          <p:spPr>
            <a:xfrm>
              <a:off x="2623150" y="2533900"/>
              <a:ext cx="157775" cy="766125"/>
            </a:xfrm>
            <a:custGeom>
              <a:rect b="b" l="l" r="r" t="t"/>
              <a:pathLst>
                <a:path extrusionOk="0" h="30645" w="6311">
                  <a:moveTo>
                    <a:pt x="2824" y="1"/>
                  </a:moveTo>
                  <a:cubicBezTo>
                    <a:pt x="1464" y="1343"/>
                    <a:pt x="575" y="3086"/>
                    <a:pt x="262" y="4969"/>
                  </a:cubicBezTo>
                  <a:cubicBezTo>
                    <a:pt x="0" y="6660"/>
                    <a:pt x="192" y="8560"/>
                    <a:pt x="872" y="10616"/>
                  </a:cubicBezTo>
                  <a:cubicBezTo>
                    <a:pt x="1412" y="12150"/>
                    <a:pt x="2040" y="13632"/>
                    <a:pt x="2754" y="15079"/>
                  </a:cubicBezTo>
                  <a:cubicBezTo>
                    <a:pt x="2876" y="15358"/>
                    <a:pt x="3016" y="15619"/>
                    <a:pt x="3138" y="15881"/>
                  </a:cubicBezTo>
                  <a:cubicBezTo>
                    <a:pt x="4323" y="18426"/>
                    <a:pt x="5473" y="21180"/>
                    <a:pt x="5857" y="24056"/>
                  </a:cubicBezTo>
                  <a:cubicBezTo>
                    <a:pt x="6171" y="26461"/>
                    <a:pt x="5892" y="28745"/>
                    <a:pt x="5055" y="30645"/>
                  </a:cubicBezTo>
                  <a:lnTo>
                    <a:pt x="5229" y="30610"/>
                  </a:lnTo>
                  <a:cubicBezTo>
                    <a:pt x="6031" y="28693"/>
                    <a:pt x="6310" y="26427"/>
                    <a:pt x="5979" y="24038"/>
                  </a:cubicBezTo>
                  <a:cubicBezTo>
                    <a:pt x="5595" y="21145"/>
                    <a:pt x="4445" y="18391"/>
                    <a:pt x="3242" y="15828"/>
                  </a:cubicBezTo>
                  <a:lnTo>
                    <a:pt x="2876" y="15027"/>
                  </a:lnTo>
                  <a:cubicBezTo>
                    <a:pt x="2162" y="13580"/>
                    <a:pt x="1534" y="12098"/>
                    <a:pt x="994" y="10582"/>
                  </a:cubicBezTo>
                  <a:cubicBezTo>
                    <a:pt x="331" y="8542"/>
                    <a:pt x="122" y="6660"/>
                    <a:pt x="401" y="5004"/>
                  </a:cubicBezTo>
                  <a:cubicBezTo>
                    <a:pt x="697" y="3104"/>
                    <a:pt x="1621" y="1360"/>
                    <a:pt x="2998" y="36"/>
                  </a:cubicBezTo>
                  <a:cubicBezTo>
                    <a:pt x="2946" y="18"/>
                    <a:pt x="2876" y="1"/>
                    <a:pt x="2824" y="1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74"/>
            <p:cNvSpPr/>
            <p:nvPr/>
          </p:nvSpPr>
          <p:spPr>
            <a:xfrm>
              <a:off x="2644925" y="2537825"/>
              <a:ext cx="202225" cy="739550"/>
            </a:xfrm>
            <a:custGeom>
              <a:rect b="b" l="l" r="r" t="t"/>
              <a:pathLst>
                <a:path extrusionOk="0" h="29582" w="8089">
                  <a:moveTo>
                    <a:pt x="2685" y="1"/>
                  </a:moveTo>
                  <a:cubicBezTo>
                    <a:pt x="1796" y="1151"/>
                    <a:pt x="1081" y="2424"/>
                    <a:pt x="593" y="3801"/>
                  </a:cubicBezTo>
                  <a:cubicBezTo>
                    <a:pt x="210" y="4777"/>
                    <a:pt x="1" y="5823"/>
                    <a:pt x="1" y="6869"/>
                  </a:cubicBezTo>
                  <a:cubicBezTo>
                    <a:pt x="53" y="8594"/>
                    <a:pt x="785" y="10355"/>
                    <a:pt x="2336" y="12429"/>
                  </a:cubicBezTo>
                  <a:cubicBezTo>
                    <a:pt x="2720" y="12970"/>
                    <a:pt x="3138" y="13492"/>
                    <a:pt x="3539" y="13981"/>
                  </a:cubicBezTo>
                  <a:cubicBezTo>
                    <a:pt x="4393" y="15044"/>
                    <a:pt x="5282" y="16142"/>
                    <a:pt x="5945" y="17345"/>
                  </a:cubicBezTo>
                  <a:cubicBezTo>
                    <a:pt x="6781" y="18948"/>
                    <a:pt x="7357" y="20674"/>
                    <a:pt x="7601" y="22470"/>
                  </a:cubicBezTo>
                  <a:cubicBezTo>
                    <a:pt x="7967" y="24823"/>
                    <a:pt x="7932" y="27228"/>
                    <a:pt x="7513" y="29581"/>
                  </a:cubicBezTo>
                  <a:lnTo>
                    <a:pt x="7670" y="29529"/>
                  </a:lnTo>
                  <a:cubicBezTo>
                    <a:pt x="8071" y="27193"/>
                    <a:pt x="8089" y="24805"/>
                    <a:pt x="7740" y="22452"/>
                  </a:cubicBezTo>
                  <a:cubicBezTo>
                    <a:pt x="7479" y="20657"/>
                    <a:pt x="6921" y="18896"/>
                    <a:pt x="6067" y="17292"/>
                  </a:cubicBezTo>
                  <a:cubicBezTo>
                    <a:pt x="5387" y="16072"/>
                    <a:pt x="4498" y="14974"/>
                    <a:pt x="3644" y="13911"/>
                  </a:cubicBezTo>
                  <a:cubicBezTo>
                    <a:pt x="3243" y="13405"/>
                    <a:pt x="2824" y="12882"/>
                    <a:pt x="2424" y="12359"/>
                  </a:cubicBezTo>
                  <a:cubicBezTo>
                    <a:pt x="907" y="10303"/>
                    <a:pt x="175" y="8559"/>
                    <a:pt x="140" y="6869"/>
                  </a:cubicBezTo>
                  <a:cubicBezTo>
                    <a:pt x="140" y="5823"/>
                    <a:pt x="332" y="4794"/>
                    <a:pt x="715" y="3836"/>
                  </a:cubicBezTo>
                  <a:cubicBezTo>
                    <a:pt x="1203" y="2459"/>
                    <a:pt x="1918" y="1186"/>
                    <a:pt x="2824" y="36"/>
                  </a:cubicBezTo>
                  <a:lnTo>
                    <a:pt x="2685" y="1"/>
                  </a:ln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74"/>
            <p:cNvSpPr/>
            <p:nvPr/>
          </p:nvSpPr>
          <p:spPr>
            <a:xfrm>
              <a:off x="2682400" y="2546550"/>
              <a:ext cx="210500" cy="436225"/>
            </a:xfrm>
            <a:custGeom>
              <a:rect b="b" l="l" r="r" t="t"/>
              <a:pathLst>
                <a:path extrusionOk="0" h="17449" w="8420">
                  <a:moveTo>
                    <a:pt x="2302" y="0"/>
                  </a:moveTo>
                  <a:cubicBezTo>
                    <a:pt x="53" y="3312"/>
                    <a:pt x="1" y="7635"/>
                    <a:pt x="2180" y="10999"/>
                  </a:cubicBezTo>
                  <a:cubicBezTo>
                    <a:pt x="3156" y="12499"/>
                    <a:pt x="4533" y="13736"/>
                    <a:pt x="5840" y="14921"/>
                  </a:cubicBezTo>
                  <a:cubicBezTo>
                    <a:pt x="6747" y="15706"/>
                    <a:pt x="7618" y="16543"/>
                    <a:pt x="8420" y="17449"/>
                  </a:cubicBezTo>
                  <a:cubicBezTo>
                    <a:pt x="8403" y="17362"/>
                    <a:pt x="8385" y="17275"/>
                    <a:pt x="8368" y="17188"/>
                  </a:cubicBezTo>
                  <a:cubicBezTo>
                    <a:pt x="7618" y="16351"/>
                    <a:pt x="6764" y="15566"/>
                    <a:pt x="5927" y="14817"/>
                  </a:cubicBezTo>
                  <a:cubicBezTo>
                    <a:pt x="4620" y="13632"/>
                    <a:pt x="3260" y="12411"/>
                    <a:pt x="2302" y="10912"/>
                  </a:cubicBezTo>
                  <a:cubicBezTo>
                    <a:pt x="1081" y="9030"/>
                    <a:pt x="541" y="6764"/>
                    <a:pt x="768" y="4532"/>
                  </a:cubicBezTo>
                  <a:cubicBezTo>
                    <a:pt x="959" y="2929"/>
                    <a:pt x="1517" y="1377"/>
                    <a:pt x="2424" y="35"/>
                  </a:cubicBezTo>
                  <a:lnTo>
                    <a:pt x="2302" y="0"/>
                  </a:ln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74"/>
            <p:cNvSpPr/>
            <p:nvPr/>
          </p:nvSpPr>
          <p:spPr>
            <a:xfrm>
              <a:off x="2966100" y="3116975"/>
              <a:ext cx="17025" cy="84575"/>
            </a:xfrm>
            <a:custGeom>
              <a:rect b="b" l="l" r="r" t="t"/>
              <a:pathLst>
                <a:path extrusionOk="0" h="3383" w="681">
                  <a:moveTo>
                    <a:pt x="0" y="1"/>
                  </a:moveTo>
                  <a:lnTo>
                    <a:pt x="0" y="1"/>
                  </a:lnTo>
                  <a:cubicBezTo>
                    <a:pt x="332" y="1099"/>
                    <a:pt x="506" y="2232"/>
                    <a:pt x="558" y="3382"/>
                  </a:cubicBezTo>
                  <a:cubicBezTo>
                    <a:pt x="628" y="3243"/>
                    <a:pt x="663" y="3121"/>
                    <a:pt x="680" y="2982"/>
                  </a:cubicBezTo>
                  <a:cubicBezTo>
                    <a:pt x="611" y="2180"/>
                    <a:pt x="489" y="1360"/>
                    <a:pt x="297" y="576"/>
                  </a:cubicBezTo>
                  <a:cubicBezTo>
                    <a:pt x="210" y="384"/>
                    <a:pt x="122" y="175"/>
                    <a:pt x="0" y="1"/>
                  </a:cubicBezTo>
                  <a:close/>
                </a:path>
              </a:pathLst>
            </a:custGeom>
            <a:solidFill>
              <a:srgbClr val="5B3C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74"/>
            <p:cNvSpPr/>
            <p:nvPr/>
          </p:nvSpPr>
          <p:spPr>
            <a:xfrm>
              <a:off x="2753000" y="2561800"/>
              <a:ext cx="138175" cy="258450"/>
            </a:xfrm>
            <a:custGeom>
              <a:rect b="b" l="l" r="r" t="t"/>
              <a:pathLst>
                <a:path extrusionOk="0" h="10338" w="5527">
                  <a:moveTo>
                    <a:pt x="907" y="0"/>
                  </a:moveTo>
                  <a:cubicBezTo>
                    <a:pt x="210" y="1447"/>
                    <a:pt x="1" y="2894"/>
                    <a:pt x="314" y="4149"/>
                  </a:cubicBezTo>
                  <a:cubicBezTo>
                    <a:pt x="558" y="5003"/>
                    <a:pt x="959" y="5805"/>
                    <a:pt x="1517" y="6520"/>
                  </a:cubicBezTo>
                  <a:cubicBezTo>
                    <a:pt x="2249" y="7531"/>
                    <a:pt x="3121" y="8437"/>
                    <a:pt x="4097" y="9222"/>
                  </a:cubicBezTo>
                  <a:cubicBezTo>
                    <a:pt x="4306" y="9396"/>
                    <a:pt x="4533" y="9570"/>
                    <a:pt x="4742" y="9727"/>
                  </a:cubicBezTo>
                  <a:cubicBezTo>
                    <a:pt x="5003" y="9936"/>
                    <a:pt x="5265" y="10128"/>
                    <a:pt x="5526" y="10337"/>
                  </a:cubicBezTo>
                  <a:lnTo>
                    <a:pt x="5526" y="10163"/>
                  </a:lnTo>
                  <a:cubicBezTo>
                    <a:pt x="5300" y="9971"/>
                    <a:pt x="5056" y="9797"/>
                    <a:pt x="4829" y="9622"/>
                  </a:cubicBezTo>
                  <a:cubicBezTo>
                    <a:pt x="4620" y="9466"/>
                    <a:pt x="4393" y="9291"/>
                    <a:pt x="4184" y="9117"/>
                  </a:cubicBezTo>
                  <a:cubicBezTo>
                    <a:pt x="3208" y="8350"/>
                    <a:pt x="2354" y="7444"/>
                    <a:pt x="1622" y="6450"/>
                  </a:cubicBezTo>
                  <a:cubicBezTo>
                    <a:pt x="1081" y="5753"/>
                    <a:pt x="680" y="4951"/>
                    <a:pt x="436" y="4114"/>
                  </a:cubicBezTo>
                  <a:cubicBezTo>
                    <a:pt x="140" y="2894"/>
                    <a:pt x="332" y="1500"/>
                    <a:pt x="1012" y="70"/>
                  </a:cubicBezTo>
                  <a:lnTo>
                    <a:pt x="907" y="0"/>
                  </a:lnTo>
                  <a:close/>
                </a:path>
              </a:pathLst>
            </a:custGeom>
            <a:solidFill>
              <a:srgbClr val="5B3C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74"/>
            <p:cNvSpPr/>
            <p:nvPr/>
          </p:nvSpPr>
          <p:spPr>
            <a:xfrm>
              <a:off x="2356450" y="2678150"/>
              <a:ext cx="509875" cy="303100"/>
            </a:xfrm>
            <a:custGeom>
              <a:rect b="b" l="l" r="r" t="t"/>
              <a:pathLst>
                <a:path extrusionOk="0" h="12124" w="20395">
                  <a:moveTo>
                    <a:pt x="3852" y="1"/>
                  </a:moveTo>
                  <a:cubicBezTo>
                    <a:pt x="3452" y="18"/>
                    <a:pt x="3051" y="35"/>
                    <a:pt x="2667" y="88"/>
                  </a:cubicBezTo>
                  <a:cubicBezTo>
                    <a:pt x="2615" y="105"/>
                    <a:pt x="2563" y="105"/>
                    <a:pt x="2510" y="105"/>
                  </a:cubicBezTo>
                  <a:cubicBezTo>
                    <a:pt x="2214" y="157"/>
                    <a:pt x="1900" y="210"/>
                    <a:pt x="1604" y="297"/>
                  </a:cubicBezTo>
                  <a:cubicBezTo>
                    <a:pt x="941" y="1465"/>
                    <a:pt x="401" y="2702"/>
                    <a:pt x="0" y="3992"/>
                  </a:cubicBezTo>
                  <a:cubicBezTo>
                    <a:pt x="244" y="4759"/>
                    <a:pt x="593" y="5509"/>
                    <a:pt x="1011" y="6189"/>
                  </a:cubicBezTo>
                  <a:cubicBezTo>
                    <a:pt x="1046" y="6258"/>
                    <a:pt x="1081" y="6311"/>
                    <a:pt x="1116" y="6363"/>
                  </a:cubicBezTo>
                  <a:cubicBezTo>
                    <a:pt x="1499" y="6973"/>
                    <a:pt x="1935" y="7531"/>
                    <a:pt x="2423" y="8036"/>
                  </a:cubicBezTo>
                  <a:cubicBezTo>
                    <a:pt x="2458" y="8071"/>
                    <a:pt x="2493" y="8106"/>
                    <a:pt x="2528" y="8141"/>
                  </a:cubicBezTo>
                  <a:cubicBezTo>
                    <a:pt x="2545" y="8158"/>
                    <a:pt x="2563" y="8193"/>
                    <a:pt x="2580" y="8211"/>
                  </a:cubicBezTo>
                  <a:cubicBezTo>
                    <a:pt x="3330" y="8978"/>
                    <a:pt x="4184" y="9657"/>
                    <a:pt x="5125" y="10198"/>
                  </a:cubicBezTo>
                  <a:cubicBezTo>
                    <a:pt x="5177" y="10233"/>
                    <a:pt x="5212" y="10250"/>
                    <a:pt x="5264" y="10285"/>
                  </a:cubicBezTo>
                  <a:cubicBezTo>
                    <a:pt x="5317" y="10320"/>
                    <a:pt x="5369" y="10337"/>
                    <a:pt x="5439" y="10372"/>
                  </a:cubicBezTo>
                  <a:cubicBezTo>
                    <a:pt x="5892" y="10616"/>
                    <a:pt x="6380" y="10843"/>
                    <a:pt x="6868" y="11035"/>
                  </a:cubicBezTo>
                  <a:lnTo>
                    <a:pt x="7025" y="11104"/>
                  </a:lnTo>
                  <a:cubicBezTo>
                    <a:pt x="8887" y="11822"/>
                    <a:pt x="10902" y="12124"/>
                    <a:pt x="12923" y="12124"/>
                  </a:cubicBezTo>
                  <a:cubicBezTo>
                    <a:pt x="13456" y="12124"/>
                    <a:pt x="13989" y="12103"/>
                    <a:pt x="14520" y="12063"/>
                  </a:cubicBezTo>
                  <a:lnTo>
                    <a:pt x="14660" y="12063"/>
                  </a:lnTo>
                  <a:cubicBezTo>
                    <a:pt x="15183" y="12011"/>
                    <a:pt x="15706" y="11958"/>
                    <a:pt x="16229" y="11871"/>
                  </a:cubicBezTo>
                  <a:cubicBezTo>
                    <a:pt x="16542" y="11819"/>
                    <a:pt x="16874" y="11767"/>
                    <a:pt x="17187" y="11697"/>
                  </a:cubicBezTo>
                  <a:cubicBezTo>
                    <a:pt x="17222" y="11679"/>
                    <a:pt x="17257" y="11679"/>
                    <a:pt x="17309" y="11662"/>
                  </a:cubicBezTo>
                  <a:cubicBezTo>
                    <a:pt x="18181" y="11488"/>
                    <a:pt x="19035" y="11191"/>
                    <a:pt x="19837" y="10790"/>
                  </a:cubicBezTo>
                  <a:lnTo>
                    <a:pt x="19959" y="10721"/>
                  </a:lnTo>
                  <a:cubicBezTo>
                    <a:pt x="19994" y="10703"/>
                    <a:pt x="20029" y="10686"/>
                    <a:pt x="20064" y="10668"/>
                  </a:cubicBezTo>
                  <a:cubicBezTo>
                    <a:pt x="20168" y="10616"/>
                    <a:pt x="20273" y="10546"/>
                    <a:pt x="20360" y="10494"/>
                  </a:cubicBezTo>
                  <a:cubicBezTo>
                    <a:pt x="20186" y="8908"/>
                    <a:pt x="20377" y="7339"/>
                    <a:pt x="20395" y="5701"/>
                  </a:cubicBezTo>
                  <a:cubicBezTo>
                    <a:pt x="19628" y="5090"/>
                    <a:pt x="18808" y="4550"/>
                    <a:pt x="17937" y="4097"/>
                  </a:cubicBezTo>
                  <a:cubicBezTo>
                    <a:pt x="16525" y="3347"/>
                    <a:pt x="15061" y="2685"/>
                    <a:pt x="13579" y="2145"/>
                  </a:cubicBezTo>
                  <a:cubicBezTo>
                    <a:pt x="13527" y="2127"/>
                    <a:pt x="13475" y="2110"/>
                    <a:pt x="13440" y="2092"/>
                  </a:cubicBezTo>
                  <a:cubicBezTo>
                    <a:pt x="12760" y="1848"/>
                    <a:pt x="12097" y="1639"/>
                    <a:pt x="11418" y="1412"/>
                  </a:cubicBezTo>
                  <a:cubicBezTo>
                    <a:pt x="11383" y="1395"/>
                    <a:pt x="11330" y="1378"/>
                    <a:pt x="11296" y="1378"/>
                  </a:cubicBezTo>
                  <a:lnTo>
                    <a:pt x="10755" y="1221"/>
                  </a:lnTo>
                  <a:lnTo>
                    <a:pt x="10633" y="1186"/>
                  </a:lnTo>
                  <a:cubicBezTo>
                    <a:pt x="9797" y="942"/>
                    <a:pt x="8977" y="733"/>
                    <a:pt x="8123" y="541"/>
                  </a:cubicBezTo>
                  <a:cubicBezTo>
                    <a:pt x="7705" y="454"/>
                    <a:pt x="7286" y="349"/>
                    <a:pt x="6851" y="279"/>
                  </a:cubicBezTo>
                  <a:cubicBezTo>
                    <a:pt x="6798" y="279"/>
                    <a:pt x="6763" y="262"/>
                    <a:pt x="6711" y="262"/>
                  </a:cubicBezTo>
                  <a:cubicBezTo>
                    <a:pt x="6519" y="227"/>
                    <a:pt x="6310" y="192"/>
                    <a:pt x="6101" y="157"/>
                  </a:cubicBezTo>
                  <a:cubicBezTo>
                    <a:pt x="6049" y="140"/>
                    <a:pt x="6014" y="140"/>
                    <a:pt x="5979" y="140"/>
                  </a:cubicBezTo>
                  <a:cubicBezTo>
                    <a:pt x="5369" y="53"/>
                    <a:pt x="4741" y="1"/>
                    <a:pt x="4131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74"/>
            <p:cNvSpPr/>
            <p:nvPr/>
          </p:nvSpPr>
          <p:spPr>
            <a:xfrm>
              <a:off x="2298125" y="2413825"/>
              <a:ext cx="670625" cy="526600"/>
            </a:xfrm>
            <a:custGeom>
              <a:rect b="b" l="l" r="r" t="t"/>
              <a:pathLst>
                <a:path extrusionOk="0" h="21064" w="26825">
                  <a:moveTo>
                    <a:pt x="14833" y="0"/>
                  </a:moveTo>
                  <a:cubicBezTo>
                    <a:pt x="14197" y="0"/>
                    <a:pt x="13495" y="188"/>
                    <a:pt x="13036" y="864"/>
                  </a:cubicBezTo>
                  <a:cubicBezTo>
                    <a:pt x="13036" y="864"/>
                    <a:pt x="12755" y="773"/>
                    <a:pt x="12247" y="773"/>
                  </a:cubicBezTo>
                  <a:cubicBezTo>
                    <a:pt x="11254" y="773"/>
                    <a:pt x="9393" y="1124"/>
                    <a:pt x="7074" y="3200"/>
                  </a:cubicBezTo>
                  <a:cubicBezTo>
                    <a:pt x="4216" y="5763"/>
                    <a:pt x="3693" y="7070"/>
                    <a:pt x="2891" y="8883"/>
                  </a:cubicBezTo>
                  <a:cubicBezTo>
                    <a:pt x="2891" y="8883"/>
                    <a:pt x="2681" y="8843"/>
                    <a:pt x="2394" y="8843"/>
                  </a:cubicBezTo>
                  <a:cubicBezTo>
                    <a:pt x="1539" y="8843"/>
                    <a:pt x="0" y="9194"/>
                    <a:pt x="1252" y="11985"/>
                  </a:cubicBezTo>
                  <a:cubicBezTo>
                    <a:pt x="2926" y="15733"/>
                    <a:pt x="5976" y="18208"/>
                    <a:pt x="11258" y="19795"/>
                  </a:cubicBezTo>
                  <a:cubicBezTo>
                    <a:pt x="13921" y="20602"/>
                    <a:pt x="16673" y="21064"/>
                    <a:pt x="19107" y="21064"/>
                  </a:cubicBezTo>
                  <a:cubicBezTo>
                    <a:pt x="21245" y="21064"/>
                    <a:pt x="23136" y="20707"/>
                    <a:pt x="24506" y="19917"/>
                  </a:cubicBezTo>
                  <a:cubicBezTo>
                    <a:pt x="24924" y="19690"/>
                    <a:pt x="24994" y="19132"/>
                    <a:pt x="24663" y="18801"/>
                  </a:cubicBezTo>
                  <a:lnTo>
                    <a:pt x="24645" y="18784"/>
                  </a:lnTo>
                  <a:cubicBezTo>
                    <a:pt x="24645" y="18784"/>
                    <a:pt x="25360" y="16204"/>
                    <a:pt x="24732" y="15785"/>
                  </a:cubicBezTo>
                  <a:cubicBezTo>
                    <a:pt x="24732" y="15785"/>
                    <a:pt x="26824" y="6948"/>
                    <a:pt x="21403" y="2677"/>
                  </a:cubicBezTo>
                  <a:cubicBezTo>
                    <a:pt x="21403" y="2677"/>
                    <a:pt x="19803" y="240"/>
                    <a:pt x="17005" y="240"/>
                  </a:cubicBezTo>
                  <a:cubicBezTo>
                    <a:pt x="16782" y="240"/>
                    <a:pt x="16551" y="256"/>
                    <a:pt x="16313" y="289"/>
                  </a:cubicBezTo>
                  <a:cubicBezTo>
                    <a:pt x="16313" y="289"/>
                    <a:pt x="15623" y="0"/>
                    <a:pt x="148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74"/>
            <p:cNvSpPr/>
            <p:nvPr/>
          </p:nvSpPr>
          <p:spPr>
            <a:xfrm>
              <a:off x="2370375" y="2635875"/>
              <a:ext cx="104625" cy="158225"/>
            </a:xfrm>
            <a:custGeom>
              <a:rect b="b" l="l" r="r" t="t"/>
              <a:pathLst>
                <a:path extrusionOk="0" fill="none" h="6329" w="4185">
                  <a:moveTo>
                    <a:pt x="1" y="1"/>
                  </a:moveTo>
                  <a:cubicBezTo>
                    <a:pt x="1" y="36"/>
                    <a:pt x="315" y="4271"/>
                    <a:pt x="4184" y="6328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74"/>
            <p:cNvSpPr/>
            <p:nvPr/>
          </p:nvSpPr>
          <p:spPr>
            <a:xfrm>
              <a:off x="2468425" y="2774025"/>
              <a:ext cx="105500" cy="87625"/>
            </a:xfrm>
            <a:custGeom>
              <a:rect b="b" l="l" r="r" t="t"/>
              <a:pathLst>
                <a:path extrusionOk="0" fill="none" h="3505" w="4220">
                  <a:moveTo>
                    <a:pt x="472" y="558"/>
                  </a:moveTo>
                  <a:lnTo>
                    <a:pt x="175" y="1203"/>
                  </a:lnTo>
                  <a:cubicBezTo>
                    <a:pt x="1" y="1569"/>
                    <a:pt x="158" y="2005"/>
                    <a:pt x="524" y="2197"/>
                  </a:cubicBezTo>
                  <a:lnTo>
                    <a:pt x="2651" y="3295"/>
                  </a:lnTo>
                  <a:cubicBezTo>
                    <a:pt x="3034" y="3504"/>
                    <a:pt x="3487" y="3347"/>
                    <a:pt x="3696" y="2981"/>
                  </a:cubicBezTo>
                  <a:lnTo>
                    <a:pt x="4028" y="2319"/>
                  </a:lnTo>
                  <a:cubicBezTo>
                    <a:pt x="4219" y="1953"/>
                    <a:pt x="4080" y="1482"/>
                    <a:pt x="3696" y="1290"/>
                  </a:cubicBezTo>
                  <a:lnTo>
                    <a:pt x="1518" y="210"/>
                  </a:lnTo>
                  <a:cubicBezTo>
                    <a:pt x="1134" y="0"/>
                    <a:pt x="663" y="157"/>
                    <a:pt x="472" y="558"/>
                  </a:cubicBezTo>
                  <a:close/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74"/>
            <p:cNvSpPr/>
            <p:nvPr/>
          </p:nvSpPr>
          <p:spPr>
            <a:xfrm>
              <a:off x="2565625" y="2843750"/>
              <a:ext cx="310300" cy="81075"/>
            </a:xfrm>
            <a:custGeom>
              <a:rect b="b" l="l" r="r" t="t"/>
              <a:pathLst>
                <a:path extrusionOk="0" fill="none" h="3243" w="12412">
                  <a:moveTo>
                    <a:pt x="0" y="0"/>
                  </a:moveTo>
                  <a:cubicBezTo>
                    <a:pt x="0" y="0"/>
                    <a:pt x="5125" y="3243"/>
                    <a:pt x="12411" y="1064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74"/>
            <p:cNvSpPr/>
            <p:nvPr/>
          </p:nvSpPr>
          <p:spPr>
            <a:xfrm>
              <a:off x="2873725" y="2808450"/>
              <a:ext cx="42725" cy="85875"/>
            </a:xfrm>
            <a:custGeom>
              <a:rect b="b" l="l" r="r" t="t"/>
              <a:pathLst>
                <a:path extrusionOk="0" fill="none" h="3435" w="1709">
                  <a:moveTo>
                    <a:pt x="1708" y="0"/>
                  </a:moveTo>
                  <a:cubicBezTo>
                    <a:pt x="1708" y="0"/>
                    <a:pt x="366" y="157"/>
                    <a:pt x="261" y="872"/>
                  </a:cubicBezTo>
                  <a:cubicBezTo>
                    <a:pt x="174" y="1430"/>
                    <a:pt x="0" y="2999"/>
                    <a:pt x="227" y="3225"/>
                  </a:cubicBezTo>
                  <a:cubicBezTo>
                    <a:pt x="471" y="3434"/>
                    <a:pt x="1639" y="3016"/>
                    <a:pt x="1639" y="3016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74"/>
            <p:cNvSpPr/>
            <p:nvPr/>
          </p:nvSpPr>
          <p:spPr>
            <a:xfrm>
              <a:off x="2624875" y="2435850"/>
              <a:ext cx="104625" cy="227075"/>
            </a:xfrm>
            <a:custGeom>
              <a:rect b="b" l="l" r="r" t="t"/>
              <a:pathLst>
                <a:path extrusionOk="0" fill="none" h="9083" w="4185">
                  <a:moveTo>
                    <a:pt x="1" y="1"/>
                  </a:moveTo>
                  <a:cubicBezTo>
                    <a:pt x="2389" y="2459"/>
                    <a:pt x="3853" y="5666"/>
                    <a:pt x="4184" y="9082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74"/>
            <p:cNvSpPr/>
            <p:nvPr/>
          </p:nvSpPr>
          <p:spPr>
            <a:xfrm>
              <a:off x="2704625" y="2420600"/>
              <a:ext cx="84125" cy="242750"/>
            </a:xfrm>
            <a:custGeom>
              <a:rect b="b" l="l" r="r" t="t"/>
              <a:pathLst>
                <a:path extrusionOk="0" fill="none" h="9710" w="3365">
                  <a:moveTo>
                    <a:pt x="1" y="1"/>
                  </a:moveTo>
                  <a:cubicBezTo>
                    <a:pt x="1970" y="2650"/>
                    <a:pt x="3313" y="6415"/>
                    <a:pt x="3365" y="9710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74"/>
            <p:cNvSpPr/>
            <p:nvPr/>
          </p:nvSpPr>
          <p:spPr>
            <a:xfrm>
              <a:off x="2787000" y="2441100"/>
              <a:ext cx="57100" cy="226625"/>
            </a:xfrm>
            <a:custGeom>
              <a:rect b="b" l="l" r="r" t="t"/>
              <a:pathLst>
                <a:path extrusionOk="0" fill="none" h="9065" w="2284">
                  <a:moveTo>
                    <a:pt x="0" y="0"/>
                  </a:moveTo>
                  <a:cubicBezTo>
                    <a:pt x="1499" y="2772"/>
                    <a:pt x="2284" y="5892"/>
                    <a:pt x="2231" y="9064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74"/>
            <p:cNvSpPr/>
            <p:nvPr/>
          </p:nvSpPr>
          <p:spPr>
            <a:xfrm>
              <a:off x="2429650" y="2515925"/>
              <a:ext cx="65825" cy="65125"/>
            </a:xfrm>
            <a:custGeom>
              <a:rect b="b" l="l" r="r" t="t"/>
              <a:pathLst>
                <a:path extrusionOk="0" h="2605" w="2633">
                  <a:moveTo>
                    <a:pt x="1821" y="0"/>
                  </a:moveTo>
                  <a:cubicBezTo>
                    <a:pt x="1795" y="0"/>
                    <a:pt x="1770" y="2"/>
                    <a:pt x="1744" y="5"/>
                  </a:cubicBezTo>
                  <a:cubicBezTo>
                    <a:pt x="1447" y="40"/>
                    <a:pt x="1151" y="284"/>
                    <a:pt x="959" y="511"/>
                  </a:cubicBezTo>
                  <a:cubicBezTo>
                    <a:pt x="646" y="842"/>
                    <a:pt x="402" y="1225"/>
                    <a:pt x="192" y="1626"/>
                  </a:cubicBezTo>
                  <a:cubicBezTo>
                    <a:pt x="175" y="1679"/>
                    <a:pt x="157" y="1713"/>
                    <a:pt x="123" y="1766"/>
                  </a:cubicBezTo>
                  <a:cubicBezTo>
                    <a:pt x="35" y="1923"/>
                    <a:pt x="1" y="2114"/>
                    <a:pt x="53" y="2306"/>
                  </a:cubicBezTo>
                  <a:cubicBezTo>
                    <a:pt x="135" y="2486"/>
                    <a:pt x="323" y="2604"/>
                    <a:pt x="533" y="2604"/>
                  </a:cubicBezTo>
                  <a:cubicBezTo>
                    <a:pt x="547" y="2604"/>
                    <a:pt x="561" y="2604"/>
                    <a:pt x="576" y="2602"/>
                  </a:cubicBezTo>
                  <a:cubicBezTo>
                    <a:pt x="1116" y="2550"/>
                    <a:pt x="1604" y="2289"/>
                    <a:pt x="1935" y="1870"/>
                  </a:cubicBezTo>
                  <a:cubicBezTo>
                    <a:pt x="2302" y="1469"/>
                    <a:pt x="2633" y="946"/>
                    <a:pt x="2406" y="406"/>
                  </a:cubicBezTo>
                  <a:cubicBezTo>
                    <a:pt x="2311" y="153"/>
                    <a:pt x="2073" y="0"/>
                    <a:pt x="18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74"/>
            <p:cNvSpPr/>
            <p:nvPr/>
          </p:nvSpPr>
          <p:spPr>
            <a:xfrm>
              <a:off x="2394800" y="2591425"/>
              <a:ext cx="35750" cy="34625"/>
            </a:xfrm>
            <a:custGeom>
              <a:rect b="b" l="l" r="r" t="t"/>
              <a:pathLst>
                <a:path extrusionOk="0" h="1385" w="1430">
                  <a:moveTo>
                    <a:pt x="674" y="0"/>
                  </a:moveTo>
                  <a:cubicBezTo>
                    <a:pt x="338" y="0"/>
                    <a:pt x="104" y="373"/>
                    <a:pt x="52" y="663"/>
                  </a:cubicBezTo>
                  <a:cubicBezTo>
                    <a:pt x="0" y="890"/>
                    <a:pt x="70" y="1116"/>
                    <a:pt x="262" y="1273"/>
                  </a:cubicBezTo>
                  <a:cubicBezTo>
                    <a:pt x="358" y="1345"/>
                    <a:pt x="479" y="1384"/>
                    <a:pt x="602" y="1384"/>
                  </a:cubicBezTo>
                  <a:cubicBezTo>
                    <a:pt x="657" y="1384"/>
                    <a:pt x="713" y="1377"/>
                    <a:pt x="767" y="1360"/>
                  </a:cubicBezTo>
                  <a:cubicBezTo>
                    <a:pt x="924" y="1291"/>
                    <a:pt x="1081" y="1186"/>
                    <a:pt x="1185" y="1047"/>
                  </a:cubicBezTo>
                  <a:cubicBezTo>
                    <a:pt x="1238" y="977"/>
                    <a:pt x="1273" y="907"/>
                    <a:pt x="1290" y="820"/>
                  </a:cubicBezTo>
                  <a:cubicBezTo>
                    <a:pt x="1429" y="419"/>
                    <a:pt x="1116" y="1"/>
                    <a:pt x="697" y="1"/>
                  </a:cubicBezTo>
                  <a:cubicBezTo>
                    <a:pt x="690" y="0"/>
                    <a:pt x="682" y="0"/>
                    <a:pt x="6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74"/>
            <p:cNvSpPr/>
            <p:nvPr/>
          </p:nvSpPr>
          <p:spPr>
            <a:xfrm>
              <a:off x="1059550" y="3024600"/>
              <a:ext cx="435825" cy="406175"/>
            </a:xfrm>
            <a:custGeom>
              <a:rect b="b" l="l" r="r" t="t"/>
              <a:pathLst>
                <a:path extrusionOk="0" h="16247" w="17433">
                  <a:moveTo>
                    <a:pt x="10686" y="0"/>
                  </a:moveTo>
                  <a:cubicBezTo>
                    <a:pt x="10372" y="157"/>
                    <a:pt x="7653" y="3382"/>
                    <a:pt x="5893" y="5038"/>
                  </a:cubicBezTo>
                  <a:cubicBezTo>
                    <a:pt x="4115" y="6694"/>
                    <a:pt x="1" y="9256"/>
                    <a:pt x="1" y="9256"/>
                  </a:cubicBezTo>
                  <a:lnTo>
                    <a:pt x="1622" y="16246"/>
                  </a:lnTo>
                  <a:cubicBezTo>
                    <a:pt x="1622" y="16246"/>
                    <a:pt x="6259" y="11906"/>
                    <a:pt x="6991" y="11226"/>
                  </a:cubicBezTo>
                  <a:cubicBezTo>
                    <a:pt x="7723" y="10529"/>
                    <a:pt x="9205" y="10163"/>
                    <a:pt x="11087" y="8420"/>
                  </a:cubicBezTo>
                  <a:cubicBezTo>
                    <a:pt x="12307" y="7304"/>
                    <a:pt x="12883" y="5369"/>
                    <a:pt x="12883" y="5369"/>
                  </a:cubicBezTo>
                  <a:cubicBezTo>
                    <a:pt x="13283" y="4829"/>
                    <a:pt x="13754" y="4323"/>
                    <a:pt x="14260" y="3853"/>
                  </a:cubicBezTo>
                  <a:cubicBezTo>
                    <a:pt x="15061" y="3138"/>
                    <a:pt x="17432" y="872"/>
                    <a:pt x="16805" y="349"/>
                  </a:cubicBezTo>
                  <a:cubicBezTo>
                    <a:pt x="16745" y="301"/>
                    <a:pt x="16658" y="279"/>
                    <a:pt x="16549" y="279"/>
                  </a:cubicBezTo>
                  <a:cubicBezTo>
                    <a:pt x="15517" y="279"/>
                    <a:pt x="12534" y="2249"/>
                    <a:pt x="12534" y="2249"/>
                  </a:cubicBezTo>
                  <a:cubicBezTo>
                    <a:pt x="12290" y="1796"/>
                    <a:pt x="10686" y="0"/>
                    <a:pt x="106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74"/>
            <p:cNvSpPr/>
            <p:nvPr/>
          </p:nvSpPr>
          <p:spPr>
            <a:xfrm>
              <a:off x="408500" y="2870325"/>
              <a:ext cx="872025" cy="1438550"/>
            </a:xfrm>
            <a:custGeom>
              <a:rect b="b" l="l" r="r" t="t"/>
              <a:pathLst>
                <a:path extrusionOk="0" h="57542" w="34881">
                  <a:moveTo>
                    <a:pt x="14137" y="1"/>
                  </a:moveTo>
                  <a:cubicBezTo>
                    <a:pt x="14137" y="1"/>
                    <a:pt x="4550" y="7043"/>
                    <a:pt x="1639" y="15915"/>
                  </a:cubicBezTo>
                  <a:cubicBezTo>
                    <a:pt x="105" y="20587"/>
                    <a:pt x="1" y="31830"/>
                    <a:pt x="262" y="41470"/>
                  </a:cubicBezTo>
                  <a:cubicBezTo>
                    <a:pt x="297" y="43003"/>
                    <a:pt x="349" y="44520"/>
                    <a:pt x="402" y="45949"/>
                  </a:cubicBezTo>
                  <a:cubicBezTo>
                    <a:pt x="436" y="46891"/>
                    <a:pt x="471" y="47832"/>
                    <a:pt x="524" y="48703"/>
                  </a:cubicBezTo>
                  <a:cubicBezTo>
                    <a:pt x="593" y="50377"/>
                    <a:pt x="663" y="51893"/>
                    <a:pt x="733" y="53183"/>
                  </a:cubicBezTo>
                  <a:cubicBezTo>
                    <a:pt x="890" y="55868"/>
                    <a:pt x="994" y="57541"/>
                    <a:pt x="994" y="57541"/>
                  </a:cubicBezTo>
                  <a:lnTo>
                    <a:pt x="34880" y="57541"/>
                  </a:lnTo>
                  <a:lnTo>
                    <a:pt x="34009" y="53044"/>
                  </a:lnTo>
                  <a:lnTo>
                    <a:pt x="33085" y="48163"/>
                  </a:lnTo>
                  <a:lnTo>
                    <a:pt x="32614" y="45792"/>
                  </a:lnTo>
                  <a:lnTo>
                    <a:pt x="31673" y="40859"/>
                  </a:lnTo>
                  <a:lnTo>
                    <a:pt x="27716" y="20291"/>
                  </a:lnTo>
                  <a:lnTo>
                    <a:pt x="27263" y="17955"/>
                  </a:lnTo>
                  <a:lnTo>
                    <a:pt x="23463" y="6154"/>
                  </a:lnTo>
                  <a:lnTo>
                    <a:pt x="141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74"/>
            <p:cNvSpPr/>
            <p:nvPr/>
          </p:nvSpPr>
          <p:spPr>
            <a:xfrm>
              <a:off x="415050" y="3892225"/>
              <a:ext cx="809250" cy="136200"/>
            </a:xfrm>
            <a:custGeom>
              <a:rect b="b" l="l" r="r" t="t"/>
              <a:pathLst>
                <a:path extrusionOk="0" h="5448" w="32370">
                  <a:moveTo>
                    <a:pt x="31411" y="1"/>
                  </a:moveTo>
                  <a:cubicBezTo>
                    <a:pt x="26350" y="764"/>
                    <a:pt x="20136" y="1003"/>
                    <a:pt x="14319" y="1003"/>
                  </a:cubicBezTo>
                  <a:cubicBezTo>
                    <a:pt x="8716" y="1003"/>
                    <a:pt x="3481" y="782"/>
                    <a:pt x="0" y="594"/>
                  </a:cubicBezTo>
                  <a:lnTo>
                    <a:pt x="0" y="594"/>
                  </a:lnTo>
                  <a:cubicBezTo>
                    <a:pt x="52" y="2145"/>
                    <a:pt x="87" y="3644"/>
                    <a:pt x="140" y="5073"/>
                  </a:cubicBezTo>
                  <a:cubicBezTo>
                    <a:pt x="3566" y="5349"/>
                    <a:pt x="7813" y="5448"/>
                    <a:pt x="12144" y="5448"/>
                  </a:cubicBezTo>
                  <a:cubicBezTo>
                    <a:pt x="20151" y="5448"/>
                    <a:pt x="28444" y="5109"/>
                    <a:pt x="32370" y="4916"/>
                  </a:cubicBezTo>
                  <a:lnTo>
                    <a:pt x="314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74"/>
            <p:cNvSpPr/>
            <p:nvPr/>
          </p:nvSpPr>
          <p:spPr>
            <a:xfrm>
              <a:off x="421575" y="4074825"/>
              <a:ext cx="837150" cy="134625"/>
            </a:xfrm>
            <a:custGeom>
              <a:rect b="b" l="l" r="r" t="t"/>
              <a:pathLst>
                <a:path extrusionOk="0" h="5385" w="33486">
                  <a:moveTo>
                    <a:pt x="32562" y="1"/>
                  </a:moveTo>
                  <a:cubicBezTo>
                    <a:pt x="27290" y="705"/>
                    <a:pt x="20920" y="929"/>
                    <a:pt x="14956" y="929"/>
                  </a:cubicBezTo>
                  <a:cubicBezTo>
                    <a:pt x="9108" y="929"/>
                    <a:pt x="3651" y="713"/>
                    <a:pt x="1" y="523"/>
                  </a:cubicBezTo>
                  <a:lnTo>
                    <a:pt x="1" y="523"/>
                  </a:lnTo>
                  <a:cubicBezTo>
                    <a:pt x="70" y="2214"/>
                    <a:pt x="140" y="3731"/>
                    <a:pt x="210" y="5021"/>
                  </a:cubicBezTo>
                  <a:cubicBezTo>
                    <a:pt x="3788" y="5288"/>
                    <a:pt x="8191" y="5385"/>
                    <a:pt x="12681" y="5385"/>
                  </a:cubicBezTo>
                  <a:cubicBezTo>
                    <a:pt x="20767" y="5385"/>
                    <a:pt x="29137" y="5072"/>
                    <a:pt x="33486" y="4881"/>
                  </a:cubicBezTo>
                  <a:lnTo>
                    <a:pt x="325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74"/>
            <p:cNvSpPr/>
            <p:nvPr/>
          </p:nvSpPr>
          <p:spPr>
            <a:xfrm>
              <a:off x="761925" y="2870325"/>
              <a:ext cx="339500" cy="507725"/>
            </a:xfrm>
            <a:custGeom>
              <a:rect b="b" l="l" r="r" t="t"/>
              <a:pathLst>
                <a:path extrusionOk="0" h="20309" w="13580">
                  <a:moveTo>
                    <a:pt x="0" y="1"/>
                  </a:moveTo>
                  <a:lnTo>
                    <a:pt x="0" y="1"/>
                  </a:lnTo>
                  <a:cubicBezTo>
                    <a:pt x="1" y="1"/>
                    <a:pt x="7287" y="9082"/>
                    <a:pt x="8873" y="11732"/>
                  </a:cubicBezTo>
                  <a:cubicBezTo>
                    <a:pt x="9901" y="13458"/>
                    <a:pt x="12115" y="17571"/>
                    <a:pt x="13579" y="20308"/>
                  </a:cubicBezTo>
                  <a:lnTo>
                    <a:pt x="13126" y="17955"/>
                  </a:lnTo>
                  <a:lnTo>
                    <a:pt x="9326" y="61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74"/>
            <p:cNvSpPr/>
            <p:nvPr/>
          </p:nvSpPr>
          <p:spPr>
            <a:xfrm>
              <a:off x="653850" y="3836450"/>
              <a:ext cx="214425" cy="491600"/>
            </a:xfrm>
            <a:custGeom>
              <a:rect b="b" l="l" r="r" t="t"/>
              <a:pathLst>
                <a:path extrusionOk="0" h="19664" w="8577">
                  <a:moveTo>
                    <a:pt x="2929" y="1"/>
                  </a:moveTo>
                  <a:lnTo>
                    <a:pt x="192" y="558"/>
                  </a:lnTo>
                  <a:lnTo>
                    <a:pt x="0" y="19593"/>
                  </a:lnTo>
                  <a:lnTo>
                    <a:pt x="8577" y="19663"/>
                  </a:lnTo>
                  <a:lnTo>
                    <a:pt x="292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74"/>
            <p:cNvSpPr/>
            <p:nvPr/>
          </p:nvSpPr>
          <p:spPr>
            <a:xfrm>
              <a:off x="680875" y="3851225"/>
              <a:ext cx="327725" cy="449350"/>
            </a:xfrm>
            <a:custGeom>
              <a:rect b="b" l="l" r="r" t="t"/>
              <a:pathLst>
                <a:path extrusionOk="0" h="17974" w="13109">
                  <a:moveTo>
                    <a:pt x="619" y="1"/>
                  </a:moveTo>
                  <a:cubicBezTo>
                    <a:pt x="229" y="1"/>
                    <a:pt x="0" y="12"/>
                    <a:pt x="0" y="37"/>
                  </a:cubicBezTo>
                  <a:cubicBezTo>
                    <a:pt x="0" y="37"/>
                    <a:pt x="506" y="5964"/>
                    <a:pt x="1534" y="9589"/>
                  </a:cubicBezTo>
                  <a:cubicBezTo>
                    <a:pt x="2545" y="13233"/>
                    <a:pt x="3887" y="17974"/>
                    <a:pt x="3887" y="17974"/>
                  </a:cubicBezTo>
                  <a:lnTo>
                    <a:pt x="13108" y="17974"/>
                  </a:lnTo>
                  <a:cubicBezTo>
                    <a:pt x="13108" y="17974"/>
                    <a:pt x="11174" y="10025"/>
                    <a:pt x="11086" y="8073"/>
                  </a:cubicBezTo>
                  <a:cubicBezTo>
                    <a:pt x="10999" y="6121"/>
                    <a:pt x="10581" y="368"/>
                    <a:pt x="10581" y="368"/>
                  </a:cubicBezTo>
                  <a:cubicBezTo>
                    <a:pt x="10581" y="368"/>
                    <a:pt x="2883" y="1"/>
                    <a:pt x="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74"/>
            <p:cNvSpPr/>
            <p:nvPr/>
          </p:nvSpPr>
          <p:spPr>
            <a:xfrm>
              <a:off x="543600" y="3142625"/>
              <a:ext cx="587025" cy="734825"/>
            </a:xfrm>
            <a:custGeom>
              <a:rect b="b" l="l" r="r" t="t"/>
              <a:pathLst>
                <a:path extrusionOk="0" h="29393" w="23481">
                  <a:moveTo>
                    <a:pt x="12529" y="1"/>
                  </a:moveTo>
                  <a:cubicBezTo>
                    <a:pt x="12305" y="1"/>
                    <a:pt x="12074" y="13"/>
                    <a:pt x="11836" y="38"/>
                  </a:cubicBezTo>
                  <a:cubicBezTo>
                    <a:pt x="0" y="1311"/>
                    <a:pt x="3382" y="29218"/>
                    <a:pt x="3382" y="29218"/>
                  </a:cubicBezTo>
                  <a:lnTo>
                    <a:pt x="18861" y="29392"/>
                  </a:lnTo>
                  <a:cubicBezTo>
                    <a:pt x="18861" y="29392"/>
                    <a:pt x="23481" y="1"/>
                    <a:pt x="125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74"/>
            <p:cNvSpPr/>
            <p:nvPr/>
          </p:nvSpPr>
          <p:spPr>
            <a:xfrm>
              <a:off x="757125" y="2395650"/>
              <a:ext cx="510700" cy="628525"/>
            </a:xfrm>
            <a:custGeom>
              <a:rect b="b" l="l" r="r" t="t"/>
              <a:pathLst>
                <a:path extrusionOk="0" h="25141" w="20428">
                  <a:moveTo>
                    <a:pt x="11774" y="1"/>
                  </a:moveTo>
                  <a:cubicBezTo>
                    <a:pt x="11572" y="1"/>
                    <a:pt x="11366" y="8"/>
                    <a:pt x="11157" y="23"/>
                  </a:cubicBezTo>
                  <a:cubicBezTo>
                    <a:pt x="4690" y="458"/>
                    <a:pt x="1" y="4903"/>
                    <a:pt x="820" y="10673"/>
                  </a:cubicBezTo>
                  <a:cubicBezTo>
                    <a:pt x="820" y="10673"/>
                    <a:pt x="1012" y="13410"/>
                    <a:pt x="1639" y="15379"/>
                  </a:cubicBezTo>
                  <a:lnTo>
                    <a:pt x="175" y="18988"/>
                  </a:lnTo>
                  <a:cubicBezTo>
                    <a:pt x="175" y="18988"/>
                    <a:pt x="4864" y="23311"/>
                    <a:pt x="9501" y="25141"/>
                  </a:cubicBezTo>
                  <a:lnTo>
                    <a:pt x="10947" y="23067"/>
                  </a:lnTo>
                  <a:cubicBezTo>
                    <a:pt x="10947" y="23067"/>
                    <a:pt x="12616" y="23689"/>
                    <a:pt x="14252" y="23689"/>
                  </a:cubicBezTo>
                  <a:cubicBezTo>
                    <a:pt x="15270" y="23689"/>
                    <a:pt x="16275" y="23448"/>
                    <a:pt x="16857" y="22666"/>
                  </a:cubicBezTo>
                  <a:cubicBezTo>
                    <a:pt x="17310" y="22056"/>
                    <a:pt x="17815" y="20713"/>
                    <a:pt x="18269" y="19092"/>
                  </a:cubicBezTo>
                  <a:cubicBezTo>
                    <a:pt x="18286" y="19040"/>
                    <a:pt x="18303" y="19005"/>
                    <a:pt x="18303" y="18970"/>
                  </a:cubicBezTo>
                  <a:cubicBezTo>
                    <a:pt x="18391" y="18709"/>
                    <a:pt x="18443" y="18447"/>
                    <a:pt x="18530" y="18186"/>
                  </a:cubicBezTo>
                  <a:cubicBezTo>
                    <a:pt x="18728" y="18222"/>
                    <a:pt x="18977" y="18258"/>
                    <a:pt x="19217" y="18258"/>
                  </a:cubicBezTo>
                  <a:cubicBezTo>
                    <a:pt x="19442" y="18258"/>
                    <a:pt x="19660" y="18226"/>
                    <a:pt x="19820" y="18134"/>
                  </a:cubicBezTo>
                  <a:cubicBezTo>
                    <a:pt x="20256" y="17890"/>
                    <a:pt x="19907" y="13514"/>
                    <a:pt x="19820" y="12294"/>
                  </a:cubicBezTo>
                  <a:cubicBezTo>
                    <a:pt x="20081" y="11004"/>
                    <a:pt x="20256" y="9697"/>
                    <a:pt x="20360" y="8390"/>
                  </a:cubicBezTo>
                  <a:cubicBezTo>
                    <a:pt x="20428" y="6366"/>
                    <a:pt x="17802" y="1"/>
                    <a:pt x="117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74"/>
            <p:cNvSpPr/>
            <p:nvPr/>
          </p:nvSpPr>
          <p:spPr>
            <a:xfrm>
              <a:off x="739250" y="2372900"/>
              <a:ext cx="547375" cy="458300"/>
            </a:xfrm>
            <a:custGeom>
              <a:rect b="b" l="l" r="r" t="t"/>
              <a:pathLst>
                <a:path extrusionOk="0" h="18332" w="21895">
                  <a:moveTo>
                    <a:pt x="13509" y="0"/>
                  </a:moveTo>
                  <a:cubicBezTo>
                    <a:pt x="12920" y="0"/>
                    <a:pt x="12334" y="144"/>
                    <a:pt x="11802" y="410"/>
                  </a:cubicBezTo>
                  <a:cubicBezTo>
                    <a:pt x="11394" y="141"/>
                    <a:pt x="10920" y="5"/>
                    <a:pt x="10446" y="5"/>
                  </a:cubicBezTo>
                  <a:cubicBezTo>
                    <a:pt x="10149" y="5"/>
                    <a:pt x="9852" y="58"/>
                    <a:pt x="9571" y="166"/>
                  </a:cubicBezTo>
                  <a:cubicBezTo>
                    <a:pt x="9117" y="392"/>
                    <a:pt x="8717" y="706"/>
                    <a:pt x="8385" y="1089"/>
                  </a:cubicBezTo>
                  <a:cubicBezTo>
                    <a:pt x="8003" y="957"/>
                    <a:pt x="7593" y="890"/>
                    <a:pt x="7182" y="890"/>
                  </a:cubicBezTo>
                  <a:cubicBezTo>
                    <a:pt x="6246" y="890"/>
                    <a:pt x="5308" y="1236"/>
                    <a:pt x="4690" y="1926"/>
                  </a:cubicBezTo>
                  <a:cubicBezTo>
                    <a:pt x="4394" y="2223"/>
                    <a:pt x="4202" y="2606"/>
                    <a:pt x="4167" y="3024"/>
                  </a:cubicBezTo>
                  <a:cubicBezTo>
                    <a:pt x="3749" y="3094"/>
                    <a:pt x="3348" y="3234"/>
                    <a:pt x="2982" y="3443"/>
                  </a:cubicBezTo>
                  <a:cubicBezTo>
                    <a:pt x="2703" y="3652"/>
                    <a:pt x="2459" y="3896"/>
                    <a:pt x="2250" y="4192"/>
                  </a:cubicBezTo>
                  <a:cubicBezTo>
                    <a:pt x="1883" y="4663"/>
                    <a:pt x="1587" y="5186"/>
                    <a:pt x="1378" y="5744"/>
                  </a:cubicBezTo>
                  <a:cubicBezTo>
                    <a:pt x="1169" y="6301"/>
                    <a:pt x="1151" y="6911"/>
                    <a:pt x="1308" y="7487"/>
                  </a:cubicBezTo>
                  <a:cubicBezTo>
                    <a:pt x="1552" y="8358"/>
                    <a:pt x="1517" y="8463"/>
                    <a:pt x="1500" y="9369"/>
                  </a:cubicBezTo>
                  <a:cubicBezTo>
                    <a:pt x="1500" y="10293"/>
                    <a:pt x="838" y="11705"/>
                    <a:pt x="1535" y="12298"/>
                  </a:cubicBezTo>
                  <a:cubicBezTo>
                    <a:pt x="1535" y="12298"/>
                    <a:pt x="1" y="14320"/>
                    <a:pt x="838" y="15557"/>
                  </a:cubicBezTo>
                  <a:cubicBezTo>
                    <a:pt x="1233" y="16155"/>
                    <a:pt x="1735" y="16310"/>
                    <a:pt x="2147" y="16310"/>
                  </a:cubicBezTo>
                  <a:cubicBezTo>
                    <a:pt x="2589" y="16310"/>
                    <a:pt x="2929" y="16133"/>
                    <a:pt x="2929" y="16133"/>
                  </a:cubicBezTo>
                  <a:lnTo>
                    <a:pt x="2929" y="16133"/>
                  </a:lnTo>
                  <a:cubicBezTo>
                    <a:pt x="2929" y="16133"/>
                    <a:pt x="2738" y="17963"/>
                    <a:pt x="4760" y="18294"/>
                  </a:cubicBezTo>
                  <a:cubicBezTo>
                    <a:pt x="4925" y="18319"/>
                    <a:pt x="5087" y="18331"/>
                    <a:pt x="5244" y="18331"/>
                  </a:cubicBezTo>
                  <a:cubicBezTo>
                    <a:pt x="7030" y="18331"/>
                    <a:pt x="8281" y="16830"/>
                    <a:pt x="8281" y="16830"/>
                  </a:cubicBezTo>
                  <a:cubicBezTo>
                    <a:pt x="8281" y="16830"/>
                    <a:pt x="8744" y="18126"/>
                    <a:pt x="9969" y="18126"/>
                  </a:cubicBezTo>
                  <a:cubicBezTo>
                    <a:pt x="10151" y="18126"/>
                    <a:pt x="10349" y="18098"/>
                    <a:pt x="10564" y="18033"/>
                  </a:cubicBezTo>
                  <a:cubicBezTo>
                    <a:pt x="12255" y="17527"/>
                    <a:pt x="13231" y="13622"/>
                    <a:pt x="13231" y="13622"/>
                  </a:cubicBezTo>
                  <a:cubicBezTo>
                    <a:pt x="13231" y="13622"/>
                    <a:pt x="13842" y="13159"/>
                    <a:pt x="14479" y="13159"/>
                  </a:cubicBezTo>
                  <a:cubicBezTo>
                    <a:pt x="14689" y="13159"/>
                    <a:pt x="14902" y="13210"/>
                    <a:pt x="15096" y="13344"/>
                  </a:cubicBezTo>
                  <a:cubicBezTo>
                    <a:pt x="15866" y="13857"/>
                    <a:pt x="15410" y="16100"/>
                    <a:pt x="16283" y="16100"/>
                  </a:cubicBezTo>
                  <a:cubicBezTo>
                    <a:pt x="16300" y="16100"/>
                    <a:pt x="16317" y="16099"/>
                    <a:pt x="16334" y="16098"/>
                  </a:cubicBezTo>
                  <a:cubicBezTo>
                    <a:pt x="17293" y="16011"/>
                    <a:pt x="18408" y="12106"/>
                    <a:pt x="18408" y="12106"/>
                  </a:cubicBezTo>
                  <a:cubicBezTo>
                    <a:pt x="18408" y="12106"/>
                    <a:pt x="18698" y="12225"/>
                    <a:pt x="19100" y="12225"/>
                  </a:cubicBezTo>
                  <a:cubicBezTo>
                    <a:pt x="19694" y="12225"/>
                    <a:pt x="20531" y="11965"/>
                    <a:pt x="21040" y="10677"/>
                  </a:cubicBezTo>
                  <a:cubicBezTo>
                    <a:pt x="21895" y="8515"/>
                    <a:pt x="20657" y="6493"/>
                    <a:pt x="20657" y="6493"/>
                  </a:cubicBezTo>
                  <a:cubicBezTo>
                    <a:pt x="20657" y="6493"/>
                    <a:pt x="21093" y="3478"/>
                    <a:pt x="19576" y="2467"/>
                  </a:cubicBezTo>
                  <a:cubicBezTo>
                    <a:pt x="18772" y="1915"/>
                    <a:pt x="17826" y="1620"/>
                    <a:pt x="16866" y="1620"/>
                  </a:cubicBezTo>
                  <a:cubicBezTo>
                    <a:pt x="16764" y="1620"/>
                    <a:pt x="16663" y="1623"/>
                    <a:pt x="16561" y="1630"/>
                  </a:cubicBezTo>
                  <a:cubicBezTo>
                    <a:pt x="16038" y="880"/>
                    <a:pt x="15271" y="340"/>
                    <a:pt x="14399" y="113"/>
                  </a:cubicBezTo>
                  <a:cubicBezTo>
                    <a:pt x="14106" y="37"/>
                    <a:pt x="13807" y="0"/>
                    <a:pt x="13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74"/>
            <p:cNvSpPr/>
            <p:nvPr/>
          </p:nvSpPr>
          <p:spPr>
            <a:xfrm>
              <a:off x="1034725" y="2695675"/>
              <a:ext cx="115500" cy="138575"/>
            </a:xfrm>
            <a:custGeom>
              <a:rect b="b" l="l" r="r" t="t"/>
              <a:pathLst>
                <a:path extrusionOk="0" h="5543" w="4620">
                  <a:moveTo>
                    <a:pt x="2443" y="1"/>
                  </a:moveTo>
                  <a:cubicBezTo>
                    <a:pt x="2171" y="1"/>
                    <a:pt x="1901" y="56"/>
                    <a:pt x="1656" y="154"/>
                  </a:cubicBezTo>
                  <a:cubicBezTo>
                    <a:pt x="1011" y="433"/>
                    <a:pt x="593" y="1078"/>
                    <a:pt x="366" y="1757"/>
                  </a:cubicBezTo>
                  <a:cubicBezTo>
                    <a:pt x="0" y="2803"/>
                    <a:pt x="87" y="4128"/>
                    <a:pt x="907" y="4860"/>
                  </a:cubicBezTo>
                  <a:cubicBezTo>
                    <a:pt x="1395" y="5313"/>
                    <a:pt x="2075" y="5470"/>
                    <a:pt x="2737" y="5523"/>
                  </a:cubicBezTo>
                  <a:cubicBezTo>
                    <a:pt x="2824" y="5536"/>
                    <a:pt x="2910" y="5543"/>
                    <a:pt x="2996" y="5543"/>
                  </a:cubicBezTo>
                  <a:cubicBezTo>
                    <a:pt x="3239" y="5543"/>
                    <a:pt x="3477" y="5491"/>
                    <a:pt x="3696" y="5400"/>
                  </a:cubicBezTo>
                  <a:cubicBezTo>
                    <a:pt x="4149" y="5139"/>
                    <a:pt x="4306" y="4564"/>
                    <a:pt x="4393" y="4041"/>
                  </a:cubicBezTo>
                  <a:cubicBezTo>
                    <a:pt x="4620" y="2542"/>
                    <a:pt x="4620" y="311"/>
                    <a:pt x="2789" y="32"/>
                  </a:cubicBezTo>
                  <a:cubicBezTo>
                    <a:pt x="2675" y="11"/>
                    <a:pt x="2559" y="1"/>
                    <a:pt x="2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74"/>
            <p:cNvSpPr/>
            <p:nvPr/>
          </p:nvSpPr>
          <p:spPr>
            <a:xfrm>
              <a:off x="1036900" y="2784050"/>
              <a:ext cx="81950" cy="45775"/>
            </a:xfrm>
            <a:custGeom>
              <a:rect b="b" l="l" r="r" t="t"/>
              <a:pathLst>
                <a:path extrusionOk="0" fill="none" h="1831" w="3278">
                  <a:moveTo>
                    <a:pt x="0" y="0"/>
                  </a:moveTo>
                  <a:cubicBezTo>
                    <a:pt x="210" y="663"/>
                    <a:pt x="680" y="1221"/>
                    <a:pt x="1308" y="1517"/>
                  </a:cubicBezTo>
                  <a:cubicBezTo>
                    <a:pt x="1935" y="1796"/>
                    <a:pt x="2633" y="1831"/>
                    <a:pt x="3277" y="1621"/>
                  </a:cubicBezTo>
                </a:path>
              </a:pathLst>
            </a:custGeom>
            <a:noFill/>
            <a:ln cap="rnd" cmpd="sng" w="3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74"/>
            <p:cNvSpPr/>
            <p:nvPr/>
          </p:nvSpPr>
          <p:spPr>
            <a:xfrm>
              <a:off x="1092250" y="2743075"/>
              <a:ext cx="20075" cy="45800"/>
            </a:xfrm>
            <a:custGeom>
              <a:rect b="b" l="l" r="r" t="t"/>
              <a:pathLst>
                <a:path extrusionOk="0" fill="none" h="1832" w="803">
                  <a:moveTo>
                    <a:pt x="0" y="1"/>
                  </a:moveTo>
                  <a:cubicBezTo>
                    <a:pt x="506" y="489"/>
                    <a:pt x="785" y="1151"/>
                    <a:pt x="802" y="1831"/>
                  </a:cubicBezTo>
                </a:path>
              </a:pathLst>
            </a:custGeom>
            <a:noFill/>
            <a:ln cap="rnd" cmpd="sng" w="3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74"/>
            <p:cNvSpPr/>
            <p:nvPr/>
          </p:nvSpPr>
          <p:spPr>
            <a:xfrm>
              <a:off x="1209475" y="2751600"/>
              <a:ext cx="21800" cy="29625"/>
            </a:xfrm>
            <a:custGeom>
              <a:rect b="b" l="l" r="r" t="t"/>
              <a:pathLst>
                <a:path extrusionOk="0" h="1185" w="872">
                  <a:moveTo>
                    <a:pt x="519" y="1"/>
                  </a:moveTo>
                  <a:cubicBezTo>
                    <a:pt x="341" y="1"/>
                    <a:pt x="149" y="213"/>
                    <a:pt x="70" y="497"/>
                  </a:cubicBezTo>
                  <a:cubicBezTo>
                    <a:pt x="0" y="828"/>
                    <a:pt x="87" y="1124"/>
                    <a:pt x="297" y="1176"/>
                  </a:cubicBezTo>
                  <a:cubicBezTo>
                    <a:pt x="316" y="1182"/>
                    <a:pt x="336" y="1184"/>
                    <a:pt x="357" y="1184"/>
                  </a:cubicBezTo>
                  <a:cubicBezTo>
                    <a:pt x="533" y="1184"/>
                    <a:pt x="724" y="985"/>
                    <a:pt x="802" y="688"/>
                  </a:cubicBezTo>
                  <a:cubicBezTo>
                    <a:pt x="872" y="374"/>
                    <a:pt x="785" y="61"/>
                    <a:pt x="575" y="8"/>
                  </a:cubicBezTo>
                  <a:cubicBezTo>
                    <a:pt x="557" y="3"/>
                    <a:pt x="538" y="1"/>
                    <a:pt x="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74"/>
            <p:cNvSpPr/>
            <p:nvPr/>
          </p:nvSpPr>
          <p:spPr>
            <a:xfrm>
              <a:off x="1188975" y="2853700"/>
              <a:ext cx="26175" cy="19275"/>
            </a:xfrm>
            <a:custGeom>
              <a:rect b="b" l="l" r="r" t="t"/>
              <a:pathLst>
                <a:path extrusionOk="0" h="771" w="1047">
                  <a:moveTo>
                    <a:pt x="79" y="1"/>
                  </a:moveTo>
                  <a:cubicBezTo>
                    <a:pt x="65" y="1"/>
                    <a:pt x="51" y="6"/>
                    <a:pt x="36" y="21"/>
                  </a:cubicBezTo>
                  <a:cubicBezTo>
                    <a:pt x="1" y="38"/>
                    <a:pt x="1" y="73"/>
                    <a:pt x="18" y="90"/>
                  </a:cubicBezTo>
                  <a:cubicBezTo>
                    <a:pt x="262" y="439"/>
                    <a:pt x="611" y="666"/>
                    <a:pt x="1012" y="770"/>
                  </a:cubicBezTo>
                  <a:cubicBezTo>
                    <a:pt x="1029" y="718"/>
                    <a:pt x="1029" y="683"/>
                    <a:pt x="1047" y="648"/>
                  </a:cubicBezTo>
                  <a:cubicBezTo>
                    <a:pt x="663" y="561"/>
                    <a:pt x="350" y="335"/>
                    <a:pt x="123" y="21"/>
                  </a:cubicBezTo>
                  <a:cubicBezTo>
                    <a:pt x="113" y="11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74"/>
            <p:cNvSpPr/>
            <p:nvPr/>
          </p:nvSpPr>
          <p:spPr>
            <a:xfrm>
              <a:off x="1199875" y="2698900"/>
              <a:ext cx="45775" cy="27650"/>
            </a:xfrm>
            <a:custGeom>
              <a:rect b="b" l="l" r="r" t="t"/>
              <a:pathLst>
                <a:path extrusionOk="0" h="1106" w="1831">
                  <a:moveTo>
                    <a:pt x="999" y="1"/>
                  </a:moveTo>
                  <a:cubicBezTo>
                    <a:pt x="689" y="1"/>
                    <a:pt x="363" y="176"/>
                    <a:pt x="123" y="478"/>
                  </a:cubicBezTo>
                  <a:cubicBezTo>
                    <a:pt x="36" y="565"/>
                    <a:pt x="1" y="687"/>
                    <a:pt x="18" y="809"/>
                  </a:cubicBezTo>
                  <a:cubicBezTo>
                    <a:pt x="53" y="949"/>
                    <a:pt x="210" y="1001"/>
                    <a:pt x="349" y="1036"/>
                  </a:cubicBezTo>
                  <a:cubicBezTo>
                    <a:pt x="570" y="1082"/>
                    <a:pt x="799" y="1105"/>
                    <a:pt x="1030" y="1105"/>
                  </a:cubicBezTo>
                  <a:cubicBezTo>
                    <a:pt x="1145" y="1105"/>
                    <a:pt x="1262" y="1100"/>
                    <a:pt x="1378" y="1088"/>
                  </a:cubicBezTo>
                  <a:cubicBezTo>
                    <a:pt x="1535" y="1071"/>
                    <a:pt x="1744" y="1001"/>
                    <a:pt x="1814" y="844"/>
                  </a:cubicBezTo>
                  <a:cubicBezTo>
                    <a:pt x="1831" y="739"/>
                    <a:pt x="1814" y="617"/>
                    <a:pt x="1761" y="530"/>
                  </a:cubicBezTo>
                  <a:cubicBezTo>
                    <a:pt x="1582" y="163"/>
                    <a:pt x="1298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74"/>
            <p:cNvSpPr/>
            <p:nvPr/>
          </p:nvSpPr>
          <p:spPr>
            <a:xfrm>
              <a:off x="749725" y="2571500"/>
              <a:ext cx="512500" cy="142450"/>
            </a:xfrm>
            <a:custGeom>
              <a:rect b="b" l="l" r="r" t="t"/>
              <a:pathLst>
                <a:path extrusionOk="0" h="5698" w="20500">
                  <a:moveTo>
                    <a:pt x="17000" y="1"/>
                  </a:moveTo>
                  <a:cubicBezTo>
                    <a:pt x="13634" y="1"/>
                    <a:pt x="750" y="1495"/>
                    <a:pt x="750" y="1495"/>
                  </a:cubicBezTo>
                  <a:cubicBezTo>
                    <a:pt x="750" y="1495"/>
                    <a:pt x="0" y="3866"/>
                    <a:pt x="1116" y="4354"/>
                  </a:cubicBezTo>
                  <a:cubicBezTo>
                    <a:pt x="1967" y="4732"/>
                    <a:pt x="6236" y="5698"/>
                    <a:pt x="8882" y="5698"/>
                  </a:cubicBezTo>
                  <a:cubicBezTo>
                    <a:pt x="9649" y="5698"/>
                    <a:pt x="10279" y="5617"/>
                    <a:pt x="10651" y="5417"/>
                  </a:cubicBezTo>
                  <a:cubicBezTo>
                    <a:pt x="12289" y="4545"/>
                    <a:pt x="12132" y="2837"/>
                    <a:pt x="14364" y="2332"/>
                  </a:cubicBezTo>
                  <a:cubicBezTo>
                    <a:pt x="16612" y="1826"/>
                    <a:pt x="20499" y="1652"/>
                    <a:pt x="20499" y="1652"/>
                  </a:cubicBezTo>
                  <a:cubicBezTo>
                    <a:pt x="20499" y="1652"/>
                    <a:pt x="19872" y="188"/>
                    <a:pt x="17449" y="13"/>
                  </a:cubicBezTo>
                  <a:cubicBezTo>
                    <a:pt x="17328" y="5"/>
                    <a:pt x="17177" y="1"/>
                    <a:pt x="170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74"/>
            <p:cNvSpPr/>
            <p:nvPr/>
          </p:nvSpPr>
          <p:spPr>
            <a:xfrm>
              <a:off x="696550" y="2277325"/>
              <a:ext cx="696850" cy="391025"/>
            </a:xfrm>
            <a:custGeom>
              <a:rect b="b" l="l" r="r" t="t"/>
              <a:pathLst>
                <a:path extrusionOk="0" h="15641" w="27874">
                  <a:moveTo>
                    <a:pt x="13987" y="1"/>
                  </a:moveTo>
                  <a:cubicBezTo>
                    <a:pt x="13433" y="1"/>
                    <a:pt x="12877" y="40"/>
                    <a:pt x="12325" y="119"/>
                  </a:cubicBezTo>
                  <a:cubicBezTo>
                    <a:pt x="12150" y="136"/>
                    <a:pt x="11993" y="171"/>
                    <a:pt x="11836" y="189"/>
                  </a:cubicBezTo>
                  <a:cubicBezTo>
                    <a:pt x="9675" y="555"/>
                    <a:pt x="7670" y="1601"/>
                    <a:pt x="6136" y="3169"/>
                  </a:cubicBezTo>
                  <a:cubicBezTo>
                    <a:pt x="3992" y="5383"/>
                    <a:pt x="2511" y="8155"/>
                    <a:pt x="1848" y="11170"/>
                  </a:cubicBezTo>
                  <a:cubicBezTo>
                    <a:pt x="1848" y="11170"/>
                    <a:pt x="1" y="11885"/>
                    <a:pt x="471" y="13192"/>
                  </a:cubicBezTo>
                  <a:cubicBezTo>
                    <a:pt x="471" y="13192"/>
                    <a:pt x="855" y="14378"/>
                    <a:pt x="5422" y="15057"/>
                  </a:cubicBezTo>
                  <a:cubicBezTo>
                    <a:pt x="7646" y="15380"/>
                    <a:pt x="8957" y="15579"/>
                    <a:pt x="9917" y="15579"/>
                  </a:cubicBezTo>
                  <a:cubicBezTo>
                    <a:pt x="10929" y="15579"/>
                    <a:pt x="11552" y="15358"/>
                    <a:pt x="12447" y="14831"/>
                  </a:cubicBezTo>
                  <a:cubicBezTo>
                    <a:pt x="14006" y="13902"/>
                    <a:pt x="15124" y="13058"/>
                    <a:pt x="17420" y="13058"/>
                  </a:cubicBezTo>
                  <a:cubicBezTo>
                    <a:pt x="17666" y="13058"/>
                    <a:pt x="17925" y="13068"/>
                    <a:pt x="18199" y="13088"/>
                  </a:cubicBezTo>
                  <a:cubicBezTo>
                    <a:pt x="21023" y="13297"/>
                    <a:pt x="21703" y="14482"/>
                    <a:pt x="23393" y="15075"/>
                  </a:cubicBezTo>
                  <a:cubicBezTo>
                    <a:pt x="24422" y="15435"/>
                    <a:pt x="25798" y="15641"/>
                    <a:pt x="26735" y="15641"/>
                  </a:cubicBezTo>
                  <a:cubicBezTo>
                    <a:pt x="27338" y="15641"/>
                    <a:pt x="27759" y="15556"/>
                    <a:pt x="27786" y="15371"/>
                  </a:cubicBezTo>
                  <a:cubicBezTo>
                    <a:pt x="27873" y="14970"/>
                    <a:pt x="25694" y="14465"/>
                    <a:pt x="25154" y="14134"/>
                  </a:cubicBezTo>
                  <a:cubicBezTo>
                    <a:pt x="25084" y="14099"/>
                    <a:pt x="25049" y="14046"/>
                    <a:pt x="25049" y="13994"/>
                  </a:cubicBezTo>
                  <a:lnTo>
                    <a:pt x="25049" y="13977"/>
                  </a:lnTo>
                  <a:cubicBezTo>
                    <a:pt x="25067" y="13611"/>
                    <a:pt x="24910" y="12007"/>
                    <a:pt x="24439" y="11763"/>
                  </a:cubicBezTo>
                  <a:cubicBezTo>
                    <a:pt x="24683" y="10037"/>
                    <a:pt x="24282" y="8294"/>
                    <a:pt x="23306" y="6847"/>
                  </a:cubicBezTo>
                  <a:cubicBezTo>
                    <a:pt x="21650" y="4407"/>
                    <a:pt x="20430" y="3257"/>
                    <a:pt x="20430" y="3257"/>
                  </a:cubicBezTo>
                  <a:cubicBezTo>
                    <a:pt x="20430" y="3187"/>
                    <a:pt x="20413" y="3117"/>
                    <a:pt x="20413" y="3065"/>
                  </a:cubicBezTo>
                  <a:cubicBezTo>
                    <a:pt x="20395" y="3030"/>
                    <a:pt x="20395" y="2978"/>
                    <a:pt x="20378" y="2943"/>
                  </a:cubicBezTo>
                  <a:cubicBezTo>
                    <a:pt x="20256" y="2490"/>
                    <a:pt x="19855" y="1653"/>
                    <a:pt x="18513" y="973"/>
                  </a:cubicBezTo>
                  <a:cubicBezTo>
                    <a:pt x="18425" y="921"/>
                    <a:pt x="18338" y="886"/>
                    <a:pt x="18269" y="851"/>
                  </a:cubicBezTo>
                  <a:cubicBezTo>
                    <a:pt x="18112" y="764"/>
                    <a:pt x="17937" y="694"/>
                    <a:pt x="17763" y="624"/>
                  </a:cubicBezTo>
                  <a:cubicBezTo>
                    <a:pt x="16546" y="211"/>
                    <a:pt x="15270" y="1"/>
                    <a:pt x="139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74"/>
            <p:cNvSpPr/>
            <p:nvPr/>
          </p:nvSpPr>
          <p:spPr>
            <a:xfrm>
              <a:off x="741000" y="2553375"/>
              <a:ext cx="584400" cy="76875"/>
            </a:xfrm>
            <a:custGeom>
              <a:rect b="b" l="l" r="r" t="t"/>
              <a:pathLst>
                <a:path extrusionOk="0" h="3075" w="23376">
                  <a:moveTo>
                    <a:pt x="14421" y="1"/>
                  </a:moveTo>
                  <a:cubicBezTo>
                    <a:pt x="13626" y="1"/>
                    <a:pt x="12883" y="125"/>
                    <a:pt x="12220" y="372"/>
                  </a:cubicBezTo>
                  <a:cubicBezTo>
                    <a:pt x="11784" y="547"/>
                    <a:pt x="11348" y="773"/>
                    <a:pt x="10930" y="1000"/>
                  </a:cubicBezTo>
                  <a:cubicBezTo>
                    <a:pt x="10581" y="1192"/>
                    <a:pt x="10233" y="1383"/>
                    <a:pt x="9867" y="1540"/>
                  </a:cubicBezTo>
                  <a:cubicBezTo>
                    <a:pt x="9017" y="1901"/>
                    <a:pt x="8045" y="2088"/>
                    <a:pt x="6998" y="2088"/>
                  </a:cubicBezTo>
                  <a:cubicBezTo>
                    <a:pt x="6325" y="2088"/>
                    <a:pt x="5621" y="2011"/>
                    <a:pt x="4899" y="1854"/>
                  </a:cubicBezTo>
                  <a:cubicBezTo>
                    <a:pt x="3225" y="1523"/>
                    <a:pt x="1622" y="826"/>
                    <a:pt x="105" y="163"/>
                  </a:cubicBezTo>
                  <a:cubicBezTo>
                    <a:pt x="96" y="158"/>
                    <a:pt x="87" y="156"/>
                    <a:pt x="78" y="156"/>
                  </a:cubicBezTo>
                  <a:cubicBezTo>
                    <a:pt x="53" y="156"/>
                    <a:pt x="31" y="172"/>
                    <a:pt x="18" y="198"/>
                  </a:cubicBezTo>
                  <a:cubicBezTo>
                    <a:pt x="1" y="215"/>
                    <a:pt x="18" y="250"/>
                    <a:pt x="53" y="268"/>
                  </a:cubicBezTo>
                  <a:cubicBezTo>
                    <a:pt x="1587" y="948"/>
                    <a:pt x="3173" y="1627"/>
                    <a:pt x="4864" y="1976"/>
                  </a:cubicBezTo>
                  <a:cubicBezTo>
                    <a:pt x="5600" y="2133"/>
                    <a:pt x="6315" y="2210"/>
                    <a:pt x="6997" y="2210"/>
                  </a:cubicBezTo>
                  <a:cubicBezTo>
                    <a:pt x="8059" y="2210"/>
                    <a:pt x="9042" y="2023"/>
                    <a:pt x="9902" y="1662"/>
                  </a:cubicBezTo>
                  <a:cubicBezTo>
                    <a:pt x="10285" y="1505"/>
                    <a:pt x="10634" y="1296"/>
                    <a:pt x="10982" y="1104"/>
                  </a:cubicBezTo>
                  <a:cubicBezTo>
                    <a:pt x="11401" y="878"/>
                    <a:pt x="11819" y="669"/>
                    <a:pt x="12272" y="494"/>
                  </a:cubicBezTo>
                  <a:cubicBezTo>
                    <a:pt x="12916" y="247"/>
                    <a:pt x="13644" y="123"/>
                    <a:pt x="14425" y="123"/>
                  </a:cubicBezTo>
                  <a:cubicBezTo>
                    <a:pt x="15018" y="123"/>
                    <a:pt x="15642" y="194"/>
                    <a:pt x="16281" y="337"/>
                  </a:cubicBezTo>
                  <a:cubicBezTo>
                    <a:pt x="17624" y="634"/>
                    <a:pt x="18896" y="1209"/>
                    <a:pt x="20134" y="1749"/>
                  </a:cubicBezTo>
                  <a:lnTo>
                    <a:pt x="20796" y="2063"/>
                  </a:lnTo>
                  <a:cubicBezTo>
                    <a:pt x="21633" y="2464"/>
                    <a:pt x="22487" y="2813"/>
                    <a:pt x="23376" y="3074"/>
                  </a:cubicBezTo>
                  <a:cubicBezTo>
                    <a:pt x="23306" y="3022"/>
                    <a:pt x="23271" y="2970"/>
                    <a:pt x="23271" y="2935"/>
                  </a:cubicBezTo>
                  <a:lnTo>
                    <a:pt x="23271" y="2917"/>
                  </a:lnTo>
                  <a:cubicBezTo>
                    <a:pt x="22452" y="2656"/>
                    <a:pt x="21633" y="2325"/>
                    <a:pt x="20866" y="1941"/>
                  </a:cubicBezTo>
                  <a:lnTo>
                    <a:pt x="20186" y="1645"/>
                  </a:lnTo>
                  <a:cubicBezTo>
                    <a:pt x="18948" y="1087"/>
                    <a:pt x="17676" y="529"/>
                    <a:pt x="16316" y="215"/>
                  </a:cubicBezTo>
                  <a:cubicBezTo>
                    <a:pt x="15661" y="72"/>
                    <a:pt x="15026" y="1"/>
                    <a:pt x="14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74"/>
            <p:cNvSpPr/>
            <p:nvPr/>
          </p:nvSpPr>
          <p:spPr>
            <a:xfrm>
              <a:off x="1003775" y="2350000"/>
              <a:ext cx="203100" cy="78050"/>
            </a:xfrm>
            <a:custGeom>
              <a:rect b="b" l="l" r="r" t="t"/>
              <a:pathLst>
                <a:path extrusionOk="0" h="3122" w="8124">
                  <a:moveTo>
                    <a:pt x="8089" y="1"/>
                  </a:moveTo>
                  <a:cubicBezTo>
                    <a:pt x="5213" y="350"/>
                    <a:pt x="2441" y="1378"/>
                    <a:pt x="36" y="2999"/>
                  </a:cubicBezTo>
                  <a:cubicBezTo>
                    <a:pt x="1" y="3016"/>
                    <a:pt x="1" y="3051"/>
                    <a:pt x="18" y="3086"/>
                  </a:cubicBezTo>
                  <a:cubicBezTo>
                    <a:pt x="18" y="3104"/>
                    <a:pt x="36" y="3121"/>
                    <a:pt x="70" y="3121"/>
                  </a:cubicBezTo>
                  <a:lnTo>
                    <a:pt x="105" y="3121"/>
                  </a:lnTo>
                  <a:cubicBezTo>
                    <a:pt x="2493" y="1500"/>
                    <a:pt x="5247" y="472"/>
                    <a:pt x="8124" y="123"/>
                  </a:cubicBezTo>
                  <a:cubicBezTo>
                    <a:pt x="8124" y="88"/>
                    <a:pt x="8106" y="53"/>
                    <a:pt x="80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74"/>
            <p:cNvSpPr/>
            <p:nvPr/>
          </p:nvSpPr>
          <p:spPr>
            <a:xfrm>
              <a:off x="946250" y="2297725"/>
              <a:ext cx="213125" cy="79775"/>
            </a:xfrm>
            <a:custGeom>
              <a:rect b="b" l="l" r="r" t="t"/>
              <a:pathLst>
                <a:path extrusionOk="0" h="3191" w="8525">
                  <a:moveTo>
                    <a:pt x="8281" y="0"/>
                  </a:moveTo>
                  <a:cubicBezTo>
                    <a:pt x="5265" y="70"/>
                    <a:pt x="2354" y="1151"/>
                    <a:pt x="18" y="3085"/>
                  </a:cubicBezTo>
                  <a:cubicBezTo>
                    <a:pt x="1" y="3103"/>
                    <a:pt x="1" y="3138"/>
                    <a:pt x="18" y="3173"/>
                  </a:cubicBezTo>
                  <a:cubicBezTo>
                    <a:pt x="36" y="3190"/>
                    <a:pt x="53" y="3190"/>
                    <a:pt x="70" y="3190"/>
                  </a:cubicBezTo>
                  <a:cubicBezTo>
                    <a:pt x="88" y="3190"/>
                    <a:pt x="105" y="3190"/>
                    <a:pt x="105" y="3173"/>
                  </a:cubicBezTo>
                  <a:cubicBezTo>
                    <a:pt x="2476" y="1220"/>
                    <a:pt x="5457" y="140"/>
                    <a:pt x="8525" y="122"/>
                  </a:cubicBezTo>
                  <a:cubicBezTo>
                    <a:pt x="8455" y="87"/>
                    <a:pt x="8368" y="35"/>
                    <a:pt x="8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74"/>
            <p:cNvSpPr/>
            <p:nvPr/>
          </p:nvSpPr>
          <p:spPr>
            <a:xfrm>
              <a:off x="890475" y="2279850"/>
              <a:ext cx="114200" cy="71050"/>
            </a:xfrm>
            <a:custGeom>
              <a:rect b="b" l="l" r="r" t="t"/>
              <a:pathLst>
                <a:path extrusionOk="0" h="2842" w="4568">
                  <a:moveTo>
                    <a:pt x="4568" y="0"/>
                  </a:moveTo>
                  <a:lnTo>
                    <a:pt x="4568" y="0"/>
                  </a:lnTo>
                  <a:cubicBezTo>
                    <a:pt x="4411" y="18"/>
                    <a:pt x="4236" y="53"/>
                    <a:pt x="4079" y="70"/>
                  </a:cubicBezTo>
                  <a:cubicBezTo>
                    <a:pt x="2598" y="750"/>
                    <a:pt x="1221" y="1656"/>
                    <a:pt x="18" y="2737"/>
                  </a:cubicBezTo>
                  <a:cubicBezTo>
                    <a:pt x="1" y="2772"/>
                    <a:pt x="1" y="2807"/>
                    <a:pt x="18" y="2824"/>
                  </a:cubicBezTo>
                  <a:cubicBezTo>
                    <a:pt x="35" y="2842"/>
                    <a:pt x="53" y="2842"/>
                    <a:pt x="70" y="2842"/>
                  </a:cubicBezTo>
                  <a:cubicBezTo>
                    <a:pt x="88" y="2842"/>
                    <a:pt x="105" y="2842"/>
                    <a:pt x="105" y="2824"/>
                  </a:cubicBezTo>
                  <a:cubicBezTo>
                    <a:pt x="1430" y="1639"/>
                    <a:pt x="2929" y="680"/>
                    <a:pt x="4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74"/>
            <p:cNvSpPr/>
            <p:nvPr/>
          </p:nvSpPr>
          <p:spPr>
            <a:xfrm>
              <a:off x="1131875" y="2488150"/>
              <a:ext cx="54950" cy="35975"/>
            </a:xfrm>
            <a:custGeom>
              <a:rect b="b" l="l" r="r" t="t"/>
              <a:pathLst>
                <a:path extrusionOk="0" h="1439" w="2198">
                  <a:moveTo>
                    <a:pt x="1306" y="1"/>
                  </a:moveTo>
                  <a:cubicBezTo>
                    <a:pt x="815" y="1"/>
                    <a:pt x="1" y="257"/>
                    <a:pt x="228" y="802"/>
                  </a:cubicBezTo>
                  <a:cubicBezTo>
                    <a:pt x="315" y="994"/>
                    <a:pt x="455" y="1134"/>
                    <a:pt x="646" y="1221"/>
                  </a:cubicBezTo>
                  <a:cubicBezTo>
                    <a:pt x="850" y="1366"/>
                    <a:pt x="1102" y="1439"/>
                    <a:pt x="1361" y="1439"/>
                  </a:cubicBezTo>
                  <a:cubicBezTo>
                    <a:pt x="1413" y="1439"/>
                    <a:pt x="1466" y="1436"/>
                    <a:pt x="1518" y="1430"/>
                  </a:cubicBezTo>
                  <a:cubicBezTo>
                    <a:pt x="1832" y="1378"/>
                    <a:pt x="2076" y="1151"/>
                    <a:pt x="2145" y="837"/>
                  </a:cubicBezTo>
                  <a:cubicBezTo>
                    <a:pt x="2198" y="454"/>
                    <a:pt x="1867" y="88"/>
                    <a:pt x="1501" y="18"/>
                  </a:cubicBezTo>
                  <a:cubicBezTo>
                    <a:pt x="1446" y="7"/>
                    <a:pt x="1380" y="1"/>
                    <a:pt x="13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74"/>
            <p:cNvSpPr/>
            <p:nvPr/>
          </p:nvSpPr>
          <p:spPr>
            <a:xfrm>
              <a:off x="1192475" y="2509350"/>
              <a:ext cx="80200" cy="56975"/>
            </a:xfrm>
            <a:custGeom>
              <a:rect b="b" l="l" r="r" t="t"/>
              <a:pathLst>
                <a:path extrusionOk="0" h="2279" w="3208">
                  <a:moveTo>
                    <a:pt x="1386" y="1"/>
                  </a:moveTo>
                  <a:cubicBezTo>
                    <a:pt x="1299" y="1"/>
                    <a:pt x="1215" y="8"/>
                    <a:pt x="1133" y="24"/>
                  </a:cubicBezTo>
                  <a:cubicBezTo>
                    <a:pt x="262" y="181"/>
                    <a:pt x="0" y="1070"/>
                    <a:pt x="645" y="1663"/>
                  </a:cubicBezTo>
                  <a:cubicBezTo>
                    <a:pt x="977" y="1942"/>
                    <a:pt x="1360" y="2133"/>
                    <a:pt x="1796" y="2220"/>
                  </a:cubicBezTo>
                  <a:cubicBezTo>
                    <a:pt x="1918" y="2261"/>
                    <a:pt x="2047" y="2278"/>
                    <a:pt x="2174" y="2278"/>
                  </a:cubicBezTo>
                  <a:cubicBezTo>
                    <a:pt x="2264" y="2278"/>
                    <a:pt x="2354" y="2270"/>
                    <a:pt x="2441" y="2255"/>
                  </a:cubicBezTo>
                  <a:cubicBezTo>
                    <a:pt x="2563" y="2220"/>
                    <a:pt x="2685" y="2151"/>
                    <a:pt x="2772" y="2081"/>
                  </a:cubicBezTo>
                  <a:cubicBezTo>
                    <a:pt x="3086" y="1802"/>
                    <a:pt x="3208" y="1384"/>
                    <a:pt x="3068" y="1000"/>
                  </a:cubicBezTo>
                  <a:cubicBezTo>
                    <a:pt x="2867" y="459"/>
                    <a:pt x="2064" y="1"/>
                    <a:pt x="13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494" name="Google Shape;349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875" y="44900"/>
            <a:ext cx="3489955" cy="134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5" name="Google Shape;349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51" y="123913"/>
            <a:ext cx="1180550" cy="11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9" name="Shape 3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0" name="Google Shape;3500;p75"/>
          <p:cNvSpPr txBox="1"/>
          <p:nvPr>
            <p:ph type="ctrTitle"/>
          </p:nvPr>
        </p:nvSpPr>
        <p:spPr>
          <a:xfrm>
            <a:off x="1181300" y="707825"/>
            <a:ext cx="3713700" cy="25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1:</a:t>
            </a:r>
            <a:br>
              <a:rPr lang="es"/>
            </a:br>
            <a:r>
              <a:rPr lang="es"/>
              <a:t>Metodologías</a:t>
            </a:r>
            <a:br>
              <a:rPr lang="es"/>
            </a:br>
            <a:r>
              <a:rPr lang="es"/>
              <a:t>y Métricas</a:t>
            </a:r>
            <a:endParaRPr/>
          </a:p>
        </p:txBody>
      </p:sp>
      <p:sp>
        <p:nvSpPr>
          <p:cNvPr id="3501" name="Google Shape;3501;p75"/>
          <p:cNvSpPr txBox="1"/>
          <p:nvPr>
            <p:ph idx="1" type="subTitle"/>
          </p:nvPr>
        </p:nvSpPr>
        <p:spPr>
          <a:xfrm>
            <a:off x="1243000" y="3197275"/>
            <a:ext cx="36519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Gonzalo Martínez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gonzalo.martinez@uc.cl</a:t>
            </a:r>
            <a:endParaRPr/>
          </a:p>
        </p:txBody>
      </p:sp>
      <p:grpSp>
        <p:nvGrpSpPr>
          <p:cNvPr id="3502" name="Google Shape;3502;p75"/>
          <p:cNvGrpSpPr/>
          <p:nvPr/>
        </p:nvGrpSpPr>
        <p:grpSpPr>
          <a:xfrm>
            <a:off x="4895009" y="2385100"/>
            <a:ext cx="4080950" cy="3063373"/>
            <a:chOff x="408500" y="2277325"/>
            <a:chExt cx="2731925" cy="2050725"/>
          </a:xfrm>
        </p:grpSpPr>
        <p:sp>
          <p:nvSpPr>
            <p:cNvPr id="3503" name="Google Shape;3503;p75"/>
            <p:cNvSpPr/>
            <p:nvPr/>
          </p:nvSpPr>
          <p:spPr>
            <a:xfrm>
              <a:off x="1266125" y="2953575"/>
              <a:ext cx="1106475" cy="1013475"/>
            </a:xfrm>
            <a:custGeom>
              <a:rect b="b" l="l" r="r" t="t"/>
              <a:pathLst>
                <a:path extrusionOk="0" h="40539" w="44259">
                  <a:moveTo>
                    <a:pt x="31655" y="0"/>
                  </a:moveTo>
                  <a:lnTo>
                    <a:pt x="0" y="610"/>
                  </a:lnTo>
                  <a:cubicBezTo>
                    <a:pt x="0" y="610"/>
                    <a:pt x="5526" y="4480"/>
                    <a:pt x="7461" y="12585"/>
                  </a:cubicBezTo>
                  <a:cubicBezTo>
                    <a:pt x="9413" y="20708"/>
                    <a:pt x="12620" y="40423"/>
                    <a:pt x="12620" y="40423"/>
                  </a:cubicBezTo>
                  <a:cubicBezTo>
                    <a:pt x="12620" y="40423"/>
                    <a:pt x="14792" y="40538"/>
                    <a:pt x="18097" y="40538"/>
                  </a:cubicBezTo>
                  <a:cubicBezTo>
                    <a:pt x="24921" y="40538"/>
                    <a:pt x="36576" y="40048"/>
                    <a:pt x="43927" y="37041"/>
                  </a:cubicBezTo>
                  <a:cubicBezTo>
                    <a:pt x="43927" y="37041"/>
                    <a:pt x="44258" y="22312"/>
                    <a:pt x="40789" y="14712"/>
                  </a:cubicBezTo>
                  <a:cubicBezTo>
                    <a:pt x="37320" y="7095"/>
                    <a:pt x="31655" y="0"/>
                    <a:pt x="3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75"/>
            <p:cNvSpPr/>
            <p:nvPr/>
          </p:nvSpPr>
          <p:spPr>
            <a:xfrm>
              <a:off x="1408175" y="2983200"/>
              <a:ext cx="899050" cy="900775"/>
            </a:xfrm>
            <a:custGeom>
              <a:rect b="b" l="l" r="r" t="t"/>
              <a:pathLst>
                <a:path extrusionOk="0" fill="none" h="36031" w="35962">
                  <a:moveTo>
                    <a:pt x="1" y="332"/>
                  </a:moveTo>
                  <a:cubicBezTo>
                    <a:pt x="1" y="332"/>
                    <a:pt x="5335" y="8611"/>
                    <a:pt x="7287" y="16072"/>
                  </a:cubicBezTo>
                  <a:cubicBezTo>
                    <a:pt x="9222" y="23515"/>
                    <a:pt x="10756" y="36031"/>
                    <a:pt x="10756" y="36031"/>
                  </a:cubicBezTo>
                  <a:lnTo>
                    <a:pt x="35961" y="33416"/>
                  </a:lnTo>
                  <a:cubicBezTo>
                    <a:pt x="35961" y="33416"/>
                    <a:pt x="33172" y="14294"/>
                    <a:pt x="30802" y="9047"/>
                  </a:cubicBezTo>
                  <a:cubicBezTo>
                    <a:pt x="29338" y="5840"/>
                    <a:pt x="27525" y="2789"/>
                    <a:pt x="25381" y="0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75"/>
            <p:cNvSpPr/>
            <p:nvPr/>
          </p:nvSpPr>
          <p:spPr>
            <a:xfrm>
              <a:off x="1459175" y="2974475"/>
              <a:ext cx="268450" cy="915600"/>
            </a:xfrm>
            <a:custGeom>
              <a:rect b="b" l="l" r="r" t="t"/>
              <a:pathLst>
                <a:path extrusionOk="0" fill="none" h="36624" w="10738">
                  <a:moveTo>
                    <a:pt x="0" y="1"/>
                  </a:moveTo>
                  <a:cubicBezTo>
                    <a:pt x="0" y="1"/>
                    <a:pt x="5840" y="9902"/>
                    <a:pt x="7356" y="16491"/>
                  </a:cubicBezTo>
                  <a:cubicBezTo>
                    <a:pt x="8664" y="22191"/>
                    <a:pt x="10738" y="36624"/>
                    <a:pt x="10738" y="36624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75"/>
            <p:cNvSpPr/>
            <p:nvPr/>
          </p:nvSpPr>
          <p:spPr>
            <a:xfrm>
              <a:off x="1992125" y="2968375"/>
              <a:ext cx="272825" cy="873325"/>
            </a:xfrm>
            <a:custGeom>
              <a:rect b="b" l="l" r="r" t="t"/>
              <a:pathLst>
                <a:path extrusionOk="0" fill="none" h="34933" w="10913">
                  <a:moveTo>
                    <a:pt x="1" y="1"/>
                  </a:moveTo>
                  <a:cubicBezTo>
                    <a:pt x="1" y="1"/>
                    <a:pt x="6520" y="9222"/>
                    <a:pt x="7862" y="16822"/>
                  </a:cubicBezTo>
                  <a:cubicBezTo>
                    <a:pt x="9222" y="24439"/>
                    <a:pt x="10913" y="34933"/>
                    <a:pt x="10913" y="34933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75"/>
            <p:cNvSpPr/>
            <p:nvPr/>
          </p:nvSpPr>
          <p:spPr>
            <a:xfrm>
              <a:off x="1402075" y="3012825"/>
              <a:ext cx="687250" cy="29225"/>
            </a:xfrm>
            <a:custGeom>
              <a:rect b="b" l="l" r="r" t="t"/>
              <a:pathLst>
                <a:path extrusionOk="0" fill="none" h="1169" w="27490">
                  <a:moveTo>
                    <a:pt x="1" y="1169"/>
                  </a:moveTo>
                  <a:lnTo>
                    <a:pt x="27490" y="1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75"/>
            <p:cNvSpPr/>
            <p:nvPr/>
          </p:nvSpPr>
          <p:spPr>
            <a:xfrm>
              <a:off x="1634350" y="3771525"/>
              <a:ext cx="691600" cy="72350"/>
            </a:xfrm>
            <a:custGeom>
              <a:rect b="b" l="l" r="r" t="t"/>
              <a:pathLst>
                <a:path extrusionOk="0" fill="none" h="2894" w="27664">
                  <a:moveTo>
                    <a:pt x="1" y="2894"/>
                  </a:moveTo>
                  <a:lnTo>
                    <a:pt x="27664" y="0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75"/>
            <p:cNvSpPr/>
            <p:nvPr/>
          </p:nvSpPr>
          <p:spPr>
            <a:xfrm>
              <a:off x="1543700" y="3046375"/>
              <a:ext cx="359550" cy="310750"/>
            </a:xfrm>
            <a:custGeom>
              <a:rect b="b" l="l" r="r" t="t"/>
              <a:pathLst>
                <a:path extrusionOk="0" fill="none" h="12430" w="14382">
                  <a:moveTo>
                    <a:pt x="1" y="419"/>
                  </a:moveTo>
                  <a:cubicBezTo>
                    <a:pt x="1" y="419"/>
                    <a:pt x="3714" y="7531"/>
                    <a:pt x="4899" y="12429"/>
                  </a:cubicBezTo>
                  <a:lnTo>
                    <a:pt x="14382" y="11506"/>
                  </a:lnTo>
                  <a:lnTo>
                    <a:pt x="10233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75"/>
            <p:cNvSpPr/>
            <p:nvPr/>
          </p:nvSpPr>
          <p:spPr>
            <a:xfrm>
              <a:off x="1680100" y="3095625"/>
              <a:ext cx="188725" cy="153850"/>
            </a:xfrm>
            <a:custGeom>
              <a:rect b="b" l="l" r="r" t="t"/>
              <a:pathLst>
                <a:path extrusionOk="0" fill="none" h="6154" w="7549">
                  <a:moveTo>
                    <a:pt x="5457" y="1"/>
                  </a:moveTo>
                  <a:lnTo>
                    <a:pt x="1" y="436"/>
                  </a:lnTo>
                  <a:lnTo>
                    <a:pt x="2337" y="6154"/>
                  </a:lnTo>
                  <a:lnTo>
                    <a:pt x="7549" y="5718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75"/>
            <p:cNvSpPr/>
            <p:nvPr/>
          </p:nvSpPr>
          <p:spPr>
            <a:xfrm>
              <a:off x="1776850" y="3110875"/>
              <a:ext cx="50575" cy="53625"/>
            </a:xfrm>
            <a:custGeom>
              <a:rect b="b" l="l" r="r" t="t"/>
              <a:pathLst>
                <a:path extrusionOk="0" fill="none" h="2145" w="2023">
                  <a:moveTo>
                    <a:pt x="1" y="123"/>
                  </a:moveTo>
                  <a:lnTo>
                    <a:pt x="750" y="2145"/>
                  </a:lnTo>
                  <a:lnTo>
                    <a:pt x="2023" y="1970"/>
                  </a:lnTo>
                  <a:lnTo>
                    <a:pt x="1291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75"/>
            <p:cNvSpPr/>
            <p:nvPr/>
          </p:nvSpPr>
          <p:spPr>
            <a:xfrm>
              <a:off x="1799075" y="3174500"/>
              <a:ext cx="50575" cy="53625"/>
            </a:xfrm>
            <a:custGeom>
              <a:rect b="b" l="l" r="r" t="t"/>
              <a:pathLst>
                <a:path extrusionOk="0" fill="none" h="2145" w="2023">
                  <a:moveTo>
                    <a:pt x="1" y="123"/>
                  </a:moveTo>
                  <a:lnTo>
                    <a:pt x="768" y="2145"/>
                  </a:lnTo>
                  <a:lnTo>
                    <a:pt x="2023" y="1970"/>
                  </a:lnTo>
                  <a:lnTo>
                    <a:pt x="1308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75"/>
            <p:cNvSpPr/>
            <p:nvPr/>
          </p:nvSpPr>
          <p:spPr>
            <a:xfrm>
              <a:off x="1752875" y="3100425"/>
              <a:ext cx="53200" cy="143400"/>
            </a:xfrm>
            <a:custGeom>
              <a:rect b="b" l="l" r="r" t="t"/>
              <a:pathLst>
                <a:path extrusionOk="0" fill="none" h="5736" w="2128">
                  <a:moveTo>
                    <a:pt x="1" y="0"/>
                  </a:moveTo>
                  <a:lnTo>
                    <a:pt x="2128" y="5735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75"/>
            <p:cNvSpPr/>
            <p:nvPr/>
          </p:nvSpPr>
          <p:spPr>
            <a:xfrm>
              <a:off x="1595125" y="3141825"/>
              <a:ext cx="72375" cy="106775"/>
            </a:xfrm>
            <a:custGeom>
              <a:rect b="b" l="l" r="r" t="t"/>
              <a:pathLst>
                <a:path extrusionOk="0" fill="none" h="4271" w="2895">
                  <a:moveTo>
                    <a:pt x="1" y="53"/>
                  </a:moveTo>
                  <a:lnTo>
                    <a:pt x="1744" y="4271"/>
                  </a:lnTo>
                  <a:lnTo>
                    <a:pt x="2894" y="4149"/>
                  </a:lnTo>
                  <a:lnTo>
                    <a:pt x="1204" y="0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75"/>
            <p:cNvSpPr/>
            <p:nvPr/>
          </p:nvSpPr>
          <p:spPr>
            <a:xfrm>
              <a:off x="1820425" y="3038100"/>
              <a:ext cx="326000" cy="292875"/>
            </a:xfrm>
            <a:custGeom>
              <a:rect b="b" l="l" r="r" t="t"/>
              <a:pathLst>
                <a:path extrusionOk="0" fill="none" h="11715" w="13040">
                  <a:moveTo>
                    <a:pt x="1" y="297"/>
                  </a:moveTo>
                  <a:lnTo>
                    <a:pt x="4045" y="11714"/>
                  </a:lnTo>
                  <a:lnTo>
                    <a:pt x="13039" y="10529"/>
                  </a:lnTo>
                  <a:cubicBezTo>
                    <a:pt x="13039" y="10529"/>
                    <a:pt x="11052" y="5701"/>
                    <a:pt x="9954" y="3557"/>
                  </a:cubicBezTo>
                  <a:cubicBezTo>
                    <a:pt x="8856" y="1413"/>
                    <a:pt x="8054" y="1"/>
                    <a:pt x="8054" y="1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75"/>
            <p:cNvSpPr/>
            <p:nvPr/>
          </p:nvSpPr>
          <p:spPr>
            <a:xfrm>
              <a:off x="1938100" y="3042025"/>
              <a:ext cx="123775" cy="85875"/>
            </a:xfrm>
            <a:custGeom>
              <a:rect b="b" l="l" r="r" t="t"/>
              <a:pathLst>
                <a:path extrusionOk="0" fill="none" h="3435" w="4951">
                  <a:moveTo>
                    <a:pt x="0" y="1"/>
                  </a:moveTo>
                  <a:lnTo>
                    <a:pt x="1726" y="3435"/>
                  </a:lnTo>
                  <a:lnTo>
                    <a:pt x="4951" y="2929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75"/>
            <p:cNvSpPr/>
            <p:nvPr/>
          </p:nvSpPr>
          <p:spPr>
            <a:xfrm>
              <a:off x="1912375" y="3044200"/>
              <a:ext cx="119875" cy="271950"/>
            </a:xfrm>
            <a:custGeom>
              <a:rect b="b" l="l" r="r" t="t"/>
              <a:pathLst>
                <a:path extrusionOk="0" fill="none" h="10878" w="4795">
                  <a:moveTo>
                    <a:pt x="1" y="1"/>
                  </a:moveTo>
                  <a:cubicBezTo>
                    <a:pt x="1" y="1"/>
                    <a:pt x="4027" y="8681"/>
                    <a:pt x="4794" y="10878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75"/>
            <p:cNvSpPr/>
            <p:nvPr/>
          </p:nvSpPr>
          <p:spPr>
            <a:xfrm>
              <a:off x="1879700" y="3190200"/>
              <a:ext cx="99375" cy="12650"/>
            </a:xfrm>
            <a:custGeom>
              <a:rect b="b" l="l" r="r" t="t"/>
              <a:pathLst>
                <a:path extrusionOk="0" fill="none" h="506" w="3975">
                  <a:moveTo>
                    <a:pt x="0" y="506"/>
                  </a:moveTo>
                  <a:lnTo>
                    <a:pt x="3975" y="0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75"/>
            <p:cNvSpPr/>
            <p:nvPr/>
          </p:nvSpPr>
          <p:spPr>
            <a:xfrm>
              <a:off x="1673575" y="3363625"/>
              <a:ext cx="342550" cy="441050"/>
            </a:xfrm>
            <a:custGeom>
              <a:rect b="b" l="l" r="r" t="t"/>
              <a:pathLst>
                <a:path extrusionOk="0" fill="none" h="17642" w="13702">
                  <a:moveTo>
                    <a:pt x="0" y="698"/>
                  </a:moveTo>
                  <a:cubicBezTo>
                    <a:pt x="0" y="698"/>
                    <a:pt x="2476" y="11993"/>
                    <a:pt x="2859" y="17641"/>
                  </a:cubicBezTo>
                  <a:lnTo>
                    <a:pt x="13701" y="16438"/>
                  </a:lnTo>
                  <a:lnTo>
                    <a:pt x="11749" y="3749"/>
                  </a:lnTo>
                  <a:lnTo>
                    <a:pt x="9204" y="4062"/>
                  </a:lnTo>
                  <a:lnTo>
                    <a:pt x="8193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75"/>
            <p:cNvSpPr/>
            <p:nvPr/>
          </p:nvSpPr>
          <p:spPr>
            <a:xfrm>
              <a:off x="1927625" y="3323975"/>
              <a:ext cx="298100" cy="439300"/>
            </a:xfrm>
            <a:custGeom>
              <a:rect b="b" l="l" r="r" t="t"/>
              <a:pathLst>
                <a:path extrusionOk="0" fill="none" h="17572" w="11924">
                  <a:moveTo>
                    <a:pt x="1" y="1273"/>
                  </a:moveTo>
                  <a:lnTo>
                    <a:pt x="820" y="4376"/>
                  </a:lnTo>
                  <a:lnTo>
                    <a:pt x="2964" y="4184"/>
                  </a:lnTo>
                  <a:lnTo>
                    <a:pt x="5073" y="17571"/>
                  </a:lnTo>
                  <a:lnTo>
                    <a:pt x="11924" y="16874"/>
                  </a:lnTo>
                  <a:cubicBezTo>
                    <a:pt x="11924" y="16874"/>
                    <a:pt x="10338" y="3940"/>
                    <a:pt x="8751" y="1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75"/>
            <p:cNvSpPr/>
            <p:nvPr/>
          </p:nvSpPr>
          <p:spPr>
            <a:xfrm>
              <a:off x="1678375" y="3395450"/>
              <a:ext cx="168225" cy="115500"/>
            </a:xfrm>
            <a:custGeom>
              <a:rect b="b" l="l" r="r" t="t"/>
              <a:pathLst>
                <a:path extrusionOk="0" fill="none" h="4620" w="6729">
                  <a:moveTo>
                    <a:pt x="959" y="4620"/>
                  </a:moveTo>
                  <a:lnTo>
                    <a:pt x="6729" y="4062"/>
                  </a:lnTo>
                  <a:lnTo>
                    <a:pt x="5840" y="0"/>
                  </a:lnTo>
                  <a:lnTo>
                    <a:pt x="0" y="506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75"/>
            <p:cNvSpPr/>
            <p:nvPr/>
          </p:nvSpPr>
          <p:spPr>
            <a:xfrm>
              <a:off x="1367650" y="3159375"/>
              <a:ext cx="211825" cy="348100"/>
            </a:xfrm>
            <a:custGeom>
              <a:rect b="b" l="l" r="r" t="t"/>
              <a:pathLst>
                <a:path extrusionOk="0" h="13924" w="8473">
                  <a:moveTo>
                    <a:pt x="5785" y="0"/>
                  </a:moveTo>
                  <a:cubicBezTo>
                    <a:pt x="5752" y="0"/>
                    <a:pt x="5718" y="4"/>
                    <a:pt x="5683" y="13"/>
                  </a:cubicBezTo>
                  <a:cubicBezTo>
                    <a:pt x="4570" y="309"/>
                    <a:pt x="4689" y="4911"/>
                    <a:pt x="3806" y="4911"/>
                  </a:cubicBezTo>
                  <a:cubicBezTo>
                    <a:pt x="3804" y="4911"/>
                    <a:pt x="3802" y="4911"/>
                    <a:pt x="3801" y="4911"/>
                  </a:cubicBezTo>
                  <a:cubicBezTo>
                    <a:pt x="2912" y="4876"/>
                    <a:pt x="2929" y="2697"/>
                    <a:pt x="2929" y="2697"/>
                  </a:cubicBezTo>
                  <a:lnTo>
                    <a:pt x="2162" y="553"/>
                  </a:lnTo>
                  <a:cubicBezTo>
                    <a:pt x="1622" y="1286"/>
                    <a:pt x="1151" y="2087"/>
                    <a:pt x="750" y="2907"/>
                  </a:cubicBezTo>
                  <a:cubicBezTo>
                    <a:pt x="1" y="4423"/>
                    <a:pt x="314" y="5120"/>
                    <a:pt x="158" y="6079"/>
                  </a:cubicBezTo>
                  <a:cubicBezTo>
                    <a:pt x="53" y="6619"/>
                    <a:pt x="140" y="7177"/>
                    <a:pt x="402" y="7665"/>
                  </a:cubicBezTo>
                  <a:cubicBezTo>
                    <a:pt x="471" y="8049"/>
                    <a:pt x="489" y="8450"/>
                    <a:pt x="437" y="8833"/>
                  </a:cubicBezTo>
                  <a:cubicBezTo>
                    <a:pt x="367" y="9600"/>
                    <a:pt x="1709" y="10646"/>
                    <a:pt x="2877" y="11779"/>
                  </a:cubicBezTo>
                  <a:cubicBezTo>
                    <a:pt x="3574" y="12459"/>
                    <a:pt x="4237" y="13174"/>
                    <a:pt x="4847" y="13923"/>
                  </a:cubicBezTo>
                  <a:lnTo>
                    <a:pt x="8472" y="10106"/>
                  </a:lnTo>
                  <a:cubicBezTo>
                    <a:pt x="8472" y="10106"/>
                    <a:pt x="7705" y="6619"/>
                    <a:pt x="7479" y="5312"/>
                  </a:cubicBezTo>
                  <a:cubicBezTo>
                    <a:pt x="7276" y="4063"/>
                    <a:pt x="6812" y="0"/>
                    <a:pt x="5785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75"/>
            <p:cNvSpPr/>
            <p:nvPr/>
          </p:nvSpPr>
          <p:spPr>
            <a:xfrm>
              <a:off x="1488800" y="3412450"/>
              <a:ext cx="676350" cy="507550"/>
            </a:xfrm>
            <a:custGeom>
              <a:rect b="b" l="l" r="r" t="t"/>
              <a:pathLst>
                <a:path extrusionOk="0" h="20302" w="27054">
                  <a:moveTo>
                    <a:pt x="3626" y="0"/>
                  </a:moveTo>
                  <a:lnTo>
                    <a:pt x="1" y="3800"/>
                  </a:lnTo>
                  <a:cubicBezTo>
                    <a:pt x="1" y="3800"/>
                    <a:pt x="8173" y="20301"/>
                    <a:pt x="18573" y="20301"/>
                  </a:cubicBezTo>
                  <a:cubicBezTo>
                    <a:pt x="19168" y="20301"/>
                    <a:pt x="19770" y="20247"/>
                    <a:pt x="20378" y="20133"/>
                  </a:cubicBezTo>
                  <a:lnTo>
                    <a:pt x="27054" y="13858"/>
                  </a:lnTo>
                  <a:lnTo>
                    <a:pt x="21894" y="1778"/>
                  </a:lnTo>
                  <a:lnTo>
                    <a:pt x="15724" y="9971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75"/>
            <p:cNvSpPr/>
            <p:nvPr/>
          </p:nvSpPr>
          <p:spPr>
            <a:xfrm>
              <a:off x="2922075" y="3826875"/>
              <a:ext cx="180000" cy="213550"/>
            </a:xfrm>
            <a:custGeom>
              <a:rect b="b" l="l" r="r" t="t"/>
              <a:pathLst>
                <a:path extrusionOk="0" h="8542" w="7200">
                  <a:moveTo>
                    <a:pt x="1" y="0"/>
                  </a:moveTo>
                  <a:lnTo>
                    <a:pt x="2459" y="8541"/>
                  </a:lnTo>
                  <a:cubicBezTo>
                    <a:pt x="2459" y="8541"/>
                    <a:pt x="6607" y="6258"/>
                    <a:pt x="7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75"/>
            <p:cNvSpPr/>
            <p:nvPr/>
          </p:nvSpPr>
          <p:spPr>
            <a:xfrm>
              <a:off x="2958250" y="3174950"/>
              <a:ext cx="182175" cy="683325"/>
            </a:xfrm>
            <a:custGeom>
              <a:rect b="b" l="l" r="r" t="t"/>
              <a:pathLst>
                <a:path extrusionOk="0" h="27333" w="7287">
                  <a:moveTo>
                    <a:pt x="1081" y="0"/>
                  </a:moveTo>
                  <a:lnTo>
                    <a:pt x="1" y="27332"/>
                  </a:lnTo>
                  <a:lnTo>
                    <a:pt x="7287" y="26321"/>
                  </a:lnTo>
                  <a:cubicBezTo>
                    <a:pt x="7287" y="26321"/>
                    <a:pt x="6938" y="19140"/>
                    <a:pt x="5753" y="11278"/>
                  </a:cubicBezTo>
                  <a:cubicBezTo>
                    <a:pt x="4568" y="3399"/>
                    <a:pt x="1081" y="0"/>
                    <a:pt x="10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75"/>
            <p:cNvSpPr/>
            <p:nvPr/>
          </p:nvSpPr>
          <p:spPr>
            <a:xfrm>
              <a:off x="1829150" y="3223300"/>
              <a:ext cx="513800" cy="711225"/>
            </a:xfrm>
            <a:custGeom>
              <a:rect b="b" l="l" r="r" t="t"/>
              <a:pathLst>
                <a:path extrusionOk="0" h="28449" w="20552">
                  <a:moveTo>
                    <a:pt x="15218" y="1"/>
                  </a:moveTo>
                  <a:cubicBezTo>
                    <a:pt x="15061" y="18"/>
                    <a:pt x="14922" y="53"/>
                    <a:pt x="14782" y="106"/>
                  </a:cubicBezTo>
                  <a:cubicBezTo>
                    <a:pt x="10372" y="1552"/>
                    <a:pt x="0" y="15515"/>
                    <a:pt x="0" y="15515"/>
                  </a:cubicBezTo>
                  <a:lnTo>
                    <a:pt x="6433" y="28449"/>
                  </a:lnTo>
                  <a:lnTo>
                    <a:pt x="13963" y="22539"/>
                  </a:lnTo>
                  <a:lnTo>
                    <a:pt x="14015" y="22853"/>
                  </a:lnTo>
                  <a:lnTo>
                    <a:pt x="14608" y="26984"/>
                  </a:lnTo>
                  <a:lnTo>
                    <a:pt x="14643" y="27176"/>
                  </a:lnTo>
                  <a:lnTo>
                    <a:pt x="15322" y="27438"/>
                  </a:lnTo>
                  <a:lnTo>
                    <a:pt x="15532" y="27141"/>
                  </a:lnTo>
                  <a:lnTo>
                    <a:pt x="16978" y="25241"/>
                  </a:lnTo>
                  <a:lnTo>
                    <a:pt x="18687" y="23045"/>
                  </a:lnTo>
                  <a:lnTo>
                    <a:pt x="20552" y="12377"/>
                  </a:lnTo>
                  <a:lnTo>
                    <a:pt x="1521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75"/>
            <p:cNvSpPr/>
            <p:nvPr/>
          </p:nvSpPr>
          <p:spPr>
            <a:xfrm>
              <a:off x="2195200" y="3084000"/>
              <a:ext cx="856325" cy="1210050"/>
            </a:xfrm>
            <a:custGeom>
              <a:rect b="b" l="l" r="r" t="t"/>
              <a:pathLst>
                <a:path extrusionOk="0" h="48402" w="34253">
                  <a:moveTo>
                    <a:pt x="16913" y="0"/>
                  </a:moveTo>
                  <a:cubicBezTo>
                    <a:pt x="15173" y="0"/>
                    <a:pt x="13303" y="109"/>
                    <a:pt x="11313" y="361"/>
                  </a:cubicBezTo>
                  <a:cubicBezTo>
                    <a:pt x="11313" y="361"/>
                    <a:pt x="3278" y="2801"/>
                    <a:pt x="105" y="5556"/>
                  </a:cubicBezTo>
                  <a:cubicBezTo>
                    <a:pt x="105" y="5556"/>
                    <a:pt x="123" y="5590"/>
                    <a:pt x="140" y="5660"/>
                  </a:cubicBezTo>
                  <a:cubicBezTo>
                    <a:pt x="489" y="6828"/>
                    <a:pt x="3435" y="16816"/>
                    <a:pt x="3034" y="23022"/>
                  </a:cubicBezTo>
                  <a:cubicBezTo>
                    <a:pt x="2912" y="25288"/>
                    <a:pt x="2441" y="27519"/>
                    <a:pt x="1639" y="29628"/>
                  </a:cubicBezTo>
                  <a:cubicBezTo>
                    <a:pt x="1360" y="30395"/>
                    <a:pt x="1012" y="31145"/>
                    <a:pt x="593" y="31842"/>
                  </a:cubicBezTo>
                  <a:cubicBezTo>
                    <a:pt x="419" y="32173"/>
                    <a:pt x="227" y="32487"/>
                    <a:pt x="1" y="32783"/>
                  </a:cubicBezTo>
                  <a:lnTo>
                    <a:pt x="70" y="34195"/>
                  </a:lnTo>
                  <a:lnTo>
                    <a:pt x="280" y="38535"/>
                  </a:lnTo>
                  <a:lnTo>
                    <a:pt x="419" y="41411"/>
                  </a:lnTo>
                  <a:lnTo>
                    <a:pt x="646" y="45769"/>
                  </a:lnTo>
                  <a:lnTo>
                    <a:pt x="768" y="48332"/>
                  </a:lnTo>
                  <a:lnTo>
                    <a:pt x="6258" y="48332"/>
                  </a:lnTo>
                  <a:lnTo>
                    <a:pt x="32632" y="48401"/>
                  </a:lnTo>
                  <a:cubicBezTo>
                    <a:pt x="32632" y="48401"/>
                    <a:pt x="32649" y="47460"/>
                    <a:pt x="32684" y="45891"/>
                  </a:cubicBezTo>
                  <a:cubicBezTo>
                    <a:pt x="32702" y="44549"/>
                    <a:pt x="32736" y="42771"/>
                    <a:pt x="32789" y="40749"/>
                  </a:cubicBezTo>
                  <a:cubicBezTo>
                    <a:pt x="32789" y="40087"/>
                    <a:pt x="32806" y="39389"/>
                    <a:pt x="32824" y="38692"/>
                  </a:cubicBezTo>
                  <a:cubicBezTo>
                    <a:pt x="32858" y="37036"/>
                    <a:pt x="32911" y="35293"/>
                    <a:pt x="32946" y="33533"/>
                  </a:cubicBezTo>
                  <a:cubicBezTo>
                    <a:pt x="33120" y="26508"/>
                    <a:pt x="33364" y="19169"/>
                    <a:pt x="33660" y="16938"/>
                  </a:cubicBezTo>
                  <a:cubicBezTo>
                    <a:pt x="34253" y="12284"/>
                    <a:pt x="33242" y="5050"/>
                    <a:pt x="31725" y="3621"/>
                  </a:cubicBezTo>
                  <a:cubicBezTo>
                    <a:pt x="30473" y="2440"/>
                    <a:pt x="25156" y="0"/>
                    <a:pt x="16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75"/>
            <p:cNvSpPr/>
            <p:nvPr/>
          </p:nvSpPr>
          <p:spPr>
            <a:xfrm>
              <a:off x="2196500" y="3922300"/>
              <a:ext cx="822350" cy="142650"/>
            </a:xfrm>
            <a:custGeom>
              <a:rect b="b" l="l" r="r" t="t"/>
              <a:pathLst>
                <a:path extrusionOk="0" h="5706" w="32894">
                  <a:moveTo>
                    <a:pt x="32894" y="1"/>
                  </a:moveTo>
                  <a:lnTo>
                    <a:pt x="32894" y="1"/>
                  </a:lnTo>
                  <a:cubicBezTo>
                    <a:pt x="28057" y="968"/>
                    <a:pt x="21755" y="1261"/>
                    <a:pt x="15903" y="1261"/>
                  </a:cubicBezTo>
                  <a:cubicBezTo>
                    <a:pt x="8786" y="1261"/>
                    <a:pt x="2335" y="827"/>
                    <a:pt x="1" y="646"/>
                  </a:cubicBezTo>
                  <a:lnTo>
                    <a:pt x="1" y="646"/>
                  </a:lnTo>
                  <a:lnTo>
                    <a:pt x="228" y="4986"/>
                  </a:lnTo>
                  <a:cubicBezTo>
                    <a:pt x="3601" y="5528"/>
                    <a:pt x="8710" y="5705"/>
                    <a:pt x="13959" y="5705"/>
                  </a:cubicBezTo>
                  <a:cubicBezTo>
                    <a:pt x="21540" y="5705"/>
                    <a:pt x="29414" y="5335"/>
                    <a:pt x="32772" y="5160"/>
                  </a:cubicBezTo>
                  <a:cubicBezTo>
                    <a:pt x="32806" y="3504"/>
                    <a:pt x="32859" y="1761"/>
                    <a:pt x="328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75"/>
            <p:cNvSpPr/>
            <p:nvPr/>
          </p:nvSpPr>
          <p:spPr>
            <a:xfrm>
              <a:off x="2205225" y="4113600"/>
              <a:ext cx="809700" cy="131125"/>
            </a:xfrm>
            <a:custGeom>
              <a:rect b="b" l="l" r="r" t="t"/>
              <a:pathLst>
                <a:path extrusionOk="0" h="5245" w="32388">
                  <a:moveTo>
                    <a:pt x="32388" y="1"/>
                  </a:moveTo>
                  <a:lnTo>
                    <a:pt x="32388" y="1"/>
                  </a:lnTo>
                  <a:cubicBezTo>
                    <a:pt x="27857" y="530"/>
                    <a:pt x="22060" y="705"/>
                    <a:pt x="16558" y="705"/>
                  </a:cubicBezTo>
                  <a:cubicBezTo>
                    <a:pt x="9380" y="705"/>
                    <a:pt x="2704" y="407"/>
                    <a:pt x="1" y="210"/>
                  </a:cubicBezTo>
                  <a:lnTo>
                    <a:pt x="1" y="210"/>
                  </a:lnTo>
                  <a:lnTo>
                    <a:pt x="227" y="4568"/>
                  </a:lnTo>
                  <a:cubicBezTo>
                    <a:pt x="3612" y="5077"/>
                    <a:pt x="8573" y="5245"/>
                    <a:pt x="13660" y="5245"/>
                  </a:cubicBezTo>
                  <a:cubicBezTo>
                    <a:pt x="21121" y="5245"/>
                    <a:pt x="28853" y="4883"/>
                    <a:pt x="32283" y="4707"/>
                  </a:cubicBezTo>
                  <a:cubicBezTo>
                    <a:pt x="32301" y="3365"/>
                    <a:pt x="32335" y="2040"/>
                    <a:pt x="323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75"/>
            <p:cNvSpPr/>
            <p:nvPr/>
          </p:nvSpPr>
          <p:spPr>
            <a:xfrm>
              <a:off x="2178200" y="3786775"/>
              <a:ext cx="173475" cy="505525"/>
            </a:xfrm>
            <a:custGeom>
              <a:rect b="b" l="l" r="r" t="t"/>
              <a:pathLst>
                <a:path extrusionOk="0" h="20221" w="6939">
                  <a:moveTo>
                    <a:pt x="1" y="0"/>
                  </a:moveTo>
                  <a:lnTo>
                    <a:pt x="36" y="314"/>
                  </a:lnTo>
                  <a:lnTo>
                    <a:pt x="663" y="4637"/>
                  </a:lnTo>
                  <a:lnTo>
                    <a:pt x="733" y="6067"/>
                  </a:lnTo>
                  <a:lnTo>
                    <a:pt x="960" y="10407"/>
                  </a:lnTo>
                  <a:lnTo>
                    <a:pt x="1099" y="13283"/>
                  </a:lnTo>
                  <a:lnTo>
                    <a:pt x="1308" y="17641"/>
                  </a:lnTo>
                  <a:lnTo>
                    <a:pt x="1430" y="20203"/>
                  </a:lnTo>
                  <a:lnTo>
                    <a:pt x="3836" y="20221"/>
                  </a:lnTo>
                  <a:lnTo>
                    <a:pt x="6938" y="20221"/>
                  </a:lnTo>
                  <a:lnTo>
                    <a:pt x="1570" y="4602"/>
                  </a:lnTo>
                  <a:lnTo>
                    <a:pt x="1273" y="37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75"/>
            <p:cNvSpPr/>
            <p:nvPr/>
          </p:nvSpPr>
          <p:spPr>
            <a:xfrm>
              <a:off x="2178200" y="3758025"/>
              <a:ext cx="43175" cy="139900"/>
            </a:xfrm>
            <a:custGeom>
              <a:rect b="b" l="l" r="r" t="t"/>
              <a:pathLst>
                <a:path extrusionOk="0" h="5596" w="1727">
                  <a:moveTo>
                    <a:pt x="1726" y="0"/>
                  </a:moveTo>
                  <a:lnTo>
                    <a:pt x="1" y="1150"/>
                  </a:lnTo>
                  <a:lnTo>
                    <a:pt x="36" y="1464"/>
                  </a:lnTo>
                  <a:lnTo>
                    <a:pt x="646" y="5595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75"/>
            <p:cNvSpPr/>
            <p:nvPr/>
          </p:nvSpPr>
          <p:spPr>
            <a:xfrm>
              <a:off x="2155975" y="2529125"/>
              <a:ext cx="828450" cy="790150"/>
            </a:xfrm>
            <a:custGeom>
              <a:rect b="b" l="l" r="r" t="t"/>
              <a:pathLst>
                <a:path extrusionOk="0" h="31606" w="33138">
                  <a:moveTo>
                    <a:pt x="19315" y="0"/>
                  </a:moveTo>
                  <a:cubicBezTo>
                    <a:pt x="18565" y="0"/>
                    <a:pt x="17833" y="87"/>
                    <a:pt x="17118" y="262"/>
                  </a:cubicBezTo>
                  <a:cubicBezTo>
                    <a:pt x="16996" y="279"/>
                    <a:pt x="16857" y="314"/>
                    <a:pt x="16735" y="349"/>
                  </a:cubicBezTo>
                  <a:cubicBezTo>
                    <a:pt x="15846" y="593"/>
                    <a:pt x="15009" y="959"/>
                    <a:pt x="14207" y="1429"/>
                  </a:cubicBezTo>
                  <a:cubicBezTo>
                    <a:pt x="13946" y="1586"/>
                    <a:pt x="13684" y="1743"/>
                    <a:pt x="13423" y="1935"/>
                  </a:cubicBezTo>
                  <a:cubicBezTo>
                    <a:pt x="11680" y="3155"/>
                    <a:pt x="10233" y="4724"/>
                    <a:pt x="9170" y="6572"/>
                  </a:cubicBezTo>
                  <a:cubicBezTo>
                    <a:pt x="8455" y="7792"/>
                    <a:pt x="7880" y="9082"/>
                    <a:pt x="7444" y="10441"/>
                  </a:cubicBezTo>
                  <a:cubicBezTo>
                    <a:pt x="7304" y="10895"/>
                    <a:pt x="7182" y="11348"/>
                    <a:pt x="7060" y="11801"/>
                  </a:cubicBezTo>
                  <a:cubicBezTo>
                    <a:pt x="6520" y="13962"/>
                    <a:pt x="6729" y="16333"/>
                    <a:pt x="5317" y="18146"/>
                  </a:cubicBezTo>
                  <a:cubicBezTo>
                    <a:pt x="4115" y="19662"/>
                    <a:pt x="2319" y="20621"/>
                    <a:pt x="1238" y="22225"/>
                  </a:cubicBezTo>
                  <a:cubicBezTo>
                    <a:pt x="36" y="23968"/>
                    <a:pt x="1" y="26199"/>
                    <a:pt x="262" y="28204"/>
                  </a:cubicBezTo>
                  <a:cubicBezTo>
                    <a:pt x="262" y="28396"/>
                    <a:pt x="332" y="28570"/>
                    <a:pt x="419" y="28744"/>
                  </a:cubicBezTo>
                  <a:cubicBezTo>
                    <a:pt x="593" y="28936"/>
                    <a:pt x="838" y="29093"/>
                    <a:pt x="1116" y="29145"/>
                  </a:cubicBezTo>
                  <a:lnTo>
                    <a:pt x="1273" y="29180"/>
                  </a:lnTo>
                  <a:cubicBezTo>
                    <a:pt x="1866" y="29372"/>
                    <a:pt x="2476" y="29546"/>
                    <a:pt x="3069" y="29703"/>
                  </a:cubicBezTo>
                  <a:lnTo>
                    <a:pt x="3104" y="29720"/>
                  </a:lnTo>
                  <a:cubicBezTo>
                    <a:pt x="3121" y="29651"/>
                    <a:pt x="3138" y="29581"/>
                    <a:pt x="3138" y="29494"/>
                  </a:cubicBezTo>
                  <a:cubicBezTo>
                    <a:pt x="3278" y="28134"/>
                    <a:pt x="3714" y="26827"/>
                    <a:pt x="4446" y="25676"/>
                  </a:cubicBezTo>
                  <a:lnTo>
                    <a:pt x="4446" y="25676"/>
                  </a:lnTo>
                  <a:cubicBezTo>
                    <a:pt x="4411" y="26286"/>
                    <a:pt x="4481" y="26687"/>
                    <a:pt x="4498" y="27315"/>
                  </a:cubicBezTo>
                  <a:cubicBezTo>
                    <a:pt x="4515" y="28291"/>
                    <a:pt x="4655" y="29250"/>
                    <a:pt x="4934" y="30191"/>
                  </a:cubicBezTo>
                  <a:cubicBezTo>
                    <a:pt x="7060" y="30696"/>
                    <a:pt x="9204" y="31080"/>
                    <a:pt x="11383" y="31324"/>
                  </a:cubicBezTo>
                  <a:cubicBezTo>
                    <a:pt x="11436" y="31324"/>
                    <a:pt x="11488" y="31341"/>
                    <a:pt x="11540" y="31341"/>
                  </a:cubicBezTo>
                  <a:cubicBezTo>
                    <a:pt x="12917" y="31498"/>
                    <a:pt x="14294" y="31568"/>
                    <a:pt x="15671" y="31603"/>
                  </a:cubicBezTo>
                  <a:lnTo>
                    <a:pt x="15811" y="31603"/>
                  </a:lnTo>
                  <a:cubicBezTo>
                    <a:pt x="15967" y="31605"/>
                    <a:pt x="16123" y="31606"/>
                    <a:pt x="16279" y="31606"/>
                  </a:cubicBezTo>
                  <a:cubicBezTo>
                    <a:pt x="18775" y="31606"/>
                    <a:pt x="21282" y="31344"/>
                    <a:pt x="23742" y="30836"/>
                  </a:cubicBezTo>
                  <a:lnTo>
                    <a:pt x="23899" y="30801"/>
                  </a:lnTo>
                  <a:cubicBezTo>
                    <a:pt x="24980" y="30574"/>
                    <a:pt x="26043" y="30278"/>
                    <a:pt x="27071" y="29929"/>
                  </a:cubicBezTo>
                  <a:lnTo>
                    <a:pt x="27228" y="29877"/>
                  </a:lnTo>
                  <a:cubicBezTo>
                    <a:pt x="28205" y="29546"/>
                    <a:pt x="29181" y="29162"/>
                    <a:pt x="30105" y="28727"/>
                  </a:cubicBezTo>
                  <a:cubicBezTo>
                    <a:pt x="30174" y="27907"/>
                    <a:pt x="30105" y="27106"/>
                    <a:pt x="29895" y="26321"/>
                  </a:cubicBezTo>
                  <a:cubicBezTo>
                    <a:pt x="29634" y="25293"/>
                    <a:pt x="29303" y="24282"/>
                    <a:pt x="28884" y="23306"/>
                  </a:cubicBezTo>
                  <a:lnTo>
                    <a:pt x="28884" y="23306"/>
                  </a:lnTo>
                  <a:cubicBezTo>
                    <a:pt x="30139" y="24630"/>
                    <a:pt x="31046" y="26234"/>
                    <a:pt x="31534" y="27977"/>
                  </a:cubicBezTo>
                  <a:cubicBezTo>
                    <a:pt x="31795" y="27838"/>
                    <a:pt x="32039" y="27681"/>
                    <a:pt x="32301" y="27524"/>
                  </a:cubicBezTo>
                  <a:cubicBezTo>
                    <a:pt x="32545" y="27384"/>
                    <a:pt x="32754" y="27193"/>
                    <a:pt x="32928" y="26966"/>
                  </a:cubicBezTo>
                  <a:cubicBezTo>
                    <a:pt x="32946" y="26949"/>
                    <a:pt x="32946" y="26914"/>
                    <a:pt x="32963" y="26896"/>
                  </a:cubicBezTo>
                  <a:cubicBezTo>
                    <a:pt x="33016" y="26757"/>
                    <a:pt x="33068" y="26635"/>
                    <a:pt x="33085" y="26496"/>
                  </a:cubicBezTo>
                  <a:cubicBezTo>
                    <a:pt x="33085" y="26391"/>
                    <a:pt x="33103" y="26304"/>
                    <a:pt x="33103" y="26199"/>
                  </a:cubicBezTo>
                  <a:cubicBezTo>
                    <a:pt x="33138" y="25467"/>
                    <a:pt x="32998" y="24752"/>
                    <a:pt x="32719" y="24090"/>
                  </a:cubicBezTo>
                  <a:cubicBezTo>
                    <a:pt x="32632" y="23898"/>
                    <a:pt x="32527" y="23707"/>
                    <a:pt x="32423" y="23515"/>
                  </a:cubicBezTo>
                  <a:cubicBezTo>
                    <a:pt x="31569" y="22051"/>
                    <a:pt x="30174" y="20900"/>
                    <a:pt x="29582" y="18599"/>
                  </a:cubicBezTo>
                  <a:cubicBezTo>
                    <a:pt x="29547" y="18442"/>
                    <a:pt x="29512" y="18285"/>
                    <a:pt x="29477" y="18146"/>
                  </a:cubicBezTo>
                  <a:cubicBezTo>
                    <a:pt x="29460" y="18059"/>
                    <a:pt x="29442" y="17972"/>
                    <a:pt x="29442" y="17885"/>
                  </a:cubicBezTo>
                  <a:cubicBezTo>
                    <a:pt x="29407" y="17675"/>
                    <a:pt x="29372" y="17484"/>
                    <a:pt x="29355" y="17274"/>
                  </a:cubicBezTo>
                  <a:cubicBezTo>
                    <a:pt x="29163" y="15601"/>
                    <a:pt x="29372" y="13980"/>
                    <a:pt x="29407" y="12237"/>
                  </a:cubicBezTo>
                  <a:lnTo>
                    <a:pt x="29407" y="11888"/>
                  </a:lnTo>
                  <a:lnTo>
                    <a:pt x="29407" y="11470"/>
                  </a:lnTo>
                  <a:cubicBezTo>
                    <a:pt x="29390" y="9273"/>
                    <a:pt x="29250" y="7077"/>
                    <a:pt x="28396" y="5020"/>
                  </a:cubicBezTo>
                  <a:cubicBezTo>
                    <a:pt x="27734" y="3434"/>
                    <a:pt x="26444" y="2214"/>
                    <a:pt x="24893" y="1377"/>
                  </a:cubicBezTo>
                  <a:lnTo>
                    <a:pt x="24788" y="1307"/>
                  </a:lnTo>
                  <a:cubicBezTo>
                    <a:pt x="24352" y="1081"/>
                    <a:pt x="23916" y="889"/>
                    <a:pt x="23481" y="715"/>
                  </a:cubicBezTo>
                  <a:lnTo>
                    <a:pt x="23341" y="680"/>
                  </a:lnTo>
                  <a:cubicBezTo>
                    <a:pt x="23027" y="558"/>
                    <a:pt x="22696" y="453"/>
                    <a:pt x="22365" y="366"/>
                  </a:cubicBezTo>
                  <a:lnTo>
                    <a:pt x="22226" y="331"/>
                  </a:lnTo>
                  <a:cubicBezTo>
                    <a:pt x="22034" y="296"/>
                    <a:pt x="21860" y="244"/>
                    <a:pt x="21668" y="209"/>
                  </a:cubicBezTo>
                  <a:cubicBezTo>
                    <a:pt x="21616" y="192"/>
                    <a:pt x="21563" y="174"/>
                    <a:pt x="21511" y="174"/>
                  </a:cubicBezTo>
                  <a:cubicBezTo>
                    <a:pt x="21127" y="105"/>
                    <a:pt x="20744" y="52"/>
                    <a:pt x="20343" y="18"/>
                  </a:cubicBezTo>
                  <a:cubicBezTo>
                    <a:pt x="20320" y="18"/>
                    <a:pt x="20297" y="25"/>
                    <a:pt x="20263" y="25"/>
                  </a:cubicBezTo>
                  <a:cubicBezTo>
                    <a:pt x="20246" y="25"/>
                    <a:pt x="20227" y="23"/>
                    <a:pt x="20204" y="18"/>
                  </a:cubicBezTo>
                  <a:cubicBezTo>
                    <a:pt x="20134" y="0"/>
                    <a:pt x="20064" y="0"/>
                    <a:pt x="19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75"/>
            <p:cNvSpPr/>
            <p:nvPr/>
          </p:nvSpPr>
          <p:spPr>
            <a:xfrm>
              <a:off x="2160775" y="2564850"/>
              <a:ext cx="350400" cy="694225"/>
            </a:xfrm>
            <a:custGeom>
              <a:rect b="b" l="l" r="r" t="t"/>
              <a:pathLst>
                <a:path extrusionOk="0" h="27769" w="14016">
                  <a:moveTo>
                    <a:pt x="14015" y="0"/>
                  </a:moveTo>
                  <a:lnTo>
                    <a:pt x="14015" y="0"/>
                  </a:lnTo>
                  <a:cubicBezTo>
                    <a:pt x="13736" y="157"/>
                    <a:pt x="13475" y="332"/>
                    <a:pt x="13213" y="506"/>
                  </a:cubicBezTo>
                  <a:cubicBezTo>
                    <a:pt x="11714" y="1883"/>
                    <a:pt x="10512" y="3574"/>
                    <a:pt x="9727" y="5456"/>
                  </a:cubicBezTo>
                  <a:cubicBezTo>
                    <a:pt x="8890" y="7444"/>
                    <a:pt x="8559" y="9605"/>
                    <a:pt x="8350" y="11261"/>
                  </a:cubicBezTo>
                  <a:lnTo>
                    <a:pt x="8298" y="11644"/>
                  </a:lnTo>
                  <a:cubicBezTo>
                    <a:pt x="8106" y="13213"/>
                    <a:pt x="7914" y="14817"/>
                    <a:pt x="7060" y="16124"/>
                  </a:cubicBezTo>
                  <a:cubicBezTo>
                    <a:pt x="6398" y="17153"/>
                    <a:pt x="5387" y="17902"/>
                    <a:pt x="4411" y="18634"/>
                  </a:cubicBezTo>
                  <a:cubicBezTo>
                    <a:pt x="3661" y="19157"/>
                    <a:pt x="2964" y="19750"/>
                    <a:pt x="2336" y="20395"/>
                  </a:cubicBezTo>
                  <a:cubicBezTo>
                    <a:pt x="558" y="22400"/>
                    <a:pt x="1" y="25206"/>
                    <a:pt x="907" y="27716"/>
                  </a:cubicBezTo>
                  <a:lnTo>
                    <a:pt x="1064" y="27768"/>
                  </a:lnTo>
                  <a:cubicBezTo>
                    <a:pt x="140" y="25276"/>
                    <a:pt x="663" y="22469"/>
                    <a:pt x="2423" y="20482"/>
                  </a:cubicBezTo>
                  <a:cubicBezTo>
                    <a:pt x="3068" y="19837"/>
                    <a:pt x="3748" y="19262"/>
                    <a:pt x="4498" y="18739"/>
                  </a:cubicBezTo>
                  <a:cubicBezTo>
                    <a:pt x="5474" y="18007"/>
                    <a:pt x="6502" y="17240"/>
                    <a:pt x="7182" y="16194"/>
                  </a:cubicBezTo>
                  <a:cubicBezTo>
                    <a:pt x="8054" y="14869"/>
                    <a:pt x="8246" y="13231"/>
                    <a:pt x="8437" y="11662"/>
                  </a:cubicBezTo>
                  <a:lnTo>
                    <a:pt x="8472" y="11278"/>
                  </a:lnTo>
                  <a:cubicBezTo>
                    <a:pt x="8681" y="9622"/>
                    <a:pt x="9012" y="7478"/>
                    <a:pt x="9849" y="5509"/>
                  </a:cubicBezTo>
                  <a:cubicBezTo>
                    <a:pt x="10756" y="3347"/>
                    <a:pt x="12185" y="1465"/>
                    <a:pt x="14015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75"/>
            <p:cNvSpPr/>
            <p:nvPr/>
          </p:nvSpPr>
          <p:spPr>
            <a:xfrm>
              <a:off x="2206975" y="2535650"/>
              <a:ext cx="376975" cy="736500"/>
            </a:xfrm>
            <a:custGeom>
              <a:rect b="b" l="l" r="r" t="t"/>
              <a:pathLst>
                <a:path extrusionOk="0" h="29460" w="15079">
                  <a:moveTo>
                    <a:pt x="15078" y="1"/>
                  </a:moveTo>
                  <a:lnTo>
                    <a:pt x="15078" y="1"/>
                  </a:lnTo>
                  <a:cubicBezTo>
                    <a:pt x="14956" y="18"/>
                    <a:pt x="14834" y="53"/>
                    <a:pt x="14695" y="88"/>
                  </a:cubicBezTo>
                  <a:cubicBezTo>
                    <a:pt x="11121" y="2546"/>
                    <a:pt x="8698" y="6572"/>
                    <a:pt x="8420" y="10843"/>
                  </a:cubicBezTo>
                  <a:cubicBezTo>
                    <a:pt x="8385" y="11139"/>
                    <a:pt x="8385" y="11435"/>
                    <a:pt x="8367" y="11732"/>
                  </a:cubicBezTo>
                  <a:cubicBezTo>
                    <a:pt x="8367" y="12516"/>
                    <a:pt x="8280" y="13283"/>
                    <a:pt x="8123" y="14033"/>
                  </a:cubicBezTo>
                  <a:cubicBezTo>
                    <a:pt x="7670" y="15741"/>
                    <a:pt x="6398" y="17118"/>
                    <a:pt x="5212" y="18251"/>
                  </a:cubicBezTo>
                  <a:cubicBezTo>
                    <a:pt x="4968" y="18478"/>
                    <a:pt x="4724" y="18704"/>
                    <a:pt x="4480" y="18913"/>
                  </a:cubicBezTo>
                  <a:cubicBezTo>
                    <a:pt x="3434" y="19872"/>
                    <a:pt x="2371" y="20848"/>
                    <a:pt x="1604" y="22051"/>
                  </a:cubicBezTo>
                  <a:cubicBezTo>
                    <a:pt x="227" y="24265"/>
                    <a:pt x="0" y="27036"/>
                    <a:pt x="1011" y="29459"/>
                  </a:cubicBezTo>
                  <a:lnTo>
                    <a:pt x="1046" y="29459"/>
                  </a:lnTo>
                  <a:cubicBezTo>
                    <a:pt x="1064" y="29390"/>
                    <a:pt x="1081" y="29320"/>
                    <a:pt x="1081" y="29250"/>
                  </a:cubicBezTo>
                  <a:cubicBezTo>
                    <a:pt x="157" y="26897"/>
                    <a:pt x="384" y="24247"/>
                    <a:pt x="1726" y="22121"/>
                  </a:cubicBezTo>
                  <a:cubicBezTo>
                    <a:pt x="2475" y="20935"/>
                    <a:pt x="3539" y="19959"/>
                    <a:pt x="4567" y="19018"/>
                  </a:cubicBezTo>
                  <a:cubicBezTo>
                    <a:pt x="4829" y="18791"/>
                    <a:pt x="5073" y="18565"/>
                    <a:pt x="5317" y="18338"/>
                  </a:cubicBezTo>
                  <a:cubicBezTo>
                    <a:pt x="6502" y="17205"/>
                    <a:pt x="7792" y="15811"/>
                    <a:pt x="8245" y="14068"/>
                  </a:cubicBezTo>
                  <a:cubicBezTo>
                    <a:pt x="8420" y="13301"/>
                    <a:pt x="8507" y="12516"/>
                    <a:pt x="8507" y="11749"/>
                  </a:cubicBezTo>
                  <a:cubicBezTo>
                    <a:pt x="8524" y="11453"/>
                    <a:pt x="8524" y="11139"/>
                    <a:pt x="8559" y="10860"/>
                  </a:cubicBezTo>
                  <a:cubicBezTo>
                    <a:pt x="8855" y="6520"/>
                    <a:pt x="11365" y="2406"/>
                    <a:pt x="15078" y="1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75"/>
            <p:cNvSpPr/>
            <p:nvPr/>
          </p:nvSpPr>
          <p:spPr>
            <a:xfrm>
              <a:off x="2434875" y="2529125"/>
              <a:ext cx="209650" cy="783975"/>
            </a:xfrm>
            <a:custGeom>
              <a:rect b="b" l="l" r="r" t="t"/>
              <a:pathLst>
                <a:path extrusionOk="0" h="31359" w="8386">
                  <a:moveTo>
                    <a:pt x="8159" y="0"/>
                  </a:moveTo>
                  <a:cubicBezTo>
                    <a:pt x="6084" y="1464"/>
                    <a:pt x="4376" y="3382"/>
                    <a:pt x="3138" y="5596"/>
                  </a:cubicBezTo>
                  <a:cubicBezTo>
                    <a:pt x="1587" y="8332"/>
                    <a:pt x="960" y="11470"/>
                    <a:pt x="1326" y="14590"/>
                  </a:cubicBezTo>
                  <a:cubicBezTo>
                    <a:pt x="1448" y="15514"/>
                    <a:pt x="1657" y="16473"/>
                    <a:pt x="1883" y="17379"/>
                  </a:cubicBezTo>
                  <a:cubicBezTo>
                    <a:pt x="2319" y="19296"/>
                    <a:pt x="2772" y="21284"/>
                    <a:pt x="2319" y="23201"/>
                  </a:cubicBezTo>
                  <a:cubicBezTo>
                    <a:pt x="2075" y="24107"/>
                    <a:pt x="1726" y="25014"/>
                    <a:pt x="1273" y="25851"/>
                  </a:cubicBezTo>
                  <a:cubicBezTo>
                    <a:pt x="820" y="26757"/>
                    <a:pt x="367" y="27716"/>
                    <a:pt x="175" y="28727"/>
                  </a:cubicBezTo>
                  <a:cubicBezTo>
                    <a:pt x="1" y="29581"/>
                    <a:pt x="18" y="30487"/>
                    <a:pt x="227" y="31341"/>
                  </a:cubicBezTo>
                  <a:cubicBezTo>
                    <a:pt x="280" y="31341"/>
                    <a:pt x="315" y="31359"/>
                    <a:pt x="367" y="31359"/>
                  </a:cubicBezTo>
                  <a:cubicBezTo>
                    <a:pt x="158" y="30505"/>
                    <a:pt x="123" y="29598"/>
                    <a:pt x="297" y="28744"/>
                  </a:cubicBezTo>
                  <a:cubicBezTo>
                    <a:pt x="489" y="27751"/>
                    <a:pt x="960" y="26809"/>
                    <a:pt x="1395" y="25903"/>
                  </a:cubicBezTo>
                  <a:cubicBezTo>
                    <a:pt x="1831" y="25049"/>
                    <a:pt x="2197" y="24142"/>
                    <a:pt x="2459" y="23218"/>
                  </a:cubicBezTo>
                  <a:cubicBezTo>
                    <a:pt x="2912" y="21266"/>
                    <a:pt x="2459" y="19279"/>
                    <a:pt x="2023" y="17344"/>
                  </a:cubicBezTo>
                  <a:cubicBezTo>
                    <a:pt x="1796" y="16438"/>
                    <a:pt x="1587" y="15496"/>
                    <a:pt x="1465" y="14555"/>
                  </a:cubicBezTo>
                  <a:cubicBezTo>
                    <a:pt x="1099" y="11470"/>
                    <a:pt x="1726" y="8350"/>
                    <a:pt x="3243" y="5648"/>
                  </a:cubicBezTo>
                  <a:cubicBezTo>
                    <a:pt x="4515" y="3399"/>
                    <a:pt x="6259" y="1464"/>
                    <a:pt x="8385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75"/>
            <p:cNvSpPr/>
            <p:nvPr/>
          </p:nvSpPr>
          <p:spPr>
            <a:xfrm>
              <a:off x="2482825" y="2529125"/>
              <a:ext cx="178700" cy="790075"/>
            </a:xfrm>
            <a:custGeom>
              <a:rect b="b" l="l" r="r" t="t"/>
              <a:pathLst>
                <a:path extrusionOk="0" h="31603" w="7148">
                  <a:moveTo>
                    <a:pt x="6938" y="0"/>
                  </a:moveTo>
                  <a:cubicBezTo>
                    <a:pt x="4707" y="1499"/>
                    <a:pt x="2824" y="3818"/>
                    <a:pt x="1517" y="6694"/>
                  </a:cubicBezTo>
                  <a:cubicBezTo>
                    <a:pt x="419" y="9134"/>
                    <a:pt x="0" y="11400"/>
                    <a:pt x="279" y="13422"/>
                  </a:cubicBezTo>
                  <a:cubicBezTo>
                    <a:pt x="506" y="15200"/>
                    <a:pt x="1290" y="16856"/>
                    <a:pt x="2040" y="18460"/>
                  </a:cubicBezTo>
                  <a:cubicBezTo>
                    <a:pt x="2667" y="19837"/>
                    <a:pt x="3330" y="21249"/>
                    <a:pt x="3661" y="22730"/>
                  </a:cubicBezTo>
                  <a:cubicBezTo>
                    <a:pt x="4323" y="25711"/>
                    <a:pt x="3591" y="28814"/>
                    <a:pt x="2597" y="31603"/>
                  </a:cubicBezTo>
                  <a:lnTo>
                    <a:pt x="2737" y="31603"/>
                  </a:lnTo>
                  <a:cubicBezTo>
                    <a:pt x="3731" y="28814"/>
                    <a:pt x="4445" y="25694"/>
                    <a:pt x="3783" y="22696"/>
                  </a:cubicBezTo>
                  <a:cubicBezTo>
                    <a:pt x="3452" y="21196"/>
                    <a:pt x="2789" y="19784"/>
                    <a:pt x="2144" y="18407"/>
                  </a:cubicBezTo>
                  <a:cubicBezTo>
                    <a:pt x="1395" y="16804"/>
                    <a:pt x="628" y="15148"/>
                    <a:pt x="384" y="13405"/>
                  </a:cubicBezTo>
                  <a:cubicBezTo>
                    <a:pt x="122" y="11418"/>
                    <a:pt x="541" y="9169"/>
                    <a:pt x="1621" y="6763"/>
                  </a:cubicBezTo>
                  <a:cubicBezTo>
                    <a:pt x="2946" y="3835"/>
                    <a:pt x="4864" y="1499"/>
                    <a:pt x="7147" y="18"/>
                  </a:cubicBezTo>
                  <a:cubicBezTo>
                    <a:pt x="7077" y="0"/>
                    <a:pt x="7008" y="0"/>
                    <a:pt x="6938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75"/>
            <p:cNvSpPr/>
            <p:nvPr/>
          </p:nvSpPr>
          <p:spPr>
            <a:xfrm>
              <a:off x="2623150" y="2533900"/>
              <a:ext cx="157775" cy="766125"/>
            </a:xfrm>
            <a:custGeom>
              <a:rect b="b" l="l" r="r" t="t"/>
              <a:pathLst>
                <a:path extrusionOk="0" h="30645" w="6311">
                  <a:moveTo>
                    <a:pt x="2824" y="1"/>
                  </a:moveTo>
                  <a:cubicBezTo>
                    <a:pt x="1464" y="1343"/>
                    <a:pt x="575" y="3086"/>
                    <a:pt x="262" y="4969"/>
                  </a:cubicBezTo>
                  <a:cubicBezTo>
                    <a:pt x="0" y="6660"/>
                    <a:pt x="192" y="8560"/>
                    <a:pt x="872" y="10616"/>
                  </a:cubicBezTo>
                  <a:cubicBezTo>
                    <a:pt x="1412" y="12150"/>
                    <a:pt x="2040" y="13632"/>
                    <a:pt x="2754" y="15079"/>
                  </a:cubicBezTo>
                  <a:cubicBezTo>
                    <a:pt x="2876" y="15358"/>
                    <a:pt x="3016" y="15619"/>
                    <a:pt x="3138" y="15881"/>
                  </a:cubicBezTo>
                  <a:cubicBezTo>
                    <a:pt x="4323" y="18426"/>
                    <a:pt x="5473" y="21180"/>
                    <a:pt x="5857" y="24056"/>
                  </a:cubicBezTo>
                  <a:cubicBezTo>
                    <a:pt x="6171" y="26461"/>
                    <a:pt x="5892" y="28745"/>
                    <a:pt x="5055" y="30645"/>
                  </a:cubicBezTo>
                  <a:lnTo>
                    <a:pt x="5229" y="30610"/>
                  </a:lnTo>
                  <a:cubicBezTo>
                    <a:pt x="6031" y="28693"/>
                    <a:pt x="6310" y="26427"/>
                    <a:pt x="5979" y="24038"/>
                  </a:cubicBezTo>
                  <a:cubicBezTo>
                    <a:pt x="5595" y="21145"/>
                    <a:pt x="4445" y="18391"/>
                    <a:pt x="3242" y="15828"/>
                  </a:cubicBezTo>
                  <a:lnTo>
                    <a:pt x="2876" y="15027"/>
                  </a:lnTo>
                  <a:cubicBezTo>
                    <a:pt x="2162" y="13580"/>
                    <a:pt x="1534" y="12098"/>
                    <a:pt x="994" y="10582"/>
                  </a:cubicBezTo>
                  <a:cubicBezTo>
                    <a:pt x="331" y="8542"/>
                    <a:pt x="122" y="6660"/>
                    <a:pt x="401" y="5004"/>
                  </a:cubicBezTo>
                  <a:cubicBezTo>
                    <a:pt x="697" y="3104"/>
                    <a:pt x="1621" y="1360"/>
                    <a:pt x="2998" y="36"/>
                  </a:cubicBezTo>
                  <a:cubicBezTo>
                    <a:pt x="2946" y="18"/>
                    <a:pt x="2876" y="1"/>
                    <a:pt x="2824" y="1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75"/>
            <p:cNvSpPr/>
            <p:nvPr/>
          </p:nvSpPr>
          <p:spPr>
            <a:xfrm>
              <a:off x="2644925" y="2537825"/>
              <a:ext cx="202225" cy="739550"/>
            </a:xfrm>
            <a:custGeom>
              <a:rect b="b" l="l" r="r" t="t"/>
              <a:pathLst>
                <a:path extrusionOk="0" h="29582" w="8089">
                  <a:moveTo>
                    <a:pt x="2685" y="1"/>
                  </a:moveTo>
                  <a:cubicBezTo>
                    <a:pt x="1796" y="1151"/>
                    <a:pt x="1081" y="2424"/>
                    <a:pt x="593" y="3801"/>
                  </a:cubicBezTo>
                  <a:cubicBezTo>
                    <a:pt x="210" y="4777"/>
                    <a:pt x="1" y="5823"/>
                    <a:pt x="1" y="6869"/>
                  </a:cubicBezTo>
                  <a:cubicBezTo>
                    <a:pt x="53" y="8594"/>
                    <a:pt x="785" y="10355"/>
                    <a:pt x="2336" y="12429"/>
                  </a:cubicBezTo>
                  <a:cubicBezTo>
                    <a:pt x="2720" y="12970"/>
                    <a:pt x="3138" y="13492"/>
                    <a:pt x="3539" y="13981"/>
                  </a:cubicBezTo>
                  <a:cubicBezTo>
                    <a:pt x="4393" y="15044"/>
                    <a:pt x="5282" y="16142"/>
                    <a:pt x="5945" y="17345"/>
                  </a:cubicBezTo>
                  <a:cubicBezTo>
                    <a:pt x="6781" y="18948"/>
                    <a:pt x="7357" y="20674"/>
                    <a:pt x="7601" y="22470"/>
                  </a:cubicBezTo>
                  <a:cubicBezTo>
                    <a:pt x="7967" y="24823"/>
                    <a:pt x="7932" y="27228"/>
                    <a:pt x="7513" y="29581"/>
                  </a:cubicBezTo>
                  <a:lnTo>
                    <a:pt x="7670" y="29529"/>
                  </a:lnTo>
                  <a:cubicBezTo>
                    <a:pt x="8071" y="27193"/>
                    <a:pt x="8089" y="24805"/>
                    <a:pt x="7740" y="22452"/>
                  </a:cubicBezTo>
                  <a:cubicBezTo>
                    <a:pt x="7479" y="20657"/>
                    <a:pt x="6921" y="18896"/>
                    <a:pt x="6067" y="17292"/>
                  </a:cubicBezTo>
                  <a:cubicBezTo>
                    <a:pt x="5387" y="16072"/>
                    <a:pt x="4498" y="14974"/>
                    <a:pt x="3644" y="13911"/>
                  </a:cubicBezTo>
                  <a:cubicBezTo>
                    <a:pt x="3243" y="13405"/>
                    <a:pt x="2824" y="12882"/>
                    <a:pt x="2424" y="12359"/>
                  </a:cubicBezTo>
                  <a:cubicBezTo>
                    <a:pt x="907" y="10303"/>
                    <a:pt x="175" y="8559"/>
                    <a:pt x="140" y="6869"/>
                  </a:cubicBezTo>
                  <a:cubicBezTo>
                    <a:pt x="140" y="5823"/>
                    <a:pt x="332" y="4794"/>
                    <a:pt x="715" y="3836"/>
                  </a:cubicBezTo>
                  <a:cubicBezTo>
                    <a:pt x="1203" y="2459"/>
                    <a:pt x="1918" y="1186"/>
                    <a:pt x="2824" y="36"/>
                  </a:cubicBezTo>
                  <a:lnTo>
                    <a:pt x="2685" y="1"/>
                  </a:ln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75"/>
            <p:cNvSpPr/>
            <p:nvPr/>
          </p:nvSpPr>
          <p:spPr>
            <a:xfrm>
              <a:off x="2682400" y="2546550"/>
              <a:ext cx="210500" cy="436225"/>
            </a:xfrm>
            <a:custGeom>
              <a:rect b="b" l="l" r="r" t="t"/>
              <a:pathLst>
                <a:path extrusionOk="0" h="17449" w="8420">
                  <a:moveTo>
                    <a:pt x="2302" y="0"/>
                  </a:moveTo>
                  <a:cubicBezTo>
                    <a:pt x="53" y="3312"/>
                    <a:pt x="1" y="7635"/>
                    <a:pt x="2180" y="10999"/>
                  </a:cubicBezTo>
                  <a:cubicBezTo>
                    <a:pt x="3156" y="12499"/>
                    <a:pt x="4533" y="13736"/>
                    <a:pt x="5840" y="14921"/>
                  </a:cubicBezTo>
                  <a:cubicBezTo>
                    <a:pt x="6747" y="15706"/>
                    <a:pt x="7618" y="16543"/>
                    <a:pt x="8420" y="17449"/>
                  </a:cubicBezTo>
                  <a:cubicBezTo>
                    <a:pt x="8403" y="17362"/>
                    <a:pt x="8385" y="17275"/>
                    <a:pt x="8368" y="17188"/>
                  </a:cubicBezTo>
                  <a:cubicBezTo>
                    <a:pt x="7618" y="16351"/>
                    <a:pt x="6764" y="15566"/>
                    <a:pt x="5927" y="14817"/>
                  </a:cubicBezTo>
                  <a:cubicBezTo>
                    <a:pt x="4620" y="13632"/>
                    <a:pt x="3260" y="12411"/>
                    <a:pt x="2302" y="10912"/>
                  </a:cubicBezTo>
                  <a:cubicBezTo>
                    <a:pt x="1081" y="9030"/>
                    <a:pt x="541" y="6764"/>
                    <a:pt x="768" y="4532"/>
                  </a:cubicBezTo>
                  <a:cubicBezTo>
                    <a:pt x="959" y="2929"/>
                    <a:pt x="1517" y="1377"/>
                    <a:pt x="2424" y="35"/>
                  </a:cubicBezTo>
                  <a:lnTo>
                    <a:pt x="2302" y="0"/>
                  </a:ln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75"/>
            <p:cNvSpPr/>
            <p:nvPr/>
          </p:nvSpPr>
          <p:spPr>
            <a:xfrm>
              <a:off x="2966100" y="3116975"/>
              <a:ext cx="17025" cy="84575"/>
            </a:xfrm>
            <a:custGeom>
              <a:rect b="b" l="l" r="r" t="t"/>
              <a:pathLst>
                <a:path extrusionOk="0" h="3383" w="681">
                  <a:moveTo>
                    <a:pt x="0" y="1"/>
                  </a:moveTo>
                  <a:lnTo>
                    <a:pt x="0" y="1"/>
                  </a:lnTo>
                  <a:cubicBezTo>
                    <a:pt x="332" y="1099"/>
                    <a:pt x="506" y="2232"/>
                    <a:pt x="558" y="3382"/>
                  </a:cubicBezTo>
                  <a:cubicBezTo>
                    <a:pt x="628" y="3243"/>
                    <a:pt x="663" y="3121"/>
                    <a:pt x="680" y="2982"/>
                  </a:cubicBezTo>
                  <a:cubicBezTo>
                    <a:pt x="611" y="2180"/>
                    <a:pt x="489" y="1360"/>
                    <a:pt x="297" y="576"/>
                  </a:cubicBezTo>
                  <a:cubicBezTo>
                    <a:pt x="210" y="384"/>
                    <a:pt x="122" y="175"/>
                    <a:pt x="0" y="1"/>
                  </a:cubicBezTo>
                  <a:close/>
                </a:path>
              </a:pathLst>
            </a:custGeom>
            <a:solidFill>
              <a:srgbClr val="5B3C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75"/>
            <p:cNvSpPr/>
            <p:nvPr/>
          </p:nvSpPr>
          <p:spPr>
            <a:xfrm>
              <a:off x="2753000" y="2561800"/>
              <a:ext cx="138175" cy="258450"/>
            </a:xfrm>
            <a:custGeom>
              <a:rect b="b" l="l" r="r" t="t"/>
              <a:pathLst>
                <a:path extrusionOk="0" h="10338" w="5527">
                  <a:moveTo>
                    <a:pt x="907" y="0"/>
                  </a:moveTo>
                  <a:cubicBezTo>
                    <a:pt x="210" y="1447"/>
                    <a:pt x="1" y="2894"/>
                    <a:pt x="314" y="4149"/>
                  </a:cubicBezTo>
                  <a:cubicBezTo>
                    <a:pt x="558" y="5003"/>
                    <a:pt x="959" y="5805"/>
                    <a:pt x="1517" y="6520"/>
                  </a:cubicBezTo>
                  <a:cubicBezTo>
                    <a:pt x="2249" y="7531"/>
                    <a:pt x="3121" y="8437"/>
                    <a:pt x="4097" y="9222"/>
                  </a:cubicBezTo>
                  <a:cubicBezTo>
                    <a:pt x="4306" y="9396"/>
                    <a:pt x="4533" y="9570"/>
                    <a:pt x="4742" y="9727"/>
                  </a:cubicBezTo>
                  <a:cubicBezTo>
                    <a:pt x="5003" y="9936"/>
                    <a:pt x="5265" y="10128"/>
                    <a:pt x="5526" y="10337"/>
                  </a:cubicBezTo>
                  <a:lnTo>
                    <a:pt x="5526" y="10163"/>
                  </a:lnTo>
                  <a:cubicBezTo>
                    <a:pt x="5300" y="9971"/>
                    <a:pt x="5056" y="9797"/>
                    <a:pt x="4829" y="9622"/>
                  </a:cubicBezTo>
                  <a:cubicBezTo>
                    <a:pt x="4620" y="9466"/>
                    <a:pt x="4393" y="9291"/>
                    <a:pt x="4184" y="9117"/>
                  </a:cubicBezTo>
                  <a:cubicBezTo>
                    <a:pt x="3208" y="8350"/>
                    <a:pt x="2354" y="7444"/>
                    <a:pt x="1622" y="6450"/>
                  </a:cubicBezTo>
                  <a:cubicBezTo>
                    <a:pt x="1081" y="5753"/>
                    <a:pt x="680" y="4951"/>
                    <a:pt x="436" y="4114"/>
                  </a:cubicBezTo>
                  <a:cubicBezTo>
                    <a:pt x="140" y="2894"/>
                    <a:pt x="332" y="1500"/>
                    <a:pt x="1012" y="70"/>
                  </a:cubicBezTo>
                  <a:lnTo>
                    <a:pt x="907" y="0"/>
                  </a:lnTo>
                  <a:close/>
                </a:path>
              </a:pathLst>
            </a:custGeom>
            <a:solidFill>
              <a:srgbClr val="5B3C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2" name="Google Shape;3542;p75"/>
            <p:cNvSpPr/>
            <p:nvPr/>
          </p:nvSpPr>
          <p:spPr>
            <a:xfrm>
              <a:off x="2356450" y="2678150"/>
              <a:ext cx="509875" cy="303100"/>
            </a:xfrm>
            <a:custGeom>
              <a:rect b="b" l="l" r="r" t="t"/>
              <a:pathLst>
                <a:path extrusionOk="0" h="12124" w="20395">
                  <a:moveTo>
                    <a:pt x="3852" y="1"/>
                  </a:moveTo>
                  <a:cubicBezTo>
                    <a:pt x="3452" y="18"/>
                    <a:pt x="3051" y="35"/>
                    <a:pt x="2667" y="88"/>
                  </a:cubicBezTo>
                  <a:cubicBezTo>
                    <a:pt x="2615" y="105"/>
                    <a:pt x="2563" y="105"/>
                    <a:pt x="2510" y="105"/>
                  </a:cubicBezTo>
                  <a:cubicBezTo>
                    <a:pt x="2214" y="157"/>
                    <a:pt x="1900" y="210"/>
                    <a:pt x="1604" y="297"/>
                  </a:cubicBezTo>
                  <a:cubicBezTo>
                    <a:pt x="941" y="1465"/>
                    <a:pt x="401" y="2702"/>
                    <a:pt x="0" y="3992"/>
                  </a:cubicBezTo>
                  <a:cubicBezTo>
                    <a:pt x="244" y="4759"/>
                    <a:pt x="593" y="5509"/>
                    <a:pt x="1011" y="6189"/>
                  </a:cubicBezTo>
                  <a:cubicBezTo>
                    <a:pt x="1046" y="6258"/>
                    <a:pt x="1081" y="6311"/>
                    <a:pt x="1116" y="6363"/>
                  </a:cubicBezTo>
                  <a:cubicBezTo>
                    <a:pt x="1499" y="6973"/>
                    <a:pt x="1935" y="7531"/>
                    <a:pt x="2423" y="8036"/>
                  </a:cubicBezTo>
                  <a:cubicBezTo>
                    <a:pt x="2458" y="8071"/>
                    <a:pt x="2493" y="8106"/>
                    <a:pt x="2528" y="8141"/>
                  </a:cubicBezTo>
                  <a:cubicBezTo>
                    <a:pt x="2545" y="8158"/>
                    <a:pt x="2563" y="8193"/>
                    <a:pt x="2580" y="8211"/>
                  </a:cubicBezTo>
                  <a:cubicBezTo>
                    <a:pt x="3330" y="8978"/>
                    <a:pt x="4184" y="9657"/>
                    <a:pt x="5125" y="10198"/>
                  </a:cubicBezTo>
                  <a:cubicBezTo>
                    <a:pt x="5177" y="10233"/>
                    <a:pt x="5212" y="10250"/>
                    <a:pt x="5264" y="10285"/>
                  </a:cubicBezTo>
                  <a:cubicBezTo>
                    <a:pt x="5317" y="10320"/>
                    <a:pt x="5369" y="10337"/>
                    <a:pt x="5439" y="10372"/>
                  </a:cubicBezTo>
                  <a:cubicBezTo>
                    <a:pt x="5892" y="10616"/>
                    <a:pt x="6380" y="10843"/>
                    <a:pt x="6868" y="11035"/>
                  </a:cubicBezTo>
                  <a:lnTo>
                    <a:pt x="7025" y="11104"/>
                  </a:lnTo>
                  <a:cubicBezTo>
                    <a:pt x="8887" y="11822"/>
                    <a:pt x="10902" y="12124"/>
                    <a:pt x="12923" y="12124"/>
                  </a:cubicBezTo>
                  <a:cubicBezTo>
                    <a:pt x="13456" y="12124"/>
                    <a:pt x="13989" y="12103"/>
                    <a:pt x="14520" y="12063"/>
                  </a:cubicBezTo>
                  <a:lnTo>
                    <a:pt x="14660" y="12063"/>
                  </a:lnTo>
                  <a:cubicBezTo>
                    <a:pt x="15183" y="12011"/>
                    <a:pt x="15706" y="11958"/>
                    <a:pt x="16229" y="11871"/>
                  </a:cubicBezTo>
                  <a:cubicBezTo>
                    <a:pt x="16542" y="11819"/>
                    <a:pt x="16874" y="11767"/>
                    <a:pt x="17187" y="11697"/>
                  </a:cubicBezTo>
                  <a:cubicBezTo>
                    <a:pt x="17222" y="11679"/>
                    <a:pt x="17257" y="11679"/>
                    <a:pt x="17309" y="11662"/>
                  </a:cubicBezTo>
                  <a:cubicBezTo>
                    <a:pt x="18181" y="11488"/>
                    <a:pt x="19035" y="11191"/>
                    <a:pt x="19837" y="10790"/>
                  </a:cubicBezTo>
                  <a:lnTo>
                    <a:pt x="19959" y="10721"/>
                  </a:lnTo>
                  <a:cubicBezTo>
                    <a:pt x="19994" y="10703"/>
                    <a:pt x="20029" y="10686"/>
                    <a:pt x="20064" y="10668"/>
                  </a:cubicBezTo>
                  <a:cubicBezTo>
                    <a:pt x="20168" y="10616"/>
                    <a:pt x="20273" y="10546"/>
                    <a:pt x="20360" y="10494"/>
                  </a:cubicBezTo>
                  <a:cubicBezTo>
                    <a:pt x="20186" y="8908"/>
                    <a:pt x="20377" y="7339"/>
                    <a:pt x="20395" y="5701"/>
                  </a:cubicBezTo>
                  <a:cubicBezTo>
                    <a:pt x="19628" y="5090"/>
                    <a:pt x="18808" y="4550"/>
                    <a:pt x="17937" y="4097"/>
                  </a:cubicBezTo>
                  <a:cubicBezTo>
                    <a:pt x="16525" y="3347"/>
                    <a:pt x="15061" y="2685"/>
                    <a:pt x="13579" y="2145"/>
                  </a:cubicBezTo>
                  <a:cubicBezTo>
                    <a:pt x="13527" y="2127"/>
                    <a:pt x="13475" y="2110"/>
                    <a:pt x="13440" y="2092"/>
                  </a:cubicBezTo>
                  <a:cubicBezTo>
                    <a:pt x="12760" y="1848"/>
                    <a:pt x="12097" y="1639"/>
                    <a:pt x="11418" y="1412"/>
                  </a:cubicBezTo>
                  <a:cubicBezTo>
                    <a:pt x="11383" y="1395"/>
                    <a:pt x="11330" y="1378"/>
                    <a:pt x="11296" y="1378"/>
                  </a:cubicBezTo>
                  <a:lnTo>
                    <a:pt x="10755" y="1221"/>
                  </a:lnTo>
                  <a:lnTo>
                    <a:pt x="10633" y="1186"/>
                  </a:lnTo>
                  <a:cubicBezTo>
                    <a:pt x="9797" y="942"/>
                    <a:pt x="8977" y="733"/>
                    <a:pt x="8123" y="541"/>
                  </a:cubicBezTo>
                  <a:cubicBezTo>
                    <a:pt x="7705" y="454"/>
                    <a:pt x="7286" y="349"/>
                    <a:pt x="6851" y="279"/>
                  </a:cubicBezTo>
                  <a:cubicBezTo>
                    <a:pt x="6798" y="279"/>
                    <a:pt x="6763" y="262"/>
                    <a:pt x="6711" y="262"/>
                  </a:cubicBezTo>
                  <a:cubicBezTo>
                    <a:pt x="6519" y="227"/>
                    <a:pt x="6310" y="192"/>
                    <a:pt x="6101" y="157"/>
                  </a:cubicBezTo>
                  <a:cubicBezTo>
                    <a:pt x="6049" y="140"/>
                    <a:pt x="6014" y="140"/>
                    <a:pt x="5979" y="140"/>
                  </a:cubicBezTo>
                  <a:cubicBezTo>
                    <a:pt x="5369" y="53"/>
                    <a:pt x="4741" y="1"/>
                    <a:pt x="4131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75"/>
            <p:cNvSpPr/>
            <p:nvPr/>
          </p:nvSpPr>
          <p:spPr>
            <a:xfrm>
              <a:off x="2298125" y="2413825"/>
              <a:ext cx="670625" cy="526600"/>
            </a:xfrm>
            <a:custGeom>
              <a:rect b="b" l="l" r="r" t="t"/>
              <a:pathLst>
                <a:path extrusionOk="0" h="21064" w="26825">
                  <a:moveTo>
                    <a:pt x="14833" y="0"/>
                  </a:moveTo>
                  <a:cubicBezTo>
                    <a:pt x="14197" y="0"/>
                    <a:pt x="13495" y="188"/>
                    <a:pt x="13036" y="864"/>
                  </a:cubicBezTo>
                  <a:cubicBezTo>
                    <a:pt x="13036" y="864"/>
                    <a:pt x="12755" y="773"/>
                    <a:pt x="12247" y="773"/>
                  </a:cubicBezTo>
                  <a:cubicBezTo>
                    <a:pt x="11254" y="773"/>
                    <a:pt x="9393" y="1124"/>
                    <a:pt x="7074" y="3200"/>
                  </a:cubicBezTo>
                  <a:cubicBezTo>
                    <a:pt x="4216" y="5763"/>
                    <a:pt x="3693" y="7070"/>
                    <a:pt x="2891" y="8883"/>
                  </a:cubicBezTo>
                  <a:cubicBezTo>
                    <a:pt x="2891" y="8883"/>
                    <a:pt x="2681" y="8843"/>
                    <a:pt x="2394" y="8843"/>
                  </a:cubicBezTo>
                  <a:cubicBezTo>
                    <a:pt x="1539" y="8843"/>
                    <a:pt x="0" y="9194"/>
                    <a:pt x="1252" y="11985"/>
                  </a:cubicBezTo>
                  <a:cubicBezTo>
                    <a:pt x="2926" y="15733"/>
                    <a:pt x="5976" y="18208"/>
                    <a:pt x="11258" y="19795"/>
                  </a:cubicBezTo>
                  <a:cubicBezTo>
                    <a:pt x="13921" y="20602"/>
                    <a:pt x="16673" y="21064"/>
                    <a:pt x="19107" y="21064"/>
                  </a:cubicBezTo>
                  <a:cubicBezTo>
                    <a:pt x="21245" y="21064"/>
                    <a:pt x="23136" y="20707"/>
                    <a:pt x="24506" y="19917"/>
                  </a:cubicBezTo>
                  <a:cubicBezTo>
                    <a:pt x="24924" y="19690"/>
                    <a:pt x="24994" y="19132"/>
                    <a:pt x="24663" y="18801"/>
                  </a:cubicBezTo>
                  <a:lnTo>
                    <a:pt x="24645" y="18784"/>
                  </a:lnTo>
                  <a:cubicBezTo>
                    <a:pt x="24645" y="18784"/>
                    <a:pt x="25360" y="16204"/>
                    <a:pt x="24732" y="15785"/>
                  </a:cubicBezTo>
                  <a:cubicBezTo>
                    <a:pt x="24732" y="15785"/>
                    <a:pt x="26824" y="6948"/>
                    <a:pt x="21403" y="2677"/>
                  </a:cubicBezTo>
                  <a:cubicBezTo>
                    <a:pt x="21403" y="2677"/>
                    <a:pt x="19803" y="240"/>
                    <a:pt x="17005" y="240"/>
                  </a:cubicBezTo>
                  <a:cubicBezTo>
                    <a:pt x="16782" y="240"/>
                    <a:pt x="16551" y="256"/>
                    <a:pt x="16313" y="289"/>
                  </a:cubicBezTo>
                  <a:cubicBezTo>
                    <a:pt x="16313" y="289"/>
                    <a:pt x="15623" y="0"/>
                    <a:pt x="148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75"/>
            <p:cNvSpPr/>
            <p:nvPr/>
          </p:nvSpPr>
          <p:spPr>
            <a:xfrm>
              <a:off x="2370375" y="2635875"/>
              <a:ext cx="104625" cy="158225"/>
            </a:xfrm>
            <a:custGeom>
              <a:rect b="b" l="l" r="r" t="t"/>
              <a:pathLst>
                <a:path extrusionOk="0" fill="none" h="6329" w="4185">
                  <a:moveTo>
                    <a:pt x="1" y="1"/>
                  </a:moveTo>
                  <a:cubicBezTo>
                    <a:pt x="1" y="36"/>
                    <a:pt x="315" y="4271"/>
                    <a:pt x="4184" y="6328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75"/>
            <p:cNvSpPr/>
            <p:nvPr/>
          </p:nvSpPr>
          <p:spPr>
            <a:xfrm>
              <a:off x="2468425" y="2774025"/>
              <a:ext cx="105500" cy="87625"/>
            </a:xfrm>
            <a:custGeom>
              <a:rect b="b" l="l" r="r" t="t"/>
              <a:pathLst>
                <a:path extrusionOk="0" fill="none" h="3505" w="4220">
                  <a:moveTo>
                    <a:pt x="472" y="558"/>
                  </a:moveTo>
                  <a:lnTo>
                    <a:pt x="175" y="1203"/>
                  </a:lnTo>
                  <a:cubicBezTo>
                    <a:pt x="1" y="1569"/>
                    <a:pt x="158" y="2005"/>
                    <a:pt x="524" y="2197"/>
                  </a:cubicBezTo>
                  <a:lnTo>
                    <a:pt x="2651" y="3295"/>
                  </a:lnTo>
                  <a:cubicBezTo>
                    <a:pt x="3034" y="3504"/>
                    <a:pt x="3487" y="3347"/>
                    <a:pt x="3696" y="2981"/>
                  </a:cubicBezTo>
                  <a:lnTo>
                    <a:pt x="4028" y="2319"/>
                  </a:lnTo>
                  <a:cubicBezTo>
                    <a:pt x="4219" y="1953"/>
                    <a:pt x="4080" y="1482"/>
                    <a:pt x="3696" y="1290"/>
                  </a:cubicBezTo>
                  <a:lnTo>
                    <a:pt x="1518" y="210"/>
                  </a:lnTo>
                  <a:cubicBezTo>
                    <a:pt x="1134" y="0"/>
                    <a:pt x="663" y="157"/>
                    <a:pt x="472" y="558"/>
                  </a:cubicBezTo>
                  <a:close/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75"/>
            <p:cNvSpPr/>
            <p:nvPr/>
          </p:nvSpPr>
          <p:spPr>
            <a:xfrm>
              <a:off x="2565625" y="2843750"/>
              <a:ext cx="310300" cy="81075"/>
            </a:xfrm>
            <a:custGeom>
              <a:rect b="b" l="l" r="r" t="t"/>
              <a:pathLst>
                <a:path extrusionOk="0" fill="none" h="3243" w="12412">
                  <a:moveTo>
                    <a:pt x="0" y="0"/>
                  </a:moveTo>
                  <a:cubicBezTo>
                    <a:pt x="0" y="0"/>
                    <a:pt x="5125" y="3243"/>
                    <a:pt x="12411" y="1064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75"/>
            <p:cNvSpPr/>
            <p:nvPr/>
          </p:nvSpPr>
          <p:spPr>
            <a:xfrm>
              <a:off x="2873725" y="2808450"/>
              <a:ext cx="42725" cy="85875"/>
            </a:xfrm>
            <a:custGeom>
              <a:rect b="b" l="l" r="r" t="t"/>
              <a:pathLst>
                <a:path extrusionOk="0" fill="none" h="3435" w="1709">
                  <a:moveTo>
                    <a:pt x="1708" y="0"/>
                  </a:moveTo>
                  <a:cubicBezTo>
                    <a:pt x="1708" y="0"/>
                    <a:pt x="366" y="157"/>
                    <a:pt x="261" y="872"/>
                  </a:cubicBezTo>
                  <a:cubicBezTo>
                    <a:pt x="174" y="1430"/>
                    <a:pt x="0" y="2999"/>
                    <a:pt x="227" y="3225"/>
                  </a:cubicBezTo>
                  <a:cubicBezTo>
                    <a:pt x="471" y="3434"/>
                    <a:pt x="1639" y="3016"/>
                    <a:pt x="1639" y="3016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75"/>
            <p:cNvSpPr/>
            <p:nvPr/>
          </p:nvSpPr>
          <p:spPr>
            <a:xfrm>
              <a:off x="2624875" y="2435850"/>
              <a:ext cx="104625" cy="227075"/>
            </a:xfrm>
            <a:custGeom>
              <a:rect b="b" l="l" r="r" t="t"/>
              <a:pathLst>
                <a:path extrusionOk="0" fill="none" h="9083" w="4185">
                  <a:moveTo>
                    <a:pt x="1" y="1"/>
                  </a:moveTo>
                  <a:cubicBezTo>
                    <a:pt x="2389" y="2459"/>
                    <a:pt x="3853" y="5666"/>
                    <a:pt x="4184" y="9082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75"/>
            <p:cNvSpPr/>
            <p:nvPr/>
          </p:nvSpPr>
          <p:spPr>
            <a:xfrm>
              <a:off x="2704625" y="2420600"/>
              <a:ext cx="84125" cy="242750"/>
            </a:xfrm>
            <a:custGeom>
              <a:rect b="b" l="l" r="r" t="t"/>
              <a:pathLst>
                <a:path extrusionOk="0" fill="none" h="9710" w="3365">
                  <a:moveTo>
                    <a:pt x="1" y="1"/>
                  </a:moveTo>
                  <a:cubicBezTo>
                    <a:pt x="1970" y="2650"/>
                    <a:pt x="3313" y="6415"/>
                    <a:pt x="3365" y="9710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75"/>
            <p:cNvSpPr/>
            <p:nvPr/>
          </p:nvSpPr>
          <p:spPr>
            <a:xfrm>
              <a:off x="2787000" y="2441100"/>
              <a:ext cx="57100" cy="226625"/>
            </a:xfrm>
            <a:custGeom>
              <a:rect b="b" l="l" r="r" t="t"/>
              <a:pathLst>
                <a:path extrusionOk="0" fill="none" h="9065" w="2284">
                  <a:moveTo>
                    <a:pt x="0" y="0"/>
                  </a:moveTo>
                  <a:cubicBezTo>
                    <a:pt x="1499" y="2772"/>
                    <a:pt x="2284" y="5892"/>
                    <a:pt x="2231" y="9064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75"/>
            <p:cNvSpPr/>
            <p:nvPr/>
          </p:nvSpPr>
          <p:spPr>
            <a:xfrm>
              <a:off x="2429650" y="2515925"/>
              <a:ext cx="65825" cy="65125"/>
            </a:xfrm>
            <a:custGeom>
              <a:rect b="b" l="l" r="r" t="t"/>
              <a:pathLst>
                <a:path extrusionOk="0" h="2605" w="2633">
                  <a:moveTo>
                    <a:pt x="1821" y="0"/>
                  </a:moveTo>
                  <a:cubicBezTo>
                    <a:pt x="1795" y="0"/>
                    <a:pt x="1770" y="2"/>
                    <a:pt x="1744" y="5"/>
                  </a:cubicBezTo>
                  <a:cubicBezTo>
                    <a:pt x="1447" y="40"/>
                    <a:pt x="1151" y="284"/>
                    <a:pt x="959" y="511"/>
                  </a:cubicBezTo>
                  <a:cubicBezTo>
                    <a:pt x="646" y="842"/>
                    <a:pt x="402" y="1225"/>
                    <a:pt x="192" y="1626"/>
                  </a:cubicBezTo>
                  <a:cubicBezTo>
                    <a:pt x="175" y="1679"/>
                    <a:pt x="157" y="1713"/>
                    <a:pt x="123" y="1766"/>
                  </a:cubicBezTo>
                  <a:cubicBezTo>
                    <a:pt x="35" y="1923"/>
                    <a:pt x="1" y="2114"/>
                    <a:pt x="53" y="2306"/>
                  </a:cubicBezTo>
                  <a:cubicBezTo>
                    <a:pt x="135" y="2486"/>
                    <a:pt x="323" y="2604"/>
                    <a:pt x="533" y="2604"/>
                  </a:cubicBezTo>
                  <a:cubicBezTo>
                    <a:pt x="547" y="2604"/>
                    <a:pt x="561" y="2604"/>
                    <a:pt x="576" y="2602"/>
                  </a:cubicBezTo>
                  <a:cubicBezTo>
                    <a:pt x="1116" y="2550"/>
                    <a:pt x="1604" y="2289"/>
                    <a:pt x="1935" y="1870"/>
                  </a:cubicBezTo>
                  <a:cubicBezTo>
                    <a:pt x="2302" y="1469"/>
                    <a:pt x="2633" y="946"/>
                    <a:pt x="2406" y="406"/>
                  </a:cubicBezTo>
                  <a:cubicBezTo>
                    <a:pt x="2311" y="153"/>
                    <a:pt x="2073" y="0"/>
                    <a:pt x="18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75"/>
            <p:cNvSpPr/>
            <p:nvPr/>
          </p:nvSpPr>
          <p:spPr>
            <a:xfrm>
              <a:off x="2394800" y="2591425"/>
              <a:ext cx="35750" cy="34625"/>
            </a:xfrm>
            <a:custGeom>
              <a:rect b="b" l="l" r="r" t="t"/>
              <a:pathLst>
                <a:path extrusionOk="0" h="1385" w="1430">
                  <a:moveTo>
                    <a:pt x="674" y="0"/>
                  </a:moveTo>
                  <a:cubicBezTo>
                    <a:pt x="338" y="0"/>
                    <a:pt x="104" y="373"/>
                    <a:pt x="52" y="663"/>
                  </a:cubicBezTo>
                  <a:cubicBezTo>
                    <a:pt x="0" y="890"/>
                    <a:pt x="70" y="1116"/>
                    <a:pt x="262" y="1273"/>
                  </a:cubicBezTo>
                  <a:cubicBezTo>
                    <a:pt x="358" y="1345"/>
                    <a:pt x="479" y="1384"/>
                    <a:pt x="602" y="1384"/>
                  </a:cubicBezTo>
                  <a:cubicBezTo>
                    <a:pt x="657" y="1384"/>
                    <a:pt x="713" y="1377"/>
                    <a:pt x="767" y="1360"/>
                  </a:cubicBezTo>
                  <a:cubicBezTo>
                    <a:pt x="924" y="1291"/>
                    <a:pt x="1081" y="1186"/>
                    <a:pt x="1185" y="1047"/>
                  </a:cubicBezTo>
                  <a:cubicBezTo>
                    <a:pt x="1238" y="977"/>
                    <a:pt x="1273" y="907"/>
                    <a:pt x="1290" y="820"/>
                  </a:cubicBezTo>
                  <a:cubicBezTo>
                    <a:pt x="1429" y="419"/>
                    <a:pt x="1116" y="1"/>
                    <a:pt x="697" y="1"/>
                  </a:cubicBezTo>
                  <a:cubicBezTo>
                    <a:pt x="690" y="0"/>
                    <a:pt x="682" y="0"/>
                    <a:pt x="6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75"/>
            <p:cNvSpPr/>
            <p:nvPr/>
          </p:nvSpPr>
          <p:spPr>
            <a:xfrm>
              <a:off x="1059550" y="3024600"/>
              <a:ext cx="435825" cy="406175"/>
            </a:xfrm>
            <a:custGeom>
              <a:rect b="b" l="l" r="r" t="t"/>
              <a:pathLst>
                <a:path extrusionOk="0" h="16247" w="17433">
                  <a:moveTo>
                    <a:pt x="10686" y="0"/>
                  </a:moveTo>
                  <a:cubicBezTo>
                    <a:pt x="10372" y="157"/>
                    <a:pt x="7653" y="3382"/>
                    <a:pt x="5893" y="5038"/>
                  </a:cubicBezTo>
                  <a:cubicBezTo>
                    <a:pt x="4115" y="6694"/>
                    <a:pt x="1" y="9256"/>
                    <a:pt x="1" y="9256"/>
                  </a:cubicBezTo>
                  <a:lnTo>
                    <a:pt x="1622" y="16246"/>
                  </a:lnTo>
                  <a:cubicBezTo>
                    <a:pt x="1622" y="16246"/>
                    <a:pt x="6259" y="11906"/>
                    <a:pt x="6991" y="11226"/>
                  </a:cubicBezTo>
                  <a:cubicBezTo>
                    <a:pt x="7723" y="10529"/>
                    <a:pt x="9205" y="10163"/>
                    <a:pt x="11087" y="8420"/>
                  </a:cubicBezTo>
                  <a:cubicBezTo>
                    <a:pt x="12307" y="7304"/>
                    <a:pt x="12883" y="5369"/>
                    <a:pt x="12883" y="5369"/>
                  </a:cubicBezTo>
                  <a:cubicBezTo>
                    <a:pt x="13283" y="4829"/>
                    <a:pt x="13754" y="4323"/>
                    <a:pt x="14260" y="3853"/>
                  </a:cubicBezTo>
                  <a:cubicBezTo>
                    <a:pt x="15061" y="3138"/>
                    <a:pt x="17432" y="872"/>
                    <a:pt x="16805" y="349"/>
                  </a:cubicBezTo>
                  <a:cubicBezTo>
                    <a:pt x="16745" y="301"/>
                    <a:pt x="16658" y="279"/>
                    <a:pt x="16549" y="279"/>
                  </a:cubicBezTo>
                  <a:cubicBezTo>
                    <a:pt x="15517" y="279"/>
                    <a:pt x="12534" y="2249"/>
                    <a:pt x="12534" y="2249"/>
                  </a:cubicBezTo>
                  <a:cubicBezTo>
                    <a:pt x="12290" y="1796"/>
                    <a:pt x="10686" y="0"/>
                    <a:pt x="106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75"/>
            <p:cNvSpPr/>
            <p:nvPr/>
          </p:nvSpPr>
          <p:spPr>
            <a:xfrm>
              <a:off x="408500" y="2870325"/>
              <a:ext cx="872025" cy="1438550"/>
            </a:xfrm>
            <a:custGeom>
              <a:rect b="b" l="l" r="r" t="t"/>
              <a:pathLst>
                <a:path extrusionOk="0" h="57542" w="34881">
                  <a:moveTo>
                    <a:pt x="14137" y="1"/>
                  </a:moveTo>
                  <a:cubicBezTo>
                    <a:pt x="14137" y="1"/>
                    <a:pt x="4550" y="7043"/>
                    <a:pt x="1639" y="15915"/>
                  </a:cubicBezTo>
                  <a:cubicBezTo>
                    <a:pt x="105" y="20587"/>
                    <a:pt x="1" y="31830"/>
                    <a:pt x="262" y="41470"/>
                  </a:cubicBezTo>
                  <a:cubicBezTo>
                    <a:pt x="297" y="43003"/>
                    <a:pt x="349" y="44520"/>
                    <a:pt x="402" y="45949"/>
                  </a:cubicBezTo>
                  <a:cubicBezTo>
                    <a:pt x="436" y="46891"/>
                    <a:pt x="471" y="47832"/>
                    <a:pt x="524" y="48703"/>
                  </a:cubicBezTo>
                  <a:cubicBezTo>
                    <a:pt x="593" y="50377"/>
                    <a:pt x="663" y="51893"/>
                    <a:pt x="733" y="53183"/>
                  </a:cubicBezTo>
                  <a:cubicBezTo>
                    <a:pt x="890" y="55868"/>
                    <a:pt x="994" y="57541"/>
                    <a:pt x="994" y="57541"/>
                  </a:cubicBezTo>
                  <a:lnTo>
                    <a:pt x="34880" y="57541"/>
                  </a:lnTo>
                  <a:lnTo>
                    <a:pt x="34009" y="53044"/>
                  </a:lnTo>
                  <a:lnTo>
                    <a:pt x="33085" y="48163"/>
                  </a:lnTo>
                  <a:lnTo>
                    <a:pt x="32614" y="45792"/>
                  </a:lnTo>
                  <a:lnTo>
                    <a:pt x="31673" y="40859"/>
                  </a:lnTo>
                  <a:lnTo>
                    <a:pt x="27716" y="20291"/>
                  </a:lnTo>
                  <a:lnTo>
                    <a:pt x="27263" y="17955"/>
                  </a:lnTo>
                  <a:lnTo>
                    <a:pt x="23463" y="6154"/>
                  </a:lnTo>
                  <a:lnTo>
                    <a:pt x="141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75"/>
            <p:cNvSpPr/>
            <p:nvPr/>
          </p:nvSpPr>
          <p:spPr>
            <a:xfrm>
              <a:off x="415050" y="3892225"/>
              <a:ext cx="809250" cy="136200"/>
            </a:xfrm>
            <a:custGeom>
              <a:rect b="b" l="l" r="r" t="t"/>
              <a:pathLst>
                <a:path extrusionOk="0" h="5448" w="32370">
                  <a:moveTo>
                    <a:pt x="31411" y="1"/>
                  </a:moveTo>
                  <a:cubicBezTo>
                    <a:pt x="26350" y="764"/>
                    <a:pt x="20136" y="1003"/>
                    <a:pt x="14319" y="1003"/>
                  </a:cubicBezTo>
                  <a:cubicBezTo>
                    <a:pt x="8716" y="1003"/>
                    <a:pt x="3481" y="782"/>
                    <a:pt x="0" y="594"/>
                  </a:cubicBezTo>
                  <a:lnTo>
                    <a:pt x="0" y="594"/>
                  </a:lnTo>
                  <a:cubicBezTo>
                    <a:pt x="52" y="2145"/>
                    <a:pt x="87" y="3644"/>
                    <a:pt x="140" y="5073"/>
                  </a:cubicBezTo>
                  <a:cubicBezTo>
                    <a:pt x="3566" y="5349"/>
                    <a:pt x="7813" y="5448"/>
                    <a:pt x="12144" y="5448"/>
                  </a:cubicBezTo>
                  <a:cubicBezTo>
                    <a:pt x="20151" y="5448"/>
                    <a:pt x="28444" y="5109"/>
                    <a:pt x="32370" y="4916"/>
                  </a:cubicBezTo>
                  <a:lnTo>
                    <a:pt x="314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75"/>
            <p:cNvSpPr/>
            <p:nvPr/>
          </p:nvSpPr>
          <p:spPr>
            <a:xfrm>
              <a:off x="421575" y="4074825"/>
              <a:ext cx="837150" cy="134625"/>
            </a:xfrm>
            <a:custGeom>
              <a:rect b="b" l="l" r="r" t="t"/>
              <a:pathLst>
                <a:path extrusionOk="0" h="5385" w="33486">
                  <a:moveTo>
                    <a:pt x="32562" y="1"/>
                  </a:moveTo>
                  <a:cubicBezTo>
                    <a:pt x="27290" y="705"/>
                    <a:pt x="20920" y="929"/>
                    <a:pt x="14956" y="929"/>
                  </a:cubicBezTo>
                  <a:cubicBezTo>
                    <a:pt x="9108" y="929"/>
                    <a:pt x="3651" y="713"/>
                    <a:pt x="1" y="523"/>
                  </a:cubicBezTo>
                  <a:lnTo>
                    <a:pt x="1" y="523"/>
                  </a:lnTo>
                  <a:cubicBezTo>
                    <a:pt x="70" y="2214"/>
                    <a:pt x="140" y="3731"/>
                    <a:pt x="210" y="5021"/>
                  </a:cubicBezTo>
                  <a:cubicBezTo>
                    <a:pt x="3788" y="5288"/>
                    <a:pt x="8191" y="5385"/>
                    <a:pt x="12681" y="5385"/>
                  </a:cubicBezTo>
                  <a:cubicBezTo>
                    <a:pt x="20767" y="5385"/>
                    <a:pt x="29137" y="5072"/>
                    <a:pt x="33486" y="4881"/>
                  </a:cubicBezTo>
                  <a:lnTo>
                    <a:pt x="325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75"/>
            <p:cNvSpPr/>
            <p:nvPr/>
          </p:nvSpPr>
          <p:spPr>
            <a:xfrm>
              <a:off x="761925" y="2870325"/>
              <a:ext cx="339500" cy="507725"/>
            </a:xfrm>
            <a:custGeom>
              <a:rect b="b" l="l" r="r" t="t"/>
              <a:pathLst>
                <a:path extrusionOk="0" h="20309" w="13580">
                  <a:moveTo>
                    <a:pt x="0" y="1"/>
                  </a:moveTo>
                  <a:lnTo>
                    <a:pt x="0" y="1"/>
                  </a:lnTo>
                  <a:cubicBezTo>
                    <a:pt x="1" y="1"/>
                    <a:pt x="7287" y="9082"/>
                    <a:pt x="8873" y="11732"/>
                  </a:cubicBezTo>
                  <a:cubicBezTo>
                    <a:pt x="9901" y="13458"/>
                    <a:pt x="12115" y="17571"/>
                    <a:pt x="13579" y="20308"/>
                  </a:cubicBezTo>
                  <a:lnTo>
                    <a:pt x="13126" y="17955"/>
                  </a:lnTo>
                  <a:lnTo>
                    <a:pt x="9326" y="61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75"/>
            <p:cNvSpPr/>
            <p:nvPr/>
          </p:nvSpPr>
          <p:spPr>
            <a:xfrm>
              <a:off x="653850" y="3836450"/>
              <a:ext cx="214425" cy="491600"/>
            </a:xfrm>
            <a:custGeom>
              <a:rect b="b" l="l" r="r" t="t"/>
              <a:pathLst>
                <a:path extrusionOk="0" h="19664" w="8577">
                  <a:moveTo>
                    <a:pt x="2929" y="1"/>
                  </a:moveTo>
                  <a:lnTo>
                    <a:pt x="192" y="558"/>
                  </a:lnTo>
                  <a:lnTo>
                    <a:pt x="0" y="19593"/>
                  </a:lnTo>
                  <a:lnTo>
                    <a:pt x="8577" y="19663"/>
                  </a:lnTo>
                  <a:lnTo>
                    <a:pt x="292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75"/>
            <p:cNvSpPr/>
            <p:nvPr/>
          </p:nvSpPr>
          <p:spPr>
            <a:xfrm>
              <a:off x="680875" y="3851225"/>
              <a:ext cx="327725" cy="449350"/>
            </a:xfrm>
            <a:custGeom>
              <a:rect b="b" l="l" r="r" t="t"/>
              <a:pathLst>
                <a:path extrusionOk="0" h="17974" w="13109">
                  <a:moveTo>
                    <a:pt x="619" y="1"/>
                  </a:moveTo>
                  <a:cubicBezTo>
                    <a:pt x="229" y="1"/>
                    <a:pt x="0" y="12"/>
                    <a:pt x="0" y="37"/>
                  </a:cubicBezTo>
                  <a:cubicBezTo>
                    <a:pt x="0" y="37"/>
                    <a:pt x="506" y="5964"/>
                    <a:pt x="1534" y="9589"/>
                  </a:cubicBezTo>
                  <a:cubicBezTo>
                    <a:pt x="2545" y="13233"/>
                    <a:pt x="3887" y="17974"/>
                    <a:pt x="3887" y="17974"/>
                  </a:cubicBezTo>
                  <a:lnTo>
                    <a:pt x="13108" y="17974"/>
                  </a:lnTo>
                  <a:cubicBezTo>
                    <a:pt x="13108" y="17974"/>
                    <a:pt x="11174" y="10025"/>
                    <a:pt x="11086" y="8073"/>
                  </a:cubicBezTo>
                  <a:cubicBezTo>
                    <a:pt x="10999" y="6121"/>
                    <a:pt x="10581" y="368"/>
                    <a:pt x="10581" y="368"/>
                  </a:cubicBezTo>
                  <a:cubicBezTo>
                    <a:pt x="10581" y="368"/>
                    <a:pt x="2883" y="1"/>
                    <a:pt x="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75"/>
            <p:cNvSpPr/>
            <p:nvPr/>
          </p:nvSpPr>
          <p:spPr>
            <a:xfrm>
              <a:off x="543600" y="3142625"/>
              <a:ext cx="587025" cy="734825"/>
            </a:xfrm>
            <a:custGeom>
              <a:rect b="b" l="l" r="r" t="t"/>
              <a:pathLst>
                <a:path extrusionOk="0" h="29393" w="23481">
                  <a:moveTo>
                    <a:pt x="12529" y="1"/>
                  </a:moveTo>
                  <a:cubicBezTo>
                    <a:pt x="12305" y="1"/>
                    <a:pt x="12074" y="13"/>
                    <a:pt x="11836" y="38"/>
                  </a:cubicBezTo>
                  <a:cubicBezTo>
                    <a:pt x="0" y="1311"/>
                    <a:pt x="3382" y="29218"/>
                    <a:pt x="3382" y="29218"/>
                  </a:cubicBezTo>
                  <a:lnTo>
                    <a:pt x="18861" y="29392"/>
                  </a:lnTo>
                  <a:cubicBezTo>
                    <a:pt x="18861" y="29392"/>
                    <a:pt x="23481" y="1"/>
                    <a:pt x="125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75"/>
            <p:cNvSpPr/>
            <p:nvPr/>
          </p:nvSpPr>
          <p:spPr>
            <a:xfrm>
              <a:off x="757125" y="2395650"/>
              <a:ext cx="510700" cy="628525"/>
            </a:xfrm>
            <a:custGeom>
              <a:rect b="b" l="l" r="r" t="t"/>
              <a:pathLst>
                <a:path extrusionOk="0" h="25141" w="20428">
                  <a:moveTo>
                    <a:pt x="11774" y="1"/>
                  </a:moveTo>
                  <a:cubicBezTo>
                    <a:pt x="11572" y="1"/>
                    <a:pt x="11366" y="8"/>
                    <a:pt x="11157" y="23"/>
                  </a:cubicBezTo>
                  <a:cubicBezTo>
                    <a:pt x="4690" y="458"/>
                    <a:pt x="1" y="4903"/>
                    <a:pt x="820" y="10673"/>
                  </a:cubicBezTo>
                  <a:cubicBezTo>
                    <a:pt x="820" y="10673"/>
                    <a:pt x="1012" y="13410"/>
                    <a:pt x="1639" y="15379"/>
                  </a:cubicBezTo>
                  <a:lnTo>
                    <a:pt x="175" y="18988"/>
                  </a:lnTo>
                  <a:cubicBezTo>
                    <a:pt x="175" y="18988"/>
                    <a:pt x="4864" y="23311"/>
                    <a:pt x="9501" y="25141"/>
                  </a:cubicBezTo>
                  <a:lnTo>
                    <a:pt x="10947" y="23067"/>
                  </a:lnTo>
                  <a:cubicBezTo>
                    <a:pt x="10947" y="23067"/>
                    <a:pt x="12616" y="23689"/>
                    <a:pt x="14252" y="23689"/>
                  </a:cubicBezTo>
                  <a:cubicBezTo>
                    <a:pt x="15270" y="23689"/>
                    <a:pt x="16275" y="23448"/>
                    <a:pt x="16857" y="22666"/>
                  </a:cubicBezTo>
                  <a:cubicBezTo>
                    <a:pt x="17310" y="22056"/>
                    <a:pt x="17815" y="20713"/>
                    <a:pt x="18269" y="19092"/>
                  </a:cubicBezTo>
                  <a:cubicBezTo>
                    <a:pt x="18286" y="19040"/>
                    <a:pt x="18303" y="19005"/>
                    <a:pt x="18303" y="18970"/>
                  </a:cubicBezTo>
                  <a:cubicBezTo>
                    <a:pt x="18391" y="18709"/>
                    <a:pt x="18443" y="18447"/>
                    <a:pt x="18530" y="18186"/>
                  </a:cubicBezTo>
                  <a:cubicBezTo>
                    <a:pt x="18728" y="18222"/>
                    <a:pt x="18977" y="18258"/>
                    <a:pt x="19217" y="18258"/>
                  </a:cubicBezTo>
                  <a:cubicBezTo>
                    <a:pt x="19442" y="18258"/>
                    <a:pt x="19660" y="18226"/>
                    <a:pt x="19820" y="18134"/>
                  </a:cubicBezTo>
                  <a:cubicBezTo>
                    <a:pt x="20256" y="17890"/>
                    <a:pt x="19907" y="13514"/>
                    <a:pt x="19820" y="12294"/>
                  </a:cubicBezTo>
                  <a:cubicBezTo>
                    <a:pt x="20081" y="11004"/>
                    <a:pt x="20256" y="9697"/>
                    <a:pt x="20360" y="8390"/>
                  </a:cubicBezTo>
                  <a:cubicBezTo>
                    <a:pt x="20428" y="6366"/>
                    <a:pt x="17802" y="1"/>
                    <a:pt x="117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75"/>
            <p:cNvSpPr/>
            <p:nvPr/>
          </p:nvSpPr>
          <p:spPr>
            <a:xfrm>
              <a:off x="739250" y="2372900"/>
              <a:ext cx="547375" cy="458300"/>
            </a:xfrm>
            <a:custGeom>
              <a:rect b="b" l="l" r="r" t="t"/>
              <a:pathLst>
                <a:path extrusionOk="0" h="18332" w="21895">
                  <a:moveTo>
                    <a:pt x="13509" y="0"/>
                  </a:moveTo>
                  <a:cubicBezTo>
                    <a:pt x="12920" y="0"/>
                    <a:pt x="12334" y="144"/>
                    <a:pt x="11802" y="410"/>
                  </a:cubicBezTo>
                  <a:cubicBezTo>
                    <a:pt x="11394" y="141"/>
                    <a:pt x="10920" y="5"/>
                    <a:pt x="10446" y="5"/>
                  </a:cubicBezTo>
                  <a:cubicBezTo>
                    <a:pt x="10149" y="5"/>
                    <a:pt x="9852" y="58"/>
                    <a:pt x="9571" y="166"/>
                  </a:cubicBezTo>
                  <a:cubicBezTo>
                    <a:pt x="9117" y="392"/>
                    <a:pt x="8717" y="706"/>
                    <a:pt x="8385" y="1089"/>
                  </a:cubicBezTo>
                  <a:cubicBezTo>
                    <a:pt x="8003" y="957"/>
                    <a:pt x="7593" y="890"/>
                    <a:pt x="7182" y="890"/>
                  </a:cubicBezTo>
                  <a:cubicBezTo>
                    <a:pt x="6246" y="890"/>
                    <a:pt x="5308" y="1236"/>
                    <a:pt x="4690" y="1926"/>
                  </a:cubicBezTo>
                  <a:cubicBezTo>
                    <a:pt x="4394" y="2223"/>
                    <a:pt x="4202" y="2606"/>
                    <a:pt x="4167" y="3024"/>
                  </a:cubicBezTo>
                  <a:cubicBezTo>
                    <a:pt x="3749" y="3094"/>
                    <a:pt x="3348" y="3234"/>
                    <a:pt x="2982" y="3443"/>
                  </a:cubicBezTo>
                  <a:cubicBezTo>
                    <a:pt x="2703" y="3652"/>
                    <a:pt x="2459" y="3896"/>
                    <a:pt x="2250" y="4192"/>
                  </a:cubicBezTo>
                  <a:cubicBezTo>
                    <a:pt x="1883" y="4663"/>
                    <a:pt x="1587" y="5186"/>
                    <a:pt x="1378" y="5744"/>
                  </a:cubicBezTo>
                  <a:cubicBezTo>
                    <a:pt x="1169" y="6301"/>
                    <a:pt x="1151" y="6911"/>
                    <a:pt x="1308" y="7487"/>
                  </a:cubicBezTo>
                  <a:cubicBezTo>
                    <a:pt x="1552" y="8358"/>
                    <a:pt x="1517" y="8463"/>
                    <a:pt x="1500" y="9369"/>
                  </a:cubicBezTo>
                  <a:cubicBezTo>
                    <a:pt x="1500" y="10293"/>
                    <a:pt x="838" y="11705"/>
                    <a:pt x="1535" y="12298"/>
                  </a:cubicBezTo>
                  <a:cubicBezTo>
                    <a:pt x="1535" y="12298"/>
                    <a:pt x="1" y="14320"/>
                    <a:pt x="838" y="15557"/>
                  </a:cubicBezTo>
                  <a:cubicBezTo>
                    <a:pt x="1233" y="16155"/>
                    <a:pt x="1735" y="16310"/>
                    <a:pt x="2147" y="16310"/>
                  </a:cubicBezTo>
                  <a:cubicBezTo>
                    <a:pt x="2589" y="16310"/>
                    <a:pt x="2929" y="16133"/>
                    <a:pt x="2929" y="16133"/>
                  </a:cubicBezTo>
                  <a:lnTo>
                    <a:pt x="2929" y="16133"/>
                  </a:lnTo>
                  <a:cubicBezTo>
                    <a:pt x="2929" y="16133"/>
                    <a:pt x="2738" y="17963"/>
                    <a:pt x="4760" y="18294"/>
                  </a:cubicBezTo>
                  <a:cubicBezTo>
                    <a:pt x="4925" y="18319"/>
                    <a:pt x="5087" y="18331"/>
                    <a:pt x="5244" y="18331"/>
                  </a:cubicBezTo>
                  <a:cubicBezTo>
                    <a:pt x="7030" y="18331"/>
                    <a:pt x="8281" y="16830"/>
                    <a:pt x="8281" y="16830"/>
                  </a:cubicBezTo>
                  <a:cubicBezTo>
                    <a:pt x="8281" y="16830"/>
                    <a:pt x="8744" y="18126"/>
                    <a:pt x="9969" y="18126"/>
                  </a:cubicBezTo>
                  <a:cubicBezTo>
                    <a:pt x="10151" y="18126"/>
                    <a:pt x="10349" y="18098"/>
                    <a:pt x="10564" y="18033"/>
                  </a:cubicBezTo>
                  <a:cubicBezTo>
                    <a:pt x="12255" y="17527"/>
                    <a:pt x="13231" y="13622"/>
                    <a:pt x="13231" y="13622"/>
                  </a:cubicBezTo>
                  <a:cubicBezTo>
                    <a:pt x="13231" y="13622"/>
                    <a:pt x="13842" y="13159"/>
                    <a:pt x="14479" y="13159"/>
                  </a:cubicBezTo>
                  <a:cubicBezTo>
                    <a:pt x="14689" y="13159"/>
                    <a:pt x="14902" y="13210"/>
                    <a:pt x="15096" y="13344"/>
                  </a:cubicBezTo>
                  <a:cubicBezTo>
                    <a:pt x="15866" y="13857"/>
                    <a:pt x="15410" y="16100"/>
                    <a:pt x="16283" y="16100"/>
                  </a:cubicBezTo>
                  <a:cubicBezTo>
                    <a:pt x="16300" y="16100"/>
                    <a:pt x="16317" y="16099"/>
                    <a:pt x="16334" y="16098"/>
                  </a:cubicBezTo>
                  <a:cubicBezTo>
                    <a:pt x="17293" y="16011"/>
                    <a:pt x="18408" y="12106"/>
                    <a:pt x="18408" y="12106"/>
                  </a:cubicBezTo>
                  <a:cubicBezTo>
                    <a:pt x="18408" y="12106"/>
                    <a:pt x="18698" y="12225"/>
                    <a:pt x="19100" y="12225"/>
                  </a:cubicBezTo>
                  <a:cubicBezTo>
                    <a:pt x="19694" y="12225"/>
                    <a:pt x="20531" y="11965"/>
                    <a:pt x="21040" y="10677"/>
                  </a:cubicBezTo>
                  <a:cubicBezTo>
                    <a:pt x="21895" y="8515"/>
                    <a:pt x="20657" y="6493"/>
                    <a:pt x="20657" y="6493"/>
                  </a:cubicBezTo>
                  <a:cubicBezTo>
                    <a:pt x="20657" y="6493"/>
                    <a:pt x="21093" y="3478"/>
                    <a:pt x="19576" y="2467"/>
                  </a:cubicBezTo>
                  <a:cubicBezTo>
                    <a:pt x="18772" y="1915"/>
                    <a:pt x="17826" y="1620"/>
                    <a:pt x="16866" y="1620"/>
                  </a:cubicBezTo>
                  <a:cubicBezTo>
                    <a:pt x="16764" y="1620"/>
                    <a:pt x="16663" y="1623"/>
                    <a:pt x="16561" y="1630"/>
                  </a:cubicBezTo>
                  <a:cubicBezTo>
                    <a:pt x="16038" y="880"/>
                    <a:pt x="15271" y="340"/>
                    <a:pt x="14399" y="113"/>
                  </a:cubicBezTo>
                  <a:cubicBezTo>
                    <a:pt x="14106" y="37"/>
                    <a:pt x="13807" y="0"/>
                    <a:pt x="13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75"/>
            <p:cNvSpPr/>
            <p:nvPr/>
          </p:nvSpPr>
          <p:spPr>
            <a:xfrm>
              <a:off x="1034725" y="2695675"/>
              <a:ext cx="115500" cy="138575"/>
            </a:xfrm>
            <a:custGeom>
              <a:rect b="b" l="l" r="r" t="t"/>
              <a:pathLst>
                <a:path extrusionOk="0" h="5543" w="4620">
                  <a:moveTo>
                    <a:pt x="2443" y="1"/>
                  </a:moveTo>
                  <a:cubicBezTo>
                    <a:pt x="2171" y="1"/>
                    <a:pt x="1901" y="56"/>
                    <a:pt x="1656" y="154"/>
                  </a:cubicBezTo>
                  <a:cubicBezTo>
                    <a:pt x="1011" y="433"/>
                    <a:pt x="593" y="1078"/>
                    <a:pt x="366" y="1757"/>
                  </a:cubicBezTo>
                  <a:cubicBezTo>
                    <a:pt x="0" y="2803"/>
                    <a:pt x="87" y="4128"/>
                    <a:pt x="907" y="4860"/>
                  </a:cubicBezTo>
                  <a:cubicBezTo>
                    <a:pt x="1395" y="5313"/>
                    <a:pt x="2075" y="5470"/>
                    <a:pt x="2737" y="5523"/>
                  </a:cubicBezTo>
                  <a:cubicBezTo>
                    <a:pt x="2824" y="5536"/>
                    <a:pt x="2910" y="5543"/>
                    <a:pt x="2996" y="5543"/>
                  </a:cubicBezTo>
                  <a:cubicBezTo>
                    <a:pt x="3239" y="5543"/>
                    <a:pt x="3477" y="5491"/>
                    <a:pt x="3696" y="5400"/>
                  </a:cubicBezTo>
                  <a:cubicBezTo>
                    <a:pt x="4149" y="5139"/>
                    <a:pt x="4306" y="4564"/>
                    <a:pt x="4393" y="4041"/>
                  </a:cubicBezTo>
                  <a:cubicBezTo>
                    <a:pt x="4620" y="2542"/>
                    <a:pt x="4620" y="311"/>
                    <a:pt x="2789" y="32"/>
                  </a:cubicBezTo>
                  <a:cubicBezTo>
                    <a:pt x="2675" y="11"/>
                    <a:pt x="2559" y="1"/>
                    <a:pt x="2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75"/>
            <p:cNvSpPr/>
            <p:nvPr/>
          </p:nvSpPr>
          <p:spPr>
            <a:xfrm>
              <a:off x="1036900" y="2784050"/>
              <a:ext cx="81950" cy="45775"/>
            </a:xfrm>
            <a:custGeom>
              <a:rect b="b" l="l" r="r" t="t"/>
              <a:pathLst>
                <a:path extrusionOk="0" fill="none" h="1831" w="3278">
                  <a:moveTo>
                    <a:pt x="0" y="0"/>
                  </a:moveTo>
                  <a:cubicBezTo>
                    <a:pt x="210" y="663"/>
                    <a:pt x="680" y="1221"/>
                    <a:pt x="1308" y="1517"/>
                  </a:cubicBezTo>
                  <a:cubicBezTo>
                    <a:pt x="1935" y="1796"/>
                    <a:pt x="2633" y="1831"/>
                    <a:pt x="3277" y="1621"/>
                  </a:cubicBezTo>
                </a:path>
              </a:pathLst>
            </a:custGeom>
            <a:noFill/>
            <a:ln cap="rnd" cmpd="sng" w="3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75"/>
            <p:cNvSpPr/>
            <p:nvPr/>
          </p:nvSpPr>
          <p:spPr>
            <a:xfrm>
              <a:off x="1092250" y="2743075"/>
              <a:ext cx="20075" cy="45800"/>
            </a:xfrm>
            <a:custGeom>
              <a:rect b="b" l="l" r="r" t="t"/>
              <a:pathLst>
                <a:path extrusionOk="0" fill="none" h="1832" w="803">
                  <a:moveTo>
                    <a:pt x="0" y="1"/>
                  </a:moveTo>
                  <a:cubicBezTo>
                    <a:pt x="506" y="489"/>
                    <a:pt x="785" y="1151"/>
                    <a:pt x="802" y="1831"/>
                  </a:cubicBezTo>
                </a:path>
              </a:pathLst>
            </a:custGeom>
            <a:noFill/>
            <a:ln cap="rnd" cmpd="sng" w="3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75"/>
            <p:cNvSpPr/>
            <p:nvPr/>
          </p:nvSpPr>
          <p:spPr>
            <a:xfrm>
              <a:off x="1209475" y="2751600"/>
              <a:ext cx="21800" cy="29625"/>
            </a:xfrm>
            <a:custGeom>
              <a:rect b="b" l="l" r="r" t="t"/>
              <a:pathLst>
                <a:path extrusionOk="0" h="1185" w="872">
                  <a:moveTo>
                    <a:pt x="519" y="1"/>
                  </a:moveTo>
                  <a:cubicBezTo>
                    <a:pt x="341" y="1"/>
                    <a:pt x="149" y="213"/>
                    <a:pt x="70" y="497"/>
                  </a:cubicBezTo>
                  <a:cubicBezTo>
                    <a:pt x="0" y="828"/>
                    <a:pt x="87" y="1124"/>
                    <a:pt x="297" y="1176"/>
                  </a:cubicBezTo>
                  <a:cubicBezTo>
                    <a:pt x="316" y="1182"/>
                    <a:pt x="336" y="1184"/>
                    <a:pt x="357" y="1184"/>
                  </a:cubicBezTo>
                  <a:cubicBezTo>
                    <a:pt x="533" y="1184"/>
                    <a:pt x="724" y="985"/>
                    <a:pt x="802" y="688"/>
                  </a:cubicBezTo>
                  <a:cubicBezTo>
                    <a:pt x="872" y="374"/>
                    <a:pt x="785" y="61"/>
                    <a:pt x="575" y="8"/>
                  </a:cubicBezTo>
                  <a:cubicBezTo>
                    <a:pt x="557" y="3"/>
                    <a:pt x="538" y="1"/>
                    <a:pt x="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75"/>
            <p:cNvSpPr/>
            <p:nvPr/>
          </p:nvSpPr>
          <p:spPr>
            <a:xfrm>
              <a:off x="1188975" y="2853700"/>
              <a:ext cx="26175" cy="19275"/>
            </a:xfrm>
            <a:custGeom>
              <a:rect b="b" l="l" r="r" t="t"/>
              <a:pathLst>
                <a:path extrusionOk="0" h="771" w="1047">
                  <a:moveTo>
                    <a:pt x="79" y="1"/>
                  </a:moveTo>
                  <a:cubicBezTo>
                    <a:pt x="65" y="1"/>
                    <a:pt x="51" y="6"/>
                    <a:pt x="36" y="21"/>
                  </a:cubicBezTo>
                  <a:cubicBezTo>
                    <a:pt x="1" y="38"/>
                    <a:pt x="1" y="73"/>
                    <a:pt x="18" y="90"/>
                  </a:cubicBezTo>
                  <a:cubicBezTo>
                    <a:pt x="262" y="439"/>
                    <a:pt x="611" y="666"/>
                    <a:pt x="1012" y="770"/>
                  </a:cubicBezTo>
                  <a:cubicBezTo>
                    <a:pt x="1029" y="718"/>
                    <a:pt x="1029" y="683"/>
                    <a:pt x="1047" y="648"/>
                  </a:cubicBezTo>
                  <a:cubicBezTo>
                    <a:pt x="663" y="561"/>
                    <a:pt x="350" y="335"/>
                    <a:pt x="123" y="21"/>
                  </a:cubicBezTo>
                  <a:cubicBezTo>
                    <a:pt x="113" y="11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75"/>
            <p:cNvSpPr/>
            <p:nvPr/>
          </p:nvSpPr>
          <p:spPr>
            <a:xfrm>
              <a:off x="1199875" y="2698900"/>
              <a:ext cx="45775" cy="27650"/>
            </a:xfrm>
            <a:custGeom>
              <a:rect b="b" l="l" r="r" t="t"/>
              <a:pathLst>
                <a:path extrusionOk="0" h="1106" w="1831">
                  <a:moveTo>
                    <a:pt x="999" y="1"/>
                  </a:moveTo>
                  <a:cubicBezTo>
                    <a:pt x="689" y="1"/>
                    <a:pt x="363" y="176"/>
                    <a:pt x="123" y="478"/>
                  </a:cubicBezTo>
                  <a:cubicBezTo>
                    <a:pt x="36" y="565"/>
                    <a:pt x="1" y="687"/>
                    <a:pt x="18" y="809"/>
                  </a:cubicBezTo>
                  <a:cubicBezTo>
                    <a:pt x="53" y="949"/>
                    <a:pt x="210" y="1001"/>
                    <a:pt x="349" y="1036"/>
                  </a:cubicBezTo>
                  <a:cubicBezTo>
                    <a:pt x="570" y="1082"/>
                    <a:pt x="799" y="1105"/>
                    <a:pt x="1030" y="1105"/>
                  </a:cubicBezTo>
                  <a:cubicBezTo>
                    <a:pt x="1145" y="1105"/>
                    <a:pt x="1262" y="1100"/>
                    <a:pt x="1378" y="1088"/>
                  </a:cubicBezTo>
                  <a:cubicBezTo>
                    <a:pt x="1535" y="1071"/>
                    <a:pt x="1744" y="1001"/>
                    <a:pt x="1814" y="844"/>
                  </a:cubicBezTo>
                  <a:cubicBezTo>
                    <a:pt x="1831" y="739"/>
                    <a:pt x="1814" y="617"/>
                    <a:pt x="1761" y="530"/>
                  </a:cubicBezTo>
                  <a:cubicBezTo>
                    <a:pt x="1582" y="163"/>
                    <a:pt x="1298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75"/>
            <p:cNvSpPr/>
            <p:nvPr/>
          </p:nvSpPr>
          <p:spPr>
            <a:xfrm>
              <a:off x="749725" y="2571500"/>
              <a:ext cx="512500" cy="142450"/>
            </a:xfrm>
            <a:custGeom>
              <a:rect b="b" l="l" r="r" t="t"/>
              <a:pathLst>
                <a:path extrusionOk="0" h="5698" w="20500">
                  <a:moveTo>
                    <a:pt x="17000" y="1"/>
                  </a:moveTo>
                  <a:cubicBezTo>
                    <a:pt x="13634" y="1"/>
                    <a:pt x="750" y="1495"/>
                    <a:pt x="750" y="1495"/>
                  </a:cubicBezTo>
                  <a:cubicBezTo>
                    <a:pt x="750" y="1495"/>
                    <a:pt x="0" y="3866"/>
                    <a:pt x="1116" y="4354"/>
                  </a:cubicBezTo>
                  <a:cubicBezTo>
                    <a:pt x="1967" y="4732"/>
                    <a:pt x="6236" y="5698"/>
                    <a:pt x="8882" y="5698"/>
                  </a:cubicBezTo>
                  <a:cubicBezTo>
                    <a:pt x="9649" y="5698"/>
                    <a:pt x="10279" y="5617"/>
                    <a:pt x="10651" y="5417"/>
                  </a:cubicBezTo>
                  <a:cubicBezTo>
                    <a:pt x="12289" y="4545"/>
                    <a:pt x="12132" y="2837"/>
                    <a:pt x="14364" y="2332"/>
                  </a:cubicBezTo>
                  <a:cubicBezTo>
                    <a:pt x="16612" y="1826"/>
                    <a:pt x="20499" y="1652"/>
                    <a:pt x="20499" y="1652"/>
                  </a:cubicBezTo>
                  <a:cubicBezTo>
                    <a:pt x="20499" y="1652"/>
                    <a:pt x="19872" y="188"/>
                    <a:pt x="17449" y="13"/>
                  </a:cubicBezTo>
                  <a:cubicBezTo>
                    <a:pt x="17328" y="5"/>
                    <a:pt x="17177" y="1"/>
                    <a:pt x="170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75"/>
            <p:cNvSpPr/>
            <p:nvPr/>
          </p:nvSpPr>
          <p:spPr>
            <a:xfrm>
              <a:off x="696550" y="2277325"/>
              <a:ext cx="696850" cy="391025"/>
            </a:xfrm>
            <a:custGeom>
              <a:rect b="b" l="l" r="r" t="t"/>
              <a:pathLst>
                <a:path extrusionOk="0" h="15641" w="27874">
                  <a:moveTo>
                    <a:pt x="13987" y="1"/>
                  </a:moveTo>
                  <a:cubicBezTo>
                    <a:pt x="13433" y="1"/>
                    <a:pt x="12877" y="40"/>
                    <a:pt x="12325" y="119"/>
                  </a:cubicBezTo>
                  <a:cubicBezTo>
                    <a:pt x="12150" y="136"/>
                    <a:pt x="11993" y="171"/>
                    <a:pt x="11836" y="189"/>
                  </a:cubicBezTo>
                  <a:cubicBezTo>
                    <a:pt x="9675" y="555"/>
                    <a:pt x="7670" y="1601"/>
                    <a:pt x="6136" y="3169"/>
                  </a:cubicBezTo>
                  <a:cubicBezTo>
                    <a:pt x="3992" y="5383"/>
                    <a:pt x="2511" y="8155"/>
                    <a:pt x="1848" y="11170"/>
                  </a:cubicBezTo>
                  <a:cubicBezTo>
                    <a:pt x="1848" y="11170"/>
                    <a:pt x="1" y="11885"/>
                    <a:pt x="471" y="13192"/>
                  </a:cubicBezTo>
                  <a:cubicBezTo>
                    <a:pt x="471" y="13192"/>
                    <a:pt x="855" y="14378"/>
                    <a:pt x="5422" y="15057"/>
                  </a:cubicBezTo>
                  <a:cubicBezTo>
                    <a:pt x="7646" y="15380"/>
                    <a:pt x="8957" y="15579"/>
                    <a:pt x="9917" y="15579"/>
                  </a:cubicBezTo>
                  <a:cubicBezTo>
                    <a:pt x="10929" y="15579"/>
                    <a:pt x="11552" y="15358"/>
                    <a:pt x="12447" y="14831"/>
                  </a:cubicBezTo>
                  <a:cubicBezTo>
                    <a:pt x="14006" y="13902"/>
                    <a:pt x="15124" y="13058"/>
                    <a:pt x="17420" y="13058"/>
                  </a:cubicBezTo>
                  <a:cubicBezTo>
                    <a:pt x="17666" y="13058"/>
                    <a:pt x="17925" y="13068"/>
                    <a:pt x="18199" y="13088"/>
                  </a:cubicBezTo>
                  <a:cubicBezTo>
                    <a:pt x="21023" y="13297"/>
                    <a:pt x="21703" y="14482"/>
                    <a:pt x="23393" y="15075"/>
                  </a:cubicBezTo>
                  <a:cubicBezTo>
                    <a:pt x="24422" y="15435"/>
                    <a:pt x="25798" y="15641"/>
                    <a:pt x="26735" y="15641"/>
                  </a:cubicBezTo>
                  <a:cubicBezTo>
                    <a:pt x="27338" y="15641"/>
                    <a:pt x="27759" y="15556"/>
                    <a:pt x="27786" y="15371"/>
                  </a:cubicBezTo>
                  <a:cubicBezTo>
                    <a:pt x="27873" y="14970"/>
                    <a:pt x="25694" y="14465"/>
                    <a:pt x="25154" y="14134"/>
                  </a:cubicBezTo>
                  <a:cubicBezTo>
                    <a:pt x="25084" y="14099"/>
                    <a:pt x="25049" y="14046"/>
                    <a:pt x="25049" y="13994"/>
                  </a:cubicBezTo>
                  <a:lnTo>
                    <a:pt x="25049" y="13977"/>
                  </a:lnTo>
                  <a:cubicBezTo>
                    <a:pt x="25067" y="13611"/>
                    <a:pt x="24910" y="12007"/>
                    <a:pt x="24439" y="11763"/>
                  </a:cubicBezTo>
                  <a:cubicBezTo>
                    <a:pt x="24683" y="10037"/>
                    <a:pt x="24282" y="8294"/>
                    <a:pt x="23306" y="6847"/>
                  </a:cubicBezTo>
                  <a:cubicBezTo>
                    <a:pt x="21650" y="4407"/>
                    <a:pt x="20430" y="3257"/>
                    <a:pt x="20430" y="3257"/>
                  </a:cubicBezTo>
                  <a:cubicBezTo>
                    <a:pt x="20430" y="3187"/>
                    <a:pt x="20413" y="3117"/>
                    <a:pt x="20413" y="3065"/>
                  </a:cubicBezTo>
                  <a:cubicBezTo>
                    <a:pt x="20395" y="3030"/>
                    <a:pt x="20395" y="2978"/>
                    <a:pt x="20378" y="2943"/>
                  </a:cubicBezTo>
                  <a:cubicBezTo>
                    <a:pt x="20256" y="2490"/>
                    <a:pt x="19855" y="1653"/>
                    <a:pt x="18513" y="973"/>
                  </a:cubicBezTo>
                  <a:cubicBezTo>
                    <a:pt x="18425" y="921"/>
                    <a:pt x="18338" y="886"/>
                    <a:pt x="18269" y="851"/>
                  </a:cubicBezTo>
                  <a:cubicBezTo>
                    <a:pt x="18112" y="764"/>
                    <a:pt x="17937" y="694"/>
                    <a:pt x="17763" y="624"/>
                  </a:cubicBezTo>
                  <a:cubicBezTo>
                    <a:pt x="16546" y="211"/>
                    <a:pt x="15270" y="1"/>
                    <a:pt x="139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75"/>
            <p:cNvSpPr/>
            <p:nvPr/>
          </p:nvSpPr>
          <p:spPr>
            <a:xfrm>
              <a:off x="741000" y="2553375"/>
              <a:ext cx="584400" cy="76875"/>
            </a:xfrm>
            <a:custGeom>
              <a:rect b="b" l="l" r="r" t="t"/>
              <a:pathLst>
                <a:path extrusionOk="0" h="3075" w="23376">
                  <a:moveTo>
                    <a:pt x="14421" y="1"/>
                  </a:moveTo>
                  <a:cubicBezTo>
                    <a:pt x="13626" y="1"/>
                    <a:pt x="12883" y="125"/>
                    <a:pt x="12220" y="372"/>
                  </a:cubicBezTo>
                  <a:cubicBezTo>
                    <a:pt x="11784" y="547"/>
                    <a:pt x="11348" y="773"/>
                    <a:pt x="10930" y="1000"/>
                  </a:cubicBezTo>
                  <a:cubicBezTo>
                    <a:pt x="10581" y="1192"/>
                    <a:pt x="10233" y="1383"/>
                    <a:pt x="9867" y="1540"/>
                  </a:cubicBezTo>
                  <a:cubicBezTo>
                    <a:pt x="9017" y="1901"/>
                    <a:pt x="8045" y="2088"/>
                    <a:pt x="6998" y="2088"/>
                  </a:cubicBezTo>
                  <a:cubicBezTo>
                    <a:pt x="6325" y="2088"/>
                    <a:pt x="5621" y="2011"/>
                    <a:pt x="4899" y="1854"/>
                  </a:cubicBezTo>
                  <a:cubicBezTo>
                    <a:pt x="3225" y="1523"/>
                    <a:pt x="1622" y="826"/>
                    <a:pt x="105" y="163"/>
                  </a:cubicBezTo>
                  <a:cubicBezTo>
                    <a:pt x="96" y="158"/>
                    <a:pt x="87" y="156"/>
                    <a:pt x="78" y="156"/>
                  </a:cubicBezTo>
                  <a:cubicBezTo>
                    <a:pt x="53" y="156"/>
                    <a:pt x="31" y="172"/>
                    <a:pt x="18" y="198"/>
                  </a:cubicBezTo>
                  <a:cubicBezTo>
                    <a:pt x="1" y="215"/>
                    <a:pt x="18" y="250"/>
                    <a:pt x="53" y="268"/>
                  </a:cubicBezTo>
                  <a:cubicBezTo>
                    <a:pt x="1587" y="948"/>
                    <a:pt x="3173" y="1627"/>
                    <a:pt x="4864" y="1976"/>
                  </a:cubicBezTo>
                  <a:cubicBezTo>
                    <a:pt x="5600" y="2133"/>
                    <a:pt x="6315" y="2210"/>
                    <a:pt x="6997" y="2210"/>
                  </a:cubicBezTo>
                  <a:cubicBezTo>
                    <a:pt x="8059" y="2210"/>
                    <a:pt x="9042" y="2023"/>
                    <a:pt x="9902" y="1662"/>
                  </a:cubicBezTo>
                  <a:cubicBezTo>
                    <a:pt x="10285" y="1505"/>
                    <a:pt x="10634" y="1296"/>
                    <a:pt x="10982" y="1104"/>
                  </a:cubicBezTo>
                  <a:cubicBezTo>
                    <a:pt x="11401" y="878"/>
                    <a:pt x="11819" y="669"/>
                    <a:pt x="12272" y="494"/>
                  </a:cubicBezTo>
                  <a:cubicBezTo>
                    <a:pt x="12916" y="247"/>
                    <a:pt x="13644" y="123"/>
                    <a:pt x="14425" y="123"/>
                  </a:cubicBezTo>
                  <a:cubicBezTo>
                    <a:pt x="15018" y="123"/>
                    <a:pt x="15642" y="194"/>
                    <a:pt x="16281" y="337"/>
                  </a:cubicBezTo>
                  <a:cubicBezTo>
                    <a:pt x="17624" y="634"/>
                    <a:pt x="18896" y="1209"/>
                    <a:pt x="20134" y="1749"/>
                  </a:cubicBezTo>
                  <a:lnTo>
                    <a:pt x="20796" y="2063"/>
                  </a:lnTo>
                  <a:cubicBezTo>
                    <a:pt x="21633" y="2464"/>
                    <a:pt x="22487" y="2813"/>
                    <a:pt x="23376" y="3074"/>
                  </a:cubicBezTo>
                  <a:cubicBezTo>
                    <a:pt x="23306" y="3022"/>
                    <a:pt x="23271" y="2970"/>
                    <a:pt x="23271" y="2935"/>
                  </a:cubicBezTo>
                  <a:lnTo>
                    <a:pt x="23271" y="2917"/>
                  </a:lnTo>
                  <a:cubicBezTo>
                    <a:pt x="22452" y="2656"/>
                    <a:pt x="21633" y="2325"/>
                    <a:pt x="20866" y="1941"/>
                  </a:cubicBezTo>
                  <a:lnTo>
                    <a:pt x="20186" y="1645"/>
                  </a:lnTo>
                  <a:cubicBezTo>
                    <a:pt x="18948" y="1087"/>
                    <a:pt x="17676" y="529"/>
                    <a:pt x="16316" y="215"/>
                  </a:cubicBezTo>
                  <a:cubicBezTo>
                    <a:pt x="15661" y="72"/>
                    <a:pt x="15026" y="1"/>
                    <a:pt x="14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75"/>
            <p:cNvSpPr/>
            <p:nvPr/>
          </p:nvSpPr>
          <p:spPr>
            <a:xfrm>
              <a:off x="1003775" y="2350000"/>
              <a:ext cx="203100" cy="78050"/>
            </a:xfrm>
            <a:custGeom>
              <a:rect b="b" l="l" r="r" t="t"/>
              <a:pathLst>
                <a:path extrusionOk="0" h="3122" w="8124">
                  <a:moveTo>
                    <a:pt x="8089" y="1"/>
                  </a:moveTo>
                  <a:cubicBezTo>
                    <a:pt x="5213" y="350"/>
                    <a:pt x="2441" y="1378"/>
                    <a:pt x="36" y="2999"/>
                  </a:cubicBezTo>
                  <a:cubicBezTo>
                    <a:pt x="1" y="3016"/>
                    <a:pt x="1" y="3051"/>
                    <a:pt x="18" y="3086"/>
                  </a:cubicBezTo>
                  <a:cubicBezTo>
                    <a:pt x="18" y="3104"/>
                    <a:pt x="36" y="3121"/>
                    <a:pt x="70" y="3121"/>
                  </a:cubicBezTo>
                  <a:lnTo>
                    <a:pt x="105" y="3121"/>
                  </a:lnTo>
                  <a:cubicBezTo>
                    <a:pt x="2493" y="1500"/>
                    <a:pt x="5247" y="472"/>
                    <a:pt x="8124" y="123"/>
                  </a:cubicBezTo>
                  <a:cubicBezTo>
                    <a:pt x="8124" y="88"/>
                    <a:pt x="8106" y="53"/>
                    <a:pt x="80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75"/>
            <p:cNvSpPr/>
            <p:nvPr/>
          </p:nvSpPr>
          <p:spPr>
            <a:xfrm>
              <a:off x="946250" y="2297725"/>
              <a:ext cx="213125" cy="79775"/>
            </a:xfrm>
            <a:custGeom>
              <a:rect b="b" l="l" r="r" t="t"/>
              <a:pathLst>
                <a:path extrusionOk="0" h="3191" w="8525">
                  <a:moveTo>
                    <a:pt x="8281" y="0"/>
                  </a:moveTo>
                  <a:cubicBezTo>
                    <a:pt x="5265" y="70"/>
                    <a:pt x="2354" y="1151"/>
                    <a:pt x="18" y="3085"/>
                  </a:cubicBezTo>
                  <a:cubicBezTo>
                    <a:pt x="1" y="3103"/>
                    <a:pt x="1" y="3138"/>
                    <a:pt x="18" y="3173"/>
                  </a:cubicBezTo>
                  <a:cubicBezTo>
                    <a:pt x="36" y="3190"/>
                    <a:pt x="53" y="3190"/>
                    <a:pt x="70" y="3190"/>
                  </a:cubicBezTo>
                  <a:cubicBezTo>
                    <a:pt x="88" y="3190"/>
                    <a:pt x="105" y="3190"/>
                    <a:pt x="105" y="3173"/>
                  </a:cubicBezTo>
                  <a:cubicBezTo>
                    <a:pt x="2476" y="1220"/>
                    <a:pt x="5457" y="140"/>
                    <a:pt x="8525" y="122"/>
                  </a:cubicBezTo>
                  <a:cubicBezTo>
                    <a:pt x="8455" y="87"/>
                    <a:pt x="8368" y="35"/>
                    <a:pt x="8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75"/>
            <p:cNvSpPr/>
            <p:nvPr/>
          </p:nvSpPr>
          <p:spPr>
            <a:xfrm>
              <a:off x="890475" y="2279850"/>
              <a:ext cx="114200" cy="71050"/>
            </a:xfrm>
            <a:custGeom>
              <a:rect b="b" l="l" r="r" t="t"/>
              <a:pathLst>
                <a:path extrusionOk="0" h="2842" w="4568">
                  <a:moveTo>
                    <a:pt x="4568" y="0"/>
                  </a:moveTo>
                  <a:lnTo>
                    <a:pt x="4568" y="0"/>
                  </a:lnTo>
                  <a:cubicBezTo>
                    <a:pt x="4411" y="18"/>
                    <a:pt x="4236" y="53"/>
                    <a:pt x="4079" y="70"/>
                  </a:cubicBezTo>
                  <a:cubicBezTo>
                    <a:pt x="2598" y="750"/>
                    <a:pt x="1221" y="1656"/>
                    <a:pt x="18" y="2737"/>
                  </a:cubicBezTo>
                  <a:cubicBezTo>
                    <a:pt x="1" y="2772"/>
                    <a:pt x="1" y="2807"/>
                    <a:pt x="18" y="2824"/>
                  </a:cubicBezTo>
                  <a:cubicBezTo>
                    <a:pt x="35" y="2842"/>
                    <a:pt x="53" y="2842"/>
                    <a:pt x="70" y="2842"/>
                  </a:cubicBezTo>
                  <a:cubicBezTo>
                    <a:pt x="88" y="2842"/>
                    <a:pt x="105" y="2842"/>
                    <a:pt x="105" y="2824"/>
                  </a:cubicBezTo>
                  <a:cubicBezTo>
                    <a:pt x="1430" y="1639"/>
                    <a:pt x="2929" y="680"/>
                    <a:pt x="4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75"/>
            <p:cNvSpPr/>
            <p:nvPr/>
          </p:nvSpPr>
          <p:spPr>
            <a:xfrm>
              <a:off x="1131875" y="2488150"/>
              <a:ext cx="54950" cy="35975"/>
            </a:xfrm>
            <a:custGeom>
              <a:rect b="b" l="l" r="r" t="t"/>
              <a:pathLst>
                <a:path extrusionOk="0" h="1439" w="2198">
                  <a:moveTo>
                    <a:pt x="1306" y="1"/>
                  </a:moveTo>
                  <a:cubicBezTo>
                    <a:pt x="815" y="1"/>
                    <a:pt x="1" y="257"/>
                    <a:pt x="228" y="802"/>
                  </a:cubicBezTo>
                  <a:cubicBezTo>
                    <a:pt x="315" y="994"/>
                    <a:pt x="455" y="1134"/>
                    <a:pt x="646" y="1221"/>
                  </a:cubicBezTo>
                  <a:cubicBezTo>
                    <a:pt x="850" y="1366"/>
                    <a:pt x="1102" y="1439"/>
                    <a:pt x="1361" y="1439"/>
                  </a:cubicBezTo>
                  <a:cubicBezTo>
                    <a:pt x="1413" y="1439"/>
                    <a:pt x="1466" y="1436"/>
                    <a:pt x="1518" y="1430"/>
                  </a:cubicBezTo>
                  <a:cubicBezTo>
                    <a:pt x="1832" y="1378"/>
                    <a:pt x="2076" y="1151"/>
                    <a:pt x="2145" y="837"/>
                  </a:cubicBezTo>
                  <a:cubicBezTo>
                    <a:pt x="2198" y="454"/>
                    <a:pt x="1867" y="88"/>
                    <a:pt x="1501" y="18"/>
                  </a:cubicBezTo>
                  <a:cubicBezTo>
                    <a:pt x="1446" y="7"/>
                    <a:pt x="1380" y="1"/>
                    <a:pt x="13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75"/>
            <p:cNvSpPr/>
            <p:nvPr/>
          </p:nvSpPr>
          <p:spPr>
            <a:xfrm>
              <a:off x="1192475" y="2509350"/>
              <a:ext cx="80200" cy="56975"/>
            </a:xfrm>
            <a:custGeom>
              <a:rect b="b" l="l" r="r" t="t"/>
              <a:pathLst>
                <a:path extrusionOk="0" h="2279" w="3208">
                  <a:moveTo>
                    <a:pt x="1386" y="1"/>
                  </a:moveTo>
                  <a:cubicBezTo>
                    <a:pt x="1299" y="1"/>
                    <a:pt x="1215" y="8"/>
                    <a:pt x="1133" y="24"/>
                  </a:cubicBezTo>
                  <a:cubicBezTo>
                    <a:pt x="262" y="181"/>
                    <a:pt x="0" y="1070"/>
                    <a:pt x="645" y="1663"/>
                  </a:cubicBezTo>
                  <a:cubicBezTo>
                    <a:pt x="977" y="1942"/>
                    <a:pt x="1360" y="2133"/>
                    <a:pt x="1796" y="2220"/>
                  </a:cubicBezTo>
                  <a:cubicBezTo>
                    <a:pt x="1918" y="2261"/>
                    <a:pt x="2047" y="2278"/>
                    <a:pt x="2174" y="2278"/>
                  </a:cubicBezTo>
                  <a:cubicBezTo>
                    <a:pt x="2264" y="2278"/>
                    <a:pt x="2354" y="2270"/>
                    <a:pt x="2441" y="2255"/>
                  </a:cubicBezTo>
                  <a:cubicBezTo>
                    <a:pt x="2563" y="2220"/>
                    <a:pt x="2685" y="2151"/>
                    <a:pt x="2772" y="2081"/>
                  </a:cubicBezTo>
                  <a:cubicBezTo>
                    <a:pt x="3086" y="1802"/>
                    <a:pt x="3208" y="1384"/>
                    <a:pt x="3068" y="1000"/>
                  </a:cubicBezTo>
                  <a:cubicBezTo>
                    <a:pt x="2867" y="459"/>
                    <a:pt x="2064" y="1"/>
                    <a:pt x="13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577" name="Google Shape;357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875" y="44900"/>
            <a:ext cx="3489955" cy="134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8" name="Google Shape;357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51" y="123913"/>
            <a:ext cx="1180550" cy="11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82" name="Shape 3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3" name="Google Shape;3583;p76"/>
          <p:cNvSpPr txBox="1"/>
          <p:nvPr>
            <p:ph type="ctrTitle"/>
          </p:nvPr>
        </p:nvSpPr>
        <p:spPr>
          <a:xfrm>
            <a:off x="755125" y="365125"/>
            <a:ext cx="7943700" cy="22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Dividamos el mundo en dos</a:t>
            </a:r>
            <a:endParaRPr sz="4000">
              <a:solidFill>
                <a:srgbClr val="4A86E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Un enfoque puede ser….</a:t>
            </a:r>
            <a:endParaRPr sz="4000"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584" name="Google Shape;3584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3585" name="Google Shape;3585;p76"/>
          <p:cNvSpPr/>
          <p:nvPr/>
        </p:nvSpPr>
        <p:spPr>
          <a:xfrm>
            <a:off x="2406913" y="2377675"/>
            <a:ext cx="1723200" cy="1723200"/>
          </a:xfrm>
          <a:prstGeom prst="ellipse">
            <a:avLst/>
          </a:prstGeom>
          <a:solidFill>
            <a:srgbClr val="47A1AD"/>
          </a:solidFill>
          <a:ln cap="flat" cmpd="sng" w="76200">
            <a:solidFill>
              <a:srgbClr val="EDF1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" sz="1800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Lento pero seguro</a:t>
            </a:r>
            <a:endParaRPr b="1" i="0" sz="1800" u="none" cap="none" strike="noStrike">
              <a:solidFill>
                <a:srgbClr val="FFFFFF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3586" name="Google Shape;3586;p76"/>
          <p:cNvSpPr/>
          <p:nvPr/>
        </p:nvSpPr>
        <p:spPr>
          <a:xfrm>
            <a:off x="5619688" y="2377675"/>
            <a:ext cx="1723200" cy="1723200"/>
          </a:xfrm>
          <a:prstGeom prst="ellipse">
            <a:avLst/>
          </a:prstGeom>
          <a:solidFill>
            <a:srgbClr val="634F7D"/>
          </a:solidFill>
          <a:ln cap="flat" cmpd="sng" w="76200">
            <a:solidFill>
              <a:srgbClr val="EDF1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" sz="1800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Rápido y continuo</a:t>
            </a:r>
            <a:endParaRPr b="1" i="0" sz="1800" u="none" cap="none" strike="noStrike">
              <a:solidFill>
                <a:srgbClr val="FFFFFF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3587" name="Google Shape;3587;p76"/>
          <p:cNvSpPr txBox="1"/>
          <p:nvPr/>
        </p:nvSpPr>
        <p:spPr>
          <a:xfrm>
            <a:off x="2500375" y="4261400"/>
            <a:ext cx="153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Build the </a:t>
            </a:r>
            <a:br>
              <a:rPr b="1" i="0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right things</a:t>
            </a:r>
            <a:endParaRPr b="1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88" name="Google Shape;3588;p76"/>
          <p:cNvSpPr txBox="1"/>
          <p:nvPr/>
        </p:nvSpPr>
        <p:spPr>
          <a:xfrm>
            <a:off x="5713125" y="4261400"/>
            <a:ext cx="153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Build the </a:t>
            </a:r>
            <a:br>
              <a:rPr b="1" i="0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thing right</a:t>
            </a:r>
            <a:endParaRPr b="1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92" name="Shape 3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3" name="Google Shape;3593;p77"/>
          <p:cNvSpPr txBox="1"/>
          <p:nvPr>
            <p:ph type="ctrTitle"/>
          </p:nvPr>
        </p:nvSpPr>
        <p:spPr>
          <a:xfrm>
            <a:off x="755125" y="365125"/>
            <a:ext cx="7943700" cy="22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Un enfoque puede ser….</a:t>
            </a:r>
            <a:endParaRPr sz="4000">
              <a:solidFill>
                <a:srgbClr val="4A86E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Riguroso</a:t>
            </a:r>
            <a:endParaRPr sz="4000"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594" name="Google Shape;3594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3595" name="Google Shape;3595;p77"/>
          <p:cNvSpPr/>
          <p:nvPr/>
        </p:nvSpPr>
        <p:spPr>
          <a:xfrm>
            <a:off x="2406913" y="2377675"/>
            <a:ext cx="1723200" cy="1723200"/>
          </a:xfrm>
          <a:prstGeom prst="ellipse">
            <a:avLst/>
          </a:prstGeom>
          <a:solidFill>
            <a:srgbClr val="47A1AD"/>
          </a:solidFill>
          <a:ln cap="flat" cmpd="sng" w="76200">
            <a:solidFill>
              <a:srgbClr val="EDF1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" sz="1800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Lento pero ¿seguro?</a:t>
            </a:r>
            <a:endParaRPr b="1" i="0" sz="1800" u="none" cap="none" strike="noStrike">
              <a:solidFill>
                <a:srgbClr val="FFFFFF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3596" name="Google Shape;3596;p77"/>
          <p:cNvSpPr txBox="1"/>
          <p:nvPr/>
        </p:nvSpPr>
        <p:spPr>
          <a:xfrm>
            <a:off x="2500375" y="4261400"/>
            <a:ext cx="153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Build the </a:t>
            </a:r>
            <a:br>
              <a:rPr b="1" i="0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right things</a:t>
            </a:r>
            <a:endParaRPr b="1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97" name="Google Shape;3597;p77"/>
          <p:cNvSpPr txBox="1"/>
          <p:nvPr/>
        </p:nvSpPr>
        <p:spPr>
          <a:xfrm>
            <a:off x="5047975" y="1919975"/>
            <a:ext cx="34245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 sz="3100">
                <a:latin typeface="Inter"/>
                <a:ea typeface="Inter"/>
                <a:cs typeface="Inter"/>
                <a:sym typeface="Inter"/>
              </a:rPr>
              <a:t>Rational Unified Process (RUP)</a:t>
            </a:r>
            <a:endParaRPr b="1" sz="3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 sz="3100">
                <a:latin typeface="Inter"/>
                <a:ea typeface="Inter"/>
                <a:cs typeface="Inter"/>
                <a:sym typeface="Inter"/>
              </a:rPr>
              <a:t>Waterfall</a:t>
            </a:r>
            <a:endParaRPr b="1" sz="31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1" name="Shape 3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2" name="Google Shape;3602;p78"/>
          <p:cNvSpPr txBox="1"/>
          <p:nvPr>
            <p:ph type="title"/>
          </p:nvPr>
        </p:nvSpPr>
        <p:spPr>
          <a:xfrm>
            <a:off x="369000" y="365700"/>
            <a:ext cx="84060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RUP</a:t>
            </a:r>
            <a:br>
              <a:rPr lang="es"/>
            </a:br>
            <a:r>
              <a:rPr lang="es">
                <a:solidFill>
                  <a:srgbClr val="E40046"/>
                </a:solidFill>
              </a:rPr>
              <a:t>R</a:t>
            </a:r>
            <a:r>
              <a:rPr lang="es"/>
              <a:t>ational </a:t>
            </a:r>
            <a:r>
              <a:rPr lang="es">
                <a:solidFill>
                  <a:srgbClr val="E40046"/>
                </a:solidFill>
              </a:rPr>
              <a:t>U</a:t>
            </a:r>
            <a:r>
              <a:rPr lang="es"/>
              <a:t>nified </a:t>
            </a:r>
            <a:r>
              <a:rPr lang="es">
                <a:solidFill>
                  <a:srgbClr val="E40046"/>
                </a:solidFill>
              </a:rPr>
              <a:t>P</a:t>
            </a:r>
            <a:r>
              <a:rPr lang="es"/>
              <a:t>rocess</a:t>
            </a:r>
            <a:endParaRPr b="0" sz="2600"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603" name="Google Shape;3603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604" name="Google Shape;3604;p78"/>
          <p:cNvSpPr txBox="1"/>
          <p:nvPr>
            <p:ph idx="4294967295" type="body"/>
          </p:nvPr>
        </p:nvSpPr>
        <p:spPr>
          <a:xfrm>
            <a:off x="369000" y="1216225"/>
            <a:ext cx="86061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2032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pen Sans"/>
              <a:buChar char="●"/>
            </a:pPr>
            <a:r>
              <a:rPr lang="es" sz="1400"/>
              <a:t>A diferencia de cascada, </a:t>
            </a:r>
            <a:r>
              <a:rPr b="1" lang="es" sz="1400"/>
              <a:t>los nombres de las fases RUP reflejan el estado y no las actividades</a:t>
            </a:r>
            <a:endParaRPr b="1" sz="1400"/>
          </a:p>
          <a:p>
            <a:pPr indent="-2032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b="1" lang="es" sz="1400"/>
              <a:t>Concepción/Inicio</a:t>
            </a:r>
            <a:r>
              <a:rPr lang="es" sz="1400"/>
              <a:t>: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Especificación de la visión del producto final y su caso de negocio, definiendo el alcance del proyecto</a:t>
            </a:r>
            <a:endParaRPr sz="1400"/>
          </a:p>
          <a:p>
            <a:pPr indent="-20320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pen Sans"/>
              <a:buChar char="●"/>
            </a:pPr>
            <a:r>
              <a:rPr b="1" lang="es" sz="1400"/>
              <a:t>Elaboración</a:t>
            </a:r>
            <a:r>
              <a:rPr lang="es" sz="1400"/>
              <a:t>: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Planificación de las actividades y recursos necesarios.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Especificación de las características y el diseño de la arquitectura.</a:t>
            </a:r>
            <a:endParaRPr sz="1400"/>
          </a:p>
          <a:p>
            <a:pPr indent="-20320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b="1" lang="es" sz="1400"/>
              <a:t>Construcción</a:t>
            </a:r>
            <a:r>
              <a:rPr lang="es" sz="1400"/>
              <a:t>: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Del producto y la evolución de la visión, la arquitectura y lo planificado.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Hasta que el producto se encuentre listo para su despliegue (deploy/entrega)</a:t>
            </a:r>
            <a:endParaRPr sz="1400"/>
          </a:p>
          <a:p>
            <a:pPr indent="-20320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b="1" lang="es" sz="1400"/>
              <a:t>Transición</a:t>
            </a:r>
            <a:r>
              <a:rPr lang="es" sz="1400"/>
              <a:t>: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Traspasar el producto a los usuarios y dar soporte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8" name="Shape 3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9" name="Google Shape;3609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610" name="Google Shape;361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5226" y="1087125"/>
            <a:ext cx="5682600" cy="39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1" name="Google Shape;3611;p79"/>
          <p:cNvSpPr txBox="1"/>
          <p:nvPr/>
        </p:nvSpPr>
        <p:spPr>
          <a:xfrm>
            <a:off x="2712775" y="1605700"/>
            <a:ext cx="114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Iteración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2" name="Google Shape;3612;p79"/>
          <p:cNvSpPr txBox="1"/>
          <p:nvPr/>
        </p:nvSpPr>
        <p:spPr>
          <a:xfrm>
            <a:off x="4690600" y="1605700"/>
            <a:ext cx="114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Fase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3" name="Google Shape;3613;p79"/>
          <p:cNvSpPr txBox="1"/>
          <p:nvPr/>
        </p:nvSpPr>
        <p:spPr>
          <a:xfrm>
            <a:off x="1943750" y="3831925"/>
            <a:ext cx="159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E40046"/>
                </a:solidFill>
                <a:latin typeface="Inter"/>
                <a:ea typeface="Inter"/>
                <a:cs typeface="Inter"/>
                <a:sym typeface="Inter"/>
              </a:rPr>
              <a:t>Hito</a:t>
            </a:r>
            <a:r>
              <a:rPr lang="es">
                <a:latin typeface="Inter"/>
                <a:ea typeface="Inter"/>
                <a:cs typeface="Inter"/>
                <a:sym typeface="Inter"/>
              </a:rPr>
              <a:t>:</a:t>
            </a:r>
            <a:br>
              <a:rPr lang="es">
                <a:latin typeface="Inter"/>
                <a:ea typeface="Inter"/>
                <a:cs typeface="Inter"/>
                <a:sym typeface="Inter"/>
              </a:rPr>
            </a:br>
            <a:r>
              <a:rPr lang="es">
                <a:latin typeface="Inter"/>
                <a:ea typeface="Inter"/>
                <a:cs typeface="Inter"/>
                <a:sym typeface="Inter"/>
              </a:rPr>
              <a:t>Objetivos del proyecto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4" name="Google Shape;3614;p79"/>
          <p:cNvSpPr txBox="1"/>
          <p:nvPr/>
        </p:nvSpPr>
        <p:spPr>
          <a:xfrm>
            <a:off x="3313100" y="4267775"/>
            <a:ext cx="159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E40046"/>
                </a:solidFill>
                <a:latin typeface="Inter"/>
                <a:ea typeface="Inter"/>
                <a:cs typeface="Inter"/>
                <a:sym typeface="Inter"/>
              </a:rPr>
              <a:t>Hito</a:t>
            </a:r>
            <a:r>
              <a:rPr lang="es">
                <a:latin typeface="Inter"/>
                <a:ea typeface="Inter"/>
                <a:cs typeface="Inter"/>
                <a:sym typeface="Inter"/>
              </a:rPr>
              <a:t>:</a:t>
            </a:r>
            <a:br>
              <a:rPr lang="es">
                <a:latin typeface="Inter"/>
                <a:ea typeface="Inter"/>
                <a:cs typeface="Inter"/>
                <a:sym typeface="Inter"/>
              </a:rPr>
            </a:br>
            <a:r>
              <a:rPr lang="es">
                <a:latin typeface="Inter"/>
                <a:ea typeface="Inter"/>
                <a:cs typeface="Inter"/>
                <a:sym typeface="Inter"/>
              </a:rPr>
              <a:t>Arquitectura para el proyecto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5" name="Google Shape;3615;p79"/>
          <p:cNvSpPr txBox="1"/>
          <p:nvPr/>
        </p:nvSpPr>
        <p:spPr>
          <a:xfrm>
            <a:off x="4369750" y="3722625"/>
            <a:ext cx="159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E40046"/>
                </a:solidFill>
                <a:latin typeface="Inter"/>
                <a:ea typeface="Inter"/>
                <a:cs typeface="Inter"/>
                <a:sym typeface="Inter"/>
              </a:rPr>
              <a:t>Hito</a:t>
            </a:r>
            <a:r>
              <a:rPr lang="es">
                <a:latin typeface="Inter"/>
                <a:ea typeface="Inter"/>
                <a:cs typeface="Inter"/>
                <a:sym typeface="Inter"/>
              </a:rPr>
              <a:t>:</a:t>
            </a:r>
            <a:br>
              <a:rPr lang="es">
                <a:latin typeface="Inter"/>
                <a:ea typeface="Inter"/>
                <a:cs typeface="Inter"/>
                <a:sym typeface="Inter"/>
              </a:rPr>
            </a:br>
            <a:r>
              <a:rPr lang="es">
                <a:latin typeface="Inter"/>
                <a:ea typeface="Inter"/>
                <a:cs typeface="Inter"/>
                <a:sym typeface="Inter"/>
              </a:rPr>
              <a:t>Capacidad operativa inicial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6" name="Google Shape;3616;p79"/>
          <p:cNvSpPr txBox="1"/>
          <p:nvPr/>
        </p:nvSpPr>
        <p:spPr>
          <a:xfrm>
            <a:off x="6085600" y="4225525"/>
            <a:ext cx="159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E40046"/>
                </a:solidFill>
                <a:latin typeface="Inter"/>
                <a:ea typeface="Inter"/>
                <a:cs typeface="Inter"/>
                <a:sym typeface="Inter"/>
              </a:rPr>
              <a:t>Hito</a:t>
            </a:r>
            <a:r>
              <a:rPr lang="es">
                <a:latin typeface="Inter"/>
                <a:ea typeface="Inter"/>
                <a:cs typeface="Inter"/>
                <a:sym typeface="Inter"/>
              </a:rPr>
              <a:t>:</a:t>
            </a:r>
            <a:br>
              <a:rPr lang="es">
                <a:latin typeface="Inter"/>
                <a:ea typeface="Inter"/>
                <a:cs typeface="Inter"/>
                <a:sym typeface="Inter"/>
              </a:rPr>
            </a:br>
            <a:r>
              <a:rPr lang="es">
                <a:latin typeface="Inter"/>
                <a:ea typeface="Inter"/>
                <a:cs typeface="Inter"/>
                <a:sym typeface="Inter"/>
              </a:rPr>
              <a:t>Entrega del producto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7" name="Google Shape;3617;p79"/>
          <p:cNvSpPr txBox="1"/>
          <p:nvPr>
            <p:ph type="title"/>
          </p:nvPr>
        </p:nvSpPr>
        <p:spPr>
          <a:xfrm>
            <a:off x="369000" y="365700"/>
            <a:ext cx="84060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RUP</a:t>
            </a:r>
            <a:br>
              <a:rPr lang="es"/>
            </a:br>
            <a:r>
              <a:rPr lang="es">
                <a:solidFill>
                  <a:srgbClr val="E40046"/>
                </a:solidFill>
              </a:rPr>
              <a:t>R</a:t>
            </a:r>
            <a:r>
              <a:rPr lang="es"/>
              <a:t>ational </a:t>
            </a:r>
            <a:r>
              <a:rPr lang="es">
                <a:solidFill>
                  <a:srgbClr val="E40046"/>
                </a:solidFill>
              </a:rPr>
              <a:t>U</a:t>
            </a:r>
            <a:r>
              <a:rPr lang="es"/>
              <a:t>nified </a:t>
            </a:r>
            <a:r>
              <a:rPr lang="es">
                <a:solidFill>
                  <a:srgbClr val="E40046"/>
                </a:solidFill>
              </a:rPr>
              <a:t>P</a:t>
            </a:r>
            <a:r>
              <a:rPr lang="es"/>
              <a:t>rocess</a:t>
            </a:r>
            <a:endParaRPr b="0" sz="2600"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1" name="Shape 3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2" name="Google Shape;3622;p80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>
                <a:solidFill>
                  <a:schemeClr val="lt1"/>
                </a:solidFill>
              </a:rPr>
              <a:t>Problema: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>
                <a:solidFill>
                  <a:schemeClr val="lt1"/>
                </a:solidFill>
              </a:rPr>
              <a:t>Parálisis por Análisis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23" name="Google Shape;3623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27" name="Shape 3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8" name="Google Shape;3628;p81"/>
          <p:cNvSpPr txBox="1"/>
          <p:nvPr>
            <p:ph type="ctrTitle"/>
          </p:nvPr>
        </p:nvSpPr>
        <p:spPr>
          <a:xfrm>
            <a:off x="755125" y="365125"/>
            <a:ext cx="7943700" cy="22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Un enfoque puede ser….</a:t>
            </a:r>
            <a:endParaRPr sz="4000">
              <a:solidFill>
                <a:srgbClr val="4A86E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Ágil</a:t>
            </a:r>
            <a:endParaRPr sz="4000"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629" name="Google Shape;3629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3630" name="Google Shape;3630;p81"/>
          <p:cNvSpPr txBox="1"/>
          <p:nvPr/>
        </p:nvSpPr>
        <p:spPr>
          <a:xfrm>
            <a:off x="5713150" y="4233225"/>
            <a:ext cx="153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Build the </a:t>
            </a:r>
            <a:br>
              <a:rPr b="1" i="0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right things</a:t>
            </a:r>
            <a:endParaRPr b="1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1" name="Google Shape;3631;p81"/>
          <p:cNvSpPr txBox="1"/>
          <p:nvPr/>
        </p:nvSpPr>
        <p:spPr>
          <a:xfrm>
            <a:off x="164325" y="1530475"/>
            <a:ext cx="53772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 sz="3100">
                <a:latin typeface="Inter"/>
                <a:ea typeface="Inter"/>
                <a:cs typeface="Inter"/>
                <a:sym typeface="Inter"/>
              </a:rPr>
              <a:t>eXtreme Programming</a:t>
            </a:r>
            <a:endParaRPr b="1" sz="3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 sz="3100">
                <a:latin typeface="Inter"/>
                <a:ea typeface="Inter"/>
                <a:cs typeface="Inter"/>
                <a:sym typeface="Inter"/>
              </a:rPr>
              <a:t>Scrum</a:t>
            </a:r>
            <a:endParaRPr b="1" sz="3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 sz="3100">
                <a:solidFill>
                  <a:srgbClr val="E40046"/>
                </a:solidFill>
                <a:latin typeface="Inter"/>
                <a:ea typeface="Inter"/>
                <a:cs typeface="Inter"/>
                <a:sym typeface="Inter"/>
              </a:rPr>
              <a:t>Agilidad con Kanban</a:t>
            </a:r>
            <a:r>
              <a:rPr b="1" lang="es" sz="3100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endParaRPr b="1" sz="3100">
              <a:solidFill>
                <a:srgbClr val="38761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 sz="3100">
                <a:latin typeface="Inter"/>
                <a:ea typeface="Inter"/>
                <a:cs typeface="Inter"/>
                <a:sym typeface="Inter"/>
              </a:rPr>
              <a:t>[Inserte su propio sabor de metodología]</a:t>
            </a:r>
            <a:endParaRPr b="1" sz="3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100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* En el curso nos centraremos en agilidad</a:t>
            </a:r>
            <a:endParaRPr b="1" sz="3100">
              <a:solidFill>
                <a:srgbClr val="38761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2" name="Google Shape;3632;p81"/>
          <p:cNvSpPr/>
          <p:nvPr/>
        </p:nvSpPr>
        <p:spPr>
          <a:xfrm>
            <a:off x="5619688" y="2377675"/>
            <a:ext cx="1723200" cy="1723200"/>
          </a:xfrm>
          <a:prstGeom prst="ellipse">
            <a:avLst/>
          </a:prstGeom>
          <a:solidFill>
            <a:srgbClr val="634F7D"/>
          </a:solidFill>
          <a:ln cap="flat" cmpd="sng" w="76200">
            <a:solidFill>
              <a:srgbClr val="EDF1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" sz="1800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Rápido y continuo</a:t>
            </a:r>
            <a:endParaRPr b="1" i="0" sz="1800" u="none" cap="none" strike="noStrike">
              <a:solidFill>
                <a:srgbClr val="FFFFFF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6" name="Shape 3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7" name="Google Shape;3637;p82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Agile y sus distintos sabores/prácticas</a:t>
            </a:r>
            <a:endParaRPr/>
          </a:p>
        </p:txBody>
      </p:sp>
      <p:sp>
        <p:nvSpPr>
          <p:cNvPr id="3638" name="Google Shape;3638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639" name="Google Shape;3639;p82"/>
          <p:cNvSpPr txBox="1"/>
          <p:nvPr>
            <p:ph idx="1" type="body"/>
          </p:nvPr>
        </p:nvSpPr>
        <p:spPr>
          <a:xfrm>
            <a:off x="2946550" y="1246825"/>
            <a:ext cx="4034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Open Sans"/>
              <a:buChar char="●"/>
            </a:pPr>
            <a:r>
              <a:rPr b="1" lang="es" sz="2000"/>
              <a:t>Scrum</a:t>
            </a:r>
            <a:endParaRPr b="1"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b="1" lang="es" sz="2000"/>
              <a:t>Lean Software Development</a:t>
            </a:r>
            <a:endParaRPr b="1"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Safe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b="1" lang="es" sz="2000"/>
              <a:t>Kanban</a:t>
            </a:r>
            <a:endParaRPr b="1"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Extreme Programming (XP)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CI CD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Feature Driven Development (FDD)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Test Driven Development (TDD)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Crystal Clear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etc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43" name="Shape 3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4" name="Google Shape;3644;p83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Scrum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645" name="Google Shape;3645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sp>
        <p:nvSpPr>
          <p:cNvPr id="3646" name="Google Shape;3646;p83"/>
          <p:cNvSpPr txBox="1"/>
          <p:nvPr/>
        </p:nvSpPr>
        <p:spPr>
          <a:xfrm>
            <a:off x="212700" y="3020025"/>
            <a:ext cx="8775900" cy="161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100">
                <a:latin typeface="Inter"/>
                <a:ea typeface="Inter"/>
                <a:cs typeface="Inter"/>
                <a:sym typeface="Inter"/>
              </a:rPr>
              <a:t>Esto ya lo vieron en Ingeniería de Software por lo que no revisaré el contenido de esta slide en clases, sólo queda de referencia</a:t>
            </a:r>
            <a:endParaRPr b="1" sz="3100">
              <a:solidFill>
                <a:srgbClr val="38761D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50" name="Shape 3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1" name="Google Shape;3651;p84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>
                <a:solidFill>
                  <a:schemeClr val="lt1"/>
                </a:solidFill>
              </a:rPr>
              <a:t>Alineamiento de fuerzas en el equipo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52" name="Google Shape;3652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653" name="Google Shape;365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075" y="938400"/>
            <a:ext cx="6252388" cy="390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7" name="Shape 3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8" name="Google Shape;3658;p85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Visión general de Scrum</a:t>
            </a:r>
            <a:endParaRPr/>
          </a:p>
        </p:txBody>
      </p:sp>
      <p:sp>
        <p:nvSpPr>
          <p:cNvPr id="3659" name="Google Shape;3659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660" name="Google Shape;366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225" y="1243200"/>
            <a:ext cx="7806141" cy="3420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4" name="Shape 3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" name="Google Shape;3665;p86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Scrum Workflow</a:t>
            </a:r>
            <a:endParaRPr/>
          </a:p>
        </p:txBody>
      </p:sp>
      <p:sp>
        <p:nvSpPr>
          <p:cNvPr id="3666" name="Google Shape;3666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667" name="Google Shape;366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450" y="1022825"/>
            <a:ext cx="5864684" cy="39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71" name="Shape 3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2" name="Google Shape;3672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673" name="Google Shape;367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999" y="160054"/>
            <a:ext cx="7657450" cy="4823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7" name="Shape 3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8" name="Google Shape;3678;p88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Roles</a:t>
            </a:r>
            <a:endParaRPr/>
          </a:p>
        </p:txBody>
      </p:sp>
      <p:sp>
        <p:nvSpPr>
          <p:cNvPr id="3679" name="Google Shape;3679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680" name="Google Shape;3680;p88"/>
          <p:cNvSpPr txBox="1"/>
          <p:nvPr>
            <p:ph idx="1" type="body"/>
          </p:nvPr>
        </p:nvSpPr>
        <p:spPr>
          <a:xfrm>
            <a:off x="442200" y="1010225"/>
            <a:ext cx="8456700" cy="3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Principales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Scrum Master.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Product Owner.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Team.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Otros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Stakeholders.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Users.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Son representados por PO.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4" name="Shape 3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5" name="Google Shape;3685;p89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Artefactos</a:t>
            </a:r>
            <a:endParaRPr/>
          </a:p>
        </p:txBody>
      </p:sp>
      <p:sp>
        <p:nvSpPr>
          <p:cNvPr id="3686" name="Google Shape;3686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687" name="Google Shape;3687;p89"/>
          <p:cNvSpPr txBox="1"/>
          <p:nvPr>
            <p:ph idx="1" type="body"/>
          </p:nvPr>
        </p:nvSpPr>
        <p:spPr>
          <a:xfrm>
            <a:off x="429850" y="1614625"/>
            <a:ext cx="8132400" cy="28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Product Backlog.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Sprint Backlog.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Product Burndown Chart.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Chart cards creadas vs terminadas, en todo el producto.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b="1" lang="es" sz="2000"/>
              <a:t>Sprint Burndown Chart.</a:t>
            </a:r>
            <a:endParaRPr b="1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Chart cards creadas vs terminadas, por iteración.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También puede ser por puntos de estimación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También el burndown se puede aplicar para otros fines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Por ejemplo, medir cómo vamos “pagando” las cards de deuda técnica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1" name="Shape 3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2" name="Google Shape;3692;p90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Sprint Burndown Chart</a:t>
            </a:r>
            <a:endParaRPr/>
          </a:p>
        </p:txBody>
      </p:sp>
      <p:sp>
        <p:nvSpPr>
          <p:cNvPr id="3693" name="Google Shape;3693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694" name="Google Shape;3694;p90"/>
          <p:cNvSpPr txBox="1"/>
          <p:nvPr>
            <p:ph idx="1" type="body"/>
          </p:nvPr>
        </p:nvSpPr>
        <p:spPr>
          <a:xfrm>
            <a:off x="369000" y="1335900"/>
            <a:ext cx="4441200" cy="28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El esfuerzo puede ser medido en hh, story points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Luego por cada día/semana se ve cuantas hh/points se van quemando.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También puede ser cantidad de cards creadas/restantes vs terminadas.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3695" name="Google Shape;369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5550" y="1247200"/>
            <a:ext cx="4173401" cy="2279962"/>
          </a:xfrm>
          <a:prstGeom prst="rect">
            <a:avLst/>
          </a:prstGeom>
          <a:noFill/>
          <a:ln>
            <a:noFill/>
          </a:ln>
        </p:spPr>
      </p:pic>
      <p:sp>
        <p:nvSpPr>
          <p:cNvPr id="3696" name="Google Shape;3696;p90"/>
          <p:cNvSpPr txBox="1"/>
          <p:nvPr/>
        </p:nvSpPr>
        <p:spPr>
          <a:xfrm>
            <a:off x="369000" y="3914650"/>
            <a:ext cx="8103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Inter"/>
              <a:buChar char="●"/>
            </a:pPr>
            <a:r>
              <a:rPr b="1" lang="e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Sólo se enfoca en mostrar cuánto se va terminando por semana/iteración. No entrega detalle acerca de qué está pasando dentro de la iteración.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0" name="Shape 3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1" name="Google Shape;3701;p91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Reglas y Ceremonias</a:t>
            </a:r>
            <a:endParaRPr/>
          </a:p>
        </p:txBody>
      </p:sp>
      <p:sp>
        <p:nvSpPr>
          <p:cNvPr id="3702" name="Google Shape;3702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703" name="Google Shape;3703;p91"/>
          <p:cNvSpPr txBox="1"/>
          <p:nvPr>
            <p:ph idx="1" type="body"/>
          </p:nvPr>
        </p:nvSpPr>
        <p:spPr>
          <a:xfrm>
            <a:off x="442200" y="1010225"/>
            <a:ext cx="8456700" cy="3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Sprint Planning Meeting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Dos sesiones.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s" sz="2000"/>
              <a:t>Primera: definir el backlog.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s" sz="2000"/>
              <a:t>Segunda: preparar sprint.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Sólo participan PM, Product Owner, devs.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PO prepara el backlog antes de la reunión.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Devs pueden sugerir al backlog, pero el que corta es el PO.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Todos definen cuánto se puede hacer en un sprint.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s" sz="2000"/>
              <a:t>Sprint backlog.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7" name="Shape 3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8" name="Google Shape;3708;p92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Reglas y Ceremonias</a:t>
            </a:r>
            <a:endParaRPr/>
          </a:p>
        </p:txBody>
      </p:sp>
      <p:sp>
        <p:nvSpPr>
          <p:cNvPr id="3709" name="Google Shape;3709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710" name="Google Shape;3710;p92"/>
          <p:cNvSpPr txBox="1"/>
          <p:nvPr>
            <p:ph idx="1" type="body"/>
          </p:nvPr>
        </p:nvSpPr>
        <p:spPr>
          <a:xfrm>
            <a:off x="442200" y="1010225"/>
            <a:ext cx="8456700" cy="3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Daily/Standup meeting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s" sz="2000"/>
              <a:t>15 minutos máximo</a:t>
            </a:r>
            <a:r>
              <a:rPr lang="es" sz="2000"/>
              <a:t>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Al comienzo del día.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Mismo lugar, misma hora. Puntual. Todos deben ir.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Scrum Master dirige y pregunta a c/u: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s" sz="2000"/>
              <a:t>¿Qué hiciste desde el último scrum meeting?</a:t>
            </a:r>
            <a:endParaRPr b="1"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s" sz="2000"/>
              <a:t>¿Qué harás antes del próximo?</a:t>
            </a:r>
            <a:endParaRPr b="1"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1" lang="es" sz="2000"/>
              <a:t>¿Qué obstáculos visualizas?</a:t>
            </a:r>
            <a:endParaRPr b="1"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s" sz="2000"/>
              <a:t>Temas que requieran análisis en profundidad, se define una reunión separada.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Chickens: no participan ni opinan. Se les puede prohibir.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4" name="Shape 3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5" name="Google Shape;3715;p93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Reglas y Ceremonias</a:t>
            </a:r>
            <a:endParaRPr/>
          </a:p>
        </p:txBody>
      </p:sp>
      <p:sp>
        <p:nvSpPr>
          <p:cNvPr id="3716" name="Google Shape;3716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717" name="Google Shape;3717;p93"/>
          <p:cNvSpPr txBox="1"/>
          <p:nvPr>
            <p:ph idx="1" type="body"/>
          </p:nvPr>
        </p:nvSpPr>
        <p:spPr>
          <a:xfrm>
            <a:off x="442200" y="1010225"/>
            <a:ext cx="8456700" cy="3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Sprint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Mínimo 1 semana - Máximo 30 días.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En el curso, recomendado 1 o 2 semanas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Se compromete el Product Backlog y no puede cambiar en toda la iteración.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Solo si es necesario: se cancela sprint.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Obligaciones.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s" sz="2000"/>
              <a:t>Ir al Daily Scrum.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s" sz="2000"/>
              <a:t>Mantener Sprint Backlog al dia y visible.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Al final de cada sprint viene una retrospectiva.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s" sz="2000"/>
              <a:t>¿Qué hicimos bien, mal y que podemos mejorar?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1" name="Shape 3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2" name="Google Shape;3722;p94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Sprint Review</a:t>
            </a:r>
            <a:endParaRPr/>
          </a:p>
        </p:txBody>
      </p:sp>
      <p:sp>
        <p:nvSpPr>
          <p:cNvPr id="3723" name="Google Shape;3723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724" name="Google Shape;3724;p94"/>
          <p:cNvSpPr txBox="1"/>
          <p:nvPr>
            <p:ph idx="1" type="body"/>
          </p:nvPr>
        </p:nvSpPr>
        <p:spPr>
          <a:xfrm>
            <a:off x="442200" y="1010225"/>
            <a:ext cx="8456700" cy="3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El equipo presenta al PO y stakeholders la funcionalidad entregada y nada más.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Se presenta la meta del Sprint y lo realizado (Backlog).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28" name="Shape 3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9" name="Google Shape;3729;p95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E40046"/>
                </a:solidFill>
              </a:rPr>
              <a:t>¡MOMENTO!</a:t>
            </a:r>
            <a:endParaRPr sz="4000">
              <a:solidFill>
                <a:srgbClr val="E40046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 u="sng">
                <a:solidFill>
                  <a:srgbClr val="4A86E8"/>
                </a:solidFill>
              </a:rPr>
              <a:t>Tradicional</a:t>
            </a:r>
            <a:r>
              <a:rPr lang="es" sz="4000">
                <a:solidFill>
                  <a:srgbClr val="4A86E8"/>
                </a:solidFill>
              </a:rPr>
              <a:t>: Lento pero ¿seguro?</a:t>
            </a:r>
            <a:br>
              <a:rPr lang="es" sz="4000">
                <a:solidFill>
                  <a:srgbClr val="4A86E8"/>
                </a:solidFill>
              </a:rPr>
            </a:br>
            <a:r>
              <a:rPr lang="es" sz="4000" u="sng">
                <a:solidFill>
                  <a:srgbClr val="4A86E8"/>
                </a:solidFill>
              </a:rPr>
              <a:t>Agil</a:t>
            </a:r>
            <a:r>
              <a:rPr lang="es" sz="4000">
                <a:solidFill>
                  <a:srgbClr val="4A86E8"/>
                </a:solidFill>
              </a:rPr>
              <a:t>: Rápido y ¿continuo?</a:t>
            </a:r>
            <a:br>
              <a:rPr lang="es" sz="4000">
                <a:solidFill>
                  <a:srgbClr val="4A86E8"/>
                </a:solidFill>
              </a:rPr>
            </a:br>
            <a:r>
              <a:rPr lang="es" sz="4000">
                <a:solidFill>
                  <a:srgbClr val="4A86E8"/>
                </a:solidFill>
              </a:rPr>
              <a:t>Todo depende del contexto, los extremos son contraproducentes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730" name="Google Shape;3730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34" name="Shape 3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5" name="Google Shape;3735;p96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E40046"/>
                </a:solidFill>
              </a:rPr>
              <a:t>¡MOMENTO!</a:t>
            </a:r>
            <a:endParaRPr sz="4000">
              <a:solidFill>
                <a:srgbClr val="E40046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Sin flexibilidad en los planes no se puede estar seguro</a:t>
            </a:r>
            <a:br>
              <a:rPr lang="es" sz="4000">
                <a:solidFill>
                  <a:srgbClr val="4A86E8"/>
                </a:solidFill>
              </a:rPr>
            </a:br>
            <a:r>
              <a:rPr lang="es" sz="4000">
                <a:solidFill>
                  <a:srgbClr val="4A86E8"/>
                </a:solidFill>
              </a:rPr>
              <a:t>Sin diseño ni planificación, no se puede ser continuo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736" name="Google Shape;3736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40" name="Shape 3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1" name="Google Shape;3741;p97"/>
          <p:cNvSpPr txBox="1"/>
          <p:nvPr>
            <p:ph type="ctrTitle"/>
          </p:nvPr>
        </p:nvSpPr>
        <p:spPr>
          <a:xfrm>
            <a:off x="368300" y="2225125"/>
            <a:ext cx="8463300" cy="19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3900">
                <a:solidFill>
                  <a:srgbClr val="4A86E8"/>
                </a:solidFill>
              </a:rPr>
              <a:t>Siempre se debe poder responder una sola pregunta</a:t>
            </a:r>
            <a:endParaRPr sz="39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742" name="Google Shape;3742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46" name="Shape 3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" name="Google Shape;3747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pic>
        <p:nvPicPr>
          <p:cNvPr id="3748" name="Google Shape;3748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1050" y="0"/>
            <a:ext cx="5182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9" name="Google Shape;3749;p98"/>
          <p:cNvSpPr txBox="1"/>
          <p:nvPr/>
        </p:nvSpPr>
        <p:spPr>
          <a:xfrm>
            <a:off x="733900" y="1831675"/>
            <a:ext cx="24300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¿Cómo vamos?</a:t>
            </a:r>
            <a:endParaRPr b="1" sz="4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3" name="Shape 3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4" name="Google Shape;3754;p99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Project Management</a:t>
            </a:r>
            <a:endParaRPr/>
          </a:p>
        </p:txBody>
      </p:sp>
      <p:sp>
        <p:nvSpPr>
          <p:cNvPr id="3755" name="Google Shape;3755;p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756" name="Google Shape;3756;p99"/>
          <p:cNvSpPr txBox="1"/>
          <p:nvPr>
            <p:ph idx="1" type="body"/>
          </p:nvPr>
        </p:nvSpPr>
        <p:spPr>
          <a:xfrm>
            <a:off x="937475" y="1319950"/>
            <a:ext cx="74871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540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Open Sans"/>
              <a:buChar char="●"/>
            </a:pPr>
            <a:r>
              <a:rPr lang="es" sz="2200"/>
              <a:t>Luego de tener claro el scope/alcance del producto (Product Management) se debe establecer un control de cómo avanzamos a nivel de proyecto.</a:t>
            </a:r>
            <a:endParaRPr sz="2200"/>
          </a:p>
          <a:p>
            <a:pPr indent="-2540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Open Sans"/>
              <a:buChar char="●"/>
            </a:pPr>
            <a:r>
              <a:rPr b="1" lang="es" sz="2200"/>
              <a:t>Project Management</a:t>
            </a:r>
            <a:r>
              <a:rPr lang="es" sz="2200"/>
              <a:t> es lograr una disciplina de control de avances y expectativas. Responde a la pregunta </a:t>
            </a:r>
            <a:r>
              <a:rPr b="1" lang="es" sz="2200"/>
              <a:t>¿Cómo vamos a nivel de proyecto?</a:t>
            </a:r>
            <a:endParaRPr b="1" sz="2200">
              <a:solidFill>
                <a:schemeClr val="dk1"/>
              </a:solidFill>
            </a:endParaRPr>
          </a:p>
          <a:p>
            <a:pPr indent="-25400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Open Sans"/>
              <a:buChar char="●"/>
            </a:pPr>
            <a:r>
              <a:rPr lang="es" sz="2200"/>
              <a:t>Control, visibilidad y conciencia del avance.</a:t>
            </a:r>
            <a:endParaRPr sz="2200"/>
          </a:p>
          <a:p>
            <a:pPr indent="-254000" lvl="0" marL="2286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Open Sans"/>
              <a:buChar char="●"/>
            </a:pPr>
            <a:r>
              <a:rPr lang="es" sz="2200"/>
              <a:t>Las decisiones importantes se realizan en conjunto.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Inter"/>
              <a:buChar char="○"/>
            </a:pPr>
            <a:r>
              <a:rPr lang="es" sz="2200"/>
              <a:t>En conjunto con equipo, negocio o Technical Lead.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0" name="Shape 3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1" name="Google Shape;3761;p100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Kanban</a:t>
            </a:r>
            <a:endParaRPr/>
          </a:p>
        </p:txBody>
      </p:sp>
      <p:sp>
        <p:nvSpPr>
          <p:cNvPr id="3762" name="Google Shape;3762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763" name="Google Shape;3763;p100"/>
          <p:cNvSpPr txBox="1"/>
          <p:nvPr>
            <p:ph idx="1" type="body"/>
          </p:nvPr>
        </p:nvSpPr>
        <p:spPr>
          <a:xfrm>
            <a:off x="85300" y="672750"/>
            <a:ext cx="4697100" cy="37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Open Sans"/>
              <a:buChar char="●"/>
            </a:pPr>
            <a:r>
              <a:rPr lang="es" sz="2000"/>
              <a:t>Sistema de tarjetas o tablero.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Sistema de información que controla la fabricación de los productos necesarios en la cantidad y tiempo necesarios en cada uno de los procesos que tienen lugar en una fábrica.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4" name="Google Shape;3764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575" y="1220750"/>
            <a:ext cx="4128125" cy="2020375"/>
          </a:xfrm>
          <a:prstGeom prst="rect">
            <a:avLst/>
          </a:prstGeom>
          <a:noFill/>
          <a:ln>
            <a:noFill/>
          </a:ln>
        </p:spPr>
      </p:pic>
      <p:sp>
        <p:nvSpPr>
          <p:cNvPr id="3765" name="Google Shape;3765;p100"/>
          <p:cNvSpPr txBox="1"/>
          <p:nvPr>
            <p:ph idx="1" type="body"/>
          </p:nvPr>
        </p:nvSpPr>
        <p:spPr>
          <a:xfrm>
            <a:off x="769800" y="3884000"/>
            <a:ext cx="76710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/>
              <a:t>Las métricas asociadas a Kanban entrega el detalle de lo que sucede dentro de la iteración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9" name="Shape 3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0" name="Google Shape;3770;p101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Objetivo de Kanban</a:t>
            </a:r>
            <a:endParaRPr/>
          </a:p>
        </p:txBody>
      </p:sp>
      <p:sp>
        <p:nvSpPr>
          <p:cNvPr id="3771" name="Google Shape;3771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772" name="Google Shape;3772;p101"/>
          <p:cNvSpPr txBox="1"/>
          <p:nvPr>
            <p:ph idx="1" type="body"/>
          </p:nvPr>
        </p:nvSpPr>
        <p:spPr>
          <a:xfrm>
            <a:off x="170600" y="938400"/>
            <a:ext cx="8491800" cy="37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b="1" lang="es" sz="2000">
                <a:latin typeface="Arial"/>
                <a:ea typeface="Arial"/>
                <a:cs typeface="Arial"/>
                <a:sym typeface="Arial"/>
              </a:rPr>
              <a:t>No solo es un tablero.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No utilizar </a:t>
            </a:r>
            <a:r>
              <a:rPr b="1" lang="es" sz="2000">
                <a:latin typeface="Arial"/>
                <a:ea typeface="Arial"/>
                <a:cs typeface="Arial"/>
                <a:sym typeface="Arial"/>
              </a:rPr>
              <a:t>PUSH.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Se estimaba la demanda y en base a ello se producía.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Nuevo enfoque: </a:t>
            </a:r>
            <a:r>
              <a:rPr b="1" lang="es" sz="2000">
                <a:latin typeface="Arial"/>
                <a:ea typeface="Arial"/>
                <a:cs typeface="Arial"/>
                <a:sym typeface="Arial"/>
              </a:rPr>
              <a:t>PULL.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Cuando tenga disponibilidad voy a buscar trabajo.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Minimizar el </a:t>
            </a:r>
            <a:r>
              <a:rPr b="1" lang="es" sz="2000">
                <a:latin typeface="Arial"/>
                <a:ea typeface="Arial"/>
                <a:cs typeface="Arial"/>
                <a:sym typeface="Arial"/>
              </a:rPr>
              <a:t>Trabajo-en-Progreso (WIP).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Arial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Visualizar y compartir el estado del proyecto en una pared visible a todo el equipo.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6" name="Shape 3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7" name="Google Shape;3777;p102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Kanban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Beneficios de limitar el WIP</a:t>
            </a:r>
            <a:endParaRPr/>
          </a:p>
        </p:txBody>
      </p:sp>
      <p:sp>
        <p:nvSpPr>
          <p:cNvPr id="3778" name="Google Shape;3778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779" name="Google Shape;3779;p102"/>
          <p:cNvSpPr txBox="1"/>
          <p:nvPr>
            <p:ph idx="1" type="body"/>
          </p:nvPr>
        </p:nvSpPr>
        <p:spPr>
          <a:xfrm>
            <a:off x="170600" y="1546525"/>
            <a:ext cx="8491800" cy="3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Arial"/>
              <a:buChar char="●"/>
            </a:pPr>
            <a:r>
              <a:rPr b="1" lang="es" sz="2000">
                <a:latin typeface="Arial"/>
                <a:ea typeface="Arial"/>
                <a:cs typeface="Arial"/>
                <a:sym typeface="Arial"/>
              </a:rPr>
              <a:t>Mantener el foco</a:t>
            </a:r>
            <a:r>
              <a:rPr lang="e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Arial"/>
              <a:buChar char="●"/>
            </a:pPr>
            <a:r>
              <a:rPr b="1" lang="es" sz="2000">
                <a:latin typeface="Arial"/>
                <a:ea typeface="Arial"/>
                <a:cs typeface="Arial"/>
                <a:sym typeface="Arial"/>
              </a:rPr>
              <a:t>Se evita desperdicio de tiempo</a:t>
            </a:r>
            <a:r>
              <a:rPr lang="e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Arial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Evita perder información importante.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Arial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Mejorar la calidad del trabajo.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Arial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Permite reaccionar ante problemas y bloqueos.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Arial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Conseguir una frecuencia de entrega predecible.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Arial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Quedan de manifiesto los cuellos de botella.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3" name="Shape 3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4" name="Google Shape;3784;p103"/>
          <p:cNvSpPr txBox="1"/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Project Management: Kanban - Card Types</a:t>
            </a:r>
            <a:endParaRPr/>
          </a:p>
        </p:txBody>
      </p:sp>
      <p:sp>
        <p:nvSpPr>
          <p:cNvPr id="3785" name="Google Shape;3785;p10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Cada tarjeta representa un tipo de finalidad distinta. Por ejemplo: </a:t>
            </a:r>
            <a:endParaRPr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●"/>
            </a:pPr>
            <a:r>
              <a:rPr b="1" lang="es" sz="2200"/>
              <a:t>Feature</a:t>
            </a:r>
            <a:endParaRPr b="1"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Una nueva característica a nivel técnico o de negocio</a:t>
            </a:r>
            <a:endParaRPr sz="18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s" sz="2200"/>
              <a:t>Bug</a:t>
            </a:r>
            <a:endParaRPr b="1"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Bug a solucionar.</a:t>
            </a:r>
            <a:endParaRPr sz="18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s" sz="2200"/>
              <a:t>Chore</a:t>
            </a:r>
            <a:endParaRPr b="1"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Tareas “cacho”, que no son feature, bug, feature ni deuda técnica, por ejemplo, configurar un linter.</a:t>
            </a:r>
            <a:endParaRPr sz="18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s" sz="2200"/>
              <a:t>Deuda técnica</a:t>
            </a:r>
            <a:endParaRPr b="1"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Cosas que se dejaron de hacer o que hay que revisar.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9" name="Shape 3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0" name="Google Shape;3790;p104"/>
          <p:cNvSpPr txBox="1"/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Project Management: Deuda Técnica</a:t>
            </a:r>
            <a:endParaRPr/>
          </a:p>
        </p:txBody>
      </p:sp>
      <p:sp>
        <p:nvSpPr>
          <p:cNvPr id="3791" name="Google Shape;3791;p104"/>
          <p:cNvSpPr txBox="1"/>
          <p:nvPr>
            <p:ph idx="1" type="body"/>
          </p:nvPr>
        </p:nvSpPr>
        <p:spPr>
          <a:xfrm>
            <a:off x="95025" y="1019475"/>
            <a:ext cx="5270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/>
              <a:t>Deuda técnica</a:t>
            </a:r>
            <a:endParaRPr b="1" sz="2200"/>
          </a:p>
          <a:p>
            <a: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Cosas que se dejaron de hacer o que hay que revisar.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Lo importante es que sea declarada y visible por todo el equipo. </a:t>
            </a:r>
            <a:r>
              <a:rPr b="1" lang="es" sz="1800"/>
              <a:t>Puede ser una columna dentro del tablero.</a:t>
            </a:r>
            <a:endParaRPr b="1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No toda la deuda técnica es mala. Todo depende del contexto.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s" sz="1800"/>
              <a:t>Analogía: es cómo la </a:t>
            </a:r>
            <a:r>
              <a:rPr b="1" lang="es" sz="1800" u="sng"/>
              <a:t>tarjeta de crédito</a:t>
            </a:r>
            <a:r>
              <a:rPr b="1" lang="es" sz="1800"/>
              <a:t>, tiene un tope y mientras más tengo acumulado más cuesta/duele pagarlo.</a:t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792" name="Google Shape;3792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725" y="1275025"/>
            <a:ext cx="3578299" cy="316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6" name="Shape 3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7" name="Google Shape;3797;p105"/>
          <p:cNvSpPr txBox="1"/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Project Management: Kanban - Scrum</a:t>
            </a:r>
            <a:endParaRPr/>
          </a:p>
        </p:txBody>
      </p:sp>
      <p:sp>
        <p:nvSpPr>
          <p:cNvPr id="3798" name="Google Shape;3798;p105"/>
          <p:cNvSpPr txBox="1"/>
          <p:nvPr>
            <p:ph idx="1" type="body"/>
          </p:nvPr>
        </p:nvSpPr>
        <p:spPr>
          <a:xfrm>
            <a:off x="311700" y="1152475"/>
            <a:ext cx="8520600" cy="38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/>
              <a:t>¿Qué pasa si no se como realizar una tarea o necesito investigar algo?</a:t>
            </a:r>
            <a:endParaRPr b="1" sz="2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300">
                <a:solidFill>
                  <a:schemeClr val="dk1"/>
                </a:solidFill>
              </a:rPr>
              <a:t>Ejemplo: no estoy seguro de algo, necesito investigarlo</a:t>
            </a:r>
            <a:endParaRPr sz="2300"/>
          </a:p>
          <a:p>
            <a:pPr indent="-374650" lvl="0" marL="457200" rtl="0" algn="l">
              <a:spcBef>
                <a:spcPts val="1600"/>
              </a:spcBef>
              <a:spcAft>
                <a:spcPts val="0"/>
              </a:spcAft>
              <a:buSzPts val="2300"/>
              <a:buChar char="●"/>
            </a:pPr>
            <a:r>
              <a:rPr b="1" lang="es" sz="2300"/>
              <a:t>Tarea tipo </a:t>
            </a:r>
            <a:r>
              <a:rPr b="1" lang="es" sz="2300">
                <a:solidFill>
                  <a:srgbClr val="FF0000"/>
                </a:solidFill>
              </a:rPr>
              <a:t>Spike</a:t>
            </a:r>
            <a:endParaRPr b="1" sz="2300">
              <a:solidFill>
                <a:srgbClr val="FF0000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s" sz="1900"/>
              <a:t>Card de investigación o mini demo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s" sz="1900"/>
              <a:t>Tiene un timebox asociado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s" sz="1900"/>
              <a:t>Debe tener un criterio de finalización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s" sz="1900"/>
              <a:t>El output esperado debería ser un accionable sobre otra tarjeta o crear una nueva tarjeta</a:t>
            </a:r>
            <a:endParaRPr sz="19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2" name="Shape 3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3" name="Google Shape;3803;p106"/>
          <p:cNvSpPr txBox="1"/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Project Management: Ejemplo Board Mínimo</a:t>
            </a:r>
            <a:endParaRPr/>
          </a:p>
        </p:txBody>
      </p:sp>
      <p:sp>
        <p:nvSpPr>
          <p:cNvPr id="3804" name="Google Shape;3804;p106"/>
          <p:cNvSpPr txBox="1"/>
          <p:nvPr/>
        </p:nvSpPr>
        <p:spPr>
          <a:xfrm>
            <a:off x="2483050" y="4415025"/>
            <a:ext cx="430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Ejemplo Board en Trello</a:t>
            </a:r>
            <a:r>
              <a:rPr lang="es"/>
              <a:t> (Simple, solo columnas)</a:t>
            </a:r>
            <a:endParaRPr/>
          </a:p>
        </p:txBody>
      </p:sp>
      <p:pic>
        <p:nvPicPr>
          <p:cNvPr id="3805" name="Google Shape;3805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750" y="934700"/>
            <a:ext cx="7618924" cy="181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6" name="Google Shape;3806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150" y="2934225"/>
            <a:ext cx="8839204" cy="116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0" name="Shape 3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1" name="Google Shape;3811;p107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Ejemplo Columnas Kanban</a:t>
            </a:r>
            <a:endParaRPr/>
          </a:p>
        </p:txBody>
      </p:sp>
      <p:sp>
        <p:nvSpPr>
          <p:cNvPr id="3812" name="Google Shape;3812;p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813" name="Google Shape;3813;p107"/>
          <p:cNvSpPr txBox="1"/>
          <p:nvPr>
            <p:ph idx="1" type="body"/>
          </p:nvPr>
        </p:nvSpPr>
        <p:spPr>
          <a:xfrm>
            <a:off x="442200" y="1010225"/>
            <a:ext cx="8456700" cy="3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921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800"/>
              <a:buFont typeface="Arial"/>
              <a:buChar char="●"/>
            </a:pPr>
            <a:r>
              <a:rPr lang="es" sz="2800">
                <a:latin typeface="Arial"/>
                <a:ea typeface="Arial"/>
                <a:cs typeface="Arial"/>
                <a:sym typeface="Arial"/>
              </a:rPr>
              <a:t>Planned (También puede ser backlog)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921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800"/>
              <a:buFont typeface="Arial"/>
              <a:buChar char="●"/>
            </a:pPr>
            <a:r>
              <a:rPr lang="es" sz="2800">
                <a:latin typeface="Arial"/>
                <a:ea typeface="Arial"/>
                <a:cs typeface="Arial"/>
                <a:sym typeface="Arial"/>
              </a:rPr>
              <a:t>In Analysis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921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800"/>
              <a:buFont typeface="Arial"/>
              <a:buChar char="●"/>
            </a:pPr>
            <a:r>
              <a:rPr lang="es" sz="2800">
                <a:latin typeface="Arial"/>
                <a:ea typeface="Arial"/>
                <a:cs typeface="Arial"/>
                <a:sym typeface="Arial"/>
              </a:rPr>
              <a:t>Ready for Development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921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800"/>
              <a:buFont typeface="Arial"/>
              <a:buChar char="●"/>
            </a:pPr>
            <a:r>
              <a:rPr lang="es" sz="2800">
                <a:latin typeface="Arial"/>
                <a:ea typeface="Arial"/>
                <a:cs typeface="Arial"/>
                <a:sym typeface="Arial"/>
              </a:rPr>
              <a:t>In Development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921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800"/>
              <a:buFont typeface="Arial"/>
              <a:buChar char="●"/>
            </a:pPr>
            <a:r>
              <a:rPr lang="es" sz="2800">
                <a:latin typeface="Arial"/>
                <a:ea typeface="Arial"/>
                <a:cs typeface="Arial"/>
                <a:sym typeface="Arial"/>
              </a:rPr>
              <a:t>Ready for QA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921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800"/>
              <a:buFont typeface="Arial"/>
              <a:buChar char="●"/>
            </a:pPr>
            <a:r>
              <a:rPr lang="es" sz="2800">
                <a:latin typeface="Arial"/>
                <a:ea typeface="Arial"/>
                <a:cs typeface="Arial"/>
                <a:sym typeface="Arial"/>
              </a:rPr>
              <a:t>QA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921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800"/>
              <a:buFont typeface="Arial"/>
              <a:buChar char="●"/>
            </a:pPr>
            <a:r>
              <a:rPr lang="es" sz="2800">
                <a:latin typeface="Arial"/>
                <a:ea typeface="Arial"/>
                <a:cs typeface="Arial"/>
                <a:sym typeface="Arial"/>
              </a:rPr>
              <a:t>Ready for Review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921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800"/>
              <a:buFont typeface="Arial"/>
              <a:buChar char="●"/>
            </a:pPr>
            <a:r>
              <a:rPr lang="es" sz="2800">
                <a:latin typeface="Arial"/>
                <a:ea typeface="Arial"/>
                <a:cs typeface="Arial"/>
                <a:sym typeface="Arial"/>
              </a:rPr>
              <a:t>Review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7" name="Shape 3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8" name="Google Shape;3818;p108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Otro Ejemplo Columnas Kanban</a:t>
            </a:r>
            <a:endParaRPr/>
          </a:p>
        </p:txBody>
      </p:sp>
      <p:sp>
        <p:nvSpPr>
          <p:cNvPr id="3819" name="Google Shape;3819;p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820" name="Google Shape;3820;p108"/>
          <p:cNvSpPr txBox="1"/>
          <p:nvPr>
            <p:ph idx="1" type="body"/>
          </p:nvPr>
        </p:nvSpPr>
        <p:spPr>
          <a:xfrm>
            <a:off x="442200" y="1010225"/>
            <a:ext cx="8456700" cy="3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500"/>
              <a:buFont typeface="Arial"/>
              <a:buChar char="●"/>
            </a:pPr>
            <a:r>
              <a:rPr lang="es" sz="2500">
                <a:latin typeface="Arial"/>
                <a:ea typeface="Arial"/>
                <a:cs typeface="Arial"/>
                <a:sym typeface="Arial"/>
              </a:rPr>
              <a:t>Backlog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500"/>
              <a:buFont typeface="Arial"/>
              <a:buChar char="●"/>
            </a:pPr>
            <a:r>
              <a:rPr b="1" lang="es" sz="2500">
                <a:latin typeface="Arial"/>
                <a:ea typeface="Arial"/>
                <a:cs typeface="Arial"/>
                <a:sym typeface="Arial"/>
              </a:rPr>
              <a:t>TO DO</a:t>
            </a:r>
            <a:r>
              <a:rPr lang="es" sz="2500">
                <a:latin typeface="Arial"/>
                <a:ea typeface="Arial"/>
                <a:cs typeface="Arial"/>
                <a:sym typeface="Arial"/>
              </a:rPr>
              <a:t> (Acá se dejan todas las tareas a realizar en en la presente iteración)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500"/>
              <a:buFont typeface="Arial"/>
              <a:buChar char="●"/>
            </a:pPr>
            <a:r>
              <a:rPr lang="es" sz="2500">
                <a:latin typeface="Arial"/>
                <a:ea typeface="Arial"/>
                <a:cs typeface="Arial"/>
                <a:sym typeface="Arial"/>
              </a:rPr>
              <a:t>Analysis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500"/>
              <a:buFont typeface="Arial"/>
              <a:buChar char="●"/>
            </a:pPr>
            <a:r>
              <a:rPr lang="es" sz="2500">
                <a:latin typeface="Arial"/>
                <a:ea typeface="Arial"/>
                <a:cs typeface="Arial"/>
                <a:sym typeface="Arial"/>
              </a:rPr>
              <a:t>In Development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500"/>
              <a:buFont typeface="Arial"/>
              <a:buChar char="●"/>
            </a:pPr>
            <a:r>
              <a:rPr lang="es" sz="2500">
                <a:latin typeface="Arial"/>
                <a:ea typeface="Arial"/>
                <a:cs typeface="Arial"/>
                <a:sym typeface="Arial"/>
              </a:rPr>
              <a:t>Ready for QA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500"/>
              <a:buFont typeface="Arial"/>
              <a:buChar char="●"/>
            </a:pPr>
            <a:r>
              <a:rPr lang="es" sz="2500">
                <a:latin typeface="Arial"/>
                <a:ea typeface="Arial"/>
                <a:cs typeface="Arial"/>
                <a:sym typeface="Arial"/>
              </a:rPr>
              <a:t>QA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500"/>
              <a:buFont typeface="Arial"/>
              <a:buChar char="●"/>
            </a:pPr>
            <a:r>
              <a:rPr lang="es" sz="2500">
                <a:latin typeface="Arial"/>
                <a:ea typeface="Arial"/>
                <a:cs typeface="Arial"/>
                <a:sym typeface="Arial"/>
              </a:rPr>
              <a:t>Ready for Review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500"/>
              <a:buFont typeface="Arial"/>
              <a:buChar char="●"/>
            </a:pPr>
            <a:r>
              <a:rPr lang="es" sz="2500">
                <a:latin typeface="Arial"/>
                <a:ea typeface="Arial"/>
                <a:cs typeface="Arial"/>
                <a:sym typeface="Arial"/>
              </a:rPr>
              <a:t>Review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4" name="Shape 3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5" name="Google Shape;3825;p109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Establecer acuerdos</a:t>
            </a:r>
            <a:endParaRPr/>
          </a:p>
        </p:txBody>
      </p:sp>
      <p:sp>
        <p:nvSpPr>
          <p:cNvPr id="3826" name="Google Shape;3826;p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827" name="Google Shape;3827;p109"/>
          <p:cNvSpPr txBox="1"/>
          <p:nvPr>
            <p:ph idx="1" type="body"/>
          </p:nvPr>
        </p:nvSpPr>
        <p:spPr>
          <a:xfrm>
            <a:off x="369000" y="938400"/>
            <a:ext cx="8406000" cy="40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115" lvl="0" marL="228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90"/>
              <a:buFont typeface="Open Sans"/>
              <a:buChar char="●"/>
            </a:pPr>
            <a:r>
              <a:rPr b="1" lang="es" sz="2690"/>
              <a:t>Definition of Ready (DoR)</a:t>
            </a:r>
            <a:endParaRPr b="1" sz="2690"/>
          </a:p>
          <a:p>
            <a:pPr indent="-39941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690"/>
              <a:buChar char="○"/>
            </a:pPr>
            <a:r>
              <a:rPr lang="es" sz="2690"/>
              <a:t>¿Cuando algo está listo para ser tomado/asignado?</a:t>
            </a:r>
            <a:endParaRPr sz="2690"/>
          </a:p>
          <a:p>
            <a:pPr indent="-285115" lvl="0" marL="22860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2690"/>
              <a:buFont typeface="Open Sans"/>
              <a:buChar char="●"/>
            </a:pPr>
            <a:r>
              <a:rPr b="1" lang="es" sz="2690"/>
              <a:t>Definition of Done (DoD)</a:t>
            </a:r>
            <a:endParaRPr b="1" sz="2690">
              <a:solidFill>
                <a:srgbClr val="0000FF"/>
              </a:solidFill>
            </a:endParaRPr>
          </a:p>
          <a:p>
            <a:pPr indent="-399415" lvl="1" marL="91440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2690"/>
              <a:buChar char="○"/>
            </a:pPr>
            <a:r>
              <a:rPr lang="es" sz="2690"/>
              <a:t>¿Cuando algo está completado?</a:t>
            </a:r>
            <a:endParaRPr b="1" sz="269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1" name="Shape 3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2" name="Google Shape;3832;p110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Definition of Done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(DoD)</a:t>
            </a:r>
            <a:endParaRPr/>
          </a:p>
        </p:txBody>
      </p:sp>
      <p:sp>
        <p:nvSpPr>
          <p:cNvPr id="3833" name="Google Shape;3833;p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834" name="Google Shape;3834;p110"/>
          <p:cNvSpPr txBox="1"/>
          <p:nvPr>
            <p:ph idx="1" type="body"/>
          </p:nvPr>
        </p:nvSpPr>
        <p:spPr>
          <a:xfrm>
            <a:off x="442200" y="1010225"/>
            <a:ext cx="8456700" cy="3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Arial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Criterios para decidir cuando una card está completa.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Criterios para decidir cuando una card se mueve de una columna a otra.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Arial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Deben ser comprobables  y medibles.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Arial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En cada columna son distintos.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Arial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DoD responde: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b="1" lang="es" sz="2000">
                <a:latin typeface="Arial"/>
                <a:ea typeface="Arial"/>
                <a:cs typeface="Arial"/>
                <a:sym typeface="Arial"/>
              </a:rPr>
              <a:t>¿Cuándo muevo una card a </a:t>
            </a:r>
            <a:r>
              <a:rPr b="1" lang="es" sz="200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Development</a:t>
            </a:r>
            <a:r>
              <a:rPr b="1" lang="es" sz="2000">
                <a:latin typeface="Arial"/>
                <a:ea typeface="Arial"/>
                <a:cs typeface="Arial"/>
                <a:sym typeface="Arial"/>
              </a:rPr>
              <a:t>?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b="1" lang="es" sz="2000">
                <a:latin typeface="Arial"/>
                <a:ea typeface="Arial"/>
                <a:cs typeface="Arial"/>
                <a:sym typeface="Arial"/>
              </a:rPr>
              <a:t>¿Cuándo muevo una card en </a:t>
            </a:r>
            <a:r>
              <a:rPr b="1" lang="es" sz="200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Development a QA</a:t>
            </a:r>
            <a:r>
              <a:rPr b="1" lang="es" sz="2000">
                <a:latin typeface="Arial"/>
                <a:ea typeface="Arial"/>
                <a:cs typeface="Arial"/>
                <a:sym typeface="Arial"/>
              </a:rPr>
              <a:t>?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b="1" lang="es" sz="2000">
                <a:latin typeface="Arial"/>
                <a:ea typeface="Arial"/>
                <a:cs typeface="Arial"/>
                <a:sym typeface="Arial"/>
              </a:rPr>
              <a:t>¿Cuándo podemos decir que el QA término?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38" name="Shape 3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9" name="Google Shape;3839;p111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>
                <a:solidFill>
                  <a:schemeClr val="lt1"/>
                </a:solidFill>
              </a:rPr>
              <a:t>Ejemplo de DoD en cards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40" name="Google Shape;3840;p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841" name="Google Shape;3841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825" y="1243200"/>
            <a:ext cx="8316197" cy="3420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5" name="Shape 3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6" name="Google Shape;3846;p112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Kanban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Métricas</a:t>
            </a:r>
            <a:endParaRPr/>
          </a:p>
        </p:txBody>
      </p:sp>
      <p:sp>
        <p:nvSpPr>
          <p:cNvPr id="3847" name="Google Shape;3847;p1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848" name="Google Shape;3848;p112"/>
          <p:cNvSpPr txBox="1"/>
          <p:nvPr>
            <p:ph idx="1" type="body"/>
          </p:nvPr>
        </p:nvSpPr>
        <p:spPr>
          <a:xfrm>
            <a:off x="912150" y="1208150"/>
            <a:ext cx="7446300" cy="37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476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100"/>
              <a:buChar char="●"/>
            </a:pPr>
            <a:r>
              <a:rPr b="1" lang="es" sz="2100"/>
              <a:t>Throughput</a:t>
            </a:r>
            <a:r>
              <a:rPr lang="es" sz="2100"/>
              <a:t>: Cantidad de cards completadas en un periodo de tiempo. Se recomienda calcular throughput por iteración.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s" sz="2100"/>
              <a:t>Feature</a:t>
            </a:r>
            <a:endParaRPr b="1"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s" sz="2100"/>
              <a:t>Bug</a:t>
            </a:r>
            <a:endParaRPr b="1"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s" sz="2100"/>
              <a:t>Technical Debt</a:t>
            </a:r>
            <a:endParaRPr b="1"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s" sz="2100"/>
              <a:t>Spike</a:t>
            </a:r>
            <a:endParaRPr b="1"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s" sz="2100"/>
              <a:t>Chore</a:t>
            </a:r>
            <a:endParaRPr b="1"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s" sz="2100"/>
              <a:t>Tech Debt</a:t>
            </a: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100"/>
              <a:buChar char="●"/>
            </a:pPr>
            <a:r>
              <a:rPr lang="es" sz="2100"/>
              <a:t>Con esto se mide velocidad</a:t>
            </a:r>
            <a:endParaRPr sz="2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2" name="Shape 3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3" name="Google Shape;3853;p113"/>
          <p:cNvSpPr txBox="1"/>
          <p:nvPr>
            <p:ph type="ctrTitle"/>
          </p:nvPr>
        </p:nvSpPr>
        <p:spPr>
          <a:xfrm>
            <a:off x="1181300" y="707825"/>
            <a:ext cx="4303200" cy="25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2 Final:</a:t>
            </a:r>
            <a:br>
              <a:rPr lang="es"/>
            </a:br>
            <a:r>
              <a:rPr lang="es"/>
              <a:t>Métricas Kanban </a:t>
            </a:r>
            <a:endParaRPr/>
          </a:p>
        </p:txBody>
      </p:sp>
      <p:sp>
        <p:nvSpPr>
          <p:cNvPr id="3854" name="Google Shape;3854;p113"/>
          <p:cNvSpPr txBox="1"/>
          <p:nvPr>
            <p:ph idx="1" type="subTitle"/>
          </p:nvPr>
        </p:nvSpPr>
        <p:spPr>
          <a:xfrm>
            <a:off x="1243000" y="3197275"/>
            <a:ext cx="36519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Gonzalo Martínez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gonzalo.martinez@uc.cl</a:t>
            </a:r>
            <a:endParaRPr/>
          </a:p>
        </p:txBody>
      </p:sp>
      <p:grpSp>
        <p:nvGrpSpPr>
          <p:cNvPr id="3855" name="Google Shape;3855;p113"/>
          <p:cNvGrpSpPr/>
          <p:nvPr/>
        </p:nvGrpSpPr>
        <p:grpSpPr>
          <a:xfrm>
            <a:off x="4895009" y="2385100"/>
            <a:ext cx="4080950" cy="3063373"/>
            <a:chOff x="408500" y="2277325"/>
            <a:chExt cx="2731925" cy="2050725"/>
          </a:xfrm>
        </p:grpSpPr>
        <p:sp>
          <p:nvSpPr>
            <p:cNvPr id="3856" name="Google Shape;3856;p113"/>
            <p:cNvSpPr/>
            <p:nvPr/>
          </p:nvSpPr>
          <p:spPr>
            <a:xfrm>
              <a:off x="1266125" y="2953575"/>
              <a:ext cx="1106475" cy="1013475"/>
            </a:xfrm>
            <a:custGeom>
              <a:rect b="b" l="l" r="r" t="t"/>
              <a:pathLst>
                <a:path extrusionOk="0" h="40539" w="44259">
                  <a:moveTo>
                    <a:pt x="31655" y="0"/>
                  </a:moveTo>
                  <a:lnTo>
                    <a:pt x="0" y="610"/>
                  </a:lnTo>
                  <a:cubicBezTo>
                    <a:pt x="0" y="610"/>
                    <a:pt x="5526" y="4480"/>
                    <a:pt x="7461" y="12585"/>
                  </a:cubicBezTo>
                  <a:cubicBezTo>
                    <a:pt x="9413" y="20708"/>
                    <a:pt x="12620" y="40423"/>
                    <a:pt x="12620" y="40423"/>
                  </a:cubicBezTo>
                  <a:cubicBezTo>
                    <a:pt x="12620" y="40423"/>
                    <a:pt x="14792" y="40538"/>
                    <a:pt x="18097" y="40538"/>
                  </a:cubicBezTo>
                  <a:cubicBezTo>
                    <a:pt x="24921" y="40538"/>
                    <a:pt x="36576" y="40048"/>
                    <a:pt x="43927" y="37041"/>
                  </a:cubicBezTo>
                  <a:cubicBezTo>
                    <a:pt x="43927" y="37041"/>
                    <a:pt x="44258" y="22312"/>
                    <a:pt x="40789" y="14712"/>
                  </a:cubicBezTo>
                  <a:cubicBezTo>
                    <a:pt x="37320" y="7095"/>
                    <a:pt x="31655" y="0"/>
                    <a:pt x="3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113"/>
            <p:cNvSpPr/>
            <p:nvPr/>
          </p:nvSpPr>
          <p:spPr>
            <a:xfrm>
              <a:off x="1408175" y="2983200"/>
              <a:ext cx="899050" cy="900775"/>
            </a:xfrm>
            <a:custGeom>
              <a:rect b="b" l="l" r="r" t="t"/>
              <a:pathLst>
                <a:path extrusionOk="0" fill="none" h="36031" w="35962">
                  <a:moveTo>
                    <a:pt x="1" y="332"/>
                  </a:moveTo>
                  <a:cubicBezTo>
                    <a:pt x="1" y="332"/>
                    <a:pt x="5335" y="8611"/>
                    <a:pt x="7287" y="16072"/>
                  </a:cubicBezTo>
                  <a:cubicBezTo>
                    <a:pt x="9222" y="23515"/>
                    <a:pt x="10756" y="36031"/>
                    <a:pt x="10756" y="36031"/>
                  </a:cubicBezTo>
                  <a:lnTo>
                    <a:pt x="35961" y="33416"/>
                  </a:lnTo>
                  <a:cubicBezTo>
                    <a:pt x="35961" y="33416"/>
                    <a:pt x="33172" y="14294"/>
                    <a:pt x="30802" y="9047"/>
                  </a:cubicBezTo>
                  <a:cubicBezTo>
                    <a:pt x="29338" y="5840"/>
                    <a:pt x="27525" y="2789"/>
                    <a:pt x="25381" y="0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113"/>
            <p:cNvSpPr/>
            <p:nvPr/>
          </p:nvSpPr>
          <p:spPr>
            <a:xfrm>
              <a:off x="1459175" y="2974475"/>
              <a:ext cx="268450" cy="915600"/>
            </a:xfrm>
            <a:custGeom>
              <a:rect b="b" l="l" r="r" t="t"/>
              <a:pathLst>
                <a:path extrusionOk="0" fill="none" h="36624" w="10738">
                  <a:moveTo>
                    <a:pt x="0" y="1"/>
                  </a:moveTo>
                  <a:cubicBezTo>
                    <a:pt x="0" y="1"/>
                    <a:pt x="5840" y="9902"/>
                    <a:pt x="7356" y="16491"/>
                  </a:cubicBezTo>
                  <a:cubicBezTo>
                    <a:pt x="8664" y="22191"/>
                    <a:pt x="10738" y="36624"/>
                    <a:pt x="10738" y="36624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113"/>
            <p:cNvSpPr/>
            <p:nvPr/>
          </p:nvSpPr>
          <p:spPr>
            <a:xfrm>
              <a:off x="1992125" y="2968375"/>
              <a:ext cx="272825" cy="873325"/>
            </a:xfrm>
            <a:custGeom>
              <a:rect b="b" l="l" r="r" t="t"/>
              <a:pathLst>
                <a:path extrusionOk="0" fill="none" h="34933" w="10913">
                  <a:moveTo>
                    <a:pt x="1" y="1"/>
                  </a:moveTo>
                  <a:cubicBezTo>
                    <a:pt x="1" y="1"/>
                    <a:pt x="6520" y="9222"/>
                    <a:pt x="7862" y="16822"/>
                  </a:cubicBezTo>
                  <a:cubicBezTo>
                    <a:pt x="9222" y="24439"/>
                    <a:pt x="10913" y="34933"/>
                    <a:pt x="10913" y="34933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0" name="Google Shape;3860;p113"/>
            <p:cNvSpPr/>
            <p:nvPr/>
          </p:nvSpPr>
          <p:spPr>
            <a:xfrm>
              <a:off x="1402075" y="3012825"/>
              <a:ext cx="687250" cy="29225"/>
            </a:xfrm>
            <a:custGeom>
              <a:rect b="b" l="l" r="r" t="t"/>
              <a:pathLst>
                <a:path extrusionOk="0" fill="none" h="1169" w="27490">
                  <a:moveTo>
                    <a:pt x="1" y="1169"/>
                  </a:moveTo>
                  <a:lnTo>
                    <a:pt x="27490" y="1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1" name="Google Shape;3861;p113"/>
            <p:cNvSpPr/>
            <p:nvPr/>
          </p:nvSpPr>
          <p:spPr>
            <a:xfrm>
              <a:off x="1634350" y="3771525"/>
              <a:ext cx="691600" cy="72350"/>
            </a:xfrm>
            <a:custGeom>
              <a:rect b="b" l="l" r="r" t="t"/>
              <a:pathLst>
                <a:path extrusionOk="0" fill="none" h="2894" w="27664">
                  <a:moveTo>
                    <a:pt x="1" y="2894"/>
                  </a:moveTo>
                  <a:lnTo>
                    <a:pt x="27664" y="0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113"/>
            <p:cNvSpPr/>
            <p:nvPr/>
          </p:nvSpPr>
          <p:spPr>
            <a:xfrm>
              <a:off x="1543700" y="3046375"/>
              <a:ext cx="359550" cy="310750"/>
            </a:xfrm>
            <a:custGeom>
              <a:rect b="b" l="l" r="r" t="t"/>
              <a:pathLst>
                <a:path extrusionOk="0" fill="none" h="12430" w="14382">
                  <a:moveTo>
                    <a:pt x="1" y="419"/>
                  </a:moveTo>
                  <a:cubicBezTo>
                    <a:pt x="1" y="419"/>
                    <a:pt x="3714" y="7531"/>
                    <a:pt x="4899" y="12429"/>
                  </a:cubicBezTo>
                  <a:lnTo>
                    <a:pt x="14382" y="11506"/>
                  </a:lnTo>
                  <a:lnTo>
                    <a:pt x="10233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3" name="Google Shape;3863;p113"/>
            <p:cNvSpPr/>
            <p:nvPr/>
          </p:nvSpPr>
          <p:spPr>
            <a:xfrm>
              <a:off x="1680100" y="3095625"/>
              <a:ext cx="188725" cy="153850"/>
            </a:xfrm>
            <a:custGeom>
              <a:rect b="b" l="l" r="r" t="t"/>
              <a:pathLst>
                <a:path extrusionOk="0" fill="none" h="6154" w="7549">
                  <a:moveTo>
                    <a:pt x="5457" y="1"/>
                  </a:moveTo>
                  <a:lnTo>
                    <a:pt x="1" y="436"/>
                  </a:lnTo>
                  <a:lnTo>
                    <a:pt x="2337" y="6154"/>
                  </a:lnTo>
                  <a:lnTo>
                    <a:pt x="7549" y="5718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4" name="Google Shape;3864;p113"/>
            <p:cNvSpPr/>
            <p:nvPr/>
          </p:nvSpPr>
          <p:spPr>
            <a:xfrm>
              <a:off x="1776850" y="3110875"/>
              <a:ext cx="50575" cy="53625"/>
            </a:xfrm>
            <a:custGeom>
              <a:rect b="b" l="l" r="r" t="t"/>
              <a:pathLst>
                <a:path extrusionOk="0" fill="none" h="2145" w="2023">
                  <a:moveTo>
                    <a:pt x="1" y="123"/>
                  </a:moveTo>
                  <a:lnTo>
                    <a:pt x="750" y="2145"/>
                  </a:lnTo>
                  <a:lnTo>
                    <a:pt x="2023" y="1970"/>
                  </a:lnTo>
                  <a:lnTo>
                    <a:pt x="1291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5" name="Google Shape;3865;p113"/>
            <p:cNvSpPr/>
            <p:nvPr/>
          </p:nvSpPr>
          <p:spPr>
            <a:xfrm>
              <a:off x="1799075" y="3174500"/>
              <a:ext cx="50575" cy="53625"/>
            </a:xfrm>
            <a:custGeom>
              <a:rect b="b" l="l" r="r" t="t"/>
              <a:pathLst>
                <a:path extrusionOk="0" fill="none" h="2145" w="2023">
                  <a:moveTo>
                    <a:pt x="1" y="123"/>
                  </a:moveTo>
                  <a:lnTo>
                    <a:pt x="768" y="2145"/>
                  </a:lnTo>
                  <a:lnTo>
                    <a:pt x="2023" y="1970"/>
                  </a:lnTo>
                  <a:lnTo>
                    <a:pt x="1308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113"/>
            <p:cNvSpPr/>
            <p:nvPr/>
          </p:nvSpPr>
          <p:spPr>
            <a:xfrm>
              <a:off x="1752875" y="3100425"/>
              <a:ext cx="53200" cy="143400"/>
            </a:xfrm>
            <a:custGeom>
              <a:rect b="b" l="l" r="r" t="t"/>
              <a:pathLst>
                <a:path extrusionOk="0" fill="none" h="5736" w="2128">
                  <a:moveTo>
                    <a:pt x="1" y="0"/>
                  </a:moveTo>
                  <a:lnTo>
                    <a:pt x="2128" y="5735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113"/>
            <p:cNvSpPr/>
            <p:nvPr/>
          </p:nvSpPr>
          <p:spPr>
            <a:xfrm>
              <a:off x="1595125" y="3141825"/>
              <a:ext cx="72375" cy="106775"/>
            </a:xfrm>
            <a:custGeom>
              <a:rect b="b" l="l" r="r" t="t"/>
              <a:pathLst>
                <a:path extrusionOk="0" fill="none" h="4271" w="2895">
                  <a:moveTo>
                    <a:pt x="1" y="53"/>
                  </a:moveTo>
                  <a:lnTo>
                    <a:pt x="1744" y="4271"/>
                  </a:lnTo>
                  <a:lnTo>
                    <a:pt x="2894" y="4149"/>
                  </a:lnTo>
                  <a:lnTo>
                    <a:pt x="1204" y="0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8" name="Google Shape;3868;p113"/>
            <p:cNvSpPr/>
            <p:nvPr/>
          </p:nvSpPr>
          <p:spPr>
            <a:xfrm>
              <a:off x="1820425" y="3038100"/>
              <a:ext cx="326000" cy="292875"/>
            </a:xfrm>
            <a:custGeom>
              <a:rect b="b" l="l" r="r" t="t"/>
              <a:pathLst>
                <a:path extrusionOk="0" fill="none" h="11715" w="13040">
                  <a:moveTo>
                    <a:pt x="1" y="297"/>
                  </a:moveTo>
                  <a:lnTo>
                    <a:pt x="4045" y="11714"/>
                  </a:lnTo>
                  <a:lnTo>
                    <a:pt x="13039" y="10529"/>
                  </a:lnTo>
                  <a:cubicBezTo>
                    <a:pt x="13039" y="10529"/>
                    <a:pt x="11052" y="5701"/>
                    <a:pt x="9954" y="3557"/>
                  </a:cubicBezTo>
                  <a:cubicBezTo>
                    <a:pt x="8856" y="1413"/>
                    <a:pt x="8054" y="1"/>
                    <a:pt x="8054" y="1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9" name="Google Shape;3869;p113"/>
            <p:cNvSpPr/>
            <p:nvPr/>
          </p:nvSpPr>
          <p:spPr>
            <a:xfrm>
              <a:off x="1938100" y="3042025"/>
              <a:ext cx="123775" cy="85875"/>
            </a:xfrm>
            <a:custGeom>
              <a:rect b="b" l="l" r="r" t="t"/>
              <a:pathLst>
                <a:path extrusionOk="0" fill="none" h="3435" w="4951">
                  <a:moveTo>
                    <a:pt x="0" y="1"/>
                  </a:moveTo>
                  <a:lnTo>
                    <a:pt x="1726" y="3435"/>
                  </a:lnTo>
                  <a:lnTo>
                    <a:pt x="4951" y="2929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0" name="Google Shape;3870;p113"/>
            <p:cNvSpPr/>
            <p:nvPr/>
          </p:nvSpPr>
          <p:spPr>
            <a:xfrm>
              <a:off x="1912375" y="3044200"/>
              <a:ext cx="119875" cy="271950"/>
            </a:xfrm>
            <a:custGeom>
              <a:rect b="b" l="l" r="r" t="t"/>
              <a:pathLst>
                <a:path extrusionOk="0" fill="none" h="10878" w="4795">
                  <a:moveTo>
                    <a:pt x="1" y="1"/>
                  </a:moveTo>
                  <a:cubicBezTo>
                    <a:pt x="1" y="1"/>
                    <a:pt x="4027" y="8681"/>
                    <a:pt x="4794" y="10878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1" name="Google Shape;3871;p113"/>
            <p:cNvSpPr/>
            <p:nvPr/>
          </p:nvSpPr>
          <p:spPr>
            <a:xfrm>
              <a:off x="1879700" y="3190200"/>
              <a:ext cx="99375" cy="12650"/>
            </a:xfrm>
            <a:custGeom>
              <a:rect b="b" l="l" r="r" t="t"/>
              <a:pathLst>
                <a:path extrusionOk="0" fill="none" h="506" w="3975">
                  <a:moveTo>
                    <a:pt x="0" y="506"/>
                  </a:moveTo>
                  <a:lnTo>
                    <a:pt x="3975" y="0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113"/>
            <p:cNvSpPr/>
            <p:nvPr/>
          </p:nvSpPr>
          <p:spPr>
            <a:xfrm>
              <a:off x="1673575" y="3363625"/>
              <a:ext cx="342550" cy="441050"/>
            </a:xfrm>
            <a:custGeom>
              <a:rect b="b" l="l" r="r" t="t"/>
              <a:pathLst>
                <a:path extrusionOk="0" fill="none" h="17642" w="13702">
                  <a:moveTo>
                    <a:pt x="0" y="698"/>
                  </a:moveTo>
                  <a:cubicBezTo>
                    <a:pt x="0" y="698"/>
                    <a:pt x="2476" y="11993"/>
                    <a:pt x="2859" y="17641"/>
                  </a:cubicBezTo>
                  <a:lnTo>
                    <a:pt x="13701" y="16438"/>
                  </a:lnTo>
                  <a:lnTo>
                    <a:pt x="11749" y="3749"/>
                  </a:lnTo>
                  <a:lnTo>
                    <a:pt x="9204" y="4062"/>
                  </a:lnTo>
                  <a:lnTo>
                    <a:pt x="8193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3" name="Google Shape;3873;p113"/>
            <p:cNvSpPr/>
            <p:nvPr/>
          </p:nvSpPr>
          <p:spPr>
            <a:xfrm>
              <a:off x="1927625" y="3323975"/>
              <a:ext cx="298100" cy="439300"/>
            </a:xfrm>
            <a:custGeom>
              <a:rect b="b" l="l" r="r" t="t"/>
              <a:pathLst>
                <a:path extrusionOk="0" fill="none" h="17572" w="11924">
                  <a:moveTo>
                    <a:pt x="1" y="1273"/>
                  </a:moveTo>
                  <a:lnTo>
                    <a:pt x="820" y="4376"/>
                  </a:lnTo>
                  <a:lnTo>
                    <a:pt x="2964" y="4184"/>
                  </a:lnTo>
                  <a:lnTo>
                    <a:pt x="5073" y="17571"/>
                  </a:lnTo>
                  <a:lnTo>
                    <a:pt x="11924" y="16874"/>
                  </a:lnTo>
                  <a:cubicBezTo>
                    <a:pt x="11924" y="16874"/>
                    <a:pt x="10338" y="3940"/>
                    <a:pt x="8751" y="1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4" name="Google Shape;3874;p113"/>
            <p:cNvSpPr/>
            <p:nvPr/>
          </p:nvSpPr>
          <p:spPr>
            <a:xfrm>
              <a:off x="1678375" y="3395450"/>
              <a:ext cx="168225" cy="115500"/>
            </a:xfrm>
            <a:custGeom>
              <a:rect b="b" l="l" r="r" t="t"/>
              <a:pathLst>
                <a:path extrusionOk="0" fill="none" h="4620" w="6729">
                  <a:moveTo>
                    <a:pt x="959" y="4620"/>
                  </a:moveTo>
                  <a:lnTo>
                    <a:pt x="6729" y="4062"/>
                  </a:lnTo>
                  <a:lnTo>
                    <a:pt x="5840" y="0"/>
                  </a:lnTo>
                  <a:lnTo>
                    <a:pt x="0" y="506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5" name="Google Shape;3875;p113"/>
            <p:cNvSpPr/>
            <p:nvPr/>
          </p:nvSpPr>
          <p:spPr>
            <a:xfrm>
              <a:off x="1367650" y="3159375"/>
              <a:ext cx="211825" cy="348100"/>
            </a:xfrm>
            <a:custGeom>
              <a:rect b="b" l="l" r="r" t="t"/>
              <a:pathLst>
                <a:path extrusionOk="0" h="13924" w="8473">
                  <a:moveTo>
                    <a:pt x="5785" y="0"/>
                  </a:moveTo>
                  <a:cubicBezTo>
                    <a:pt x="5752" y="0"/>
                    <a:pt x="5718" y="4"/>
                    <a:pt x="5683" y="13"/>
                  </a:cubicBezTo>
                  <a:cubicBezTo>
                    <a:pt x="4570" y="309"/>
                    <a:pt x="4689" y="4911"/>
                    <a:pt x="3806" y="4911"/>
                  </a:cubicBezTo>
                  <a:cubicBezTo>
                    <a:pt x="3804" y="4911"/>
                    <a:pt x="3802" y="4911"/>
                    <a:pt x="3801" y="4911"/>
                  </a:cubicBezTo>
                  <a:cubicBezTo>
                    <a:pt x="2912" y="4876"/>
                    <a:pt x="2929" y="2697"/>
                    <a:pt x="2929" y="2697"/>
                  </a:cubicBezTo>
                  <a:lnTo>
                    <a:pt x="2162" y="553"/>
                  </a:lnTo>
                  <a:cubicBezTo>
                    <a:pt x="1622" y="1286"/>
                    <a:pt x="1151" y="2087"/>
                    <a:pt x="750" y="2907"/>
                  </a:cubicBezTo>
                  <a:cubicBezTo>
                    <a:pt x="1" y="4423"/>
                    <a:pt x="314" y="5120"/>
                    <a:pt x="158" y="6079"/>
                  </a:cubicBezTo>
                  <a:cubicBezTo>
                    <a:pt x="53" y="6619"/>
                    <a:pt x="140" y="7177"/>
                    <a:pt x="402" y="7665"/>
                  </a:cubicBezTo>
                  <a:cubicBezTo>
                    <a:pt x="471" y="8049"/>
                    <a:pt x="489" y="8450"/>
                    <a:pt x="437" y="8833"/>
                  </a:cubicBezTo>
                  <a:cubicBezTo>
                    <a:pt x="367" y="9600"/>
                    <a:pt x="1709" y="10646"/>
                    <a:pt x="2877" y="11779"/>
                  </a:cubicBezTo>
                  <a:cubicBezTo>
                    <a:pt x="3574" y="12459"/>
                    <a:pt x="4237" y="13174"/>
                    <a:pt x="4847" y="13923"/>
                  </a:cubicBezTo>
                  <a:lnTo>
                    <a:pt x="8472" y="10106"/>
                  </a:lnTo>
                  <a:cubicBezTo>
                    <a:pt x="8472" y="10106"/>
                    <a:pt x="7705" y="6619"/>
                    <a:pt x="7479" y="5312"/>
                  </a:cubicBezTo>
                  <a:cubicBezTo>
                    <a:pt x="7276" y="4063"/>
                    <a:pt x="6812" y="0"/>
                    <a:pt x="5785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6" name="Google Shape;3876;p113"/>
            <p:cNvSpPr/>
            <p:nvPr/>
          </p:nvSpPr>
          <p:spPr>
            <a:xfrm>
              <a:off x="1488800" y="3412450"/>
              <a:ext cx="676350" cy="507550"/>
            </a:xfrm>
            <a:custGeom>
              <a:rect b="b" l="l" r="r" t="t"/>
              <a:pathLst>
                <a:path extrusionOk="0" h="20302" w="27054">
                  <a:moveTo>
                    <a:pt x="3626" y="0"/>
                  </a:moveTo>
                  <a:lnTo>
                    <a:pt x="1" y="3800"/>
                  </a:lnTo>
                  <a:cubicBezTo>
                    <a:pt x="1" y="3800"/>
                    <a:pt x="8173" y="20301"/>
                    <a:pt x="18573" y="20301"/>
                  </a:cubicBezTo>
                  <a:cubicBezTo>
                    <a:pt x="19168" y="20301"/>
                    <a:pt x="19770" y="20247"/>
                    <a:pt x="20378" y="20133"/>
                  </a:cubicBezTo>
                  <a:lnTo>
                    <a:pt x="27054" y="13858"/>
                  </a:lnTo>
                  <a:lnTo>
                    <a:pt x="21894" y="1778"/>
                  </a:lnTo>
                  <a:lnTo>
                    <a:pt x="15724" y="9971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113"/>
            <p:cNvSpPr/>
            <p:nvPr/>
          </p:nvSpPr>
          <p:spPr>
            <a:xfrm>
              <a:off x="2922075" y="3826875"/>
              <a:ext cx="180000" cy="213550"/>
            </a:xfrm>
            <a:custGeom>
              <a:rect b="b" l="l" r="r" t="t"/>
              <a:pathLst>
                <a:path extrusionOk="0" h="8542" w="7200">
                  <a:moveTo>
                    <a:pt x="1" y="0"/>
                  </a:moveTo>
                  <a:lnTo>
                    <a:pt x="2459" y="8541"/>
                  </a:lnTo>
                  <a:cubicBezTo>
                    <a:pt x="2459" y="8541"/>
                    <a:pt x="6607" y="6258"/>
                    <a:pt x="7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113"/>
            <p:cNvSpPr/>
            <p:nvPr/>
          </p:nvSpPr>
          <p:spPr>
            <a:xfrm>
              <a:off x="2958250" y="3174950"/>
              <a:ext cx="182175" cy="683325"/>
            </a:xfrm>
            <a:custGeom>
              <a:rect b="b" l="l" r="r" t="t"/>
              <a:pathLst>
                <a:path extrusionOk="0" h="27333" w="7287">
                  <a:moveTo>
                    <a:pt x="1081" y="0"/>
                  </a:moveTo>
                  <a:lnTo>
                    <a:pt x="1" y="27332"/>
                  </a:lnTo>
                  <a:lnTo>
                    <a:pt x="7287" y="26321"/>
                  </a:lnTo>
                  <a:cubicBezTo>
                    <a:pt x="7287" y="26321"/>
                    <a:pt x="6938" y="19140"/>
                    <a:pt x="5753" y="11278"/>
                  </a:cubicBezTo>
                  <a:cubicBezTo>
                    <a:pt x="4568" y="3399"/>
                    <a:pt x="1081" y="0"/>
                    <a:pt x="10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113"/>
            <p:cNvSpPr/>
            <p:nvPr/>
          </p:nvSpPr>
          <p:spPr>
            <a:xfrm>
              <a:off x="1829150" y="3223300"/>
              <a:ext cx="513800" cy="711225"/>
            </a:xfrm>
            <a:custGeom>
              <a:rect b="b" l="l" r="r" t="t"/>
              <a:pathLst>
                <a:path extrusionOk="0" h="28449" w="20552">
                  <a:moveTo>
                    <a:pt x="15218" y="1"/>
                  </a:moveTo>
                  <a:cubicBezTo>
                    <a:pt x="15061" y="18"/>
                    <a:pt x="14922" y="53"/>
                    <a:pt x="14782" y="106"/>
                  </a:cubicBezTo>
                  <a:cubicBezTo>
                    <a:pt x="10372" y="1552"/>
                    <a:pt x="0" y="15515"/>
                    <a:pt x="0" y="15515"/>
                  </a:cubicBezTo>
                  <a:lnTo>
                    <a:pt x="6433" y="28449"/>
                  </a:lnTo>
                  <a:lnTo>
                    <a:pt x="13963" y="22539"/>
                  </a:lnTo>
                  <a:lnTo>
                    <a:pt x="14015" y="22853"/>
                  </a:lnTo>
                  <a:lnTo>
                    <a:pt x="14608" y="26984"/>
                  </a:lnTo>
                  <a:lnTo>
                    <a:pt x="14643" y="27176"/>
                  </a:lnTo>
                  <a:lnTo>
                    <a:pt x="15322" y="27438"/>
                  </a:lnTo>
                  <a:lnTo>
                    <a:pt x="15532" y="27141"/>
                  </a:lnTo>
                  <a:lnTo>
                    <a:pt x="16978" y="25241"/>
                  </a:lnTo>
                  <a:lnTo>
                    <a:pt x="18687" y="23045"/>
                  </a:lnTo>
                  <a:lnTo>
                    <a:pt x="20552" y="12377"/>
                  </a:lnTo>
                  <a:lnTo>
                    <a:pt x="1521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0" name="Google Shape;3880;p113"/>
            <p:cNvSpPr/>
            <p:nvPr/>
          </p:nvSpPr>
          <p:spPr>
            <a:xfrm>
              <a:off x="2195200" y="3084000"/>
              <a:ext cx="856325" cy="1210050"/>
            </a:xfrm>
            <a:custGeom>
              <a:rect b="b" l="l" r="r" t="t"/>
              <a:pathLst>
                <a:path extrusionOk="0" h="48402" w="34253">
                  <a:moveTo>
                    <a:pt x="16913" y="0"/>
                  </a:moveTo>
                  <a:cubicBezTo>
                    <a:pt x="15173" y="0"/>
                    <a:pt x="13303" y="109"/>
                    <a:pt x="11313" y="361"/>
                  </a:cubicBezTo>
                  <a:cubicBezTo>
                    <a:pt x="11313" y="361"/>
                    <a:pt x="3278" y="2801"/>
                    <a:pt x="105" y="5556"/>
                  </a:cubicBezTo>
                  <a:cubicBezTo>
                    <a:pt x="105" y="5556"/>
                    <a:pt x="123" y="5590"/>
                    <a:pt x="140" y="5660"/>
                  </a:cubicBezTo>
                  <a:cubicBezTo>
                    <a:pt x="489" y="6828"/>
                    <a:pt x="3435" y="16816"/>
                    <a:pt x="3034" y="23022"/>
                  </a:cubicBezTo>
                  <a:cubicBezTo>
                    <a:pt x="2912" y="25288"/>
                    <a:pt x="2441" y="27519"/>
                    <a:pt x="1639" y="29628"/>
                  </a:cubicBezTo>
                  <a:cubicBezTo>
                    <a:pt x="1360" y="30395"/>
                    <a:pt x="1012" y="31145"/>
                    <a:pt x="593" y="31842"/>
                  </a:cubicBezTo>
                  <a:cubicBezTo>
                    <a:pt x="419" y="32173"/>
                    <a:pt x="227" y="32487"/>
                    <a:pt x="1" y="32783"/>
                  </a:cubicBezTo>
                  <a:lnTo>
                    <a:pt x="70" y="34195"/>
                  </a:lnTo>
                  <a:lnTo>
                    <a:pt x="280" y="38535"/>
                  </a:lnTo>
                  <a:lnTo>
                    <a:pt x="419" y="41411"/>
                  </a:lnTo>
                  <a:lnTo>
                    <a:pt x="646" y="45769"/>
                  </a:lnTo>
                  <a:lnTo>
                    <a:pt x="768" y="48332"/>
                  </a:lnTo>
                  <a:lnTo>
                    <a:pt x="6258" y="48332"/>
                  </a:lnTo>
                  <a:lnTo>
                    <a:pt x="32632" y="48401"/>
                  </a:lnTo>
                  <a:cubicBezTo>
                    <a:pt x="32632" y="48401"/>
                    <a:pt x="32649" y="47460"/>
                    <a:pt x="32684" y="45891"/>
                  </a:cubicBezTo>
                  <a:cubicBezTo>
                    <a:pt x="32702" y="44549"/>
                    <a:pt x="32736" y="42771"/>
                    <a:pt x="32789" y="40749"/>
                  </a:cubicBezTo>
                  <a:cubicBezTo>
                    <a:pt x="32789" y="40087"/>
                    <a:pt x="32806" y="39389"/>
                    <a:pt x="32824" y="38692"/>
                  </a:cubicBezTo>
                  <a:cubicBezTo>
                    <a:pt x="32858" y="37036"/>
                    <a:pt x="32911" y="35293"/>
                    <a:pt x="32946" y="33533"/>
                  </a:cubicBezTo>
                  <a:cubicBezTo>
                    <a:pt x="33120" y="26508"/>
                    <a:pt x="33364" y="19169"/>
                    <a:pt x="33660" y="16938"/>
                  </a:cubicBezTo>
                  <a:cubicBezTo>
                    <a:pt x="34253" y="12284"/>
                    <a:pt x="33242" y="5050"/>
                    <a:pt x="31725" y="3621"/>
                  </a:cubicBezTo>
                  <a:cubicBezTo>
                    <a:pt x="30473" y="2440"/>
                    <a:pt x="25156" y="0"/>
                    <a:pt x="16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1" name="Google Shape;3881;p113"/>
            <p:cNvSpPr/>
            <p:nvPr/>
          </p:nvSpPr>
          <p:spPr>
            <a:xfrm>
              <a:off x="2196500" y="3922300"/>
              <a:ext cx="822350" cy="142650"/>
            </a:xfrm>
            <a:custGeom>
              <a:rect b="b" l="l" r="r" t="t"/>
              <a:pathLst>
                <a:path extrusionOk="0" h="5706" w="32894">
                  <a:moveTo>
                    <a:pt x="32894" y="1"/>
                  </a:moveTo>
                  <a:lnTo>
                    <a:pt x="32894" y="1"/>
                  </a:lnTo>
                  <a:cubicBezTo>
                    <a:pt x="28057" y="968"/>
                    <a:pt x="21755" y="1261"/>
                    <a:pt x="15903" y="1261"/>
                  </a:cubicBezTo>
                  <a:cubicBezTo>
                    <a:pt x="8786" y="1261"/>
                    <a:pt x="2335" y="827"/>
                    <a:pt x="1" y="646"/>
                  </a:cubicBezTo>
                  <a:lnTo>
                    <a:pt x="1" y="646"/>
                  </a:lnTo>
                  <a:lnTo>
                    <a:pt x="228" y="4986"/>
                  </a:lnTo>
                  <a:cubicBezTo>
                    <a:pt x="3601" y="5528"/>
                    <a:pt x="8710" y="5705"/>
                    <a:pt x="13959" y="5705"/>
                  </a:cubicBezTo>
                  <a:cubicBezTo>
                    <a:pt x="21540" y="5705"/>
                    <a:pt x="29414" y="5335"/>
                    <a:pt x="32772" y="5160"/>
                  </a:cubicBezTo>
                  <a:cubicBezTo>
                    <a:pt x="32806" y="3504"/>
                    <a:pt x="32859" y="1761"/>
                    <a:pt x="328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113"/>
            <p:cNvSpPr/>
            <p:nvPr/>
          </p:nvSpPr>
          <p:spPr>
            <a:xfrm>
              <a:off x="2205225" y="4113600"/>
              <a:ext cx="809700" cy="131125"/>
            </a:xfrm>
            <a:custGeom>
              <a:rect b="b" l="l" r="r" t="t"/>
              <a:pathLst>
                <a:path extrusionOk="0" h="5245" w="32388">
                  <a:moveTo>
                    <a:pt x="32388" y="1"/>
                  </a:moveTo>
                  <a:lnTo>
                    <a:pt x="32388" y="1"/>
                  </a:lnTo>
                  <a:cubicBezTo>
                    <a:pt x="27857" y="530"/>
                    <a:pt x="22060" y="705"/>
                    <a:pt x="16558" y="705"/>
                  </a:cubicBezTo>
                  <a:cubicBezTo>
                    <a:pt x="9380" y="705"/>
                    <a:pt x="2704" y="407"/>
                    <a:pt x="1" y="210"/>
                  </a:cubicBezTo>
                  <a:lnTo>
                    <a:pt x="1" y="210"/>
                  </a:lnTo>
                  <a:lnTo>
                    <a:pt x="227" y="4568"/>
                  </a:lnTo>
                  <a:cubicBezTo>
                    <a:pt x="3612" y="5077"/>
                    <a:pt x="8573" y="5245"/>
                    <a:pt x="13660" y="5245"/>
                  </a:cubicBezTo>
                  <a:cubicBezTo>
                    <a:pt x="21121" y="5245"/>
                    <a:pt x="28853" y="4883"/>
                    <a:pt x="32283" y="4707"/>
                  </a:cubicBezTo>
                  <a:cubicBezTo>
                    <a:pt x="32301" y="3365"/>
                    <a:pt x="32335" y="2040"/>
                    <a:pt x="323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113"/>
            <p:cNvSpPr/>
            <p:nvPr/>
          </p:nvSpPr>
          <p:spPr>
            <a:xfrm>
              <a:off x="2178200" y="3786775"/>
              <a:ext cx="173475" cy="505525"/>
            </a:xfrm>
            <a:custGeom>
              <a:rect b="b" l="l" r="r" t="t"/>
              <a:pathLst>
                <a:path extrusionOk="0" h="20221" w="6939">
                  <a:moveTo>
                    <a:pt x="1" y="0"/>
                  </a:moveTo>
                  <a:lnTo>
                    <a:pt x="36" y="314"/>
                  </a:lnTo>
                  <a:lnTo>
                    <a:pt x="663" y="4637"/>
                  </a:lnTo>
                  <a:lnTo>
                    <a:pt x="733" y="6067"/>
                  </a:lnTo>
                  <a:lnTo>
                    <a:pt x="960" y="10407"/>
                  </a:lnTo>
                  <a:lnTo>
                    <a:pt x="1099" y="13283"/>
                  </a:lnTo>
                  <a:lnTo>
                    <a:pt x="1308" y="17641"/>
                  </a:lnTo>
                  <a:lnTo>
                    <a:pt x="1430" y="20203"/>
                  </a:lnTo>
                  <a:lnTo>
                    <a:pt x="3836" y="20221"/>
                  </a:lnTo>
                  <a:lnTo>
                    <a:pt x="6938" y="20221"/>
                  </a:lnTo>
                  <a:lnTo>
                    <a:pt x="1570" y="4602"/>
                  </a:lnTo>
                  <a:lnTo>
                    <a:pt x="1273" y="37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113"/>
            <p:cNvSpPr/>
            <p:nvPr/>
          </p:nvSpPr>
          <p:spPr>
            <a:xfrm>
              <a:off x="2178200" y="3758025"/>
              <a:ext cx="43175" cy="139900"/>
            </a:xfrm>
            <a:custGeom>
              <a:rect b="b" l="l" r="r" t="t"/>
              <a:pathLst>
                <a:path extrusionOk="0" h="5596" w="1727">
                  <a:moveTo>
                    <a:pt x="1726" y="0"/>
                  </a:moveTo>
                  <a:lnTo>
                    <a:pt x="1" y="1150"/>
                  </a:lnTo>
                  <a:lnTo>
                    <a:pt x="36" y="1464"/>
                  </a:lnTo>
                  <a:lnTo>
                    <a:pt x="646" y="5595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113"/>
            <p:cNvSpPr/>
            <p:nvPr/>
          </p:nvSpPr>
          <p:spPr>
            <a:xfrm>
              <a:off x="2155975" y="2529125"/>
              <a:ext cx="828450" cy="790150"/>
            </a:xfrm>
            <a:custGeom>
              <a:rect b="b" l="l" r="r" t="t"/>
              <a:pathLst>
                <a:path extrusionOk="0" h="31606" w="33138">
                  <a:moveTo>
                    <a:pt x="19315" y="0"/>
                  </a:moveTo>
                  <a:cubicBezTo>
                    <a:pt x="18565" y="0"/>
                    <a:pt x="17833" y="87"/>
                    <a:pt x="17118" y="262"/>
                  </a:cubicBezTo>
                  <a:cubicBezTo>
                    <a:pt x="16996" y="279"/>
                    <a:pt x="16857" y="314"/>
                    <a:pt x="16735" y="349"/>
                  </a:cubicBezTo>
                  <a:cubicBezTo>
                    <a:pt x="15846" y="593"/>
                    <a:pt x="15009" y="959"/>
                    <a:pt x="14207" y="1429"/>
                  </a:cubicBezTo>
                  <a:cubicBezTo>
                    <a:pt x="13946" y="1586"/>
                    <a:pt x="13684" y="1743"/>
                    <a:pt x="13423" y="1935"/>
                  </a:cubicBezTo>
                  <a:cubicBezTo>
                    <a:pt x="11680" y="3155"/>
                    <a:pt x="10233" y="4724"/>
                    <a:pt x="9170" y="6572"/>
                  </a:cubicBezTo>
                  <a:cubicBezTo>
                    <a:pt x="8455" y="7792"/>
                    <a:pt x="7880" y="9082"/>
                    <a:pt x="7444" y="10441"/>
                  </a:cubicBezTo>
                  <a:cubicBezTo>
                    <a:pt x="7304" y="10895"/>
                    <a:pt x="7182" y="11348"/>
                    <a:pt x="7060" y="11801"/>
                  </a:cubicBezTo>
                  <a:cubicBezTo>
                    <a:pt x="6520" y="13962"/>
                    <a:pt x="6729" y="16333"/>
                    <a:pt x="5317" y="18146"/>
                  </a:cubicBezTo>
                  <a:cubicBezTo>
                    <a:pt x="4115" y="19662"/>
                    <a:pt x="2319" y="20621"/>
                    <a:pt x="1238" y="22225"/>
                  </a:cubicBezTo>
                  <a:cubicBezTo>
                    <a:pt x="36" y="23968"/>
                    <a:pt x="1" y="26199"/>
                    <a:pt x="262" y="28204"/>
                  </a:cubicBezTo>
                  <a:cubicBezTo>
                    <a:pt x="262" y="28396"/>
                    <a:pt x="332" y="28570"/>
                    <a:pt x="419" y="28744"/>
                  </a:cubicBezTo>
                  <a:cubicBezTo>
                    <a:pt x="593" y="28936"/>
                    <a:pt x="838" y="29093"/>
                    <a:pt x="1116" y="29145"/>
                  </a:cubicBezTo>
                  <a:lnTo>
                    <a:pt x="1273" y="29180"/>
                  </a:lnTo>
                  <a:cubicBezTo>
                    <a:pt x="1866" y="29372"/>
                    <a:pt x="2476" y="29546"/>
                    <a:pt x="3069" y="29703"/>
                  </a:cubicBezTo>
                  <a:lnTo>
                    <a:pt x="3104" y="29720"/>
                  </a:lnTo>
                  <a:cubicBezTo>
                    <a:pt x="3121" y="29651"/>
                    <a:pt x="3138" y="29581"/>
                    <a:pt x="3138" y="29494"/>
                  </a:cubicBezTo>
                  <a:cubicBezTo>
                    <a:pt x="3278" y="28134"/>
                    <a:pt x="3714" y="26827"/>
                    <a:pt x="4446" y="25676"/>
                  </a:cubicBezTo>
                  <a:lnTo>
                    <a:pt x="4446" y="25676"/>
                  </a:lnTo>
                  <a:cubicBezTo>
                    <a:pt x="4411" y="26286"/>
                    <a:pt x="4481" y="26687"/>
                    <a:pt x="4498" y="27315"/>
                  </a:cubicBezTo>
                  <a:cubicBezTo>
                    <a:pt x="4515" y="28291"/>
                    <a:pt x="4655" y="29250"/>
                    <a:pt x="4934" y="30191"/>
                  </a:cubicBezTo>
                  <a:cubicBezTo>
                    <a:pt x="7060" y="30696"/>
                    <a:pt x="9204" y="31080"/>
                    <a:pt x="11383" y="31324"/>
                  </a:cubicBezTo>
                  <a:cubicBezTo>
                    <a:pt x="11436" y="31324"/>
                    <a:pt x="11488" y="31341"/>
                    <a:pt x="11540" y="31341"/>
                  </a:cubicBezTo>
                  <a:cubicBezTo>
                    <a:pt x="12917" y="31498"/>
                    <a:pt x="14294" y="31568"/>
                    <a:pt x="15671" y="31603"/>
                  </a:cubicBezTo>
                  <a:lnTo>
                    <a:pt x="15811" y="31603"/>
                  </a:lnTo>
                  <a:cubicBezTo>
                    <a:pt x="15967" y="31605"/>
                    <a:pt x="16123" y="31606"/>
                    <a:pt x="16279" y="31606"/>
                  </a:cubicBezTo>
                  <a:cubicBezTo>
                    <a:pt x="18775" y="31606"/>
                    <a:pt x="21282" y="31344"/>
                    <a:pt x="23742" y="30836"/>
                  </a:cubicBezTo>
                  <a:lnTo>
                    <a:pt x="23899" y="30801"/>
                  </a:lnTo>
                  <a:cubicBezTo>
                    <a:pt x="24980" y="30574"/>
                    <a:pt x="26043" y="30278"/>
                    <a:pt x="27071" y="29929"/>
                  </a:cubicBezTo>
                  <a:lnTo>
                    <a:pt x="27228" y="29877"/>
                  </a:lnTo>
                  <a:cubicBezTo>
                    <a:pt x="28205" y="29546"/>
                    <a:pt x="29181" y="29162"/>
                    <a:pt x="30105" y="28727"/>
                  </a:cubicBezTo>
                  <a:cubicBezTo>
                    <a:pt x="30174" y="27907"/>
                    <a:pt x="30105" y="27106"/>
                    <a:pt x="29895" y="26321"/>
                  </a:cubicBezTo>
                  <a:cubicBezTo>
                    <a:pt x="29634" y="25293"/>
                    <a:pt x="29303" y="24282"/>
                    <a:pt x="28884" y="23306"/>
                  </a:cubicBezTo>
                  <a:lnTo>
                    <a:pt x="28884" y="23306"/>
                  </a:lnTo>
                  <a:cubicBezTo>
                    <a:pt x="30139" y="24630"/>
                    <a:pt x="31046" y="26234"/>
                    <a:pt x="31534" y="27977"/>
                  </a:cubicBezTo>
                  <a:cubicBezTo>
                    <a:pt x="31795" y="27838"/>
                    <a:pt x="32039" y="27681"/>
                    <a:pt x="32301" y="27524"/>
                  </a:cubicBezTo>
                  <a:cubicBezTo>
                    <a:pt x="32545" y="27384"/>
                    <a:pt x="32754" y="27193"/>
                    <a:pt x="32928" y="26966"/>
                  </a:cubicBezTo>
                  <a:cubicBezTo>
                    <a:pt x="32946" y="26949"/>
                    <a:pt x="32946" y="26914"/>
                    <a:pt x="32963" y="26896"/>
                  </a:cubicBezTo>
                  <a:cubicBezTo>
                    <a:pt x="33016" y="26757"/>
                    <a:pt x="33068" y="26635"/>
                    <a:pt x="33085" y="26496"/>
                  </a:cubicBezTo>
                  <a:cubicBezTo>
                    <a:pt x="33085" y="26391"/>
                    <a:pt x="33103" y="26304"/>
                    <a:pt x="33103" y="26199"/>
                  </a:cubicBezTo>
                  <a:cubicBezTo>
                    <a:pt x="33138" y="25467"/>
                    <a:pt x="32998" y="24752"/>
                    <a:pt x="32719" y="24090"/>
                  </a:cubicBezTo>
                  <a:cubicBezTo>
                    <a:pt x="32632" y="23898"/>
                    <a:pt x="32527" y="23707"/>
                    <a:pt x="32423" y="23515"/>
                  </a:cubicBezTo>
                  <a:cubicBezTo>
                    <a:pt x="31569" y="22051"/>
                    <a:pt x="30174" y="20900"/>
                    <a:pt x="29582" y="18599"/>
                  </a:cubicBezTo>
                  <a:cubicBezTo>
                    <a:pt x="29547" y="18442"/>
                    <a:pt x="29512" y="18285"/>
                    <a:pt x="29477" y="18146"/>
                  </a:cubicBezTo>
                  <a:cubicBezTo>
                    <a:pt x="29460" y="18059"/>
                    <a:pt x="29442" y="17972"/>
                    <a:pt x="29442" y="17885"/>
                  </a:cubicBezTo>
                  <a:cubicBezTo>
                    <a:pt x="29407" y="17675"/>
                    <a:pt x="29372" y="17484"/>
                    <a:pt x="29355" y="17274"/>
                  </a:cubicBezTo>
                  <a:cubicBezTo>
                    <a:pt x="29163" y="15601"/>
                    <a:pt x="29372" y="13980"/>
                    <a:pt x="29407" y="12237"/>
                  </a:cubicBezTo>
                  <a:lnTo>
                    <a:pt x="29407" y="11888"/>
                  </a:lnTo>
                  <a:lnTo>
                    <a:pt x="29407" y="11470"/>
                  </a:lnTo>
                  <a:cubicBezTo>
                    <a:pt x="29390" y="9273"/>
                    <a:pt x="29250" y="7077"/>
                    <a:pt x="28396" y="5020"/>
                  </a:cubicBezTo>
                  <a:cubicBezTo>
                    <a:pt x="27734" y="3434"/>
                    <a:pt x="26444" y="2214"/>
                    <a:pt x="24893" y="1377"/>
                  </a:cubicBezTo>
                  <a:lnTo>
                    <a:pt x="24788" y="1307"/>
                  </a:lnTo>
                  <a:cubicBezTo>
                    <a:pt x="24352" y="1081"/>
                    <a:pt x="23916" y="889"/>
                    <a:pt x="23481" y="715"/>
                  </a:cubicBezTo>
                  <a:lnTo>
                    <a:pt x="23341" y="680"/>
                  </a:lnTo>
                  <a:cubicBezTo>
                    <a:pt x="23027" y="558"/>
                    <a:pt x="22696" y="453"/>
                    <a:pt x="22365" y="366"/>
                  </a:cubicBezTo>
                  <a:lnTo>
                    <a:pt x="22226" y="331"/>
                  </a:lnTo>
                  <a:cubicBezTo>
                    <a:pt x="22034" y="296"/>
                    <a:pt x="21860" y="244"/>
                    <a:pt x="21668" y="209"/>
                  </a:cubicBezTo>
                  <a:cubicBezTo>
                    <a:pt x="21616" y="192"/>
                    <a:pt x="21563" y="174"/>
                    <a:pt x="21511" y="174"/>
                  </a:cubicBezTo>
                  <a:cubicBezTo>
                    <a:pt x="21127" y="105"/>
                    <a:pt x="20744" y="52"/>
                    <a:pt x="20343" y="18"/>
                  </a:cubicBezTo>
                  <a:cubicBezTo>
                    <a:pt x="20320" y="18"/>
                    <a:pt x="20297" y="25"/>
                    <a:pt x="20263" y="25"/>
                  </a:cubicBezTo>
                  <a:cubicBezTo>
                    <a:pt x="20246" y="25"/>
                    <a:pt x="20227" y="23"/>
                    <a:pt x="20204" y="18"/>
                  </a:cubicBezTo>
                  <a:cubicBezTo>
                    <a:pt x="20134" y="0"/>
                    <a:pt x="20064" y="0"/>
                    <a:pt x="19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6" name="Google Shape;3886;p113"/>
            <p:cNvSpPr/>
            <p:nvPr/>
          </p:nvSpPr>
          <p:spPr>
            <a:xfrm>
              <a:off x="2160775" y="2564850"/>
              <a:ext cx="350400" cy="694225"/>
            </a:xfrm>
            <a:custGeom>
              <a:rect b="b" l="l" r="r" t="t"/>
              <a:pathLst>
                <a:path extrusionOk="0" h="27769" w="14016">
                  <a:moveTo>
                    <a:pt x="14015" y="0"/>
                  </a:moveTo>
                  <a:lnTo>
                    <a:pt x="14015" y="0"/>
                  </a:lnTo>
                  <a:cubicBezTo>
                    <a:pt x="13736" y="157"/>
                    <a:pt x="13475" y="332"/>
                    <a:pt x="13213" y="506"/>
                  </a:cubicBezTo>
                  <a:cubicBezTo>
                    <a:pt x="11714" y="1883"/>
                    <a:pt x="10512" y="3574"/>
                    <a:pt x="9727" y="5456"/>
                  </a:cubicBezTo>
                  <a:cubicBezTo>
                    <a:pt x="8890" y="7444"/>
                    <a:pt x="8559" y="9605"/>
                    <a:pt x="8350" y="11261"/>
                  </a:cubicBezTo>
                  <a:lnTo>
                    <a:pt x="8298" y="11644"/>
                  </a:lnTo>
                  <a:cubicBezTo>
                    <a:pt x="8106" y="13213"/>
                    <a:pt x="7914" y="14817"/>
                    <a:pt x="7060" y="16124"/>
                  </a:cubicBezTo>
                  <a:cubicBezTo>
                    <a:pt x="6398" y="17153"/>
                    <a:pt x="5387" y="17902"/>
                    <a:pt x="4411" y="18634"/>
                  </a:cubicBezTo>
                  <a:cubicBezTo>
                    <a:pt x="3661" y="19157"/>
                    <a:pt x="2964" y="19750"/>
                    <a:pt x="2336" y="20395"/>
                  </a:cubicBezTo>
                  <a:cubicBezTo>
                    <a:pt x="558" y="22400"/>
                    <a:pt x="1" y="25206"/>
                    <a:pt x="907" y="27716"/>
                  </a:cubicBezTo>
                  <a:lnTo>
                    <a:pt x="1064" y="27768"/>
                  </a:lnTo>
                  <a:cubicBezTo>
                    <a:pt x="140" y="25276"/>
                    <a:pt x="663" y="22469"/>
                    <a:pt x="2423" y="20482"/>
                  </a:cubicBezTo>
                  <a:cubicBezTo>
                    <a:pt x="3068" y="19837"/>
                    <a:pt x="3748" y="19262"/>
                    <a:pt x="4498" y="18739"/>
                  </a:cubicBezTo>
                  <a:cubicBezTo>
                    <a:pt x="5474" y="18007"/>
                    <a:pt x="6502" y="17240"/>
                    <a:pt x="7182" y="16194"/>
                  </a:cubicBezTo>
                  <a:cubicBezTo>
                    <a:pt x="8054" y="14869"/>
                    <a:pt x="8246" y="13231"/>
                    <a:pt x="8437" y="11662"/>
                  </a:cubicBezTo>
                  <a:lnTo>
                    <a:pt x="8472" y="11278"/>
                  </a:lnTo>
                  <a:cubicBezTo>
                    <a:pt x="8681" y="9622"/>
                    <a:pt x="9012" y="7478"/>
                    <a:pt x="9849" y="5509"/>
                  </a:cubicBezTo>
                  <a:cubicBezTo>
                    <a:pt x="10756" y="3347"/>
                    <a:pt x="12185" y="1465"/>
                    <a:pt x="14015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113"/>
            <p:cNvSpPr/>
            <p:nvPr/>
          </p:nvSpPr>
          <p:spPr>
            <a:xfrm>
              <a:off x="2206975" y="2535650"/>
              <a:ext cx="376975" cy="736500"/>
            </a:xfrm>
            <a:custGeom>
              <a:rect b="b" l="l" r="r" t="t"/>
              <a:pathLst>
                <a:path extrusionOk="0" h="29460" w="15079">
                  <a:moveTo>
                    <a:pt x="15078" y="1"/>
                  </a:moveTo>
                  <a:lnTo>
                    <a:pt x="15078" y="1"/>
                  </a:lnTo>
                  <a:cubicBezTo>
                    <a:pt x="14956" y="18"/>
                    <a:pt x="14834" y="53"/>
                    <a:pt x="14695" y="88"/>
                  </a:cubicBezTo>
                  <a:cubicBezTo>
                    <a:pt x="11121" y="2546"/>
                    <a:pt x="8698" y="6572"/>
                    <a:pt x="8420" y="10843"/>
                  </a:cubicBezTo>
                  <a:cubicBezTo>
                    <a:pt x="8385" y="11139"/>
                    <a:pt x="8385" y="11435"/>
                    <a:pt x="8367" y="11732"/>
                  </a:cubicBezTo>
                  <a:cubicBezTo>
                    <a:pt x="8367" y="12516"/>
                    <a:pt x="8280" y="13283"/>
                    <a:pt x="8123" y="14033"/>
                  </a:cubicBezTo>
                  <a:cubicBezTo>
                    <a:pt x="7670" y="15741"/>
                    <a:pt x="6398" y="17118"/>
                    <a:pt x="5212" y="18251"/>
                  </a:cubicBezTo>
                  <a:cubicBezTo>
                    <a:pt x="4968" y="18478"/>
                    <a:pt x="4724" y="18704"/>
                    <a:pt x="4480" y="18913"/>
                  </a:cubicBezTo>
                  <a:cubicBezTo>
                    <a:pt x="3434" y="19872"/>
                    <a:pt x="2371" y="20848"/>
                    <a:pt x="1604" y="22051"/>
                  </a:cubicBezTo>
                  <a:cubicBezTo>
                    <a:pt x="227" y="24265"/>
                    <a:pt x="0" y="27036"/>
                    <a:pt x="1011" y="29459"/>
                  </a:cubicBezTo>
                  <a:lnTo>
                    <a:pt x="1046" y="29459"/>
                  </a:lnTo>
                  <a:cubicBezTo>
                    <a:pt x="1064" y="29390"/>
                    <a:pt x="1081" y="29320"/>
                    <a:pt x="1081" y="29250"/>
                  </a:cubicBezTo>
                  <a:cubicBezTo>
                    <a:pt x="157" y="26897"/>
                    <a:pt x="384" y="24247"/>
                    <a:pt x="1726" y="22121"/>
                  </a:cubicBezTo>
                  <a:cubicBezTo>
                    <a:pt x="2475" y="20935"/>
                    <a:pt x="3539" y="19959"/>
                    <a:pt x="4567" y="19018"/>
                  </a:cubicBezTo>
                  <a:cubicBezTo>
                    <a:pt x="4829" y="18791"/>
                    <a:pt x="5073" y="18565"/>
                    <a:pt x="5317" y="18338"/>
                  </a:cubicBezTo>
                  <a:cubicBezTo>
                    <a:pt x="6502" y="17205"/>
                    <a:pt x="7792" y="15811"/>
                    <a:pt x="8245" y="14068"/>
                  </a:cubicBezTo>
                  <a:cubicBezTo>
                    <a:pt x="8420" y="13301"/>
                    <a:pt x="8507" y="12516"/>
                    <a:pt x="8507" y="11749"/>
                  </a:cubicBezTo>
                  <a:cubicBezTo>
                    <a:pt x="8524" y="11453"/>
                    <a:pt x="8524" y="11139"/>
                    <a:pt x="8559" y="10860"/>
                  </a:cubicBezTo>
                  <a:cubicBezTo>
                    <a:pt x="8855" y="6520"/>
                    <a:pt x="11365" y="2406"/>
                    <a:pt x="15078" y="1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113"/>
            <p:cNvSpPr/>
            <p:nvPr/>
          </p:nvSpPr>
          <p:spPr>
            <a:xfrm>
              <a:off x="2434875" y="2529125"/>
              <a:ext cx="209650" cy="783975"/>
            </a:xfrm>
            <a:custGeom>
              <a:rect b="b" l="l" r="r" t="t"/>
              <a:pathLst>
                <a:path extrusionOk="0" h="31359" w="8386">
                  <a:moveTo>
                    <a:pt x="8159" y="0"/>
                  </a:moveTo>
                  <a:cubicBezTo>
                    <a:pt x="6084" y="1464"/>
                    <a:pt x="4376" y="3382"/>
                    <a:pt x="3138" y="5596"/>
                  </a:cubicBezTo>
                  <a:cubicBezTo>
                    <a:pt x="1587" y="8332"/>
                    <a:pt x="960" y="11470"/>
                    <a:pt x="1326" y="14590"/>
                  </a:cubicBezTo>
                  <a:cubicBezTo>
                    <a:pt x="1448" y="15514"/>
                    <a:pt x="1657" y="16473"/>
                    <a:pt x="1883" y="17379"/>
                  </a:cubicBezTo>
                  <a:cubicBezTo>
                    <a:pt x="2319" y="19296"/>
                    <a:pt x="2772" y="21284"/>
                    <a:pt x="2319" y="23201"/>
                  </a:cubicBezTo>
                  <a:cubicBezTo>
                    <a:pt x="2075" y="24107"/>
                    <a:pt x="1726" y="25014"/>
                    <a:pt x="1273" y="25851"/>
                  </a:cubicBezTo>
                  <a:cubicBezTo>
                    <a:pt x="820" y="26757"/>
                    <a:pt x="367" y="27716"/>
                    <a:pt x="175" y="28727"/>
                  </a:cubicBezTo>
                  <a:cubicBezTo>
                    <a:pt x="1" y="29581"/>
                    <a:pt x="18" y="30487"/>
                    <a:pt x="227" y="31341"/>
                  </a:cubicBezTo>
                  <a:cubicBezTo>
                    <a:pt x="280" y="31341"/>
                    <a:pt x="315" y="31359"/>
                    <a:pt x="367" y="31359"/>
                  </a:cubicBezTo>
                  <a:cubicBezTo>
                    <a:pt x="158" y="30505"/>
                    <a:pt x="123" y="29598"/>
                    <a:pt x="297" y="28744"/>
                  </a:cubicBezTo>
                  <a:cubicBezTo>
                    <a:pt x="489" y="27751"/>
                    <a:pt x="960" y="26809"/>
                    <a:pt x="1395" y="25903"/>
                  </a:cubicBezTo>
                  <a:cubicBezTo>
                    <a:pt x="1831" y="25049"/>
                    <a:pt x="2197" y="24142"/>
                    <a:pt x="2459" y="23218"/>
                  </a:cubicBezTo>
                  <a:cubicBezTo>
                    <a:pt x="2912" y="21266"/>
                    <a:pt x="2459" y="19279"/>
                    <a:pt x="2023" y="17344"/>
                  </a:cubicBezTo>
                  <a:cubicBezTo>
                    <a:pt x="1796" y="16438"/>
                    <a:pt x="1587" y="15496"/>
                    <a:pt x="1465" y="14555"/>
                  </a:cubicBezTo>
                  <a:cubicBezTo>
                    <a:pt x="1099" y="11470"/>
                    <a:pt x="1726" y="8350"/>
                    <a:pt x="3243" y="5648"/>
                  </a:cubicBezTo>
                  <a:cubicBezTo>
                    <a:pt x="4515" y="3399"/>
                    <a:pt x="6259" y="1464"/>
                    <a:pt x="8385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113"/>
            <p:cNvSpPr/>
            <p:nvPr/>
          </p:nvSpPr>
          <p:spPr>
            <a:xfrm>
              <a:off x="2482825" y="2529125"/>
              <a:ext cx="178700" cy="790075"/>
            </a:xfrm>
            <a:custGeom>
              <a:rect b="b" l="l" r="r" t="t"/>
              <a:pathLst>
                <a:path extrusionOk="0" h="31603" w="7148">
                  <a:moveTo>
                    <a:pt x="6938" y="0"/>
                  </a:moveTo>
                  <a:cubicBezTo>
                    <a:pt x="4707" y="1499"/>
                    <a:pt x="2824" y="3818"/>
                    <a:pt x="1517" y="6694"/>
                  </a:cubicBezTo>
                  <a:cubicBezTo>
                    <a:pt x="419" y="9134"/>
                    <a:pt x="0" y="11400"/>
                    <a:pt x="279" y="13422"/>
                  </a:cubicBezTo>
                  <a:cubicBezTo>
                    <a:pt x="506" y="15200"/>
                    <a:pt x="1290" y="16856"/>
                    <a:pt x="2040" y="18460"/>
                  </a:cubicBezTo>
                  <a:cubicBezTo>
                    <a:pt x="2667" y="19837"/>
                    <a:pt x="3330" y="21249"/>
                    <a:pt x="3661" y="22730"/>
                  </a:cubicBezTo>
                  <a:cubicBezTo>
                    <a:pt x="4323" y="25711"/>
                    <a:pt x="3591" y="28814"/>
                    <a:pt x="2597" y="31603"/>
                  </a:cubicBezTo>
                  <a:lnTo>
                    <a:pt x="2737" y="31603"/>
                  </a:lnTo>
                  <a:cubicBezTo>
                    <a:pt x="3731" y="28814"/>
                    <a:pt x="4445" y="25694"/>
                    <a:pt x="3783" y="22696"/>
                  </a:cubicBezTo>
                  <a:cubicBezTo>
                    <a:pt x="3452" y="21196"/>
                    <a:pt x="2789" y="19784"/>
                    <a:pt x="2144" y="18407"/>
                  </a:cubicBezTo>
                  <a:cubicBezTo>
                    <a:pt x="1395" y="16804"/>
                    <a:pt x="628" y="15148"/>
                    <a:pt x="384" y="13405"/>
                  </a:cubicBezTo>
                  <a:cubicBezTo>
                    <a:pt x="122" y="11418"/>
                    <a:pt x="541" y="9169"/>
                    <a:pt x="1621" y="6763"/>
                  </a:cubicBezTo>
                  <a:cubicBezTo>
                    <a:pt x="2946" y="3835"/>
                    <a:pt x="4864" y="1499"/>
                    <a:pt x="7147" y="18"/>
                  </a:cubicBezTo>
                  <a:cubicBezTo>
                    <a:pt x="7077" y="0"/>
                    <a:pt x="7008" y="0"/>
                    <a:pt x="6938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113"/>
            <p:cNvSpPr/>
            <p:nvPr/>
          </p:nvSpPr>
          <p:spPr>
            <a:xfrm>
              <a:off x="2623150" y="2533900"/>
              <a:ext cx="157775" cy="766125"/>
            </a:xfrm>
            <a:custGeom>
              <a:rect b="b" l="l" r="r" t="t"/>
              <a:pathLst>
                <a:path extrusionOk="0" h="30645" w="6311">
                  <a:moveTo>
                    <a:pt x="2824" y="1"/>
                  </a:moveTo>
                  <a:cubicBezTo>
                    <a:pt x="1464" y="1343"/>
                    <a:pt x="575" y="3086"/>
                    <a:pt x="262" y="4969"/>
                  </a:cubicBezTo>
                  <a:cubicBezTo>
                    <a:pt x="0" y="6660"/>
                    <a:pt x="192" y="8560"/>
                    <a:pt x="872" y="10616"/>
                  </a:cubicBezTo>
                  <a:cubicBezTo>
                    <a:pt x="1412" y="12150"/>
                    <a:pt x="2040" y="13632"/>
                    <a:pt x="2754" y="15079"/>
                  </a:cubicBezTo>
                  <a:cubicBezTo>
                    <a:pt x="2876" y="15358"/>
                    <a:pt x="3016" y="15619"/>
                    <a:pt x="3138" y="15881"/>
                  </a:cubicBezTo>
                  <a:cubicBezTo>
                    <a:pt x="4323" y="18426"/>
                    <a:pt x="5473" y="21180"/>
                    <a:pt x="5857" y="24056"/>
                  </a:cubicBezTo>
                  <a:cubicBezTo>
                    <a:pt x="6171" y="26461"/>
                    <a:pt x="5892" y="28745"/>
                    <a:pt x="5055" y="30645"/>
                  </a:cubicBezTo>
                  <a:lnTo>
                    <a:pt x="5229" y="30610"/>
                  </a:lnTo>
                  <a:cubicBezTo>
                    <a:pt x="6031" y="28693"/>
                    <a:pt x="6310" y="26427"/>
                    <a:pt x="5979" y="24038"/>
                  </a:cubicBezTo>
                  <a:cubicBezTo>
                    <a:pt x="5595" y="21145"/>
                    <a:pt x="4445" y="18391"/>
                    <a:pt x="3242" y="15828"/>
                  </a:cubicBezTo>
                  <a:lnTo>
                    <a:pt x="2876" y="15027"/>
                  </a:lnTo>
                  <a:cubicBezTo>
                    <a:pt x="2162" y="13580"/>
                    <a:pt x="1534" y="12098"/>
                    <a:pt x="994" y="10582"/>
                  </a:cubicBezTo>
                  <a:cubicBezTo>
                    <a:pt x="331" y="8542"/>
                    <a:pt x="122" y="6660"/>
                    <a:pt x="401" y="5004"/>
                  </a:cubicBezTo>
                  <a:cubicBezTo>
                    <a:pt x="697" y="3104"/>
                    <a:pt x="1621" y="1360"/>
                    <a:pt x="2998" y="36"/>
                  </a:cubicBezTo>
                  <a:cubicBezTo>
                    <a:pt x="2946" y="18"/>
                    <a:pt x="2876" y="1"/>
                    <a:pt x="2824" y="1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113"/>
            <p:cNvSpPr/>
            <p:nvPr/>
          </p:nvSpPr>
          <p:spPr>
            <a:xfrm>
              <a:off x="2644925" y="2537825"/>
              <a:ext cx="202225" cy="739550"/>
            </a:xfrm>
            <a:custGeom>
              <a:rect b="b" l="l" r="r" t="t"/>
              <a:pathLst>
                <a:path extrusionOk="0" h="29582" w="8089">
                  <a:moveTo>
                    <a:pt x="2685" y="1"/>
                  </a:moveTo>
                  <a:cubicBezTo>
                    <a:pt x="1796" y="1151"/>
                    <a:pt x="1081" y="2424"/>
                    <a:pt x="593" y="3801"/>
                  </a:cubicBezTo>
                  <a:cubicBezTo>
                    <a:pt x="210" y="4777"/>
                    <a:pt x="1" y="5823"/>
                    <a:pt x="1" y="6869"/>
                  </a:cubicBezTo>
                  <a:cubicBezTo>
                    <a:pt x="53" y="8594"/>
                    <a:pt x="785" y="10355"/>
                    <a:pt x="2336" y="12429"/>
                  </a:cubicBezTo>
                  <a:cubicBezTo>
                    <a:pt x="2720" y="12970"/>
                    <a:pt x="3138" y="13492"/>
                    <a:pt x="3539" y="13981"/>
                  </a:cubicBezTo>
                  <a:cubicBezTo>
                    <a:pt x="4393" y="15044"/>
                    <a:pt x="5282" y="16142"/>
                    <a:pt x="5945" y="17345"/>
                  </a:cubicBezTo>
                  <a:cubicBezTo>
                    <a:pt x="6781" y="18948"/>
                    <a:pt x="7357" y="20674"/>
                    <a:pt x="7601" y="22470"/>
                  </a:cubicBezTo>
                  <a:cubicBezTo>
                    <a:pt x="7967" y="24823"/>
                    <a:pt x="7932" y="27228"/>
                    <a:pt x="7513" y="29581"/>
                  </a:cubicBezTo>
                  <a:lnTo>
                    <a:pt x="7670" y="29529"/>
                  </a:lnTo>
                  <a:cubicBezTo>
                    <a:pt x="8071" y="27193"/>
                    <a:pt x="8089" y="24805"/>
                    <a:pt x="7740" y="22452"/>
                  </a:cubicBezTo>
                  <a:cubicBezTo>
                    <a:pt x="7479" y="20657"/>
                    <a:pt x="6921" y="18896"/>
                    <a:pt x="6067" y="17292"/>
                  </a:cubicBezTo>
                  <a:cubicBezTo>
                    <a:pt x="5387" y="16072"/>
                    <a:pt x="4498" y="14974"/>
                    <a:pt x="3644" y="13911"/>
                  </a:cubicBezTo>
                  <a:cubicBezTo>
                    <a:pt x="3243" y="13405"/>
                    <a:pt x="2824" y="12882"/>
                    <a:pt x="2424" y="12359"/>
                  </a:cubicBezTo>
                  <a:cubicBezTo>
                    <a:pt x="907" y="10303"/>
                    <a:pt x="175" y="8559"/>
                    <a:pt x="140" y="6869"/>
                  </a:cubicBezTo>
                  <a:cubicBezTo>
                    <a:pt x="140" y="5823"/>
                    <a:pt x="332" y="4794"/>
                    <a:pt x="715" y="3836"/>
                  </a:cubicBezTo>
                  <a:cubicBezTo>
                    <a:pt x="1203" y="2459"/>
                    <a:pt x="1918" y="1186"/>
                    <a:pt x="2824" y="36"/>
                  </a:cubicBezTo>
                  <a:lnTo>
                    <a:pt x="2685" y="1"/>
                  </a:ln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2" name="Google Shape;3892;p113"/>
            <p:cNvSpPr/>
            <p:nvPr/>
          </p:nvSpPr>
          <p:spPr>
            <a:xfrm>
              <a:off x="2682400" y="2546550"/>
              <a:ext cx="210500" cy="436225"/>
            </a:xfrm>
            <a:custGeom>
              <a:rect b="b" l="l" r="r" t="t"/>
              <a:pathLst>
                <a:path extrusionOk="0" h="17449" w="8420">
                  <a:moveTo>
                    <a:pt x="2302" y="0"/>
                  </a:moveTo>
                  <a:cubicBezTo>
                    <a:pt x="53" y="3312"/>
                    <a:pt x="1" y="7635"/>
                    <a:pt x="2180" y="10999"/>
                  </a:cubicBezTo>
                  <a:cubicBezTo>
                    <a:pt x="3156" y="12499"/>
                    <a:pt x="4533" y="13736"/>
                    <a:pt x="5840" y="14921"/>
                  </a:cubicBezTo>
                  <a:cubicBezTo>
                    <a:pt x="6747" y="15706"/>
                    <a:pt x="7618" y="16543"/>
                    <a:pt x="8420" y="17449"/>
                  </a:cubicBezTo>
                  <a:cubicBezTo>
                    <a:pt x="8403" y="17362"/>
                    <a:pt x="8385" y="17275"/>
                    <a:pt x="8368" y="17188"/>
                  </a:cubicBezTo>
                  <a:cubicBezTo>
                    <a:pt x="7618" y="16351"/>
                    <a:pt x="6764" y="15566"/>
                    <a:pt x="5927" y="14817"/>
                  </a:cubicBezTo>
                  <a:cubicBezTo>
                    <a:pt x="4620" y="13632"/>
                    <a:pt x="3260" y="12411"/>
                    <a:pt x="2302" y="10912"/>
                  </a:cubicBezTo>
                  <a:cubicBezTo>
                    <a:pt x="1081" y="9030"/>
                    <a:pt x="541" y="6764"/>
                    <a:pt x="768" y="4532"/>
                  </a:cubicBezTo>
                  <a:cubicBezTo>
                    <a:pt x="959" y="2929"/>
                    <a:pt x="1517" y="1377"/>
                    <a:pt x="2424" y="35"/>
                  </a:cubicBezTo>
                  <a:lnTo>
                    <a:pt x="2302" y="0"/>
                  </a:ln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3" name="Google Shape;3893;p113"/>
            <p:cNvSpPr/>
            <p:nvPr/>
          </p:nvSpPr>
          <p:spPr>
            <a:xfrm>
              <a:off x="2966100" y="3116975"/>
              <a:ext cx="17025" cy="84575"/>
            </a:xfrm>
            <a:custGeom>
              <a:rect b="b" l="l" r="r" t="t"/>
              <a:pathLst>
                <a:path extrusionOk="0" h="3383" w="681">
                  <a:moveTo>
                    <a:pt x="0" y="1"/>
                  </a:moveTo>
                  <a:lnTo>
                    <a:pt x="0" y="1"/>
                  </a:lnTo>
                  <a:cubicBezTo>
                    <a:pt x="332" y="1099"/>
                    <a:pt x="506" y="2232"/>
                    <a:pt x="558" y="3382"/>
                  </a:cubicBezTo>
                  <a:cubicBezTo>
                    <a:pt x="628" y="3243"/>
                    <a:pt x="663" y="3121"/>
                    <a:pt x="680" y="2982"/>
                  </a:cubicBezTo>
                  <a:cubicBezTo>
                    <a:pt x="611" y="2180"/>
                    <a:pt x="489" y="1360"/>
                    <a:pt x="297" y="576"/>
                  </a:cubicBezTo>
                  <a:cubicBezTo>
                    <a:pt x="210" y="384"/>
                    <a:pt x="122" y="175"/>
                    <a:pt x="0" y="1"/>
                  </a:cubicBezTo>
                  <a:close/>
                </a:path>
              </a:pathLst>
            </a:custGeom>
            <a:solidFill>
              <a:srgbClr val="5B3C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113"/>
            <p:cNvSpPr/>
            <p:nvPr/>
          </p:nvSpPr>
          <p:spPr>
            <a:xfrm>
              <a:off x="2753000" y="2561800"/>
              <a:ext cx="138175" cy="258450"/>
            </a:xfrm>
            <a:custGeom>
              <a:rect b="b" l="l" r="r" t="t"/>
              <a:pathLst>
                <a:path extrusionOk="0" h="10338" w="5527">
                  <a:moveTo>
                    <a:pt x="907" y="0"/>
                  </a:moveTo>
                  <a:cubicBezTo>
                    <a:pt x="210" y="1447"/>
                    <a:pt x="1" y="2894"/>
                    <a:pt x="314" y="4149"/>
                  </a:cubicBezTo>
                  <a:cubicBezTo>
                    <a:pt x="558" y="5003"/>
                    <a:pt x="959" y="5805"/>
                    <a:pt x="1517" y="6520"/>
                  </a:cubicBezTo>
                  <a:cubicBezTo>
                    <a:pt x="2249" y="7531"/>
                    <a:pt x="3121" y="8437"/>
                    <a:pt x="4097" y="9222"/>
                  </a:cubicBezTo>
                  <a:cubicBezTo>
                    <a:pt x="4306" y="9396"/>
                    <a:pt x="4533" y="9570"/>
                    <a:pt x="4742" y="9727"/>
                  </a:cubicBezTo>
                  <a:cubicBezTo>
                    <a:pt x="5003" y="9936"/>
                    <a:pt x="5265" y="10128"/>
                    <a:pt x="5526" y="10337"/>
                  </a:cubicBezTo>
                  <a:lnTo>
                    <a:pt x="5526" y="10163"/>
                  </a:lnTo>
                  <a:cubicBezTo>
                    <a:pt x="5300" y="9971"/>
                    <a:pt x="5056" y="9797"/>
                    <a:pt x="4829" y="9622"/>
                  </a:cubicBezTo>
                  <a:cubicBezTo>
                    <a:pt x="4620" y="9466"/>
                    <a:pt x="4393" y="9291"/>
                    <a:pt x="4184" y="9117"/>
                  </a:cubicBezTo>
                  <a:cubicBezTo>
                    <a:pt x="3208" y="8350"/>
                    <a:pt x="2354" y="7444"/>
                    <a:pt x="1622" y="6450"/>
                  </a:cubicBezTo>
                  <a:cubicBezTo>
                    <a:pt x="1081" y="5753"/>
                    <a:pt x="680" y="4951"/>
                    <a:pt x="436" y="4114"/>
                  </a:cubicBezTo>
                  <a:cubicBezTo>
                    <a:pt x="140" y="2894"/>
                    <a:pt x="332" y="1500"/>
                    <a:pt x="1012" y="70"/>
                  </a:cubicBezTo>
                  <a:lnTo>
                    <a:pt x="907" y="0"/>
                  </a:lnTo>
                  <a:close/>
                </a:path>
              </a:pathLst>
            </a:custGeom>
            <a:solidFill>
              <a:srgbClr val="5B3C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5" name="Google Shape;3895;p113"/>
            <p:cNvSpPr/>
            <p:nvPr/>
          </p:nvSpPr>
          <p:spPr>
            <a:xfrm>
              <a:off x="2356450" y="2678150"/>
              <a:ext cx="509875" cy="303100"/>
            </a:xfrm>
            <a:custGeom>
              <a:rect b="b" l="l" r="r" t="t"/>
              <a:pathLst>
                <a:path extrusionOk="0" h="12124" w="20395">
                  <a:moveTo>
                    <a:pt x="3852" y="1"/>
                  </a:moveTo>
                  <a:cubicBezTo>
                    <a:pt x="3452" y="18"/>
                    <a:pt x="3051" y="35"/>
                    <a:pt x="2667" y="88"/>
                  </a:cubicBezTo>
                  <a:cubicBezTo>
                    <a:pt x="2615" y="105"/>
                    <a:pt x="2563" y="105"/>
                    <a:pt x="2510" y="105"/>
                  </a:cubicBezTo>
                  <a:cubicBezTo>
                    <a:pt x="2214" y="157"/>
                    <a:pt x="1900" y="210"/>
                    <a:pt x="1604" y="297"/>
                  </a:cubicBezTo>
                  <a:cubicBezTo>
                    <a:pt x="941" y="1465"/>
                    <a:pt x="401" y="2702"/>
                    <a:pt x="0" y="3992"/>
                  </a:cubicBezTo>
                  <a:cubicBezTo>
                    <a:pt x="244" y="4759"/>
                    <a:pt x="593" y="5509"/>
                    <a:pt x="1011" y="6189"/>
                  </a:cubicBezTo>
                  <a:cubicBezTo>
                    <a:pt x="1046" y="6258"/>
                    <a:pt x="1081" y="6311"/>
                    <a:pt x="1116" y="6363"/>
                  </a:cubicBezTo>
                  <a:cubicBezTo>
                    <a:pt x="1499" y="6973"/>
                    <a:pt x="1935" y="7531"/>
                    <a:pt x="2423" y="8036"/>
                  </a:cubicBezTo>
                  <a:cubicBezTo>
                    <a:pt x="2458" y="8071"/>
                    <a:pt x="2493" y="8106"/>
                    <a:pt x="2528" y="8141"/>
                  </a:cubicBezTo>
                  <a:cubicBezTo>
                    <a:pt x="2545" y="8158"/>
                    <a:pt x="2563" y="8193"/>
                    <a:pt x="2580" y="8211"/>
                  </a:cubicBezTo>
                  <a:cubicBezTo>
                    <a:pt x="3330" y="8978"/>
                    <a:pt x="4184" y="9657"/>
                    <a:pt x="5125" y="10198"/>
                  </a:cubicBezTo>
                  <a:cubicBezTo>
                    <a:pt x="5177" y="10233"/>
                    <a:pt x="5212" y="10250"/>
                    <a:pt x="5264" y="10285"/>
                  </a:cubicBezTo>
                  <a:cubicBezTo>
                    <a:pt x="5317" y="10320"/>
                    <a:pt x="5369" y="10337"/>
                    <a:pt x="5439" y="10372"/>
                  </a:cubicBezTo>
                  <a:cubicBezTo>
                    <a:pt x="5892" y="10616"/>
                    <a:pt x="6380" y="10843"/>
                    <a:pt x="6868" y="11035"/>
                  </a:cubicBezTo>
                  <a:lnTo>
                    <a:pt x="7025" y="11104"/>
                  </a:lnTo>
                  <a:cubicBezTo>
                    <a:pt x="8887" y="11822"/>
                    <a:pt x="10902" y="12124"/>
                    <a:pt x="12923" y="12124"/>
                  </a:cubicBezTo>
                  <a:cubicBezTo>
                    <a:pt x="13456" y="12124"/>
                    <a:pt x="13989" y="12103"/>
                    <a:pt x="14520" y="12063"/>
                  </a:cubicBezTo>
                  <a:lnTo>
                    <a:pt x="14660" y="12063"/>
                  </a:lnTo>
                  <a:cubicBezTo>
                    <a:pt x="15183" y="12011"/>
                    <a:pt x="15706" y="11958"/>
                    <a:pt x="16229" y="11871"/>
                  </a:cubicBezTo>
                  <a:cubicBezTo>
                    <a:pt x="16542" y="11819"/>
                    <a:pt x="16874" y="11767"/>
                    <a:pt x="17187" y="11697"/>
                  </a:cubicBezTo>
                  <a:cubicBezTo>
                    <a:pt x="17222" y="11679"/>
                    <a:pt x="17257" y="11679"/>
                    <a:pt x="17309" y="11662"/>
                  </a:cubicBezTo>
                  <a:cubicBezTo>
                    <a:pt x="18181" y="11488"/>
                    <a:pt x="19035" y="11191"/>
                    <a:pt x="19837" y="10790"/>
                  </a:cubicBezTo>
                  <a:lnTo>
                    <a:pt x="19959" y="10721"/>
                  </a:lnTo>
                  <a:cubicBezTo>
                    <a:pt x="19994" y="10703"/>
                    <a:pt x="20029" y="10686"/>
                    <a:pt x="20064" y="10668"/>
                  </a:cubicBezTo>
                  <a:cubicBezTo>
                    <a:pt x="20168" y="10616"/>
                    <a:pt x="20273" y="10546"/>
                    <a:pt x="20360" y="10494"/>
                  </a:cubicBezTo>
                  <a:cubicBezTo>
                    <a:pt x="20186" y="8908"/>
                    <a:pt x="20377" y="7339"/>
                    <a:pt x="20395" y="5701"/>
                  </a:cubicBezTo>
                  <a:cubicBezTo>
                    <a:pt x="19628" y="5090"/>
                    <a:pt x="18808" y="4550"/>
                    <a:pt x="17937" y="4097"/>
                  </a:cubicBezTo>
                  <a:cubicBezTo>
                    <a:pt x="16525" y="3347"/>
                    <a:pt x="15061" y="2685"/>
                    <a:pt x="13579" y="2145"/>
                  </a:cubicBezTo>
                  <a:cubicBezTo>
                    <a:pt x="13527" y="2127"/>
                    <a:pt x="13475" y="2110"/>
                    <a:pt x="13440" y="2092"/>
                  </a:cubicBezTo>
                  <a:cubicBezTo>
                    <a:pt x="12760" y="1848"/>
                    <a:pt x="12097" y="1639"/>
                    <a:pt x="11418" y="1412"/>
                  </a:cubicBezTo>
                  <a:cubicBezTo>
                    <a:pt x="11383" y="1395"/>
                    <a:pt x="11330" y="1378"/>
                    <a:pt x="11296" y="1378"/>
                  </a:cubicBezTo>
                  <a:lnTo>
                    <a:pt x="10755" y="1221"/>
                  </a:lnTo>
                  <a:lnTo>
                    <a:pt x="10633" y="1186"/>
                  </a:lnTo>
                  <a:cubicBezTo>
                    <a:pt x="9797" y="942"/>
                    <a:pt x="8977" y="733"/>
                    <a:pt x="8123" y="541"/>
                  </a:cubicBezTo>
                  <a:cubicBezTo>
                    <a:pt x="7705" y="454"/>
                    <a:pt x="7286" y="349"/>
                    <a:pt x="6851" y="279"/>
                  </a:cubicBezTo>
                  <a:cubicBezTo>
                    <a:pt x="6798" y="279"/>
                    <a:pt x="6763" y="262"/>
                    <a:pt x="6711" y="262"/>
                  </a:cubicBezTo>
                  <a:cubicBezTo>
                    <a:pt x="6519" y="227"/>
                    <a:pt x="6310" y="192"/>
                    <a:pt x="6101" y="157"/>
                  </a:cubicBezTo>
                  <a:cubicBezTo>
                    <a:pt x="6049" y="140"/>
                    <a:pt x="6014" y="140"/>
                    <a:pt x="5979" y="140"/>
                  </a:cubicBezTo>
                  <a:cubicBezTo>
                    <a:pt x="5369" y="53"/>
                    <a:pt x="4741" y="1"/>
                    <a:pt x="4131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113"/>
            <p:cNvSpPr/>
            <p:nvPr/>
          </p:nvSpPr>
          <p:spPr>
            <a:xfrm>
              <a:off x="2298125" y="2413825"/>
              <a:ext cx="670625" cy="526600"/>
            </a:xfrm>
            <a:custGeom>
              <a:rect b="b" l="l" r="r" t="t"/>
              <a:pathLst>
                <a:path extrusionOk="0" h="21064" w="26825">
                  <a:moveTo>
                    <a:pt x="14833" y="0"/>
                  </a:moveTo>
                  <a:cubicBezTo>
                    <a:pt x="14197" y="0"/>
                    <a:pt x="13495" y="188"/>
                    <a:pt x="13036" y="864"/>
                  </a:cubicBezTo>
                  <a:cubicBezTo>
                    <a:pt x="13036" y="864"/>
                    <a:pt x="12755" y="773"/>
                    <a:pt x="12247" y="773"/>
                  </a:cubicBezTo>
                  <a:cubicBezTo>
                    <a:pt x="11254" y="773"/>
                    <a:pt x="9393" y="1124"/>
                    <a:pt x="7074" y="3200"/>
                  </a:cubicBezTo>
                  <a:cubicBezTo>
                    <a:pt x="4216" y="5763"/>
                    <a:pt x="3693" y="7070"/>
                    <a:pt x="2891" y="8883"/>
                  </a:cubicBezTo>
                  <a:cubicBezTo>
                    <a:pt x="2891" y="8883"/>
                    <a:pt x="2681" y="8843"/>
                    <a:pt x="2394" y="8843"/>
                  </a:cubicBezTo>
                  <a:cubicBezTo>
                    <a:pt x="1539" y="8843"/>
                    <a:pt x="0" y="9194"/>
                    <a:pt x="1252" y="11985"/>
                  </a:cubicBezTo>
                  <a:cubicBezTo>
                    <a:pt x="2926" y="15733"/>
                    <a:pt x="5976" y="18208"/>
                    <a:pt x="11258" y="19795"/>
                  </a:cubicBezTo>
                  <a:cubicBezTo>
                    <a:pt x="13921" y="20602"/>
                    <a:pt x="16673" y="21064"/>
                    <a:pt x="19107" y="21064"/>
                  </a:cubicBezTo>
                  <a:cubicBezTo>
                    <a:pt x="21245" y="21064"/>
                    <a:pt x="23136" y="20707"/>
                    <a:pt x="24506" y="19917"/>
                  </a:cubicBezTo>
                  <a:cubicBezTo>
                    <a:pt x="24924" y="19690"/>
                    <a:pt x="24994" y="19132"/>
                    <a:pt x="24663" y="18801"/>
                  </a:cubicBezTo>
                  <a:lnTo>
                    <a:pt x="24645" y="18784"/>
                  </a:lnTo>
                  <a:cubicBezTo>
                    <a:pt x="24645" y="18784"/>
                    <a:pt x="25360" y="16204"/>
                    <a:pt x="24732" y="15785"/>
                  </a:cubicBezTo>
                  <a:cubicBezTo>
                    <a:pt x="24732" y="15785"/>
                    <a:pt x="26824" y="6948"/>
                    <a:pt x="21403" y="2677"/>
                  </a:cubicBezTo>
                  <a:cubicBezTo>
                    <a:pt x="21403" y="2677"/>
                    <a:pt x="19803" y="240"/>
                    <a:pt x="17005" y="240"/>
                  </a:cubicBezTo>
                  <a:cubicBezTo>
                    <a:pt x="16782" y="240"/>
                    <a:pt x="16551" y="256"/>
                    <a:pt x="16313" y="289"/>
                  </a:cubicBezTo>
                  <a:cubicBezTo>
                    <a:pt x="16313" y="289"/>
                    <a:pt x="15623" y="0"/>
                    <a:pt x="148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7" name="Google Shape;3897;p113"/>
            <p:cNvSpPr/>
            <p:nvPr/>
          </p:nvSpPr>
          <p:spPr>
            <a:xfrm>
              <a:off x="2370375" y="2635875"/>
              <a:ext cx="104625" cy="158225"/>
            </a:xfrm>
            <a:custGeom>
              <a:rect b="b" l="l" r="r" t="t"/>
              <a:pathLst>
                <a:path extrusionOk="0" fill="none" h="6329" w="4185">
                  <a:moveTo>
                    <a:pt x="1" y="1"/>
                  </a:moveTo>
                  <a:cubicBezTo>
                    <a:pt x="1" y="36"/>
                    <a:pt x="315" y="4271"/>
                    <a:pt x="4184" y="6328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8" name="Google Shape;3898;p113"/>
            <p:cNvSpPr/>
            <p:nvPr/>
          </p:nvSpPr>
          <p:spPr>
            <a:xfrm>
              <a:off x="2468425" y="2774025"/>
              <a:ext cx="105500" cy="87625"/>
            </a:xfrm>
            <a:custGeom>
              <a:rect b="b" l="l" r="r" t="t"/>
              <a:pathLst>
                <a:path extrusionOk="0" fill="none" h="3505" w="4220">
                  <a:moveTo>
                    <a:pt x="472" y="558"/>
                  </a:moveTo>
                  <a:lnTo>
                    <a:pt x="175" y="1203"/>
                  </a:lnTo>
                  <a:cubicBezTo>
                    <a:pt x="1" y="1569"/>
                    <a:pt x="158" y="2005"/>
                    <a:pt x="524" y="2197"/>
                  </a:cubicBezTo>
                  <a:lnTo>
                    <a:pt x="2651" y="3295"/>
                  </a:lnTo>
                  <a:cubicBezTo>
                    <a:pt x="3034" y="3504"/>
                    <a:pt x="3487" y="3347"/>
                    <a:pt x="3696" y="2981"/>
                  </a:cubicBezTo>
                  <a:lnTo>
                    <a:pt x="4028" y="2319"/>
                  </a:lnTo>
                  <a:cubicBezTo>
                    <a:pt x="4219" y="1953"/>
                    <a:pt x="4080" y="1482"/>
                    <a:pt x="3696" y="1290"/>
                  </a:cubicBezTo>
                  <a:lnTo>
                    <a:pt x="1518" y="210"/>
                  </a:lnTo>
                  <a:cubicBezTo>
                    <a:pt x="1134" y="0"/>
                    <a:pt x="663" y="157"/>
                    <a:pt x="472" y="558"/>
                  </a:cubicBezTo>
                  <a:close/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113"/>
            <p:cNvSpPr/>
            <p:nvPr/>
          </p:nvSpPr>
          <p:spPr>
            <a:xfrm>
              <a:off x="2565625" y="2843750"/>
              <a:ext cx="310300" cy="81075"/>
            </a:xfrm>
            <a:custGeom>
              <a:rect b="b" l="l" r="r" t="t"/>
              <a:pathLst>
                <a:path extrusionOk="0" fill="none" h="3243" w="12412">
                  <a:moveTo>
                    <a:pt x="0" y="0"/>
                  </a:moveTo>
                  <a:cubicBezTo>
                    <a:pt x="0" y="0"/>
                    <a:pt x="5125" y="3243"/>
                    <a:pt x="12411" y="1064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0" name="Google Shape;3900;p113"/>
            <p:cNvSpPr/>
            <p:nvPr/>
          </p:nvSpPr>
          <p:spPr>
            <a:xfrm>
              <a:off x="2873725" y="2808450"/>
              <a:ext cx="42725" cy="85875"/>
            </a:xfrm>
            <a:custGeom>
              <a:rect b="b" l="l" r="r" t="t"/>
              <a:pathLst>
                <a:path extrusionOk="0" fill="none" h="3435" w="1709">
                  <a:moveTo>
                    <a:pt x="1708" y="0"/>
                  </a:moveTo>
                  <a:cubicBezTo>
                    <a:pt x="1708" y="0"/>
                    <a:pt x="366" y="157"/>
                    <a:pt x="261" y="872"/>
                  </a:cubicBezTo>
                  <a:cubicBezTo>
                    <a:pt x="174" y="1430"/>
                    <a:pt x="0" y="2999"/>
                    <a:pt x="227" y="3225"/>
                  </a:cubicBezTo>
                  <a:cubicBezTo>
                    <a:pt x="471" y="3434"/>
                    <a:pt x="1639" y="3016"/>
                    <a:pt x="1639" y="3016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1" name="Google Shape;3901;p113"/>
            <p:cNvSpPr/>
            <p:nvPr/>
          </p:nvSpPr>
          <p:spPr>
            <a:xfrm>
              <a:off x="2624875" y="2435850"/>
              <a:ext cx="104625" cy="227075"/>
            </a:xfrm>
            <a:custGeom>
              <a:rect b="b" l="l" r="r" t="t"/>
              <a:pathLst>
                <a:path extrusionOk="0" fill="none" h="9083" w="4185">
                  <a:moveTo>
                    <a:pt x="1" y="1"/>
                  </a:moveTo>
                  <a:cubicBezTo>
                    <a:pt x="2389" y="2459"/>
                    <a:pt x="3853" y="5666"/>
                    <a:pt x="4184" y="9082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2" name="Google Shape;3902;p113"/>
            <p:cNvSpPr/>
            <p:nvPr/>
          </p:nvSpPr>
          <p:spPr>
            <a:xfrm>
              <a:off x="2704625" y="2420600"/>
              <a:ext cx="84125" cy="242750"/>
            </a:xfrm>
            <a:custGeom>
              <a:rect b="b" l="l" r="r" t="t"/>
              <a:pathLst>
                <a:path extrusionOk="0" fill="none" h="9710" w="3365">
                  <a:moveTo>
                    <a:pt x="1" y="1"/>
                  </a:moveTo>
                  <a:cubicBezTo>
                    <a:pt x="1970" y="2650"/>
                    <a:pt x="3313" y="6415"/>
                    <a:pt x="3365" y="9710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3" name="Google Shape;3903;p113"/>
            <p:cNvSpPr/>
            <p:nvPr/>
          </p:nvSpPr>
          <p:spPr>
            <a:xfrm>
              <a:off x="2787000" y="2441100"/>
              <a:ext cx="57100" cy="226625"/>
            </a:xfrm>
            <a:custGeom>
              <a:rect b="b" l="l" r="r" t="t"/>
              <a:pathLst>
                <a:path extrusionOk="0" fill="none" h="9065" w="2284">
                  <a:moveTo>
                    <a:pt x="0" y="0"/>
                  </a:moveTo>
                  <a:cubicBezTo>
                    <a:pt x="1499" y="2772"/>
                    <a:pt x="2284" y="5892"/>
                    <a:pt x="2231" y="9064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4" name="Google Shape;3904;p113"/>
            <p:cNvSpPr/>
            <p:nvPr/>
          </p:nvSpPr>
          <p:spPr>
            <a:xfrm>
              <a:off x="2429650" y="2515925"/>
              <a:ext cx="65825" cy="65125"/>
            </a:xfrm>
            <a:custGeom>
              <a:rect b="b" l="l" r="r" t="t"/>
              <a:pathLst>
                <a:path extrusionOk="0" h="2605" w="2633">
                  <a:moveTo>
                    <a:pt x="1821" y="0"/>
                  </a:moveTo>
                  <a:cubicBezTo>
                    <a:pt x="1795" y="0"/>
                    <a:pt x="1770" y="2"/>
                    <a:pt x="1744" y="5"/>
                  </a:cubicBezTo>
                  <a:cubicBezTo>
                    <a:pt x="1447" y="40"/>
                    <a:pt x="1151" y="284"/>
                    <a:pt x="959" y="511"/>
                  </a:cubicBezTo>
                  <a:cubicBezTo>
                    <a:pt x="646" y="842"/>
                    <a:pt x="402" y="1225"/>
                    <a:pt x="192" y="1626"/>
                  </a:cubicBezTo>
                  <a:cubicBezTo>
                    <a:pt x="175" y="1679"/>
                    <a:pt x="157" y="1713"/>
                    <a:pt x="123" y="1766"/>
                  </a:cubicBezTo>
                  <a:cubicBezTo>
                    <a:pt x="35" y="1923"/>
                    <a:pt x="1" y="2114"/>
                    <a:pt x="53" y="2306"/>
                  </a:cubicBezTo>
                  <a:cubicBezTo>
                    <a:pt x="135" y="2486"/>
                    <a:pt x="323" y="2604"/>
                    <a:pt x="533" y="2604"/>
                  </a:cubicBezTo>
                  <a:cubicBezTo>
                    <a:pt x="547" y="2604"/>
                    <a:pt x="561" y="2604"/>
                    <a:pt x="576" y="2602"/>
                  </a:cubicBezTo>
                  <a:cubicBezTo>
                    <a:pt x="1116" y="2550"/>
                    <a:pt x="1604" y="2289"/>
                    <a:pt x="1935" y="1870"/>
                  </a:cubicBezTo>
                  <a:cubicBezTo>
                    <a:pt x="2302" y="1469"/>
                    <a:pt x="2633" y="946"/>
                    <a:pt x="2406" y="406"/>
                  </a:cubicBezTo>
                  <a:cubicBezTo>
                    <a:pt x="2311" y="153"/>
                    <a:pt x="2073" y="0"/>
                    <a:pt x="18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5" name="Google Shape;3905;p113"/>
            <p:cNvSpPr/>
            <p:nvPr/>
          </p:nvSpPr>
          <p:spPr>
            <a:xfrm>
              <a:off x="2394800" y="2591425"/>
              <a:ext cx="35750" cy="34625"/>
            </a:xfrm>
            <a:custGeom>
              <a:rect b="b" l="l" r="r" t="t"/>
              <a:pathLst>
                <a:path extrusionOk="0" h="1385" w="1430">
                  <a:moveTo>
                    <a:pt x="674" y="0"/>
                  </a:moveTo>
                  <a:cubicBezTo>
                    <a:pt x="338" y="0"/>
                    <a:pt x="104" y="373"/>
                    <a:pt x="52" y="663"/>
                  </a:cubicBezTo>
                  <a:cubicBezTo>
                    <a:pt x="0" y="890"/>
                    <a:pt x="70" y="1116"/>
                    <a:pt x="262" y="1273"/>
                  </a:cubicBezTo>
                  <a:cubicBezTo>
                    <a:pt x="358" y="1345"/>
                    <a:pt x="479" y="1384"/>
                    <a:pt x="602" y="1384"/>
                  </a:cubicBezTo>
                  <a:cubicBezTo>
                    <a:pt x="657" y="1384"/>
                    <a:pt x="713" y="1377"/>
                    <a:pt x="767" y="1360"/>
                  </a:cubicBezTo>
                  <a:cubicBezTo>
                    <a:pt x="924" y="1291"/>
                    <a:pt x="1081" y="1186"/>
                    <a:pt x="1185" y="1047"/>
                  </a:cubicBezTo>
                  <a:cubicBezTo>
                    <a:pt x="1238" y="977"/>
                    <a:pt x="1273" y="907"/>
                    <a:pt x="1290" y="820"/>
                  </a:cubicBezTo>
                  <a:cubicBezTo>
                    <a:pt x="1429" y="419"/>
                    <a:pt x="1116" y="1"/>
                    <a:pt x="697" y="1"/>
                  </a:cubicBezTo>
                  <a:cubicBezTo>
                    <a:pt x="690" y="0"/>
                    <a:pt x="682" y="0"/>
                    <a:pt x="6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6" name="Google Shape;3906;p113"/>
            <p:cNvSpPr/>
            <p:nvPr/>
          </p:nvSpPr>
          <p:spPr>
            <a:xfrm>
              <a:off x="1059550" y="3024600"/>
              <a:ext cx="435825" cy="406175"/>
            </a:xfrm>
            <a:custGeom>
              <a:rect b="b" l="l" r="r" t="t"/>
              <a:pathLst>
                <a:path extrusionOk="0" h="16247" w="17433">
                  <a:moveTo>
                    <a:pt x="10686" y="0"/>
                  </a:moveTo>
                  <a:cubicBezTo>
                    <a:pt x="10372" y="157"/>
                    <a:pt x="7653" y="3382"/>
                    <a:pt x="5893" y="5038"/>
                  </a:cubicBezTo>
                  <a:cubicBezTo>
                    <a:pt x="4115" y="6694"/>
                    <a:pt x="1" y="9256"/>
                    <a:pt x="1" y="9256"/>
                  </a:cubicBezTo>
                  <a:lnTo>
                    <a:pt x="1622" y="16246"/>
                  </a:lnTo>
                  <a:cubicBezTo>
                    <a:pt x="1622" y="16246"/>
                    <a:pt x="6259" y="11906"/>
                    <a:pt x="6991" y="11226"/>
                  </a:cubicBezTo>
                  <a:cubicBezTo>
                    <a:pt x="7723" y="10529"/>
                    <a:pt x="9205" y="10163"/>
                    <a:pt x="11087" y="8420"/>
                  </a:cubicBezTo>
                  <a:cubicBezTo>
                    <a:pt x="12307" y="7304"/>
                    <a:pt x="12883" y="5369"/>
                    <a:pt x="12883" y="5369"/>
                  </a:cubicBezTo>
                  <a:cubicBezTo>
                    <a:pt x="13283" y="4829"/>
                    <a:pt x="13754" y="4323"/>
                    <a:pt x="14260" y="3853"/>
                  </a:cubicBezTo>
                  <a:cubicBezTo>
                    <a:pt x="15061" y="3138"/>
                    <a:pt x="17432" y="872"/>
                    <a:pt x="16805" y="349"/>
                  </a:cubicBezTo>
                  <a:cubicBezTo>
                    <a:pt x="16745" y="301"/>
                    <a:pt x="16658" y="279"/>
                    <a:pt x="16549" y="279"/>
                  </a:cubicBezTo>
                  <a:cubicBezTo>
                    <a:pt x="15517" y="279"/>
                    <a:pt x="12534" y="2249"/>
                    <a:pt x="12534" y="2249"/>
                  </a:cubicBezTo>
                  <a:cubicBezTo>
                    <a:pt x="12290" y="1796"/>
                    <a:pt x="10686" y="0"/>
                    <a:pt x="106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7" name="Google Shape;3907;p113"/>
            <p:cNvSpPr/>
            <p:nvPr/>
          </p:nvSpPr>
          <p:spPr>
            <a:xfrm>
              <a:off x="408500" y="2870325"/>
              <a:ext cx="872025" cy="1438550"/>
            </a:xfrm>
            <a:custGeom>
              <a:rect b="b" l="l" r="r" t="t"/>
              <a:pathLst>
                <a:path extrusionOk="0" h="57542" w="34881">
                  <a:moveTo>
                    <a:pt x="14137" y="1"/>
                  </a:moveTo>
                  <a:cubicBezTo>
                    <a:pt x="14137" y="1"/>
                    <a:pt x="4550" y="7043"/>
                    <a:pt x="1639" y="15915"/>
                  </a:cubicBezTo>
                  <a:cubicBezTo>
                    <a:pt x="105" y="20587"/>
                    <a:pt x="1" y="31830"/>
                    <a:pt x="262" y="41470"/>
                  </a:cubicBezTo>
                  <a:cubicBezTo>
                    <a:pt x="297" y="43003"/>
                    <a:pt x="349" y="44520"/>
                    <a:pt x="402" y="45949"/>
                  </a:cubicBezTo>
                  <a:cubicBezTo>
                    <a:pt x="436" y="46891"/>
                    <a:pt x="471" y="47832"/>
                    <a:pt x="524" y="48703"/>
                  </a:cubicBezTo>
                  <a:cubicBezTo>
                    <a:pt x="593" y="50377"/>
                    <a:pt x="663" y="51893"/>
                    <a:pt x="733" y="53183"/>
                  </a:cubicBezTo>
                  <a:cubicBezTo>
                    <a:pt x="890" y="55868"/>
                    <a:pt x="994" y="57541"/>
                    <a:pt x="994" y="57541"/>
                  </a:cubicBezTo>
                  <a:lnTo>
                    <a:pt x="34880" y="57541"/>
                  </a:lnTo>
                  <a:lnTo>
                    <a:pt x="34009" y="53044"/>
                  </a:lnTo>
                  <a:lnTo>
                    <a:pt x="33085" y="48163"/>
                  </a:lnTo>
                  <a:lnTo>
                    <a:pt x="32614" y="45792"/>
                  </a:lnTo>
                  <a:lnTo>
                    <a:pt x="31673" y="40859"/>
                  </a:lnTo>
                  <a:lnTo>
                    <a:pt x="27716" y="20291"/>
                  </a:lnTo>
                  <a:lnTo>
                    <a:pt x="27263" y="17955"/>
                  </a:lnTo>
                  <a:lnTo>
                    <a:pt x="23463" y="6154"/>
                  </a:lnTo>
                  <a:lnTo>
                    <a:pt x="141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8" name="Google Shape;3908;p113"/>
            <p:cNvSpPr/>
            <p:nvPr/>
          </p:nvSpPr>
          <p:spPr>
            <a:xfrm>
              <a:off x="415050" y="3892225"/>
              <a:ext cx="809250" cy="136200"/>
            </a:xfrm>
            <a:custGeom>
              <a:rect b="b" l="l" r="r" t="t"/>
              <a:pathLst>
                <a:path extrusionOk="0" h="5448" w="32370">
                  <a:moveTo>
                    <a:pt x="31411" y="1"/>
                  </a:moveTo>
                  <a:cubicBezTo>
                    <a:pt x="26350" y="764"/>
                    <a:pt x="20136" y="1003"/>
                    <a:pt x="14319" y="1003"/>
                  </a:cubicBezTo>
                  <a:cubicBezTo>
                    <a:pt x="8716" y="1003"/>
                    <a:pt x="3481" y="782"/>
                    <a:pt x="0" y="594"/>
                  </a:cubicBezTo>
                  <a:lnTo>
                    <a:pt x="0" y="594"/>
                  </a:lnTo>
                  <a:cubicBezTo>
                    <a:pt x="52" y="2145"/>
                    <a:pt x="87" y="3644"/>
                    <a:pt x="140" y="5073"/>
                  </a:cubicBezTo>
                  <a:cubicBezTo>
                    <a:pt x="3566" y="5349"/>
                    <a:pt x="7813" y="5448"/>
                    <a:pt x="12144" y="5448"/>
                  </a:cubicBezTo>
                  <a:cubicBezTo>
                    <a:pt x="20151" y="5448"/>
                    <a:pt x="28444" y="5109"/>
                    <a:pt x="32370" y="4916"/>
                  </a:cubicBezTo>
                  <a:lnTo>
                    <a:pt x="314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9" name="Google Shape;3909;p113"/>
            <p:cNvSpPr/>
            <p:nvPr/>
          </p:nvSpPr>
          <p:spPr>
            <a:xfrm>
              <a:off x="421575" y="4074825"/>
              <a:ext cx="837150" cy="134625"/>
            </a:xfrm>
            <a:custGeom>
              <a:rect b="b" l="l" r="r" t="t"/>
              <a:pathLst>
                <a:path extrusionOk="0" h="5385" w="33486">
                  <a:moveTo>
                    <a:pt x="32562" y="1"/>
                  </a:moveTo>
                  <a:cubicBezTo>
                    <a:pt x="27290" y="705"/>
                    <a:pt x="20920" y="929"/>
                    <a:pt x="14956" y="929"/>
                  </a:cubicBezTo>
                  <a:cubicBezTo>
                    <a:pt x="9108" y="929"/>
                    <a:pt x="3651" y="713"/>
                    <a:pt x="1" y="523"/>
                  </a:cubicBezTo>
                  <a:lnTo>
                    <a:pt x="1" y="523"/>
                  </a:lnTo>
                  <a:cubicBezTo>
                    <a:pt x="70" y="2214"/>
                    <a:pt x="140" y="3731"/>
                    <a:pt x="210" y="5021"/>
                  </a:cubicBezTo>
                  <a:cubicBezTo>
                    <a:pt x="3788" y="5288"/>
                    <a:pt x="8191" y="5385"/>
                    <a:pt x="12681" y="5385"/>
                  </a:cubicBezTo>
                  <a:cubicBezTo>
                    <a:pt x="20767" y="5385"/>
                    <a:pt x="29137" y="5072"/>
                    <a:pt x="33486" y="4881"/>
                  </a:cubicBezTo>
                  <a:lnTo>
                    <a:pt x="325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0" name="Google Shape;3910;p113"/>
            <p:cNvSpPr/>
            <p:nvPr/>
          </p:nvSpPr>
          <p:spPr>
            <a:xfrm>
              <a:off x="761925" y="2870325"/>
              <a:ext cx="339500" cy="507725"/>
            </a:xfrm>
            <a:custGeom>
              <a:rect b="b" l="l" r="r" t="t"/>
              <a:pathLst>
                <a:path extrusionOk="0" h="20309" w="13580">
                  <a:moveTo>
                    <a:pt x="0" y="1"/>
                  </a:moveTo>
                  <a:lnTo>
                    <a:pt x="0" y="1"/>
                  </a:lnTo>
                  <a:cubicBezTo>
                    <a:pt x="1" y="1"/>
                    <a:pt x="7287" y="9082"/>
                    <a:pt x="8873" y="11732"/>
                  </a:cubicBezTo>
                  <a:cubicBezTo>
                    <a:pt x="9901" y="13458"/>
                    <a:pt x="12115" y="17571"/>
                    <a:pt x="13579" y="20308"/>
                  </a:cubicBezTo>
                  <a:lnTo>
                    <a:pt x="13126" y="17955"/>
                  </a:lnTo>
                  <a:lnTo>
                    <a:pt x="9326" y="61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1" name="Google Shape;3911;p113"/>
            <p:cNvSpPr/>
            <p:nvPr/>
          </p:nvSpPr>
          <p:spPr>
            <a:xfrm>
              <a:off x="653850" y="3836450"/>
              <a:ext cx="214425" cy="491600"/>
            </a:xfrm>
            <a:custGeom>
              <a:rect b="b" l="l" r="r" t="t"/>
              <a:pathLst>
                <a:path extrusionOk="0" h="19664" w="8577">
                  <a:moveTo>
                    <a:pt x="2929" y="1"/>
                  </a:moveTo>
                  <a:lnTo>
                    <a:pt x="192" y="558"/>
                  </a:lnTo>
                  <a:lnTo>
                    <a:pt x="0" y="19593"/>
                  </a:lnTo>
                  <a:lnTo>
                    <a:pt x="8577" y="19663"/>
                  </a:lnTo>
                  <a:lnTo>
                    <a:pt x="292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2" name="Google Shape;3912;p113"/>
            <p:cNvSpPr/>
            <p:nvPr/>
          </p:nvSpPr>
          <p:spPr>
            <a:xfrm>
              <a:off x="680875" y="3851225"/>
              <a:ext cx="327725" cy="449350"/>
            </a:xfrm>
            <a:custGeom>
              <a:rect b="b" l="l" r="r" t="t"/>
              <a:pathLst>
                <a:path extrusionOk="0" h="17974" w="13109">
                  <a:moveTo>
                    <a:pt x="619" y="1"/>
                  </a:moveTo>
                  <a:cubicBezTo>
                    <a:pt x="229" y="1"/>
                    <a:pt x="0" y="12"/>
                    <a:pt x="0" y="37"/>
                  </a:cubicBezTo>
                  <a:cubicBezTo>
                    <a:pt x="0" y="37"/>
                    <a:pt x="506" y="5964"/>
                    <a:pt x="1534" y="9589"/>
                  </a:cubicBezTo>
                  <a:cubicBezTo>
                    <a:pt x="2545" y="13233"/>
                    <a:pt x="3887" y="17974"/>
                    <a:pt x="3887" y="17974"/>
                  </a:cubicBezTo>
                  <a:lnTo>
                    <a:pt x="13108" y="17974"/>
                  </a:lnTo>
                  <a:cubicBezTo>
                    <a:pt x="13108" y="17974"/>
                    <a:pt x="11174" y="10025"/>
                    <a:pt x="11086" y="8073"/>
                  </a:cubicBezTo>
                  <a:cubicBezTo>
                    <a:pt x="10999" y="6121"/>
                    <a:pt x="10581" y="368"/>
                    <a:pt x="10581" y="368"/>
                  </a:cubicBezTo>
                  <a:cubicBezTo>
                    <a:pt x="10581" y="368"/>
                    <a:pt x="2883" y="1"/>
                    <a:pt x="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113"/>
            <p:cNvSpPr/>
            <p:nvPr/>
          </p:nvSpPr>
          <p:spPr>
            <a:xfrm>
              <a:off x="543600" y="3142625"/>
              <a:ext cx="587025" cy="734825"/>
            </a:xfrm>
            <a:custGeom>
              <a:rect b="b" l="l" r="r" t="t"/>
              <a:pathLst>
                <a:path extrusionOk="0" h="29393" w="23481">
                  <a:moveTo>
                    <a:pt x="12529" y="1"/>
                  </a:moveTo>
                  <a:cubicBezTo>
                    <a:pt x="12305" y="1"/>
                    <a:pt x="12074" y="13"/>
                    <a:pt x="11836" y="38"/>
                  </a:cubicBezTo>
                  <a:cubicBezTo>
                    <a:pt x="0" y="1311"/>
                    <a:pt x="3382" y="29218"/>
                    <a:pt x="3382" y="29218"/>
                  </a:cubicBezTo>
                  <a:lnTo>
                    <a:pt x="18861" y="29392"/>
                  </a:lnTo>
                  <a:cubicBezTo>
                    <a:pt x="18861" y="29392"/>
                    <a:pt x="23481" y="1"/>
                    <a:pt x="125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4" name="Google Shape;3914;p113"/>
            <p:cNvSpPr/>
            <p:nvPr/>
          </p:nvSpPr>
          <p:spPr>
            <a:xfrm>
              <a:off x="757125" y="2395650"/>
              <a:ext cx="510700" cy="628525"/>
            </a:xfrm>
            <a:custGeom>
              <a:rect b="b" l="l" r="r" t="t"/>
              <a:pathLst>
                <a:path extrusionOk="0" h="25141" w="20428">
                  <a:moveTo>
                    <a:pt x="11774" y="1"/>
                  </a:moveTo>
                  <a:cubicBezTo>
                    <a:pt x="11572" y="1"/>
                    <a:pt x="11366" y="8"/>
                    <a:pt x="11157" y="23"/>
                  </a:cubicBezTo>
                  <a:cubicBezTo>
                    <a:pt x="4690" y="458"/>
                    <a:pt x="1" y="4903"/>
                    <a:pt x="820" y="10673"/>
                  </a:cubicBezTo>
                  <a:cubicBezTo>
                    <a:pt x="820" y="10673"/>
                    <a:pt x="1012" y="13410"/>
                    <a:pt x="1639" y="15379"/>
                  </a:cubicBezTo>
                  <a:lnTo>
                    <a:pt x="175" y="18988"/>
                  </a:lnTo>
                  <a:cubicBezTo>
                    <a:pt x="175" y="18988"/>
                    <a:pt x="4864" y="23311"/>
                    <a:pt x="9501" y="25141"/>
                  </a:cubicBezTo>
                  <a:lnTo>
                    <a:pt x="10947" y="23067"/>
                  </a:lnTo>
                  <a:cubicBezTo>
                    <a:pt x="10947" y="23067"/>
                    <a:pt x="12616" y="23689"/>
                    <a:pt x="14252" y="23689"/>
                  </a:cubicBezTo>
                  <a:cubicBezTo>
                    <a:pt x="15270" y="23689"/>
                    <a:pt x="16275" y="23448"/>
                    <a:pt x="16857" y="22666"/>
                  </a:cubicBezTo>
                  <a:cubicBezTo>
                    <a:pt x="17310" y="22056"/>
                    <a:pt x="17815" y="20713"/>
                    <a:pt x="18269" y="19092"/>
                  </a:cubicBezTo>
                  <a:cubicBezTo>
                    <a:pt x="18286" y="19040"/>
                    <a:pt x="18303" y="19005"/>
                    <a:pt x="18303" y="18970"/>
                  </a:cubicBezTo>
                  <a:cubicBezTo>
                    <a:pt x="18391" y="18709"/>
                    <a:pt x="18443" y="18447"/>
                    <a:pt x="18530" y="18186"/>
                  </a:cubicBezTo>
                  <a:cubicBezTo>
                    <a:pt x="18728" y="18222"/>
                    <a:pt x="18977" y="18258"/>
                    <a:pt x="19217" y="18258"/>
                  </a:cubicBezTo>
                  <a:cubicBezTo>
                    <a:pt x="19442" y="18258"/>
                    <a:pt x="19660" y="18226"/>
                    <a:pt x="19820" y="18134"/>
                  </a:cubicBezTo>
                  <a:cubicBezTo>
                    <a:pt x="20256" y="17890"/>
                    <a:pt x="19907" y="13514"/>
                    <a:pt x="19820" y="12294"/>
                  </a:cubicBezTo>
                  <a:cubicBezTo>
                    <a:pt x="20081" y="11004"/>
                    <a:pt x="20256" y="9697"/>
                    <a:pt x="20360" y="8390"/>
                  </a:cubicBezTo>
                  <a:cubicBezTo>
                    <a:pt x="20428" y="6366"/>
                    <a:pt x="17802" y="1"/>
                    <a:pt x="117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5" name="Google Shape;3915;p113"/>
            <p:cNvSpPr/>
            <p:nvPr/>
          </p:nvSpPr>
          <p:spPr>
            <a:xfrm>
              <a:off x="739250" y="2372900"/>
              <a:ext cx="547375" cy="458300"/>
            </a:xfrm>
            <a:custGeom>
              <a:rect b="b" l="l" r="r" t="t"/>
              <a:pathLst>
                <a:path extrusionOk="0" h="18332" w="21895">
                  <a:moveTo>
                    <a:pt x="13509" y="0"/>
                  </a:moveTo>
                  <a:cubicBezTo>
                    <a:pt x="12920" y="0"/>
                    <a:pt x="12334" y="144"/>
                    <a:pt x="11802" y="410"/>
                  </a:cubicBezTo>
                  <a:cubicBezTo>
                    <a:pt x="11394" y="141"/>
                    <a:pt x="10920" y="5"/>
                    <a:pt x="10446" y="5"/>
                  </a:cubicBezTo>
                  <a:cubicBezTo>
                    <a:pt x="10149" y="5"/>
                    <a:pt x="9852" y="58"/>
                    <a:pt x="9571" y="166"/>
                  </a:cubicBezTo>
                  <a:cubicBezTo>
                    <a:pt x="9117" y="392"/>
                    <a:pt x="8717" y="706"/>
                    <a:pt x="8385" y="1089"/>
                  </a:cubicBezTo>
                  <a:cubicBezTo>
                    <a:pt x="8003" y="957"/>
                    <a:pt x="7593" y="890"/>
                    <a:pt x="7182" y="890"/>
                  </a:cubicBezTo>
                  <a:cubicBezTo>
                    <a:pt x="6246" y="890"/>
                    <a:pt x="5308" y="1236"/>
                    <a:pt x="4690" y="1926"/>
                  </a:cubicBezTo>
                  <a:cubicBezTo>
                    <a:pt x="4394" y="2223"/>
                    <a:pt x="4202" y="2606"/>
                    <a:pt x="4167" y="3024"/>
                  </a:cubicBezTo>
                  <a:cubicBezTo>
                    <a:pt x="3749" y="3094"/>
                    <a:pt x="3348" y="3234"/>
                    <a:pt x="2982" y="3443"/>
                  </a:cubicBezTo>
                  <a:cubicBezTo>
                    <a:pt x="2703" y="3652"/>
                    <a:pt x="2459" y="3896"/>
                    <a:pt x="2250" y="4192"/>
                  </a:cubicBezTo>
                  <a:cubicBezTo>
                    <a:pt x="1883" y="4663"/>
                    <a:pt x="1587" y="5186"/>
                    <a:pt x="1378" y="5744"/>
                  </a:cubicBezTo>
                  <a:cubicBezTo>
                    <a:pt x="1169" y="6301"/>
                    <a:pt x="1151" y="6911"/>
                    <a:pt x="1308" y="7487"/>
                  </a:cubicBezTo>
                  <a:cubicBezTo>
                    <a:pt x="1552" y="8358"/>
                    <a:pt x="1517" y="8463"/>
                    <a:pt x="1500" y="9369"/>
                  </a:cubicBezTo>
                  <a:cubicBezTo>
                    <a:pt x="1500" y="10293"/>
                    <a:pt x="838" y="11705"/>
                    <a:pt x="1535" y="12298"/>
                  </a:cubicBezTo>
                  <a:cubicBezTo>
                    <a:pt x="1535" y="12298"/>
                    <a:pt x="1" y="14320"/>
                    <a:pt x="838" y="15557"/>
                  </a:cubicBezTo>
                  <a:cubicBezTo>
                    <a:pt x="1233" y="16155"/>
                    <a:pt x="1735" y="16310"/>
                    <a:pt x="2147" y="16310"/>
                  </a:cubicBezTo>
                  <a:cubicBezTo>
                    <a:pt x="2589" y="16310"/>
                    <a:pt x="2929" y="16133"/>
                    <a:pt x="2929" y="16133"/>
                  </a:cubicBezTo>
                  <a:lnTo>
                    <a:pt x="2929" y="16133"/>
                  </a:lnTo>
                  <a:cubicBezTo>
                    <a:pt x="2929" y="16133"/>
                    <a:pt x="2738" y="17963"/>
                    <a:pt x="4760" y="18294"/>
                  </a:cubicBezTo>
                  <a:cubicBezTo>
                    <a:pt x="4925" y="18319"/>
                    <a:pt x="5087" y="18331"/>
                    <a:pt x="5244" y="18331"/>
                  </a:cubicBezTo>
                  <a:cubicBezTo>
                    <a:pt x="7030" y="18331"/>
                    <a:pt x="8281" y="16830"/>
                    <a:pt x="8281" y="16830"/>
                  </a:cubicBezTo>
                  <a:cubicBezTo>
                    <a:pt x="8281" y="16830"/>
                    <a:pt x="8744" y="18126"/>
                    <a:pt x="9969" y="18126"/>
                  </a:cubicBezTo>
                  <a:cubicBezTo>
                    <a:pt x="10151" y="18126"/>
                    <a:pt x="10349" y="18098"/>
                    <a:pt x="10564" y="18033"/>
                  </a:cubicBezTo>
                  <a:cubicBezTo>
                    <a:pt x="12255" y="17527"/>
                    <a:pt x="13231" y="13622"/>
                    <a:pt x="13231" y="13622"/>
                  </a:cubicBezTo>
                  <a:cubicBezTo>
                    <a:pt x="13231" y="13622"/>
                    <a:pt x="13842" y="13159"/>
                    <a:pt x="14479" y="13159"/>
                  </a:cubicBezTo>
                  <a:cubicBezTo>
                    <a:pt x="14689" y="13159"/>
                    <a:pt x="14902" y="13210"/>
                    <a:pt x="15096" y="13344"/>
                  </a:cubicBezTo>
                  <a:cubicBezTo>
                    <a:pt x="15866" y="13857"/>
                    <a:pt x="15410" y="16100"/>
                    <a:pt x="16283" y="16100"/>
                  </a:cubicBezTo>
                  <a:cubicBezTo>
                    <a:pt x="16300" y="16100"/>
                    <a:pt x="16317" y="16099"/>
                    <a:pt x="16334" y="16098"/>
                  </a:cubicBezTo>
                  <a:cubicBezTo>
                    <a:pt x="17293" y="16011"/>
                    <a:pt x="18408" y="12106"/>
                    <a:pt x="18408" y="12106"/>
                  </a:cubicBezTo>
                  <a:cubicBezTo>
                    <a:pt x="18408" y="12106"/>
                    <a:pt x="18698" y="12225"/>
                    <a:pt x="19100" y="12225"/>
                  </a:cubicBezTo>
                  <a:cubicBezTo>
                    <a:pt x="19694" y="12225"/>
                    <a:pt x="20531" y="11965"/>
                    <a:pt x="21040" y="10677"/>
                  </a:cubicBezTo>
                  <a:cubicBezTo>
                    <a:pt x="21895" y="8515"/>
                    <a:pt x="20657" y="6493"/>
                    <a:pt x="20657" y="6493"/>
                  </a:cubicBezTo>
                  <a:cubicBezTo>
                    <a:pt x="20657" y="6493"/>
                    <a:pt x="21093" y="3478"/>
                    <a:pt x="19576" y="2467"/>
                  </a:cubicBezTo>
                  <a:cubicBezTo>
                    <a:pt x="18772" y="1915"/>
                    <a:pt x="17826" y="1620"/>
                    <a:pt x="16866" y="1620"/>
                  </a:cubicBezTo>
                  <a:cubicBezTo>
                    <a:pt x="16764" y="1620"/>
                    <a:pt x="16663" y="1623"/>
                    <a:pt x="16561" y="1630"/>
                  </a:cubicBezTo>
                  <a:cubicBezTo>
                    <a:pt x="16038" y="880"/>
                    <a:pt x="15271" y="340"/>
                    <a:pt x="14399" y="113"/>
                  </a:cubicBezTo>
                  <a:cubicBezTo>
                    <a:pt x="14106" y="37"/>
                    <a:pt x="13807" y="0"/>
                    <a:pt x="13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6" name="Google Shape;3916;p113"/>
            <p:cNvSpPr/>
            <p:nvPr/>
          </p:nvSpPr>
          <p:spPr>
            <a:xfrm>
              <a:off x="1034725" y="2695675"/>
              <a:ext cx="115500" cy="138575"/>
            </a:xfrm>
            <a:custGeom>
              <a:rect b="b" l="l" r="r" t="t"/>
              <a:pathLst>
                <a:path extrusionOk="0" h="5543" w="4620">
                  <a:moveTo>
                    <a:pt x="2443" y="1"/>
                  </a:moveTo>
                  <a:cubicBezTo>
                    <a:pt x="2171" y="1"/>
                    <a:pt x="1901" y="56"/>
                    <a:pt x="1656" y="154"/>
                  </a:cubicBezTo>
                  <a:cubicBezTo>
                    <a:pt x="1011" y="433"/>
                    <a:pt x="593" y="1078"/>
                    <a:pt x="366" y="1757"/>
                  </a:cubicBezTo>
                  <a:cubicBezTo>
                    <a:pt x="0" y="2803"/>
                    <a:pt x="87" y="4128"/>
                    <a:pt x="907" y="4860"/>
                  </a:cubicBezTo>
                  <a:cubicBezTo>
                    <a:pt x="1395" y="5313"/>
                    <a:pt x="2075" y="5470"/>
                    <a:pt x="2737" y="5523"/>
                  </a:cubicBezTo>
                  <a:cubicBezTo>
                    <a:pt x="2824" y="5536"/>
                    <a:pt x="2910" y="5543"/>
                    <a:pt x="2996" y="5543"/>
                  </a:cubicBezTo>
                  <a:cubicBezTo>
                    <a:pt x="3239" y="5543"/>
                    <a:pt x="3477" y="5491"/>
                    <a:pt x="3696" y="5400"/>
                  </a:cubicBezTo>
                  <a:cubicBezTo>
                    <a:pt x="4149" y="5139"/>
                    <a:pt x="4306" y="4564"/>
                    <a:pt x="4393" y="4041"/>
                  </a:cubicBezTo>
                  <a:cubicBezTo>
                    <a:pt x="4620" y="2542"/>
                    <a:pt x="4620" y="311"/>
                    <a:pt x="2789" y="32"/>
                  </a:cubicBezTo>
                  <a:cubicBezTo>
                    <a:pt x="2675" y="11"/>
                    <a:pt x="2559" y="1"/>
                    <a:pt x="2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7" name="Google Shape;3917;p113"/>
            <p:cNvSpPr/>
            <p:nvPr/>
          </p:nvSpPr>
          <p:spPr>
            <a:xfrm>
              <a:off x="1036900" y="2784050"/>
              <a:ext cx="81950" cy="45775"/>
            </a:xfrm>
            <a:custGeom>
              <a:rect b="b" l="l" r="r" t="t"/>
              <a:pathLst>
                <a:path extrusionOk="0" fill="none" h="1831" w="3278">
                  <a:moveTo>
                    <a:pt x="0" y="0"/>
                  </a:moveTo>
                  <a:cubicBezTo>
                    <a:pt x="210" y="663"/>
                    <a:pt x="680" y="1221"/>
                    <a:pt x="1308" y="1517"/>
                  </a:cubicBezTo>
                  <a:cubicBezTo>
                    <a:pt x="1935" y="1796"/>
                    <a:pt x="2633" y="1831"/>
                    <a:pt x="3277" y="1621"/>
                  </a:cubicBezTo>
                </a:path>
              </a:pathLst>
            </a:custGeom>
            <a:noFill/>
            <a:ln cap="rnd" cmpd="sng" w="3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8" name="Google Shape;3918;p113"/>
            <p:cNvSpPr/>
            <p:nvPr/>
          </p:nvSpPr>
          <p:spPr>
            <a:xfrm>
              <a:off x="1092250" y="2743075"/>
              <a:ext cx="20075" cy="45800"/>
            </a:xfrm>
            <a:custGeom>
              <a:rect b="b" l="l" r="r" t="t"/>
              <a:pathLst>
                <a:path extrusionOk="0" fill="none" h="1832" w="803">
                  <a:moveTo>
                    <a:pt x="0" y="1"/>
                  </a:moveTo>
                  <a:cubicBezTo>
                    <a:pt x="506" y="489"/>
                    <a:pt x="785" y="1151"/>
                    <a:pt x="802" y="1831"/>
                  </a:cubicBezTo>
                </a:path>
              </a:pathLst>
            </a:custGeom>
            <a:noFill/>
            <a:ln cap="rnd" cmpd="sng" w="3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9" name="Google Shape;3919;p113"/>
            <p:cNvSpPr/>
            <p:nvPr/>
          </p:nvSpPr>
          <p:spPr>
            <a:xfrm>
              <a:off x="1209475" y="2751600"/>
              <a:ext cx="21800" cy="29625"/>
            </a:xfrm>
            <a:custGeom>
              <a:rect b="b" l="l" r="r" t="t"/>
              <a:pathLst>
                <a:path extrusionOk="0" h="1185" w="872">
                  <a:moveTo>
                    <a:pt x="519" y="1"/>
                  </a:moveTo>
                  <a:cubicBezTo>
                    <a:pt x="341" y="1"/>
                    <a:pt x="149" y="213"/>
                    <a:pt x="70" y="497"/>
                  </a:cubicBezTo>
                  <a:cubicBezTo>
                    <a:pt x="0" y="828"/>
                    <a:pt x="87" y="1124"/>
                    <a:pt x="297" y="1176"/>
                  </a:cubicBezTo>
                  <a:cubicBezTo>
                    <a:pt x="316" y="1182"/>
                    <a:pt x="336" y="1184"/>
                    <a:pt x="357" y="1184"/>
                  </a:cubicBezTo>
                  <a:cubicBezTo>
                    <a:pt x="533" y="1184"/>
                    <a:pt x="724" y="985"/>
                    <a:pt x="802" y="688"/>
                  </a:cubicBezTo>
                  <a:cubicBezTo>
                    <a:pt x="872" y="374"/>
                    <a:pt x="785" y="61"/>
                    <a:pt x="575" y="8"/>
                  </a:cubicBezTo>
                  <a:cubicBezTo>
                    <a:pt x="557" y="3"/>
                    <a:pt x="538" y="1"/>
                    <a:pt x="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0" name="Google Shape;3920;p113"/>
            <p:cNvSpPr/>
            <p:nvPr/>
          </p:nvSpPr>
          <p:spPr>
            <a:xfrm>
              <a:off x="1188975" y="2853700"/>
              <a:ext cx="26175" cy="19275"/>
            </a:xfrm>
            <a:custGeom>
              <a:rect b="b" l="l" r="r" t="t"/>
              <a:pathLst>
                <a:path extrusionOk="0" h="771" w="1047">
                  <a:moveTo>
                    <a:pt x="79" y="1"/>
                  </a:moveTo>
                  <a:cubicBezTo>
                    <a:pt x="65" y="1"/>
                    <a:pt x="51" y="6"/>
                    <a:pt x="36" y="21"/>
                  </a:cubicBezTo>
                  <a:cubicBezTo>
                    <a:pt x="1" y="38"/>
                    <a:pt x="1" y="73"/>
                    <a:pt x="18" y="90"/>
                  </a:cubicBezTo>
                  <a:cubicBezTo>
                    <a:pt x="262" y="439"/>
                    <a:pt x="611" y="666"/>
                    <a:pt x="1012" y="770"/>
                  </a:cubicBezTo>
                  <a:cubicBezTo>
                    <a:pt x="1029" y="718"/>
                    <a:pt x="1029" y="683"/>
                    <a:pt x="1047" y="648"/>
                  </a:cubicBezTo>
                  <a:cubicBezTo>
                    <a:pt x="663" y="561"/>
                    <a:pt x="350" y="335"/>
                    <a:pt x="123" y="21"/>
                  </a:cubicBezTo>
                  <a:cubicBezTo>
                    <a:pt x="113" y="11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1" name="Google Shape;3921;p113"/>
            <p:cNvSpPr/>
            <p:nvPr/>
          </p:nvSpPr>
          <p:spPr>
            <a:xfrm>
              <a:off x="1199875" y="2698900"/>
              <a:ext cx="45775" cy="27650"/>
            </a:xfrm>
            <a:custGeom>
              <a:rect b="b" l="l" r="r" t="t"/>
              <a:pathLst>
                <a:path extrusionOk="0" h="1106" w="1831">
                  <a:moveTo>
                    <a:pt x="999" y="1"/>
                  </a:moveTo>
                  <a:cubicBezTo>
                    <a:pt x="689" y="1"/>
                    <a:pt x="363" y="176"/>
                    <a:pt x="123" y="478"/>
                  </a:cubicBezTo>
                  <a:cubicBezTo>
                    <a:pt x="36" y="565"/>
                    <a:pt x="1" y="687"/>
                    <a:pt x="18" y="809"/>
                  </a:cubicBezTo>
                  <a:cubicBezTo>
                    <a:pt x="53" y="949"/>
                    <a:pt x="210" y="1001"/>
                    <a:pt x="349" y="1036"/>
                  </a:cubicBezTo>
                  <a:cubicBezTo>
                    <a:pt x="570" y="1082"/>
                    <a:pt x="799" y="1105"/>
                    <a:pt x="1030" y="1105"/>
                  </a:cubicBezTo>
                  <a:cubicBezTo>
                    <a:pt x="1145" y="1105"/>
                    <a:pt x="1262" y="1100"/>
                    <a:pt x="1378" y="1088"/>
                  </a:cubicBezTo>
                  <a:cubicBezTo>
                    <a:pt x="1535" y="1071"/>
                    <a:pt x="1744" y="1001"/>
                    <a:pt x="1814" y="844"/>
                  </a:cubicBezTo>
                  <a:cubicBezTo>
                    <a:pt x="1831" y="739"/>
                    <a:pt x="1814" y="617"/>
                    <a:pt x="1761" y="530"/>
                  </a:cubicBezTo>
                  <a:cubicBezTo>
                    <a:pt x="1582" y="163"/>
                    <a:pt x="1298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2" name="Google Shape;3922;p113"/>
            <p:cNvSpPr/>
            <p:nvPr/>
          </p:nvSpPr>
          <p:spPr>
            <a:xfrm>
              <a:off x="749725" y="2571500"/>
              <a:ext cx="512500" cy="142450"/>
            </a:xfrm>
            <a:custGeom>
              <a:rect b="b" l="l" r="r" t="t"/>
              <a:pathLst>
                <a:path extrusionOk="0" h="5698" w="20500">
                  <a:moveTo>
                    <a:pt x="17000" y="1"/>
                  </a:moveTo>
                  <a:cubicBezTo>
                    <a:pt x="13634" y="1"/>
                    <a:pt x="750" y="1495"/>
                    <a:pt x="750" y="1495"/>
                  </a:cubicBezTo>
                  <a:cubicBezTo>
                    <a:pt x="750" y="1495"/>
                    <a:pt x="0" y="3866"/>
                    <a:pt x="1116" y="4354"/>
                  </a:cubicBezTo>
                  <a:cubicBezTo>
                    <a:pt x="1967" y="4732"/>
                    <a:pt x="6236" y="5698"/>
                    <a:pt x="8882" y="5698"/>
                  </a:cubicBezTo>
                  <a:cubicBezTo>
                    <a:pt x="9649" y="5698"/>
                    <a:pt x="10279" y="5617"/>
                    <a:pt x="10651" y="5417"/>
                  </a:cubicBezTo>
                  <a:cubicBezTo>
                    <a:pt x="12289" y="4545"/>
                    <a:pt x="12132" y="2837"/>
                    <a:pt x="14364" y="2332"/>
                  </a:cubicBezTo>
                  <a:cubicBezTo>
                    <a:pt x="16612" y="1826"/>
                    <a:pt x="20499" y="1652"/>
                    <a:pt x="20499" y="1652"/>
                  </a:cubicBezTo>
                  <a:cubicBezTo>
                    <a:pt x="20499" y="1652"/>
                    <a:pt x="19872" y="188"/>
                    <a:pt x="17449" y="13"/>
                  </a:cubicBezTo>
                  <a:cubicBezTo>
                    <a:pt x="17328" y="5"/>
                    <a:pt x="17177" y="1"/>
                    <a:pt x="170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3" name="Google Shape;3923;p113"/>
            <p:cNvSpPr/>
            <p:nvPr/>
          </p:nvSpPr>
          <p:spPr>
            <a:xfrm>
              <a:off x="696550" y="2277325"/>
              <a:ext cx="696850" cy="391025"/>
            </a:xfrm>
            <a:custGeom>
              <a:rect b="b" l="l" r="r" t="t"/>
              <a:pathLst>
                <a:path extrusionOk="0" h="15641" w="27874">
                  <a:moveTo>
                    <a:pt x="13987" y="1"/>
                  </a:moveTo>
                  <a:cubicBezTo>
                    <a:pt x="13433" y="1"/>
                    <a:pt x="12877" y="40"/>
                    <a:pt x="12325" y="119"/>
                  </a:cubicBezTo>
                  <a:cubicBezTo>
                    <a:pt x="12150" y="136"/>
                    <a:pt x="11993" y="171"/>
                    <a:pt x="11836" y="189"/>
                  </a:cubicBezTo>
                  <a:cubicBezTo>
                    <a:pt x="9675" y="555"/>
                    <a:pt x="7670" y="1601"/>
                    <a:pt x="6136" y="3169"/>
                  </a:cubicBezTo>
                  <a:cubicBezTo>
                    <a:pt x="3992" y="5383"/>
                    <a:pt x="2511" y="8155"/>
                    <a:pt x="1848" y="11170"/>
                  </a:cubicBezTo>
                  <a:cubicBezTo>
                    <a:pt x="1848" y="11170"/>
                    <a:pt x="1" y="11885"/>
                    <a:pt x="471" y="13192"/>
                  </a:cubicBezTo>
                  <a:cubicBezTo>
                    <a:pt x="471" y="13192"/>
                    <a:pt x="855" y="14378"/>
                    <a:pt x="5422" y="15057"/>
                  </a:cubicBezTo>
                  <a:cubicBezTo>
                    <a:pt x="7646" y="15380"/>
                    <a:pt x="8957" y="15579"/>
                    <a:pt x="9917" y="15579"/>
                  </a:cubicBezTo>
                  <a:cubicBezTo>
                    <a:pt x="10929" y="15579"/>
                    <a:pt x="11552" y="15358"/>
                    <a:pt x="12447" y="14831"/>
                  </a:cubicBezTo>
                  <a:cubicBezTo>
                    <a:pt x="14006" y="13902"/>
                    <a:pt x="15124" y="13058"/>
                    <a:pt x="17420" y="13058"/>
                  </a:cubicBezTo>
                  <a:cubicBezTo>
                    <a:pt x="17666" y="13058"/>
                    <a:pt x="17925" y="13068"/>
                    <a:pt x="18199" y="13088"/>
                  </a:cubicBezTo>
                  <a:cubicBezTo>
                    <a:pt x="21023" y="13297"/>
                    <a:pt x="21703" y="14482"/>
                    <a:pt x="23393" y="15075"/>
                  </a:cubicBezTo>
                  <a:cubicBezTo>
                    <a:pt x="24422" y="15435"/>
                    <a:pt x="25798" y="15641"/>
                    <a:pt x="26735" y="15641"/>
                  </a:cubicBezTo>
                  <a:cubicBezTo>
                    <a:pt x="27338" y="15641"/>
                    <a:pt x="27759" y="15556"/>
                    <a:pt x="27786" y="15371"/>
                  </a:cubicBezTo>
                  <a:cubicBezTo>
                    <a:pt x="27873" y="14970"/>
                    <a:pt x="25694" y="14465"/>
                    <a:pt x="25154" y="14134"/>
                  </a:cubicBezTo>
                  <a:cubicBezTo>
                    <a:pt x="25084" y="14099"/>
                    <a:pt x="25049" y="14046"/>
                    <a:pt x="25049" y="13994"/>
                  </a:cubicBezTo>
                  <a:lnTo>
                    <a:pt x="25049" y="13977"/>
                  </a:lnTo>
                  <a:cubicBezTo>
                    <a:pt x="25067" y="13611"/>
                    <a:pt x="24910" y="12007"/>
                    <a:pt x="24439" y="11763"/>
                  </a:cubicBezTo>
                  <a:cubicBezTo>
                    <a:pt x="24683" y="10037"/>
                    <a:pt x="24282" y="8294"/>
                    <a:pt x="23306" y="6847"/>
                  </a:cubicBezTo>
                  <a:cubicBezTo>
                    <a:pt x="21650" y="4407"/>
                    <a:pt x="20430" y="3257"/>
                    <a:pt x="20430" y="3257"/>
                  </a:cubicBezTo>
                  <a:cubicBezTo>
                    <a:pt x="20430" y="3187"/>
                    <a:pt x="20413" y="3117"/>
                    <a:pt x="20413" y="3065"/>
                  </a:cubicBezTo>
                  <a:cubicBezTo>
                    <a:pt x="20395" y="3030"/>
                    <a:pt x="20395" y="2978"/>
                    <a:pt x="20378" y="2943"/>
                  </a:cubicBezTo>
                  <a:cubicBezTo>
                    <a:pt x="20256" y="2490"/>
                    <a:pt x="19855" y="1653"/>
                    <a:pt x="18513" y="973"/>
                  </a:cubicBezTo>
                  <a:cubicBezTo>
                    <a:pt x="18425" y="921"/>
                    <a:pt x="18338" y="886"/>
                    <a:pt x="18269" y="851"/>
                  </a:cubicBezTo>
                  <a:cubicBezTo>
                    <a:pt x="18112" y="764"/>
                    <a:pt x="17937" y="694"/>
                    <a:pt x="17763" y="624"/>
                  </a:cubicBezTo>
                  <a:cubicBezTo>
                    <a:pt x="16546" y="211"/>
                    <a:pt x="15270" y="1"/>
                    <a:pt x="139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4" name="Google Shape;3924;p113"/>
            <p:cNvSpPr/>
            <p:nvPr/>
          </p:nvSpPr>
          <p:spPr>
            <a:xfrm>
              <a:off x="741000" y="2553375"/>
              <a:ext cx="584400" cy="76875"/>
            </a:xfrm>
            <a:custGeom>
              <a:rect b="b" l="l" r="r" t="t"/>
              <a:pathLst>
                <a:path extrusionOk="0" h="3075" w="23376">
                  <a:moveTo>
                    <a:pt x="14421" y="1"/>
                  </a:moveTo>
                  <a:cubicBezTo>
                    <a:pt x="13626" y="1"/>
                    <a:pt x="12883" y="125"/>
                    <a:pt x="12220" y="372"/>
                  </a:cubicBezTo>
                  <a:cubicBezTo>
                    <a:pt x="11784" y="547"/>
                    <a:pt x="11348" y="773"/>
                    <a:pt x="10930" y="1000"/>
                  </a:cubicBezTo>
                  <a:cubicBezTo>
                    <a:pt x="10581" y="1192"/>
                    <a:pt x="10233" y="1383"/>
                    <a:pt x="9867" y="1540"/>
                  </a:cubicBezTo>
                  <a:cubicBezTo>
                    <a:pt x="9017" y="1901"/>
                    <a:pt x="8045" y="2088"/>
                    <a:pt x="6998" y="2088"/>
                  </a:cubicBezTo>
                  <a:cubicBezTo>
                    <a:pt x="6325" y="2088"/>
                    <a:pt x="5621" y="2011"/>
                    <a:pt x="4899" y="1854"/>
                  </a:cubicBezTo>
                  <a:cubicBezTo>
                    <a:pt x="3225" y="1523"/>
                    <a:pt x="1622" y="826"/>
                    <a:pt x="105" y="163"/>
                  </a:cubicBezTo>
                  <a:cubicBezTo>
                    <a:pt x="96" y="158"/>
                    <a:pt x="87" y="156"/>
                    <a:pt x="78" y="156"/>
                  </a:cubicBezTo>
                  <a:cubicBezTo>
                    <a:pt x="53" y="156"/>
                    <a:pt x="31" y="172"/>
                    <a:pt x="18" y="198"/>
                  </a:cubicBezTo>
                  <a:cubicBezTo>
                    <a:pt x="1" y="215"/>
                    <a:pt x="18" y="250"/>
                    <a:pt x="53" y="268"/>
                  </a:cubicBezTo>
                  <a:cubicBezTo>
                    <a:pt x="1587" y="948"/>
                    <a:pt x="3173" y="1627"/>
                    <a:pt x="4864" y="1976"/>
                  </a:cubicBezTo>
                  <a:cubicBezTo>
                    <a:pt x="5600" y="2133"/>
                    <a:pt x="6315" y="2210"/>
                    <a:pt x="6997" y="2210"/>
                  </a:cubicBezTo>
                  <a:cubicBezTo>
                    <a:pt x="8059" y="2210"/>
                    <a:pt x="9042" y="2023"/>
                    <a:pt x="9902" y="1662"/>
                  </a:cubicBezTo>
                  <a:cubicBezTo>
                    <a:pt x="10285" y="1505"/>
                    <a:pt x="10634" y="1296"/>
                    <a:pt x="10982" y="1104"/>
                  </a:cubicBezTo>
                  <a:cubicBezTo>
                    <a:pt x="11401" y="878"/>
                    <a:pt x="11819" y="669"/>
                    <a:pt x="12272" y="494"/>
                  </a:cubicBezTo>
                  <a:cubicBezTo>
                    <a:pt x="12916" y="247"/>
                    <a:pt x="13644" y="123"/>
                    <a:pt x="14425" y="123"/>
                  </a:cubicBezTo>
                  <a:cubicBezTo>
                    <a:pt x="15018" y="123"/>
                    <a:pt x="15642" y="194"/>
                    <a:pt x="16281" y="337"/>
                  </a:cubicBezTo>
                  <a:cubicBezTo>
                    <a:pt x="17624" y="634"/>
                    <a:pt x="18896" y="1209"/>
                    <a:pt x="20134" y="1749"/>
                  </a:cubicBezTo>
                  <a:lnTo>
                    <a:pt x="20796" y="2063"/>
                  </a:lnTo>
                  <a:cubicBezTo>
                    <a:pt x="21633" y="2464"/>
                    <a:pt x="22487" y="2813"/>
                    <a:pt x="23376" y="3074"/>
                  </a:cubicBezTo>
                  <a:cubicBezTo>
                    <a:pt x="23306" y="3022"/>
                    <a:pt x="23271" y="2970"/>
                    <a:pt x="23271" y="2935"/>
                  </a:cubicBezTo>
                  <a:lnTo>
                    <a:pt x="23271" y="2917"/>
                  </a:lnTo>
                  <a:cubicBezTo>
                    <a:pt x="22452" y="2656"/>
                    <a:pt x="21633" y="2325"/>
                    <a:pt x="20866" y="1941"/>
                  </a:cubicBezTo>
                  <a:lnTo>
                    <a:pt x="20186" y="1645"/>
                  </a:lnTo>
                  <a:cubicBezTo>
                    <a:pt x="18948" y="1087"/>
                    <a:pt x="17676" y="529"/>
                    <a:pt x="16316" y="215"/>
                  </a:cubicBezTo>
                  <a:cubicBezTo>
                    <a:pt x="15661" y="72"/>
                    <a:pt x="15026" y="1"/>
                    <a:pt x="14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5" name="Google Shape;3925;p113"/>
            <p:cNvSpPr/>
            <p:nvPr/>
          </p:nvSpPr>
          <p:spPr>
            <a:xfrm>
              <a:off x="1003775" y="2350000"/>
              <a:ext cx="203100" cy="78050"/>
            </a:xfrm>
            <a:custGeom>
              <a:rect b="b" l="l" r="r" t="t"/>
              <a:pathLst>
                <a:path extrusionOk="0" h="3122" w="8124">
                  <a:moveTo>
                    <a:pt x="8089" y="1"/>
                  </a:moveTo>
                  <a:cubicBezTo>
                    <a:pt x="5213" y="350"/>
                    <a:pt x="2441" y="1378"/>
                    <a:pt x="36" y="2999"/>
                  </a:cubicBezTo>
                  <a:cubicBezTo>
                    <a:pt x="1" y="3016"/>
                    <a:pt x="1" y="3051"/>
                    <a:pt x="18" y="3086"/>
                  </a:cubicBezTo>
                  <a:cubicBezTo>
                    <a:pt x="18" y="3104"/>
                    <a:pt x="36" y="3121"/>
                    <a:pt x="70" y="3121"/>
                  </a:cubicBezTo>
                  <a:lnTo>
                    <a:pt x="105" y="3121"/>
                  </a:lnTo>
                  <a:cubicBezTo>
                    <a:pt x="2493" y="1500"/>
                    <a:pt x="5247" y="472"/>
                    <a:pt x="8124" y="123"/>
                  </a:cubicBezTo>
                  <a:cubicBezTo>
                    <a:pt x="8124" y="88"/>
                    <a:pt x="8106" y="53"/>
                    <a:pt x="80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6" name="Google Shape;3926;p113"/>
            <p:cNvSpPr/>
            <p:nvPr/>
          </p:nvSpPr>
          <p:spPr>
            <a:xfrm>
              <a:off x="946250" y="2297725"/>
              <a:ext cx="213125" cy="79775"/>
            </a:xfrm>
            <a:custGeom>
              <a:rect b="b" l="l" r="r" t="t"/>
              <a:pathLst>
                <a:path extrusionOk="0" h="3191" w="8525">
                  <a:moveTo>
                    <a:pt x="8281" y="0"/>
                  </a:moveTo>
                  <a:cubicBezTo>
                    <a:pt x="5265" y="70"/>
                    <a:pt x="2354" y="1151"/>
                    <a:pt x="18" y="3085"/>
                  </a:cubicBezTo>
                  <a:cubicBezTo>
                    <a:pt x="1" y="3103"/>
                    <a:pt x="1" y="3138"/>
                    <a:pt x="18" y="3173"/>
                  </a:cubicBezTo>
                  <a:cubicBezTo>
                    <a:pt x="36" y="3190"/>
                    <a:pt x="53" y="3190"/>
                    <a:pt x="70" y="3190"/>
                  </a:cubicBezTo>
                  <a:cubicBezTo>
                    <a:pt x="88" y="3190"/>
                    <a:pt x="105" y="3190"/>
                    <a:pt x="105" y="3173"/>
                  </a:cubicBezTo>
                  <a:cubicBezTo>
                    <a:pt x="2476" y="1220"/>
                    <a:pt x="5457" y="140"/>
                    <a:pt x="8525" y="122"/>
                  </a:cubicBezTo>
                  <a:cubicBezTo>
                    <a:pt x="8455" y="87"/>
                    <a:pt x="8368" y="35"/>
                    <a:pt x="8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7" name="Google Shape;3927;p113"/>
            <p:cNvSpPr/>
            <p:nvPr/>
          </p:nvSpPr>
          <p:spPr>
            <a:xfrm>
              <a:off x="890475" y="2279850"/>
              <a:ext cx="114200" cy="71050"/>
            </a:xfrm>
            <a:custGeom>
              <a:rect b="b" l="l" r="r" t="t"/>
              <a:pathLst>
                <a:path extrusionOk="0" h="2842" w="4568">
                  <a:moveTo>
                    <a:pt x="4568" y="0"/>
                  </a:moveTo>
                  <a:lnTo>
                    <a:pt x="4568" y="0"/>
                  </a:lnTo>
                  <a:cubicBezTo>
                    <a:pt x="4411" y="18"/>
                    <a:pt x="4236" y="53"/>
                    <a:pt x="4079" y="70"/>
                  </a:cubicBezTo>
                  <a:cubicBezTo>
                    <a:pt x="2598" y="750"/>
                    <a:pt x="1221" y="1656"/>
                    <a:pt x="18" y="2737"/>
                  </a:cubicBezTo>
                  <a:cubicBezTo>
                    <a:pt x="1" y="2772"/>
                    <a:pt x="1" y="2807"/>
                    <a:pt x="18" y="2824"/>
                  </a:cubicBezTo>
                  <a:cubicBezTo>
                    <a:pt x="35" y="2842"/>
                    <a:pt x="53" y="2842"/>
                    <a:pt x="70" y="2842"/>
                  </a:cubicBezTo>
                  <a:cubicBezTo>
                    <a:pt x="88" y="2842"/>
                    <a:pt x="105" y="2842"/>
                    <a:pt x="105" y="2824"/>
                  </a:cubicBezTo>
                  <a:cubicBezTo>
                    <a:pt x="1430" y="1639"/>
                    <a:pt x="2929" y="680"/>
                    <a:pt x="4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8" name="Google Shape;3928;p113"/>
            <p:cNvSpPr/>
            <p:nvPr/>
          </p:nvSpPr>
          <p:spPr>
            <a:xfrm>
              <a:off x="1131875" y="2488150"/>
              <a:ext cx="54950" cy="35975"/>
            </a:xfrm>
            <a:custGeom>
              <a:rect b="b" l="l" r="r" t="t"/>
              <a:pathLst>
                <a:path extrusionOk="0" h="1439" w="2198">
                  <a:moveTo>
                    <a:pt x="1306" y="1"/>
                  </a:moveTo>
                  <a:cubicBezTo>
                    <a:pt x="815" y="1"/>
                    <a:pt x="1" y="257"/>
                    <a:pt x="228" y="802"/>
                  </a:cubicBezTo>
                  <a:cubicBezTo>
                    <a:pt x="315" y="994"/>
                    <a:pt x="455" y="1134"/>
                    <a:pt x="646" y="1221"/>
                  </a:cubicBezTo>
                  <a:cubicBezTo>
                    <a:pt x="850" y="1366"/>
                    <a:pt x="1102" y="1439"/>
                    <a:pt x="1361" y="1439"/>
                  </a:cubicBezTo>
                  <a:cubicBezTo>
                    <a:pt x="1413" y="1439"/>
                    <a:pt x="1466" y="1436"/>
                    <a:pt x="1518" y="1430"/>
                  </a:cubicBezTo>
                  <a:cubicBezTo>
                    <a:pt x="1832" y="1378"/>
                    <a:pt x="2076" y="1151"/>
                    <a:pt x="2145" y="837"/>
                  </a:cubicBezTo>
                  <a:cubicBezTo>
                    <a:pt x="2198" y="454"/>
                    <a:pt x="1867" y="88"/>
                    <a:pt x="1501" y="18"/>
                  </a:cubicBezTo>
                  <a:cubicBezTo>
                    <a:pt x="1446" y="7"/>
                    <a:pt x="1380" y="1"/>
                    <a:pt x="13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9" name="Google Shape;3929;p113"/>
            <p:cNvSpPr/>
            <p:nvPr/>
          </p:nvSpPr>
          <p:spPr>
            <a:xfrm>
              <a:off x="1192475" y="2509350"/>
              <a:ext cx="80200" cy="56975"/>
            </a:xfrm>
            <a:custGeom>
              <a:rect b="b" l="l" r="r" t="t"/>
              <a:pathLst>
                <a:path extrusionOk="0" h="2279" w="3208">
                  <a:moveTo>
                    <a:pt x="1386" y="1"/>
                  </a:moveTo>
                  <a:cubicBezTo>
                    <a:pt x="1299" y="1"/>
                    <a:pt x="1215" y="8"/>
                    <a:pt x="1133" y="24"/>
                  </a:cubicBezTo>
                  <a:cubicBezTo>
                    <a:pt x="262" y="181"/>
                    <a:pt x="0" y="1070"/>
                    <a:pt x="645" y="1663"/>
                  </a:cubicBezTo>
                  <a:cubicBezTo>
                    <a:pt x="977" y="1942"/>
                    <a:pt x="1360" y="2133"/>
                    <a:pt x="1796" y="2220"/>
                  </a:cubicBezTo>
                  <a:cubicBezTo>
                    <a:pt x="1918" y="2261"/>
                    <a:pt x="2047" y="2278"/>
                    <a:pt x="2174" y="2278"/>
                  </a:cubicBezTo>
                  <a:cubicBezTo>
                    <a:pt x="2264" y="2278"/>
                    <a:pt x="2354" y="2270"/>
                    <a:pt x="2441" y="2255"/>
                  </a:cubicBezTo>
                  <a:cubicBezTo>
                    <a:pt x="2563" y="2220"/>
                    <a:pt x="2685" y="2151"/>
                    <a:pt x="2772" y="2081"/>
                  </a:cubicBezTo>
                  <a:cubicBezTo>
                    <a:pt x="3086" y="1802"/>
                    <a:pt x="3208" y="1384"/>
                    <a:pt x="3068" y="1000"/>
                  </a:cubicBezTo>
                  <a:cubicBezTo>
                    <a:pt x="2867" y="459"/>
                    <a:pt x="2064" y="1"/>
                    <a:pt x="13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930" name="Google Shape;3930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875" y="44900"/>
            <a:ext cx="3489955" cy="134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1" name="Google Shape;3931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51" y="123913"/>
            <a:ext cx="1180550" cy="11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5" name="Shape 3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6" name="Google Shape;3936;p114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Métricas de Kanban (Lean)</a:t>
            </a:r>
            <a:endParaRPr/>
          </a:p>
        </p:txBody>
      </p:sp>
      <p:sp>
        <p:nvSpPr>
          <p:cNvPr id="3937" name="Google Shape;3937;p1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938" name="Google Shape;3938;p114"/>
          <p:cNvSpPr txBox="1"/>
          <p:nvPr>
            <p:ph idx="1" type="body"/>
          </p:nvPr>
        </p:nvSpPr>
        <p:spPr>
          <a:xfrm>
            <a:off x="170600" y="1546525"/>
            <a:ext cx="8491800" cy="3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b="1" lang="es" sz="2000"/>
              <a:t>Lead Time</a:t>
            </a:r>
            <a:r>
              <a:rPr lang="es" sz="2000"/>
              <a:t>: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Tiempo de card desde </a:t>
            </a:r>
            <a:r>
              <a:rPr b="1" lang="es" sz="2000">
                <a:solidFill>
                  <a:srgbClr val="0B5394"/>
                </a:solidFill>
              </a:rPr>
              <a:t>Backlog hasta Done</a:t>
            </a:r>
            <a:r>
              <a:rPr lang="es" sz="2000"/>
              <a:t>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000"/>
              <a:buChar char="○"/>
            </a:pPr>
            <a:r>
              <a:rPr b="1" lang="es" sz="2000">
                <a:solidFill>
                  <a:srgbClr val="0B5394"/>
                </a:solidFill>
              </a:rPr>
              <a:t>Mide el tiempo total desde que la tarjeta fue creada hasta que fue terminada</a:t>
            </a:r>
            <a:r>
              <a:rPr lang="es" sz="2000"/>
              <a:t>.</a:t>
            </a:r>
            <a:endParaRPr b="1" sz="2000">
              <a:solidFill>
                <a:srgbClr val="0B5394"/>
              </a:solidFill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b="1" lang="es" sz="2000"/>
              <a:t>Touch Time</a:t>
            </a:r>
            <a:r>
              <a:rPr lang="es" sz="2000"/>
              <a:t>: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Mide el tiempo de card en la que fue realmente trabajada.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Tiempo en que la card estuvo con </a:t>
            </a:r>
            <a:r>
              <a:rPr b="1" lang="es" sz="2000">
                <a:solidFill>
                  <a:srgbClr val="0B5394"/>
                </a:solidFill>
              </a:rPr>
              <a:t>“trabajo en curso”</a:t>
            </a:r>
            <a:r>
              <a:rPr lang="es" sz="2000"/>
              <a:t>.</a:t>
            </a:r>
            <a:endParaRPr b="1"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b="1" lang="es" sz="2000"/>
              <a:t>Cycle Time</a:t>
            </a:r>
            <a:r>
              <a:rPr lang="es" sz="2000"/>
              <a:t>: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Tiempo desde que fue </a:t>
            </a:r>
            <a:r>
              <a:rPr b="1" lang="es" sz="2000">
                <a:solidFill>
                  <a:srgbClr val="0B5394"/>
                </a:solidFill>
              </a:rPr>
              <a:t>asignada hasta que fue terminada</a:t>
            </a:r>
            <a:r>
              <a:rPr lang="es" sz="2000"/>
              <a:t>.</a:t>
            </a:r>
            <a:endParaRPr b="1"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b="1" lang="es" sz="2000"/>
              <a:t>Efficiency</a:t>
            </a:r>
            <a:r>
              <a:rPr lang="es" sz="2000"/>
              <a:t> -&gt; Qué tan eficiente (entra vs sale) en la iteración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Touch Time / Lead Time</a:t>
            </a:r>
            <a:endParaRPr sz="2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2" name="Shape 3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3" name="Google Shape;3943;p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944" name="Google Shape;3944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650" y="304800"/>
            <a:ext cx="8006704" cy="4358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8" name="Shape 3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9" name="Google Shape;3949;p116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Ejemplo de referencia</a:t>
            </a:r>
            <a:endParaRPr/>
          </a:p>
        </p:txBody>
      </p:sp>
      <p:sp>
        <p:nvSpPr>
          <p:cNvPr id="3950" name="Google Shape;3950;p1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3951" name="Google Shape;3951;p116"/>
          <p:cNvGraphicFramePr/>
          <p:nvPr/>
        </p:nvGraphicFramePr>
        <p:xfrm>
          <a:off x="690400" y="187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{FD24BBB4-5AA8-4776-AE99-AC1C4D8F8763}</a:tableStyleId>
              </a:tblPr>
              <a:tblGrid>
                <a:gridCol w="996600"/>
                <a:gridCol w="996600"/>
                <a:gridCol w="996600"/>
                <a:gridCol w="996600"/>
                <a:gridCol w="996600"/>
                <a:gridCol w="996600"/>
                <a:gridCol w="996600"/>
                <a:gridCol w="996600"/>
              </a:tblGrid>
              <a:tr h="10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Card 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Fecha creación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Fecha de inicio de trabajo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Fecha entrega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Días sin trabajo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Lead Time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(días)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Cycle Time</a:t>
                      </a:r>
                      <a:br>
                        <a:rPr lang="es"/>
                      </a:br>
                      <a:r>
                        <a:rPr lang="es"/>
                        <a:t>(días)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Touch Time</a:t>
                      </a:r>
                      <a:br>
                        <a:rPr lang="es"/>
                      </a:br>
                      <a:r>
                        <a:rPr lang="es"/>
                        <a:t>(días)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841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4/6/2022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19/6/2022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26/6/2022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55" name="Shape 3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6" name="Google Shape;3956;p117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3600">
                <a:solidFill>
                  <a:srgbClr val="CC0000"/>
                </a:solidFill>
              </a:rPr>
              <a:t>Touch Time &lt;= Cycle Time &lt;= Lead Time</a:t>
            </a:r>
            <a:br>
              <a:rPr lang="es" sz="3600">
                <a:solidFill>
                  <a:srgbClr val="CC0000"/>
                </a:solidFill>
              </a:rPr>
            </a:br>
            <a:r>
              <a:rPr lang="es" sz="1900">
                <a:solidFill>
                  <a:srgbClr val="CC0000"/>
                </a:solidFill>
              </a:rPr>
              <a:t>(Sólo Trabajado) &lt;= (Desde que se asignó la card) &lt;= (Desde el momento de su creación)</a:t>
            </a:r>
            <a:endParaRPr sz="1900">
              <a:solidFill>
                <a:srgbClr val="CC0000"/>
              </a:solidFill>
            </a:endParaRPr>
          </a:p>
        </p:txBody>
      </p:sp>
      <p:sp>
        <p:nvSpPr>
          <p:cNvPr id="3957" name="Google Shape;3957;p1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1" name="Shape 3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" name="Google Shape;3962;p118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Lead Time</a:t>
            </a:r>
            <a:endParaRPr/>
          </a:p>
        </p:txBody>
      </p:sp>
      <p:sp>
        <p:nvSpPr>
          <p:cNvPr id="3963" name="Google Shape;3963;p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964" name="Google Shape;3964;p118"/>
          <p:cNvSpPr txBox="1"/>
          <p:nvPr>
            <p:ph idx="1" type="body"/>
          </p:nvPr>
        </p:nvSpPr>
        <p:spPr>
          <a:xfrm>
            <a:off x="416900" y="827975"/>
            <a:ext cx="8456700" cy="3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Planned </a:t>
            </a:r>
            <a:r>
              <a:rPr b="1" lang="es" sz="25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← Acá entra la card</a:t>
            </a:r>
            <a:endParaRPr b="1" sz="2500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 Analysis</a:t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Ready for Development</a:t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 Development</a:t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Ready for QA</a:t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Ready for Review</a:t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Review </a:t>
            </a:r>
            <a:endParaRPr b="1" sz="2500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Done</a:t>
            </a:r>
            <a:r>
              <a:rPr b="1" lang="es" sz="25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← Acá sale la card</a:t>
            </a:r>
            <a:endParaRPr b="1" sz="2500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965" name="Google Shape;3965;p118"/>
          <p:cNvSpPr txBox="1"/>
          <p:nvPr/>
        </p:nvSpPr>
        <p:spPr>
          <a:xfrm>
            <a:off x="4997000" y="1298800"/>
            <a:ext cx="3876600" cy="3110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Lead Time</a:t>
            </a:r>
            <a:r>
              <a:rPr lang="es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○"/>
            </a:pPr>
            <a:r>
              <a:rPr lang="es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Tiempo de card desde </a:t>
            </a:r>
            <a:r>
              <a:rPr b="1" lang="es" sz="2100">
                <a:solidFill>
                  <a:srgbClr val="0B5394"/>
                </a:solidFill>
                <a:latin typeface="Inter"/>
                <a:ea typeface="Inter"/>
                <a:cs typeface="Inter"/>
                <a:sym typeface="Inter"/>
              </a:rPr>
              <a:t>Backlog hasta Done</a:t>
            </a:r>
            <a:r>
              <a:rPr lang="es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100"/>
              <a:buFont typeface="Inter"/>
              <a:buChar char="○"/>
            </a:pPr>
            <a:r>
              <a:rPr b="1" lang="es" sz="2100">
                <a:solidFill>
                  <a:srgbClr val="0B5394"/>
                </a:solidFill>
                <a:latin typeface="Inter"/>
                <a:ea typeface="Inter"/>
                <a:cs typeface="Inter"/>
                <a:sym typeface="Inter"/>
              </a:rPr>
              <a:t>Mide el tiempo total desde que la tarjeta fue creada hasta que fue terminada</a:t>
            </a:r>
            <a:r>
              <a:rPr lang="es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9" name="Shape 3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0" name="Google Shape;3970;p119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Lead Time Análisis por iteración</a:t>
            </a:r>
            <a:endParaRPr/>
          </a:p>
        </p:txBody>
      </p:sp>
      <p:sp>
        <p:nvSpPr>
          <p:cNvPr id="3971" name="Google Shape;3971;p1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3972" name="Google Shape;3972;p119"/>
          <p:cNvGraphicFramePr/>
          <p:nvPr/>
        </p:nvGraphicFramePr>
        <p:xfrm>
          <a:off x="129125" y="82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{FD24BBB4-5AA8-4776-AE99-AC1C4D8F8763}</a:tableStyleId>
              </a:tblPr>
              <a:tblGrid>
                <a:gridCol w="860825"/>
                <a:gridCol w="1190600"/>
                <a:gridCol w="3669625"/>
                <a:gridCol w="3098100"/>
              </a:tblGrid>
              <a:tr h="82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1"/>
                          </a:solidFill>
                        </a:rPr>
                        <a:t>Métrica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1"/>
                          </a:solidFill>
                        </a:rPr>
                        <a:t>Tendencia entre iteraciones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1"/>
                          </a:solidFill>
                        </a:rPr>
                        <a:t>Posible Interpretación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1"/>
                          </a:solidFill>
                        </a:rPr>
                        <a:t>Posibles acciones a tomar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191387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Lead Time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0000FF"/>
                          </a:solidFill>
                        </a:rPr>
                        <a:t>Baja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Puede que no existan más pedidos, no entra más cards/trabajo al board.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Si no entra más trabajo al board puede que el equipo esté sobrecargado.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Otra posible interpretación es que el equipo mejoró.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Analizar si efectivamente no hay nuevo trabajo.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Analizar la carga de trabajo del equipo.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4130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FF0000"/>
                          </a:solidFill>
                        </a:rPr>
                        <a:t>Aumenta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Hay mucho nuevo trabajo (demasiados pedidos)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El equipo no estima bien.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Lento ritmo de trabajo.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Analizar la situación, ¿por qué entra más trabajo del que puedo completar?</a:t>
                      </a:r>
                      <a:endParaRPr b="1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Analizar carga/ritmo de trabajo.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6" name="Shape 3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7" name="Google Shape;3977;p120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Touch TIme</a:t>
            </a:r>
            <a:endParaRPr/>
          </a:p>
        </p:txBody>
      </p:sp>
      <p:sp>
        <p:nvSpPr>
          <p:cNvPr id="3978" name="Google Shape;3978;p1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979" name="Google Shape;3979;p120"/>
          <p:cNvSpPr txBox="1"/>
          <p:nvPr>
            <p:ph idx="1" type="body"/>
          </p:nvPr>
        </p:nvSpPr>
        <p:spPr>
          <a:xfrm>
            <a:off x="248625" y="864150"/>
            <a:ext cx="8456700" cy="3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500"/>
              <a:buFont typeface="Arial"/>
              <a:buChar char="●"/>
            </a:pPr>
            <a:r>
              <a:rPr lang="es" sz="2500">
                <a:latin typeface="Arial"/>
                <a:ea typeface="Arial"/>
                <a:cs typeface="Arial"/>
                <a:sym typeface="Arial"/>
              </a:rPr>
              <a:t>Planned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 Analysis </a:t>
            </a:r>
            <a:r>
              <a:rPr b="1" lang="es" sz="25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← Acá se trabajó</a:t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500"/>
              <a:buFont typeface="Arial"/>
              <a:buChar char="●"/>
            </a:pPr>
            <a:r>
              <a:rPr lang="es" sz="2500">
                <a:latin typeface="Arial"/>
                <a:ea typeface="Arial"/>
                <a:cs typeface="Arial"/>
                <a:sym typeface="Arial"/>
              </a:rPr>
              <a:t>Ready for Development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 Development </a:t>
            </a:r>
            <a:r>
              <a:rPr b="1" lang="es" sz="25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← Acá se trabajó</a:t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500"/>
              <a:buFont typeface="Arial"/>
              <a:buChar char="●"/>
            </a:pPr>
            <a:r>
              <a:rPr lang="es" sz="2500">
                <a:latin typeface="Arial"/>
                <a:ea typeface="Arial"/>
                <a:cs typeface="Arial"/>
                <a:sym typeface="Arial"/>
              </a:rPr>
              <a:t>Ready for QA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QA </a:t>
            </a:r>
            <a:r>
              <a:rPr b="1" lang="es" sz="25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← Acá se trabajó</a:t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500"/>
              <a:buFont typeface="Arial"/>
              <a:buChar char="●"/>
            </a:pPr>
            <a:r>
              <a:rPr lang="es" sz="2500">
                <a:latin typeface="Arial"/>
                <a:ea typeface="Arial"/>
                <a:cs typeface="Arial"/>
                <a:sym typeface="Arial"/>
              </a:rPr>
              <a:t>Ready for Review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Review </a:t>
            </a:r>
            <a:r>
              <a:rPr b="1" lang="es" sz="25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← Acá se trabajó</a:t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Done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980" name="Google Shape;3980;p120"/>
          <p:cNvSpPr txBox="1"/>
          <p:nvPr/>
        </p:nvSpPr>
        <p:spPr>
          <a:xfrm>
            <a:off x="5574425" y="1208100"/>
            <a:ext cx="3537900" cy="318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Touch Time</a:t>
            </a:r>
            <a:r>
              <a:rPr lang="e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Inter"/>
              <a:buChar char="■"/>
            </a:pPr>
            <a:r>
              <a:rPr lang="es" sz="1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Mide el tiempo de card en la que fue realmente trabajada.</a:t>
            </a:r>
            <a:endParaRPr sz="1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Inter"/>
              <a:buChar char="■"/>
            </a:pPr>
            <a:r>
              <a:rPr lang="es" sz="1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Tiempo en que la card estuvo con </a:t>
            </a:r>
            <a:r>
              <a:rPr b="1" lang="es" sz="1900">
                <a:solidFill>
                  <a:srgbClr val="0B5394"/>
                </a:solidFill>
                <a:latin typeface="Inter"/>
                <a:ea typeface="Inter"/>
                <a:cs typeface="Inter"/>
                <a:sym typeface="Inter"/>
              </a:rPr>
              <a:t>“trabajo en curso”</a:t>
            </a:r>
            <a:r>
              <a:rPr lang="es" sz="1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4" name="Shape 3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5" name="Google Shape;3985;p121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Cycle Time</a:t>
            </a:r>
            <a:endParaRPr/>
          </a:p>
        </p:txBody>
      </p:sp>
      <p:sp>
        <p:nvSpPr>
          <p:cNvPr id="3986" name="Google Shape;3986;p1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987" name="Google Shape;3987;p121"/>
          <p:cNvSpPr txBox="1"/>
          <p:nvPr>
            <p:ph idx="1" type="body"/>
          </p:nvPr>
        </p:nvSpPr>
        <p:spPr>
          <a:xfrm>
            <a:off x="442200" y="1010225"/>
            <a:ext cx="8456700" cy="3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500"/>
              <a:buFont typeface="Arial"/>
              <a:buChar char="●"/>
            </a:pPr>
            <a:r>
              <a:rPr lang="es" sz="2500">
                <a:latin typeface="Arial"/>
                <a:ea typeface="Arial"/>
                <a:cs typeface="Arial"/>
                <a:sym typeface="Arial"/>
              </a:rPr>
              <a:t>Planned </a:t>
            </a:r>
            <a:r>
              <a:rPr b="1" lang="es" sz="25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← Acá entra la card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 Analysis</a:t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Ready for Development</a:t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 Development</a:t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Ready for QA</a:t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Ready for Review</a:t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500"/>
              <a:buFont typeface="Arial"/>
              <a:buChar char="●"/>
            </a:pPr>
            <a:r>
              <a:rPr b="1" lang="es" sz="2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s" sz="2500">
                <a:latin typeface="Arial"/>
                <a:ea typeface="Arial"/>
                <a:cs typeface="Arial"/>
                <a:sym typeface="Arial"/>
              </a:rPr>
              <a:t>Done </a:t>
            </a:r>
            <a:r>
              <a:rPr b="1" lang="es" sz="25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← Acá sale la card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988" name="Google Shape;3988;p121"/>
          <p:cNvSpPr txBox="1"/>
          <p:nvPr/>
        </p:nvSpPr>
        <p:spPr>
          <a:xfrm>
            <a:off x="5029650" y="1177650"/>
            <a:ext cx="3813000" cy="367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Cycle Time</a:t>
            </a:r>
            <a:r>
              <a:rPr lang="e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Char char="●"/>
            </a:pPr>
            <a:r>
              <a:rPr lang="e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Tiempo desde que fue </a:t>
            </a:r>
            <a:r>
              <a:rPr b="1" lang="es" sz="2000">
                <a:solidFill>
                  <a:srgbClr val="0B5394"/>
                </a:solidFill>
                <a:latin typeface="Inter"/>
                <a:ea typeface="Inter"/>
                <a:cs typeface="Inter"/>
                <a:sym typeface="Inter"/>
              </a:rPr>
              <a:t>asignada hasta que fue terminada (incluye tiempos muertos y de espera)</a:t>
            </a:r>
            <a:r>
              <a:rPr lang="e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●"/>
            </a:pPr>
            <a:r>
              <a:rPr lang="e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 toma desde In Analysis (acá se asigna la card) hasta Review (acá se termina la asignación)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2" name="Shape 3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" name="Google Shape;3993;p122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Cycle Time Análisis por iteración</a:t>
            </a:r>
            <a:endParaRPr/>
          </a:p>
        </p:txBody>
      </p:sp>
      <p:sp>
        <p:nvSpPr>
          <p:cNvPr id="3994" name="Google Shape;3994;p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3995" name="Google Shape;3995;p122"/>
          <p:cNvGraphicFramePr/>
          <p:nvPr/>
        </p:nvGraphicFramePr>
        <p:xfrm>
          <a:off x="129125" y="90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{FD24BBB4-5AA8-4776-AE99-AC1C4D8F8763}</a:tableStyleId>
              </a:tblPr>
              <a:tblGrid>
                <a:gridCol w="867325"/>
                <a:gridCol w="1199575"/>
                <a:gridCol w="3697350"/>
                <a:gridCol w="3121500"/>
              </a:tblGrid>
              <a:tr h="8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chemeClr val="lt1"/>
                          </a:solidFill>
                        </a:rPr>
                        <a:t>Métrica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chemeClr val="lt1"/>
                          </a:solidFill>
                        </a:rPr>
                        <a:t>Tendencia entre iteraciones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chemeClr val="lt1"/>
                          </a:solidFill>
                        </a:rPr>
                        <a:t>Posible Interpretación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chemeClr val="lt1"/>
                          </a:solidFill>
                        </a:rPr>
                        <a:t>Posibles acciones a tomar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136622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/>
                        <a:t>Cycle Time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rgbClr val="0000FF"/>
                          </a:solidFill>
                        </a:rPr>
                        <a:t>Baja</a:t>
                      </a:r>
                      <a:endParaRPr b="1" sz="15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s" sz="1500"/>
                        <a:t>Disminuyendo los tiempos muertos (espera/bloqueos) y aumenta el trabajo efectivo (touch time)</a:t>
                      </a:r>
                      <a:endParaRPr sz="1500"/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s" sz="1500"/>
                        <a:t>Equipo se encuentra mejorando.</a:t>
                      </a:r>
                      <a:endParaRPr sz="1500"/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s" sz="1500"/>
                        <a:t>Proceso es fluido.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s" sz="1500"/>
                        <a:t>Sigan así!!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15740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rgbClr val="FF0000"/>
                          </a:solidFill>
                        </a:rPr>
                        <a:t>Aumenta</a:t>
                      </a:r>
                      <a:endParaRPr b="1" sz="15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s" sz="1500"/>
                        <a:t>Aumentando los tiempos muertos debido a cuellos de botella.</a:t>
                      </a:r>
                      <a:endParaRPr sz="1500"/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s" sz="1500"/>
                        <a:t>El trabajo se complejiza</a:t>
                      </a:r>
                      <a:endParaRPr sz="1500"/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s" sz="1500"/>
                        <a:t>Posible desmotivación u otros factores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s" sz="1500"/>
                        <a:t>Analizar cuellos de botella, bloqueos, qué sucedió en esta iteración? </a:t>
                      </a:r>
                      <a:r>
                        <a:rPr b="1" lang="es" sz="1500"/>
                        <a:t>Tomar acciones.</a:t>
                      </a:r>
                      <a:endParaRPr b="1" sz="1500"/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s" sz="1500"/>
                        <a:t>Verificar motivación, carga de trabajo en el equipo.</a:t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9" name="Shape 3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0" name="Google Shape;4000;p123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"/>
              <a:t>Promedio Touch Time / Cycle Time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001" name="Google Shape;4001;p1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4002" name="Google Shape;4002;p123"/>
          <p:cNvGraphicFramePr/>
          <p:nvPr/>
        </p:nvGraphicFramePr>
        <p:xfrm>
          <a:off x="129125" y="155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{FD24BBB4-5AA8-4776-AE99-AC1C4D8F8763}</a:tableStyleId>
              </a:tblPr>
              <a:tblGrid>
                <a:gridCol w="987675"/>
                <a:gridCol w="1250250"/>
                <a:gridCol w="3526325"/>
                <a:gridCol w="3121500"/>
              </a:tblGrid>
              <a:tr h="89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chemeClr val="lt1"/>
                          </a:solidFill>
                        </a:rPr>
                        <a:t>Métrica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chemeClr val="lt1"/>
                          </a:solidFill>
                        </a:rPr>
                        <a:t>Tendencia entre iteraciones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chemeClr val="lt1"/>
                          </a:solidFill>
                        </a:rPr>
                        <a:t>Posible Interpretación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chemeClr val="lt1"/>
                          </a:solidFill>
                        </a:rPr>
                        <a:t>Posibles acciones a tomar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136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Promedio TouchTime/CycleTime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rgbClr val="0000FF"/>
                          </a:solidFill>
                        </a:rPr>
                        <a:t>Baja</a:t>
                      </a:r>
                      <a:br>
                        <a:rPr b="1" lang="es" sz="1500">
                          <a:solidFill>
                            <a:srgbClr val="0000FF"/>
                          </a:solidFill>
                        </a:rPr>
                      </a:br>
                      <a:r>
                        <a:rPr b="1" lang="es" sz="1500">
                          <a:solidFill>
                            <a:srgbClr val="0000FF"/>
                          </a:solidFill>
                        </a:rPr>
                        <a:t>(Cycle Time &gt; Touch Time)</a:t>
                      </a:r>
                      <a:endParaRPr b="1" sz="15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s" sz="1500"/>
                        <a:t>Mucha espera en el proceso.</a:t>
                      </a:r>
                      <a:endParaRPr sz="1500"/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s" sz="1500"/>
                        <a:t>Muchos bloqueos.</a:t>
                      </a:r>
                      <a:endParaRPr sz="1500"/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s" sz="1500"/>
                        <a:t>Presencia de cuellos de botella.</a:t>
                      </a:r>
                      <a:endParaRPr sz="1500"/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s" sz="1500"/>
                        <a:t>Mucho multitasking, nada resuelto.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s" sz="1500"/>
                        <a:t>Bajar los límites WIP.</a:t>
                      </a:r>
                      <a:endParaRPr sz="1500"/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s" sz="1500"/>
                        <a:t>Trabajar sobre los cuellos de botella.</a:t>
                      </a:r>
                      <a:endParaRPr sz="1500"/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s" sz="1500"/>
                        <a:t>Identificar bloqueos/cuellos de botella y solucionarlos.</a:t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6" name="Shape 4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7" name="Google Shape;4007;p124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Métricas</a:t>
            </a:r>
            <a:endParaRPr/>
          </a:p>
        </p:txBody>
      </p:sp>
      <p:sp>
        <p:nvSpPr>
          <p:cNvPr id="4008" name="Google Shape;4008;p1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09" name="Google Shape;4009;p124"/>
          <p:cNvSpPr txBox="1"/>
          <p:nvPr>
            <p:ph idx="1" type="body"/>
          </p:nvPr>
        </p:nvSpPr>
        <p:spPr>
          <a:xfrm>
            <a:off x="385950" y="938400"/>
            <a:ext cx="8456700" cy="3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●"/>
            </a:pPr>
            <a:r>
              <a:rPr b="1" lang="es" sz="2500">
                <a:latin typeface="Arial"/>
                <a:ea typeface="Arial"/>
                <a:cs typeface="Arial"/>
                <a:sym typeface="Arial"/>
              </a:rPr>
              <a:t>Lo importante es medir cómo va evolucionando el equipo a lo largo de las iteraciones</a:t>
            </a:r>
            <a:r>
              <a:rPr lang="es" sz="2500">
                <a:latin typeface="Arial"/>
                <a:ea typeface="Arial"/>
                <a:cs typeface="Arial"/>
                <a:sym typeface="Arial"/>
              </a:rPr>
              <a:t>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○"/>
            </a:pPr>
            <a:r>
              <a:rPr lang="es" sz="2500">
                <a:latin typeface="Arial"/>
                <a:ea typeface="Arial"/>
                <a:cs typeface="Arial"/>
                <a:sym typeface="Arial"/>
              </a:rPr>
              <a:t>Iteración 1 vs Iteración 2 vs Iteración 3 …. vs It N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3" name="Shape 4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" name="Google Shape;4014;p1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015" name="Google Shape;4015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4625" y="396100"/>
            <a:ext cx="5965701" cy="33557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6" name="Google Shape;4016;p125"/>
          <p:cNvSpPr txBox="1"/>
          <p:nvPr/>
        </p:nvSpPr>
        <p:spPr>
          <a:xfrm>
            <a:off x="1927125" y="4084325"/>
            <a:ext cx="5190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u="sng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Agile Project management dashboards plugin for Trello</a:t>
            </a:r>
            <a:r>
              <a:rPr lang="es" sz="1900">
                <a:solidFill>
                  <a:srgbClr val="0000FF"/>
                </a:solidFill>
              </a:rPr>
              <a:t> </a:t>
            </a:r>
            <a:r>
              <a:rPr lang="es" sz="1900"/>
              <a:t>(Pago, buscar alternativa free)</a:t>
            </a:r>
            <a:endParaRPr sz="19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0" name="Shape 4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1" name="Google Shape;4021;p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22" name="Google Shape;4022;p126"/>
          <p:cNvSpPr txBox="1"/>
          <p:nvPr/>
        </p:nvSpPr>
        <p:spPr>
          <a:xfrm>
            <a:off x="3763350" y="3873625"/>
            <a:ext cx="1617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Jira</a:t>
            </a:r>
            <a:r>
              <a:rPr lang="es" sz="1900">
                <a:solidFill>
                  <a:srgbClr val="0000FF"/>
                </a:solidFill>
              </a:rPr>
              <a:t> (Gratis)</a:t>
            </a:r>
            <a:endParaRPr sz="1900">
              <a:solidFill>
                <a:srgbClr val="0000FF"/>
              </a:solidFill>
            </a:endParaRPr>
          </a:p>
        </p:txBody>
      </p:sp>
      <p:pic>
        <p:nvPicPr>
          <p:cNvPr id="4023" name="Google Shape;4023;p1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9075" y="1640125"/>
            <a:ext cx="437197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7" name="Shape 4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8" name="Google Shape;4028;p127"/>
          <p:cNvSpPr txBox="1"/>
          <p:nvPr>
            <p:ph type="title"/>
          </p:nvPr>
        </p:nvSpPr>
        <p:spPr>
          <a:xfrm>
            <a:off x="524850" y="2285400"/>
            <a:ext cx="8406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Azure DevOps: trello de microsoft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2" name="Shape 4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3" name="Google Shape;4033;p128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Risk Management</a:t>
            </a:r>
            <a:endParaRPr/>
          </a:p>
        </p:txBody>
      </p:sp>
      <p:sp>
        <p:nvSpPr>
          <p:cNvPr id="4034" name="Google Shape;4034;p1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35" name="Google Shape;4035;p128"/>
          <p:cNvSpPr txBox="1"/>
          <p:nvPr>
            <p:ph idx="1" type="body"/>
          </p:nvPr>
        </p:nvSpPr>
        <p:spPr>
          <a:xfrm>
            <a:off x="879000" y="1338950"/>
            <a:ext cx="75507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Open Sans"/>
              <a:buChar char="●"/>
            </a:pPr>
            <a:r>
              <a:rPr lang="es" sz="2300"/>
              <a:t>Responde a la pregunta: </a:t>
            </a:r>
            <a:r>
              <a:rPr b="1" lang="es" sz="2300"/>
              <a:t>¿Cómo nos organizamos ante futuros problemas del proyecto y/o producto?</a:t>
            </a:r>
            <a:endParaRPr b="1"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Open Sans"/>
              <a:buChar char="●"/>
            </a:pPr>
            <a:r>
              <a:rPr lang="es" sz="2300"/>
              <a:t>La administración proactiva de riesgos es una forma efectiva de administrar el proyecto.</a:t>
            </a:r>
            <a:endParaRPr sz="23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Open Sans"/>
              <a:buChar char="●"/>
            </a:pPr>
            <a:r>
              <a:rPr lang="es" sz="2300"/>
              <a:t>Se realiza de forma continua.</a:t>
            </a:r>
            <a:endParaRPr sz="23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Open Sans"/>
              <a:buChar char="●"/>
            </a:pPr>
            <a:r>
              <a:rPr lang="es" sz="2300"/>
              <a:t>Mantener comunicación abierta.</a:t>
            </a:r>
            <a:endParaRPr sz="23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2300"/>
              <a:buChar char="●"/>
            </a:pPr>
            <a:r>
              <a:rPr lang="es" sz="2300"/>
              <a:t>Especificar primero, luego administrar.</a:t>
            </a:r>
            <a:endParaRPr sz="28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9" name="Shape 4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0" name="Google Shape;4040;p129"/>
          <p:cNvSpPr txBox="1"/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Riesgos</a:t>
            </a:r>
            <a:endParaRPr/>
          </a:p>
        </p:txBody>
      </p:sp>
      <p:sp>
        <p:nvSpPr>
          <p:cNvPr id="4041" name="Google Shape;4041;p1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Riesgos pueden ser de índole: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Gestión de proyecto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A nivel de integrantes del equipo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Avance; qué sucede si no hay avance en un sprint?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Negocio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Cambios a nivel de negocio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Técnico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Posibles problemas a nivel técnico; integraciones, caídas de servicio, uso de apis externas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Los riesgos deben ser revisados, medidos y analizados de forma continua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	Ideas: inicio de cada sprint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5" name="Shape 4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6" name="Google Shape;4046;p1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4047" name="Google Shape;4047;p130"/>
          <p:cNvGraphicFramePr/>
          <p:nvPr/>
        </p:nvGraphicFramePr>
        <p:xfrm>
          <a:off x="660938" y="1055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{FD24BBB4-5AA8-4776-AE99-AC1C4D8F8763}</a:tableStyleId>
              </a:tblPr>
              <a:tblGrid>
                <a:gridCol w="565975"/>
                <a:gridCol w="1837450"/>
                <a:gridCol w="903375"/>
                <a:gridCol w="2025775"/>
                <a:gridCol w="2229300"/>
              </a:tblGrid>
              <a:tr h="47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Nro</a:t>
                      </a:r>
                      <a:endParaRPr b="1" sz="1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Riesgo</a:t>
                      </a:r>
                      <a:endParaRPr b="1" sz="1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Impacto</a:t>
                      </a:r>
                      <a:endParaRPr b="1" sz="1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Probabilidad</a:t>
                      </a:r>
                      <a:endParaRPr b="1" sz="1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Mitigación</a:t>
                      </a:r>
                      <a:endParaRPr b="1" sz="1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43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Heroku depreca la disponibilidad de la capa gratuita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Alto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Baja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Desplegar en local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43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API que se consume deja de existir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Alto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Baja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Tener una API de respaldo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48" name="Google Shape;4048;p130"/>
          <p:cNvSpPr txBox="1"/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Matriz de Riesgos</a:t>
            </a:r>
            <a:endParaRPr/>
          </a:p>
        </p:txBody>
      </p:sp>
      <p:sp>
        <p:nvSpPr>
          <p:cNvPr id="4049" name="Google Shape;4049;p130"/>
          <p:cNvSpPr txBox="1"/>
          <p:nvPr>
            <p:ph idx="1" type="body"/>
          </p:nvPr>
        </p:nvSpPr>
        <p:spPr>
          <a:xfrm>
            <a:off x="203163" y="3152525"/>
            <a:ext cx="8520600" cy="16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Cada riesgo debe tener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Posible impacto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Probabilidad de que ocurra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Plan de mitigación asociado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3" name="Shape 4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4" name="Google Shape;4054;p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4055" name="Google Shape;4055;p131"/>
          <p:cNvGraphicFramePr/>
          <p:nvPr/>
        </p:nvGraphicFramePr>
        <p:xfrm>
          <a:off x="660938" y="1055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{FD24BBB4-5AA8-4776-AE99-AC1C4D8F8763}</a:tableStyleId>
              </a:tblPr>
              <a:tblGrid>
                <a:gridCol w="565975"/>
                <a:gridCol w="1837450"/>
                <a:gridCol w="903375"/>
                <a:gridCol w="2025775"/>
                <a:gridCol w="2229300"/>
              </a:tblGrid>
              <a:tr h="47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Nro</a:t>
                      </a:r>
                      <a:endParaRPr b="1" sz="1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Riesgo</a:t>
                      </a:r>
                      <a:endParaRPr b="1" sz="1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Impacto</a:t>
                      </a:r>
                      <a:endParaRPr b="1" sz="1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Probabilidad</a:t>
                      </a:r>
                      <a:endParaRPr b="1" sz="1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Mitigación</a:t>
                      </a:r>
                      <a:endParaRPr b="1" sz="1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43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Heroku depreca la disponibilidad de la capa gratuita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Alto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Baja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Desplegar en local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43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API que se consume deja de existir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Alto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Baja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Tener una API de respaldo</a:t>
                      </a:r>
                      <a:endParaRPr sz="13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56" name="Google Shape;4056;p131"/>
          <p:cNvSpPr txBox="1"/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Matriz de Riesgos</a:t>
            </a:r>
            <a:endParaRPr/>
          </a:p>
        </p:txBody>
      </p:sp>
      <p:sp>
        <p:nvSpPr>
          <p:cNvPr id="4057" name="Google Shape;4057;p131"/>
          <p:cNvSpPr txBox="1"/>
          <p:nvPr>
            <p:ph idx="1" type="body"/>
          </p:nvPr>
        </p:nvSpPr>
        <p:spPr>
          <a:xfrm>
            <a:off x="203163" y="3152525"/>
            <a:ext cx="8520600" cy="16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¿Por qué no un número?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¿Qué significa un 20%, como se obtuvo ese valor?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Por otro lado, ustedes tienen que definir, ¿por qué es “alto”, que implica “bajo”? etc. </a:t>
            </a:r>
            <a:r>
              <a:rPr b="1" lang="es"/>
              <a:t>No pueden quedar conceptos o mediciones sin definición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cxnSp>
        <p:nvCxnSpPr>
          <p:cNvPr id="4058" name="Google Shape;4058;p131"/>
          <p:cNvCxnSpPr/>
          <p:nvPr/>
        </p:nvCxnSpPr>
        <p:spPr>
          <a:xfrm flipH="1" rot="10800000">
            <a:off x="2972625" y="3102075"/>
            <a:ext cx="320700" cy="51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9" name="Google Shape;4059;p131"/>
          <p:cNvCxnSpPr/>
          <p:nvPr/>
        </p:nvCxnSpPr>
        <p:spPr>
          <a:xfrm flipH="1" rot="10800000">
            <a:off x="3102125" y="3046725"/>
            <a:ext cx="1141200" cy="56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3" name="Shape 4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4" name="Google Shape;4064;p132"/>
          <p:cNvSpPr txBox="1"/>
          <p:nvPr/>
        </p:nvSpPr>
        <p:spPr>
          <a:xfrm>
            <a:off x="925325" y="1478375"/>
            <a:ext cx="74598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" sz="2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 saber una tecnología no es un riesgo</a:t>
            </a:r>
            <a:endParaRPr sz="2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65" name="Google Shape;4065;p1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66" name="Google Shape;4066;p132"/>
          <p:cNvSpPr txBox="1"/>
          <p:nvPr/>
        </p:nvSpPr>
        <p:spPr>
          <a:xfrm>
            <a:off x="981825" y="2740900"/>
            <a:ext cx="74598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" sz="2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 saber hacer algo tampoco es un riesgo</a:t>
            </a:r>
            <a:endParaRPr sz="23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0" name="Shape 4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1" name="Google Shape;4071;p1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72" name="Google Shape;4072;p133"/>
          <p:cNvSpPr txBox="1"/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Readiness Management</a:t>
            </a:r>
            <a:endParaRPr/>
          </a:p>
        </p:txBody>
      </p:sp>
      <p:sp>
        <p:nvSpPr>
          <p:cNvPr id="4073" name="Google Shape;4073;p133"/>
          <p:cNvSpPr txBox="1"/>
          <p:nvPr>
            <p:ph idx="1" type="body"/>
          </p:nvPr>
        </p:nvSpPr>
        <p:spPr>
          <a:xfrm>
            <a:off x="172325" y="1129675"/>
            <a:ext cx="8520600" cy="35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para abordar la problemática de: </a:t>
            </a:r>
            <a:r>
              <a:rPr b="1" lang="es"/>
              <a:t>No sé la tecnología/lenguaje</a:t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Readiness Management es parte del Microsoft Solutions Framework (MSF)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Consiste en realizar actividades de aprendizaje y reforzamiento fuera de lo planificado por el cliente o por el equipo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grado de avance debe ser medido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Ejemplo: hoy aprendí a parsear un JSON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 son actividades que entran en la planificación ni en el board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¿Razón? el cliente no paga para que aprendas :(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7" name="Shape 4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8" name="Google Shape;4078;p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79" name="Google Shape;4079;p134"/>
          <p:cNvSpPr txBox="1"/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Readiness Management</a:t>
            </a:r>
            <a:endParaRPr/>
          </a:p>
        </p:txBody>
      </p:sp>
      <p:sp>
        <p:nvSpPr>
          <p:cNvPr id="4080" name="Google Shape;4080;p134"/>
          <p:cNvSpPr txBox="1"/>
          <p:nvPr>
            <p:ph idx="1" type="body"/>
          </p:nvPr>
        </p:nvSpPr>
        <p:spPr>
          <a:xfrm>
            <a:off x="172325" y="1129675"/>
            <a:ext cx="8520600" cy="35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para abordar la problemática de: </a:t>
            </a:r>
            <a:r>
              <a:rPr b="1" lang="es"/>
              <a:t>No sé la tecnología/lenguaje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Consiste en realizar actividades de aprendizaje y reforzamiento fuera de lo planificado por el cliente o por el equipo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081" name="Google Shape;4081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6538" y="2469750"/>
            <a:ext cx="4692185" cy="248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5" name="Shape 4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6" name="Google Shape;4086;p1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87" name="Google Shape;4087;p135"/>
          <p:cNvSpPr txBox="1"/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Readiness Management</a:t>
            </a:r>
            <a:endParaRPr/>
          </a:p>
        </p:txBody>
      </p:sp>
      <p:sp>
        <p:nvSpPr>
          <p:cNvPr id="4088" name="Google Shape;4088;p135"/>
          <p:cNvSpPr txBox="1"/>
          <p:nvPr>
            <p:ph idx="1" type="body"/>
          </p:nvPr>
        </p:nvSpPr>
        <p:spPr>
          <a:xfrm>
            <a:off x="172325" y="1129675"/>
            <a:ext cx="8520600" cy="35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para abordar la problemática de: </a:t>
            </a:r>
            <a:r>
              <a:rPr b="1" lang="es"/>
              <a:t>No sé la tecnología/lenguaje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Consiste en realizar actividades de aprendizaje y reforzamiento fuera de lo planificado por el cliente o por el equipo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Consiste en medir el estado actual vs el estado deseado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089" name="Google Shape;4089;p135"/>
          <p:cNvGraphicFramePr/>
          <p:nvPr/>
        </p:nvGraphicFramePr>
        <p:xfrm>
          <a:off x="88625" y="3193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{FD24BBB4-5AA8-4776-AE99-AC1C4D8F8763}</a:tableStyleId>
              </a:tblPr>
              <a:tblGrid>
                <a:gridCol w="424750"/>
                <a:gridCol w="1172700"/>
                <a:gridCol w="576550"/>
                <a:gridCol w="1292875"/>
                <a:gridCol w="1292875"/>
                <a:gridCol w="1422800"/>
                <a:gridCol w="1422800"/>
                <a:gridCol w="1422800"/>
              </a:tblGrid>
              <a:tr h="47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Nro</a:t>
                      </a:r>
                      <a:endParaRPr b="1"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Nombre</a:t>
                      </a:r>
                      <a:endParaRPr b="1"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Skill</a:t>
                      </a:r>
                      <a:endParaRPr b="1"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Diagnóstico</a:t>
                      </a:r>
                      <a:endParaRPr b="1"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Fecha Diagnóstico</a:t>
                      </a:r>
                      <a:endParaRPr b="1"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Estado Deseado</a:t>
                      </a:r>
                      <a:endParaRPr b="1"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Actividad</a:t>
                      </a:r>
                      <a:endParaRPr b="1"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Fecha Actividad</a:t>
                      </a:r>
                      <a:endParaRPr b="1"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43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9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Nunito"/>
                          <a:ea typeface="Nunito"/>
                          <a:cs typeface="Nunito"/>
                          <a:sym typeface="Nunito"/>
                        </a:rPr>
                        <a:t>Gonzalo</a:t>
                      </a:r>
                      <a:endParaRPr sz="9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React</a:t>
                      </a:r>
                      <a:endParaRPr sz="9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 se como renderizar una lista</a:t>
                      </a:r>
                      <a:endParaRPr sz="9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11/03/22</a:t>
                      </a:r>
                      <a:endParaRPr sz="9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Renderizar una lista</a:t>
                      </a:r>
                      <a:endParaRPr sz="9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Demo grupal donde se le enseña a renderizar listas</a:t>
                      </a:r>
                      <a:endParaRPr sz="9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12/03/22</a:t>
                      </a:r>
                      <a:endParaRPr sz="9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93" name="Shape 4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4" name="Google Shape;4094;p136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rgbClr val="4A86E8"/>
                </a:solidFill>
              </a:rPr>
              <a:t>La estimación puede ser hh/días/puntos/tallas de polera/etc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4095" name="Google Shape;4095;p1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9" name="Shape 4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Google Shape;4100;p137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Ejemplo Estructura Historia de Usuario</a:t>
            </a:r>
            <a:endParaRPr/>
          </a:p>
        </p:txBody>
      </p:sp>
      <p:sp>
        <p:nvSpPr>
          <p:cNvPr id="4101" name="Google Shape;4101;p1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102" name="Google Shape;4102;p137"/>
          <p:cNvSpPr txBox="1"/>
          <p:nvPr>
            <p:ph idx="1" type="body"/>
          </p:nvPr>
        </p:nvSpPr>
        <p:spPr>
          <a:xfrm>
            <a:off x="442200" y="1010225"/>
            <a:ext cx="8456700" cy="3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Contexto.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Arial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Descripción.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Arial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Ejemplo casos de uso / Criterios de aceptación.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Arial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Tasks por columna: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[In Development] Objetivo 1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[In Development] Objetivo 1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[In QA] ¿Qué se hace en QA?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■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Definir quién y cómo hace QA.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■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El proceso de QA debe ser documentado en la misma card.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[Review] ¿Qué se hace en Review?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06" name="Shape 4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Google Shape;4107;p138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 sz="4000">
                <a:solidFill>
                  <a:schemeClr val="dk1"/>
                </a:solidFill>
              </a:rPr>
              <a:t>Lo importante para escribir cards es establecer el siguiente criterio:</a:t>
            </a:r>
            <a:br>
              <a:rPr lang="es" sz="4000">
                <a:solidFill>
                  <a:srgbClr val="4A86E8"/>
                </a:solidFill>
              </a:rPr>
            </a:br>
            <a:r>
              <a:rPr lang="es" sz="4000">
                <a:solidFill>
                  <a:srgbClr val="4A86E8"/>
                </a:solidFill>
              </a:rPr>
              <a:t>GIVEN [condition]</a:t>
            </a:r>
            <a:br>
              <a:rPr lang="es" sz="4000">
                <a:solidFill>
                  <a:srgbClr val="4A86E8"/>
                </a:solidFill>
              </a:rPr>
            </a:br>
            <a:r>
              <a:rPr lang="es" sz="4000">
                <a:solidFill>
                  <a:srgbClr val="4A86E8"/>
                </a:solidFill>
              </a:rPr>
              <a:t>WHEN  [action]</a:t>
            </a:r>
            <a:br>
              <a:rPr lang="es" sz="4000">
                <a:solidFill>
                  <a:srgbClr val="4A86E8"/>
                </a:solidFill>
              </a:rPr>
            </a:br>
            <a:r>
              <a:rPr lang="es" sz="4000">
                <a:solidFill>
                  <a:srgbClr val="4A86E8"/>
                </a:solidFill>
              </a:rPr>
              <a:t>THEN [expected result]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4108" name="Google Shape;4108;p1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12" name="Shape 4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Google Shape;4113;p1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  <p:pic>
        <p:nvPicPr>
          <p:cNvPr id="4114" name="Google Shape;4114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8913" y="152400"/>
            <a:ext cx="472617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8" name="Shape 4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9" name="Google Shape;4119;p140"/>
          <p:cNvSpPr txBox="1"/>
          <p:nvPr>
            <p:ph type="ctrTitle"/>
          </p:nvPr>
        </p:nvSpPr>
        <p:spPr>
          <a:xfrm>
            <a:off x="1181300" y="707825"/>
            <a:ext cx="3713700" cy="25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Metodologías de Desarrollo </a:t>
            </a:r>
            <a:endParaRPr/>
          </a:p>
        </p:txBody>
      </p:sp>
      <p:sp>
        <p:nvSpPr>
          <p:cNvPr id="4120" name="Google Shape;4120;p140"/>
          <p:cNvSpPr txBox="1"/>
          <p:nvPr>
            <p:ph idx="1" type="subTitle"/>
          </p:nvPr>
        </p:nvSpPr>
        <p:spPr>
          <a:xfrm>
            <a:off x="1243000" y="3197275"/>
            <a:ext cx="36519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Gonzalo Martínez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gonzalo.martinez@uc.cl</a:t>
            </a:r>
            <a:endParaRPr/>
          </a:p>
        </p:txBody>
      </p:sp>
      <p:grpSp>
        <p:nvGrpSpPr>
          <p:cNvPr id="4121" name="Google Shape;4121;p140"/>
          <p:cNvGrpSpPr/>
          <p:nvPr/>
        </p:nvGrpSpPr>
        <p:grpSpPr>
          <a:xfrm>
            <a:off x="4895009" y="2385100"/>
            <a:ext cx="4080950" cy="3063373"/>
            <a:chOff x="408500" y="2277325"/>
            <a:chExt cx="2731925" cy="2050725"/>
          </a:xfrm>
        </p:grpSpPr>
        <p:sp>
          <p:nvSpPr>
            <p:cNvPr id="4122" name="Google Shape;4122;p140"/>
            <p:cNvSpPr/>
            <p:nvPr/>
          </p:nvSpPr>
          <p:spPr>
            <a:xfrm>
              <a:off x="1266125" y="2953575"/>
              <a:ext cx="1106475" cy="1013475"/>
            </a:xfrm>
            <a:custGeom>
              <a:rect b="b" l="l" r="r" t="t"/>
              <a:pathLst>
                <a:path extrusionOk="0" h="40539" w="44259">
                  <a:moveTo>
                    <a:pt x="31655" y="0"/>
                  </a:moveTo>
                  <a:lnTo>
                    <a:pt x="0" y="610"/>
                  </a:lnTo>
                  <a:cubicBezTo>
                    <a:pt x="0" y="610"/>
                    <a:pt x="5526" y="4480"/>
                    <a:pt x="7461" y="12585"/>
                  </a:cubicBezTo>
                  <a:cubicBezTo>
                    <a:pt x="9413" y="20708"/>
                    <a:pt x="12620" y="40423"/>
                    <a:pt x="12620" y="40423"/>
                  </a:cubicBezTo>
                  <a:cubicBezTo>
                    <a:pt x="12620" y="40423"/>
                    <a:pt x="14792" y="40538"/>
                    <a:pt x="18097" y="40538"/>
                  </a:cubicBezTo>
                  <a:cubicBezTo>
                    <a:pt x="24921" y="40538"/>
                    <a:pt x="36576" y="40048"/>
                    <a:pt x="43927" y="37041"/>
                  </a:cubicBezTo>
                  <a:cubicBezTo>
                    <a:pt x="43927" y="37041"/>
                    <a:pt x="44258" y="22312"/>
                    <a:pt x="40789" y="14712"/>
                  </a:cubicBezTo>
                  <a:cubicBezTo>
                    <a:pt x="37320" y="7095"/>
                    <a:pt x="31655" y="0"/>
                    <a:pt x="3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140"/>
            <p:cNvSpPr/>
            <p:nvPr/>
          </p:nvSpPr>
          <p:spPr>
            <a:xfrm>
              <a:off x="1408175" y="2983200"/>
              <a:ext cx="899050" cy="900775"/>
            </a:xfrm>
            <a:custGeom>
              <a:rect b="b" l="l" r="r" t="t"/>
              <a:pathLst>
                <a:path extrusionOk="0" fill="none" h="36031" w="35962">
                  <a:moveTo>
                    <a:pt x="1" y="332"/>
                  </a:moveTo>
                  <a:cubicBezTo>
                    <a:pt x="1" y="332"/>
                    <a:pt x="5335" y="8611"/>
                    <a:pt x="7287" y="16072"/>
                  </a:cubicBezTo>
                  <a:cubicBezTo>
                    <a:pt x="9222" y="23515"/>
                    <a:pt x="10756" y="36031"/>
                    <a:pt x="10756" y="36031"/>
                  </a:cubicBezTo>
                  <a:lnTo>
                    <a:pt x="35961" y="33416"/>
                  </a:lnTo>
                  <a:cubicBezTo>
                    <a:pt x="35961" y="33416"/>
                    <a:pt x="33172" y="14294"/>
                    <a:pt x="30802" y="9047"/>
                  </a:cubicBezTo>
                  <a:cubicBezTo>
                    <a:pt x="29338" y="5840"/>
                    <a:pt x="27525" y="2789"/>
                    <a:pt x="25381" y="0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140"/>
            <p:cNvSpPr/>
            <p:nvPr/>
          </p:nvSpPr>
          <p:spPr>
            <a:xfrm>
              <a:off x="1459175" y="2974475"/>
              <a:ext cx="268450" cy="915600"/>
            </a:xfrm>
            <a:custGeom>
              <a:rect b="b" l="l" r="r" t="t"/>
              <a:pathLst>
                <a:path extrusionOk="0" fill="none" h="36624" w="10738">
                  <a:moveTo>
                    <a:pt x="0" y="1"/>
                  </a:moveTo>
                  <a:cubicBezTo>
                    <a:pt x="0" y="1"/>
                    <a:pt x="5840" y="9902"/>
                    <a:pt x="7356" y="16491"/>
                  </a:cubicBezTo>
                  <a:cubicBezTo>
                    <a:pt x="8664" y="22191"/>
                    <a:pt x="10738" y="36624"/>
                    <a:pt x="10738" y="36624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140"/>
            <p:cNvSpPr/>
            <p:nvPr/>
          </p:nvSpPr>
          <p:spPr>
            <a:xfrm>
              <a:off x="1992125" y="2968375"/>
              <a:ext cx="272825" cy="873325"/>
            </a:xfrm>
            <a:custGeom>
              <a:rect b="b" l="l" r="r" t="t"/>
              <a:pathLst>
                <a:path extrusionOk="0" fill="none" h="34933" w="10913">
                  <a:moveTo>
                    <a:pt x="1" y="1"/>
                  </a:moveTo>
                  <a:cubicBezTo>
                    <a:pt x="1" y="1"/>
                    <a:pt x="6520" y="9222"/>
                    <a:pt x="7862" y="16822"/>
                  </a:cubicBezTo>
                  <a:cubicBezTo>
                    <a:pt x="9222" y="24439"/>
                    <a:pt x="10913" y="34933"/>
                    <a:pt x="10913" y="34933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140"/>
            <p:cNvSpPr/>
            <p:nvPr/>
          </p:nvSpPr>
          <p:spPr>
            <a:xfrm>
              <a:off x="1402075" y="3012825"/>
              <a:ext cx="687250" cy="29225"/>
            </a:xfrm>
            <a:custGeom>
              <a:rect b="b" l="l" r="r" t="t"/>
              <a:pathLst>
                <a:path extrusionOk="0" fill="none" h="1169" w="27490">
                  <a:moveTo>
                    <a:pt x="1" y="1169"/>
                  </a:moveTo>
                  <a:lnTo>
                    <a:pt x="27490" y="1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140"/>
            <p:cNvSpPr/>
            <p:nvPr/>
          </p:nvSpPr>
          <p:spPr>
            <a:xfrm>
              <a:off x="1634350" y="3771525"/>
              <a:ext cx="691600" cy="72350"/>
            </a:xfrm>
            <a:custGeom>
              <a:rect b="b" l="l" r="r" t="t"/>
              <a:pathLst>
                <a:path extrusionOk="0" fill="none" h="2894" w="27664">
                  <a:moveTo>
                    <a:pt x="1" y="2894"/>
                  </a:moveTo>
                  <a:lnTo>
                    <a:pt x="27664" y="0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8" name="Google Shape;4128;p140"/>
            <p:cNvSpPr/>
            <p:nvPr/>
          </p:nvSpPr>
          <p:spPr>
            <a:xfrm>
              <a:off x="1543700" y="3046375"/>
              <a:ext cx="359550" cy="310750"/>
            </a:xfrm>
            <a:custGeom>
              <a:rect b="b" l="l" r="r" t="t"/>
              <a:pathLst>
                <a:path extrusionOk="0" fill="none" h="12430" w="14382">
                  <a:moveTo>
                    <a:pt x="1" y="419"/>
                  </a:moveTo>
                  <a:cubicBezTo>
                    <a:pt x="1" y="419"/>
                    <a:pt x="3714" y="7531"/>
                    <a:pt x="4899" y="12429"/>
                  </a:cubicBezTo>
                  <a:lnTo>
                    <a:pt x="14382" y="11506"/>
                  </a:lnTo>
                  <a:lnTo>
                    <a:pt x="10233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9" name="Google Shape;4129;p140"/>
            <p:cNvSpPr/>
            <p:nvPr/>
          </p:nvSpPr>
          <p:spPr>
            <a:xfrm>
              <a:off x="1680100" y="3095625"/>
              <a:ext cx="188725" cy="153850"/>
            </a:xfrm>
            <a:custGeom>
              <a:rect b="b" l="l" r="r" t="t"/>
              <a:pathLst>
                <a:path extrusionOk="0" fill="none" h="6154" w="7549">
                  <a:moveTo>
                    <a:pt x="5457" y="1"/>
                  </a:moveTo>
                  <a:lnTo>
                    <a:pt x="1" y="436"/>
                  </a:lnTo>
                  <a:lnTo>
                    <a:pt x="2337" y="6154"/>
                  </a:lnTo>
                  <a:lnTo>
                    <a:pt x="7549" y="5718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0" name="Google Shape;4130;p140"/>
            <p:cNvSpPr/>
            <p:nvPr/>
          </p:nvSpPr>
          <p:spPr>
            <a:xfrm>
              <a:off x="1776850" y="3110875"/>
              <a:ext cx="50575" cy="53625"/>
            </a:xfrm>
            <a:custGeom>
              <a:rect b="b" l="l" r="r" t="t"/>
              <a:pathLst>
                <a:path extrusionOk="0" fill="none" h="2145" w="2023">
                  <a:moveTo>
                    <a:pt x="1" y="123"/>
                  </a:moveTo>
                  <a:lnTo>
                    <a:pt x="750" y="2145"/>
                  </a:lnTo>
                  <a:lnTo>
                    <a:pt x="2023" y="1970"/>
                  </a:lnTo>
                  <a:lnTo>
                    <a:pt x="1291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1" name="Google Shape;4131;p140"/>
            <p:cNvSpPr/>
            <p:nvPr/>
          </p:nvSpPr>
          <p:spPr>
            <a:xfrm>
              <a:off x="1799075" y="3174500"/>
              <a:ext cx="50575" cy="53625"/>
            </a:xfrm>
            <a:custGeom>
              <a:rect b="b" l="l" r="r" t="t"/>
              <a:pathLst>
                <a:path extrusionOk="0" fill="none" h="2145" w="2023">
                  <a:moveTo>
                    <a:pt x="1" y="123"/>
                  </a:moveTo>
                  <a:lnTo>
                    <a:pt x="768" y="2145"/>
                  </a:lnTo>
                  <a:lnTo>
                    <a:pt x="2023" y="1970"/>
                  </a:lnTo>
                  <a:lnTo>
                    <a:pt x="1308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2" name="Google Shape;4132;p140"/>
            <p:cNvSpPr/>
            <p:nvPr/>
          </p:nvSpPr>
          <p:spPr>
            <a:xfrm>
              <a:off x="1752875" y="3100425"/>
              <a:ext cx="53200" cy="143400"/>
            </a:xfrm>
            <a:custGeom>
              <a:rect b="b" l="l" r="r" t="t"/>
              <a:pathLst>
                <a:path extrusionOk="0" fill="none" h="5736" w="2128">
                  <a:moveTo>
                    <a:pt x="1" y="0"/>
                  </a:moveTo>
                  <a:lnTo>
                    <a:pt x="2128" y="5735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3" name="Google Shape;4133;p140"/>
            <p:cNvSpPr/>
            <p:nvPr/>
          </p:nvSpPr>
          <p:spPr>
            <a:xfrm>
              <a:off x="1595125" y="3141825"/>
              <a:ext cx="72375" cy="106775"/>
            </a:xfrm>
            <a:custGeom>
              <a:rect b="b" l="l" r="r" t="t"/>
              <a:pathLst>
                <a:path extrusionOk="0" fill="none" h="4271" w="2895">
                  <a:moveTo>
                    <a:pt x="1" y="53"/>
                  </a:moveTo>
                  <a:lnTo>
                    <a:pt x="1744" y="4271"/>
                  </a:lnTo>
                  <a:lnTo>
                    <a:pt x="2894" y="4149"/>
                  </a:lnTo>
                  <a:lnTo>
                    <a:pt x="1204" y="0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4" name="Google Shape;4134;p140"/>
            <p:cNvSpPr/>
            <p:nvPr/>
          </p:nvSpPr>
          <p:spPr>
            <a:xfrm>
              <a:off x="1820425" y="3038100"/>
              <a:ext cx="326000" cy="292875"/>
            </a:xfrm>
            <a:custGeom>
              <a:rect b="b" l="l" r="r" t="t"/>
              <a:pathLst>
                <a:path extrusionOk="0" fill="none" h="11715" w="13040">
                  <a:moveTo>
                    <a:pt x="1" y="297"/>
                  </a:moveTo>
                  <a:lnTo>
                    <a:pt x="4045" y="11714"/>
                  </a:lnTo>
                  <a:lnTo>
                    <a:pt x="13039" y="10529"/>
                  </a:lnTo>
                  <a:cubicBezTo>
                    <a:pt x="13039" y="10529"/>
                    <a:pt x="11052" y="5701"/>
                    <a:pt x="9954" y="3557"/>
                  </a:cubicBezTo>
                  <a:cubicBezTo>
                    <a:pt x="8856" y="1413"/>
                    <a:pt x="8054" y="1"/>
                    <a:pt x="8054" y="1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5" name="Google Shape;4135;p140"/>
            <p:cNvSpPr/>
            <p:nvPr/>
          </p:nvSpPr>
          <p:spPr>
            <a:xfrm>
              <a:off x="1938100" y="3042025"/>
              <a:ext cx="123775" cy="85875"/>
            </a:xfrm>
            <a:custGeom>
              <a:rect b="b" l="l" r="r" t="t"/>
              <a:pathLst>
                <a:path extrusionOk="0" fill="none" h="3435" w="4951">
                  <a:moveTo>
                    <a:pt x="0" y="1"/>
                  </a:moveTo>
                  <a:lnTo>
                    <a:pt x="1726" y="3435"/>
                  </a:lnTo>
                  <a:lnTo>
                    <a:pt x="4951" y="2929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6" name="Google Shape;4136;p140"/>
            <p:cNvSpPr/>
            <p:nvPr/>
          </p:nvSpPr>
          <p:spPr>
            <a:xfrm>
              <a:off x="1912375" y="3044200"/>
              <a:ext cx="119875" cy="271950"/>
            </a:xfrm>
            <a:custGeom>
              <a:rect b="b" l="l" r="r" t="t"/>
              <a:pathLst>
                <a:path extrusionOk="0" fill="none" h="10878" w="4795">
                  <a:moveTo>
                    <a:pt x="1" y="1"/>
                  </a:moveTo>
                  <a:cubicBezTo>
                    <a:pt x="1" y="1"/>
                    <a:pt x="4027" y="8681"/>
                    <a:pt x="4794" y="10878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7" name="Google Shape;4137;p140"/>
            <p:cNvSpPr/>
            <p:nvPr/>
          </p:nvSpPr>
          <p:spPr>
            <a:xfrm>
              <a:off x="1879700" y="3190200"/>
              <a:ext cx="99375" cy="12650"/>
            </a:xfrm>
            <a:custGeom>
              <a:rect b="b" l="l" r="r" t="t"/>
              <a:pathLst>
                <a:path extrusionOk="0" fill="none" h="506" w="3975">
                  <a:moveTo>
                    <a:pt x="0" y="506"/>
                  </a:moveTo>
                  <a:lnTo>
                    <a:pt x="3975" y="0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8" name="Google Shape;4138;p140"/>
            <p:cNvSpPr/>
            <p:nvPr/>
          </p:nvSpPr>
          <p:spPr>
            <a:xfrm>
              <a:off x="1673575" y="3363625"/>
              <a:ext cx="342550" cy="441050"/>
            </a:xfrm>
            <a:custGeom>
              <a:rect b="b" l="l" r="r" t="t"/>
              <a:pathLst>
                <a:path extrusionOk="0" fill="none" h="17642" w="13702">
                  <a:moveTo>
                    <a:pt x="0" y="698"/>
                  </a:moveTo>
                  <a:cubicBezTo>
                    <a:pt x="0" y="698"/>
                    <a:pt x="2476" y="11993"/>
                    <a:pt x="2859" y="17641"/>
                  </a:cubicBezTo>
                  <a:lnTo>
                    <a:pt x="13701" y="16438"/>
                  </a:lnTo>
                  <a:lnTo>
                    <a:pt x="11749" y="3749"/>
                  </a:lnTo>
                  <a:lnTo>
                    <a:pt x="9204" y="4062"/>
                  </a:lnTo>
                  <a:lnTo>
                    <a:pt x="8193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9" name="Google Shape;4139;p140"/>
            <p:cNvSpPr/>
            <p:nvPr/>
          </p:nvSpPr>
          <p:spPr>
            <a:xfrm>
              <a:off x="1927625" y="3323975"/>
              <a:ext cx="298100" cy="439300"/>
            </a:xfrm>
            <a:custGeom>
              <a:rect b="b" l="l" r="r" t="t"/>
              <a:pathLst>
                <a:path extrusionOk="0" fill="none" h="17572" w="11924">
                  <a:moveTo>
                    <a:pt x="1" y="1273"/>
                  </a:moveTo>
                  <a:lnTo>
                    <a:pt x="820" y="4376"/>
                  </a:lnTo>
                  <a:lnTo>
                    <a:pt x="2964" y="4184"/>
                  </a:lnTo>
                  <a:lnTo>
                    <a:pt x="5073" y="17571"/>
                  </a:lnTo>
                  <a:lnTo>
                    <a:pt x="11924" y="16874"/>
                  </a:lnTo>
                  <a:cubicBezTo>
                    <a:pt x="11924" y="16874"/>
                    <a:pt x="10338" y="3940"/>
                    <a:pt x="8751" y="1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0" name="Google Shape;4140;p140"/>
            <p:cNvSpPr/>
            <p:nvPr/>
          </p:nvSpPr>
          <p:spPr>
            <a:xfrm>
              <a:off x="1678375" y="3395450"/>
              <a:ext cx="168225" cy="115500"/>
            </a:xfrm>
            <a:custGeom>
              <a:rect b="b" l="l" r="r" t="t"/>
              <a:pathLst>
                <a:path extrusionOk="0" fill="none" h="4620" w="6729">
                  <a:moveTo>
                    <a:pt x="959" y="4620"/>
                  </a:moveTo>
                  <a:lnTo>
                    <a:pt x="6729" y="4062"/>
                  </a:lnTo>
                  <a:lnTo>
                    <a:pt x="5840" y="0"/>
                  </a:lnTo>
                  <a:lnTo>
                    <a:pt x="0" y="506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1" name="Google Shape;4141;p140"/>
            <p:cNvSpPr/>
            <p:nvPr/>
          </p:nvSpPr>
          <p:spPr>
            <a:xfrm>
              <a:off x="1367650" y="3159375"/>
              <a:ext cx="211825" cy="348100"/>
            </a:xfrm>
            <a:custGeom>
              <a:rect b="b" l="l" r="r" t="t"/>
              <a:pathLst>
                <a:path extrusionOk="0" h="13924" w="8473">
                  <a:moveTo>
                    <a:pt x="5785" y="0"/>
                  </a:moveTo>
                  <a:cubicBezTo>
                    <a:pt x="5752" y="0"/>
                    <a:pt x="5718" y="4"/>
                    <a:pt x="5683" y="13"/>
                  </a:cubicBezTo>
                  <a:cubicBezTo>
                    <a:pt x="4570" y="309"/>
                    <a:pt x="4689" y="4911"/>
                    <a:pt x="3806" y="4911"/>
                  </a:cubicBezTo>
                  <a:cubicBezTo>
                    <a:pt x="3804" y="4911"/>
                    <a:pt x="3802" y="4911"/>
                    <a:pt x="3801" y="4911"/>
                  </a:cubicBezTo>
                  <a:cubicBezTo>
                    <a:pt x="2912" y="4876"/>
                    <a:pt x="2929" y="2697"/>
                    <a:pt x="2929" y="2697"/>
                  </a:cubicBezTo>
                  <a:lnTo>
                    <a:pt x="2162" y="553"/>
                  </a:lnTo>
                  <a:cubicBezTo>
                    <a:pt x="1622" y="1286"/>
                    <a:pt x="1151" y="2087"/>
                    <a:pt x="750" y="2907"/>
                  </a:cubicBezTo>
                  <a:cubicBezTo>
                    <a:pt x="1" y="4423"/>
                    <a:pt x="314" y="5120"/>
                    <a:pt x="158" y="6079"/>
                  </a:cubicBezTo>
                  <a:cubicBezTo>
                    <a:pt x="53" y="6619"/>
                    <a:pt x="140" y="7177"/>
                    <a:pt x="402" y="7665"/>
                  </a:cubicBezTo>
                  <a:cubicBezTo>
                    <a:pt x="471" y="8049"/>
                    <a:pt x="489" y="8450"/>
                    <a:pt x="437" y="8833"/>
                  </a:cubicBezTo>
                  <a:cubicBezTo>
                    <a:pt x="367" y="9600"/>
                    <a:pt x="1709" y="10646"/>
                    <a:pt x="2877" y="11779"/>
                  </a:cubicBezTo>
                  <a:cubicBezTo>
                    <a:pt x="3574" y="12459"/>
                    <a:pt x="4237" y="13174"/>
                    <a:pt x="4847" y="13923"/>
                  </a:cubicBezTo>
                  <a:lnTo>
                    <a:pt x="8472" y="10106"/>
                  </a:lnTo>
                  <a:cubicBezTo>
                    <a:pt x="8472" y="10106"/>
                    <a:pt x="7705" y="6619"/>
                    <a:pt x="7479" y="5312"/>
                  </a:cubicBezTo>
                  <a:cubicBezTo>
                    <a:pt x="7276" y="4063"/>
                    <a:pt x="6812" y="0"/>
                    <a:pt x="5785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2" name="Google Shape;4142;p140"/>
            <p:cNvSpPr/>
            <p:nvPr/>
          </p:nvSpPr>
          <p:spPr>
            <a:xfrm>
              <a:off x="1488800" y="3412450"/>
              <a:ext cx="676350" cy="507550"/>
            </a:xfrm>
            <a:custGeom>
              <a:rect b="b" l="l" r="r" t="t"/>
              <a:pathLst>
                <a:path extrusionOk="0" h="20302" w="27054">
                  <a:moveTo>
                    <a:pt x="3626" y="0"/>
                  </a:moveTo>
                  <a:lnTo>
                    <a:pt x="1" y="3800"/>
                  </a:lnTo>
                  <a:cubicBezTo>
                    <a:pt x="1" y="3800"/>
                    <a:pt x="8173" y="20301"/>
                    <a:pt x="18573" y="20301"/>
                  </a:cubicBezTo>
                  <a:cubicBezTo>
                    <a:pt x="19168" y="20301"/>
                    <a:pt x="19770" y="20247"/>
                    <a:pt x="20378" y="20133"/>
                  </a:cubicBezTo>
                  <a:lnTo>
                    <a:pt x="27054" y="13858"/>
                  </a:lnTo>
                  <a:lnTo>
                    <a:pt x="21894" y="1778"/>
                  </a:lnTo>
                  <a:lnTo>
                    <a:pt x="15724" y="9971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3" name="Google Shape;4143;p140"/>
            <p:cNvSpPr/>
            <p:nvPr/>
          </p:nvSpPr>
          <p:spPr>
            <a:xfrm>
              <a:off x="2922075" y="3826875"/>
              <a:ext cx="180000" cy="213550"/>
            </a:xfrm>
            <a:custGeom>
              <a:rect b="b" l="l" r="r" t="t"/>
              <a:pathLst>
                <a:path extrusionOk="0" h="8542" w="7200">
                  <a:moveTo>
                    <a:pt x="1" y="0"/>
                  </a:moveTo>
                  <a:lnTo>
                    <a:pt x="2459" y="8541"/>
                  </a:lnTo>
                  <a:cubicBezTo>
                    <a:pt x="2459" y="8541"/>
                    <a:pt x="6607" y="6258"/>
                    <a:pt x="7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4" name="Google Shape;4144;p140"/>
            <p:cNvSpPr/>
            <p:nvPr/>
          </p:nvSpPr>
          <p:spPr>
            <a:xfrm>
              <a:off x="2958250" y="3174950"/>
              <a:ext cx="182175" cy="683325"/>
            </a:xfrm>
            <a:custGeom>
              <a:rect b="b" l="l" r="r" t="t"/>
              <a:pathLst>
                <a:path extrusionOk="0" h="27333" w="7287">
                  <a:moveTo>
                    <a:pt x="1081" y="0"/>
                  </a:moveTo>
                  <a:lnTo>
                    <a:pt x="1" y="27332"/>
                  </a:lnTo>
                  <a:lnTo>
                    <a:pt x="7287" y="26321"/>
                  </a:lnTo>
                  <a:cubicBezTo>
                    <a:pt x="7287" y="26321"/>
                    <a:pt x="6938" y="19140"/>
                    <a:pt x="5753" y="11278"/>
                  </a:cubicBezTo>
                  <a:cubicBezTo>
                    <a:pt x="4568" y="3399"/>
                    <a:pt x="1081" y="0"/>
                    <a:pt x="10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5" name="Google Shape;4145;p140"/>
            <p:cNvSpPr/>
            <p:nvPr/>
          </p:nvSpPr>
          <p:spPr>
            <a:xfrm>
              <a:off x="1829150" y="3223300"/>
              <a:ext cx="513800" cy="711225"/>
            </a:xfrm>
            <a:custGeom>
              <a:rect b="b" l="l" r="r" t="t"/>
              <a:pathLst>
                <a:path extrusionOk="0" h="28449" w="20552">
                  <a:moveTo>
                    <a:pt x="15218" y="1"/>
                  </a:moveTo>
                  <a:cubicBezTo>
                    <a:pt x="15061" y="18"/>
                    <a:pt x="14922" y="53"/>
                    <a:pt x="14782" y="106"/>
                  </a:cubicBezTo>
                  <a:cubicBezTo>
                    <a:pt x="10372" y="1552"/>
                    <a:pt x="0" y="15515"/>
                    <a:pt x="0" y="15515"/>
                  </a:cubicBezTo>
                  <a:lnTo>
                    <a:pt x="6433" y="28449"/>
                  </a:lnTo>
                  <a:lnTo>
                    <a:pt x="13963" y="22539"/>
                  </a:lnTo>
                  <a:lnTo>
                    <a:pt x="14015" y="22853"/>
                  </a:lnTo>
                  <a:lnTo>
                    <a:pt x="14608" y="26984"/>
                  </a:lnTo>
                  <a:lnTo>
                    <a:pt x="14643" y="27176"/>
                  </a:lnTo>
                  <a:lnTo>
                    <a:pt x="15322" y="27438"/>
                  </a:lnTo>
                  <a:lnTo>
                    <a:pt x="15532" y="27141"/>
                  </a:lnTo>
                  <a:lnTo>
                    <a:pt x="16978" y="25241"/>
                  </a:lnTo>
                  <a:lnTo>
                    <a:pt x="18687" y="23045"/>
                  </a:lnTo>
                  <a:lnTo>
                    <a:pt x="20552" y="12377"/>
                  </a:lnTo>
                  <a:lnTo>
                    <a:pt x="1521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6" name="Google Shape;4146;p140"/>
            <p:cNvSpPr/>
            <p:nvPr/>
          </p:nvSpPr>
          <p:spPr>
            <a:xfrm>
              <a:off x="2195200" y="3084000"/>
              <a:ext cx="856325" cy="1210050"/>
            </a:xfrm>
            <a:custGeom>
              <a:rect b="b" l="l" r="r" t="t"/>
              <a:pathLst>
                <a:path extrusionOk="0" h="48402" w="34253">
                  <a:moveTo>
                    <a:pt x="16913" y="0"/>
                  </a:moveTo>
                  <a:cubicBezTo>
                    <a:pt x="15173" y="0"/>
                    <a:pt x="13303" y="109"/>
                    <a:pt x="11313" y="361"/>
                  </a:cubicBezTo>
                  <a:cubicBezTo>
                    <a:pt x="11313" y="361"/>
                    <a:pt x="3278" y="2801"/>
                    <a:pt x="105" y="5556"/>
                  </a:cubicBezTo>
                  <a:cubicBezTo>
                    <a:pt x="105" y="5556"/>
                    <a:pt x="123" y="5590"/>
                    <a:pt x="140" y="5660"/>
                  </a:cubicBezTo>
                  <a:cubicBezTo>
                    <a:pt x="489" y="6828"/>
                    <a:pt x="3435" y="16816"/>
                    <a:pt x="3034" y="23022"/>
                  </a:cubicBezTo>
                  <a:cubicBezTo>
                    <a:pt x="2912" y="25288"/>
                    <a:pt x="2441" y="27519"/>
                    <a:pt x="1639" y="29628"/>
                  </a:cubicBezTo>
                  <a:cubicBezTo>
                    <a:pt x="1360" y="30395"/>
                    <a:pt x="1012" y="31145"/>
                    <a:pt x="593" y="31842"/>
                  </a:cubicBezTo>
                  <a:cubicBezTo>
                    <a:pt x="419" y="32173"/>
                    <a:pt x="227" y="32487"/>
                    <a:pt x="1" y="32783"/>
                  </a:cubicBezTo>
                  <a:lnTo>
                    <a:pt x="70" y="34195"/>
                  </a:lnTo>
                  <a:lnTo>
                    <a:pt x="280" y="38535"/>
                  </a:lnTo>
                  <a:lnTo>
                    <a:pt x="419" y="41411"/>
                  </a:lnTo>
                  <a:lnTo>
                    <a:pt x="646" y="45769"/>
                  </a:lnTo>
                  <a:lnTo>
                    <a:pt x="768" y="48332"/>
                  </a:lnTo>
                  <a:lnTo>
                    <a:pt x="6258" y="48332"/>
                  </a:lnTo>
                  <a:lnTo>
                    <a:pt x="32632" y="48401"/>
                  </a:lnTo>
                  <a:cubicBezTo>
                    <a:pt x="32632" y="48401"/>
                    <a:pt x="32649" y="47460"/>
                    <a:pt x="32684" y="45891"/>
                  </a:cubicBezTo>
                  <a:cubicBezTo>
                    <a:pt x="32702" y="44549"/>
                    <a:pt x="32736" y="42771"/>
                    <a:pt x="32789" y="40749"/>
                  </a:cubicBezTo>
                  <a:cubicBezTo>
                    <a:pt x="32789" y="40087"/>
                    <a:pt x="32806" y="39389"/>
                    <a:pt x="32824" y="38692"/>
                  </a:cubicBezTo>
                  <a:cubicBezTo>
                    <a:pt x="32858" y="37036"/>
                    <a:pt x="32911" y="35293"/>
                    <a:pt x="32946" y="33533"/>
                  </a:cubicBezTo>
                  <a:cubicBezTo>
                    <a:pt x="33120" y="26508"/>
                    <a:pt x="33364" y="19169"/>
                    <a:pt x="33660" y="16938"/>
                  </a:cubicBezTo>
                  <a:cubicBezTo>
                    <a:pt x="34253" y="12284"/>
                    <a:pt x="33242" y="5050"/>
                    <a:pt x="31725" y="3621"/>
                  </a:cubicBezTo>
                  <a:cubicBezTo>
                    <a:pt x="30473" y="2440"/>
                    <a:pt x="25156" y="0"/>
                    <a:pt x="16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7" name="Google Shape;4147;p140"/>
            <p:cNvSpPr/>
            <p:nvPr/>
          </p:nvSpPr>
          <p:spPr>
            <a:xfrm>
              <a:off x="2196500" y="3922300"/>
              <a:ext cx="822350" cy="142650"/>
            </a:xfrm>
            <a:custGeom>
              <a:rect b="b" l="l" r="r" t="t"/>
              <a:pathLst>
                <a:path extrusionOk="0" h="5706" w="32894">
                  <a:moveTo>
                    <a:pt x="32894" y="1"/>
                  </a:moveTo>
                  <a:lnTo>
                    <a:pt x="32894" y="1"/>
                  </a:lnTo>
                  <a:cubicBezTo>
                    <a:pt x="28057" y="968"/>
                    <a:pt x="21755" y="1261"/>
                    <a:pt x="15903" y="1261"/>
                  </a:cubicBezTo>
                  <a:cubicBezTo>
                    <a:pt x="8786" y="1261"/>
                    <a:pt x="2335" y="827"/>
                    <a:pt x="1" y="646"/>
                  </a:cubicBezTo>
                  <a:lnTo>
                    <a:pt x="1" y="646"/>
                  </a:lnTo>
                  <a:lnTo>
                    <a:pt x="228" y="4986"/>
                  </a:lnTo>
                  <a:cubicBezTo>
                    <a:pt x="3601" y="5528"/>
                    <a:pt x="8710" y="5705"/>
                    <a:pt x="13959" y="5705"/>
                  </a:cubicBezTo>
                  <a:cubicBezTo>
                    <a:pt x="21540" y="5705"/>
                    <a:pt x="29414" y="5335"/>
                    <a:pt x="32772" y="5160"/>
                  </a:cubicBezTo>
                  <a:cubicBezTo>
                    <a:pt x="32806" y="3504"/>
                    <a:pt x="32859" y="1761"/>
                    <a:pt x="328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8" name="Google Shape;4148;p140"/>
            <p:cNvSpPr/>
            <p:nvPr/>
          </p:nvSpPr>
          <p:spPr>
            <a:xfrm>
              <a:off x="2205225" y="4113600"/>
              <a:ext cx="809700" cy="131125"/>
            </a:xfrm>
            <a:custGeom>
              <a:rect b="b" l="l" r="r" t="t"/>
              <a:pathLst>
                <a:path extrusionOk="0" h="5245" w="32388">
                  <a:moveTo>
                    <a:pt x="32388" y="1"/>
                  </a:moveTo>
                  <a:lnTo>
                    <a:pt x="32388" y="1"/>
                  </a:lnTo>
                  <a:cubicBezTo>
                    <a:pt x="27857" y="530"/>
                    <a:pt x="22060" y="705"/>
                    <a:pt x="16558" y="705"/>
                  </a:cubicBezTo>
                  <a:cubicBezTo>
                    <a:pt x="9380" y="705"/>
                    <a:pt x="2704" y="407"/>
                    <a:pt x="1" y="210"/>
                  </a:cubicBezTo>
                  <a:lnTo>
                    <a:pt x="1" y="210"/>
                  </a:lnTo>
                  <a:lnTo>
                    <a:pt x="227" y="4568"/>
                  </a:lnTo>
                  <a:cubicBezTo>
                    <a:pt x="3612" y="5077"/>
                    <a:pt x="8573" y="5245"/>
                    <a:pt x="13660" y="5245"/>
                  </a:cubicBezTo>
                  <a:cubicBezTo>
                    <a:pt x="21121" y="5245"/>
                    <a:pt x="28853" y="4883"/>
                    <a:pt x="32283" y="4707"/>
                  </a:cubicBezTo>
                  <a:cubicBezTo>
                    <a:pt x="32301" y="3365"/>
                    <a:pt x="32335" y="2040"/>
                    <a:pt x="323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9" name="Google Shape;4149;p140"/>
            <p:cNvSpPr/>
            <p:nvPr/>
          </p:nvSpPr>
          <p:spPr>
            <a:xfrm>
              <a:off x="2178200" y="3786775"/>
              <a:ext cx="173475" cy="505525"/>
            </a:xfrm>
            <a:custGeom>
              <a:rect b="b" l="l" r="r" t="t"/>
              <a:pathLst>
                <a:path extrusionOk="0" h="20221" w="6939">
                  <a:moveTo>
                    <a:pt x="1" y="0"/>
                  </a:moveTo>
                  <a:lnTo>
                    <a:pt x="36" y="314"/>
                  </a:lnTo>
                  <a:lnTo>
                    <a:pt x="663" y="4637"/>
                  </a:lnTo>
                  <a:lnTo>
                    <a:pt x="733" y="6067"/>
                  </a:lnTo>
                  <a:lnTo>
                    <a:pt x="960" y="10407"/>
                  </a:lnTo>
                  <a:lnTo>
                    <a:pt x="1099" y="13283"/>
                  </a:lnTo>
                  <a:lnTo>
                    <a:pt x="1308" y="17641"/>
                  </a:lnTo>
                  <a:lnTo>
                    <a:pt x="1430" y="20203"/>
                  </a:lnTo>
                  <a:lnTo>
                    <a:pt x="3836" y="20221"/>
                  </a:lnTo>
                  <a:lnTo>
                    <a:pt x="6938" y="20221"/>
                  </a:lnTo>
                  <a:lnTo>
                    <a:pt x="1570" y="4602"/>
                  </a:lnTo>
                  <a:lnTo>
                    <a:pt x="1273" y="37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0" name="Google Shape;4150;p140"/>
            <p:cNvSpPr/>
            <p:nvPr/>
          </p:nvSpPr>
          <p:spPr>
            <a:xfrm>
              <a:off x="2178200" y="3758025"/>
              <a:ext cx="43175" cy="139900"/>
            </a:xfrm>
            <a:custGeom>
              <a:rect b="b" l="l" r="r" t="t"/>
              <a:pathLst>
                <a:path extrusionOk="0" h="5596" w="1727">
                  <a:moveTo>
                    <a:pt x="1726" y="0"/>
                  </a:moveTo>
                  <a:lnTo>
                    <a:pt x="1" y="1150"/>
                  </a:lnTo>
                  <a:lnTo>
                    <a:pt x="36" y="1464"/>
                  </a:lnTo>
                  <a:lnTo>
                    <a:pt x="646" y="5595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1" name="Google Shape;4151;p140"/>
            <p:cNvSpPr/>
            <p:nvPr/>
          </p:nvSpPr>
          <p:spPr>
            <a:xfrm>
              <a:off x="2155975" y="2529125"/>
              <a:ext cx="828450" cy="790150"/>
            </a:xfrm>
            <a:custGeom>
              <a:rect b="b" l="l" r="r" t="t"/>
              <a:pathLst>
                <a:path extrusionOk="0" h="31606" w="33138">
                  <a:moveTo>
                    <a:pt x="19315" y="0"/>
                  </a:moveTo>
                  <a:cubicBezTo>
                    <a:pt x="18565" y="0"/>
                    <a:pt x="17833" y="87"/>
                    <a:pt x="17118" y="262"/>
                  </a:cubicBezTo>
                  <a:cubicBezTo>
                    <a:pt x="16996" y="279"/>
                    <a:pt x="16857" y="314"/>
                    <a:pt x="16735" y="349"/>
                  </a:cubicBezTo>
                  <a:cubicBezTo>
                    <a:pt x="15846" y="593"/>
                    <a:pt x="15009" y="959"/>
                    <a:pt x="14207" y="1429"/>
                  </a:cubicBezTo>
                  <a:cubicBezTo>
                    <a:pt x="13946" y="1586"/>
                    <a:pt x="13684" y="1743"/>
                    <a:pt x="13423" y="1935"/>
                  </a:cubicBezTo>
                  <a:cubicBezTo>
                    <a:pt x="11680" y="3155"/>
                    <a:pt x="10233" y="4724"/>
                    <a:pt x="9170" y="6572"/>
                  </a:cubicBezTo>
                  <a:cubicBezTo>
                    <a:pt x="8455" y="7792"/>
                    <a:pt x="7880" y="9082"/>
                    <a:pt x="7444" y="10441"/>
                  </a:cubicBezTo>
                  <a:cubicBezTo>
                    <a:pt x="7304" y="10895"/>
                    <a:pt x="7182" y="11348"/>
                    <a:pt x="7060" y="11801"/>
                  </a:cubicBezTo>
                  <a:cubicBezTo>
                    <a:pt x="6520" y="13962"/>
                    <a:pt x="6729" y="16333"/>
                    <a:pt x="5317" y="18146"/>
                  </a:cubicBezTo>
                  <a:cubicBezTo>
                    <a:pt x="4115" y="19662"/>
                    <a:pt x="2319" y="20621"/>
                    <a:pt x="1238" y="22225"/>
                  </a:cubicBezTo>
                  <a:cubicBezTo>
                    <a:pt x="36" y="23968"/>
                    <a:pt x="1" y="26199"/>
                    <a:pt x="262" y="28204"/>
                  </a:cubicBezTo>
                  <a:cubicBezTo>
                    <a:pt x="262" y="28396"/>
                    <a:pt x="332" y="28570"/>
                    <a:pt x="419" y="28744"/>
                  </a:cubicBezTo>
                  <a:cubicBezTo>
                    <a:pt x="593" y="28936"/>
                    <a:pt x="838" y="29093"/>
                    <a:pt x="1116" y="29145"/>
                  </a:cubicBezTo>
                  <a:lnTo>
                    <a:pt x="1273" y="29180"/>
                  </a:lnTo>
                  <a:cubicBezTo>
                    <a:pt x="1866" y="29372"/>
                    <a:pt x="2476" y="29546"/>
                    <a:pt x="3069" y="29703"/>
                  </a:cubicBezTo>
                  <a:lnTo>
                    <a:pt x="3104" y="29720"/>
                  </a:lnTo>
                  <a:cubicBezTo>
                    <a:pt x="3121" y="29651"/>
                    <a:pt x="3138" y="29581"/>
                    <a:pt x="3138" y="29494"/>
                  </a:cubicBezTo>
                  <a:cubicBezTo>
                    <a:pt x="3278" y="28134"/>
                    <a:pt x="3714" y="26827"/>
                    <a:pt x="4446" y="25676"/>
                  </a:cubicBezTo>
                  <a:lnTo>
                    <a:pt x="4446" y="25676"/>
                  </a:lnTo>
                  <a:cubicBezTo>
                    <a:pt x="4411" y="26286"/>
                    <a:pt x="4481" y="26687"/>
                    <a:pt x="4498" y="27315"/>
                  </a:cubicBezTo>
                  <a:cubicBezTo>
                    <a:pt x="4515" y="28291"/>
                    <a:pt x="4655" y="29250"/>
                    <a:pt x="4934" y="30191"/>
                  </a:cubicBezTo>
                  <a:cubicBezTo>
                    <a:pt x="7060" y="30696"/>
                    <a:pt x="9204" y="31080"/>
                    <a:pt x="11383" y="31324"/>
                  </a:cubicBezTo>
                  <a:cubicBezTo>
                    <a:pt x="11436" y="31324"/>
                    <a:pt x="11488" y="31341"/>
                    <a:pt x="11540" y="31341"/>
                  </a:cubicBezTo>
                  <a:cubicBezTo>
                    <a:pt x="12917" y="31498"/>
                    <a:pt x="14294" y="31568"/>
                    <a:pt x="15671" y="31603"/>
                  </a:cubicBezTo>
                  <a:lnTo>
                    <a:pt x="15811" y="31603"/>
                  </a:lnTo>
                  <a:cubicBezTo>
                    <a:pt x="15967" y="31605"/>
                    <a:pt x="16123" y="31606"/>
                    <a:pt x="16279" y="31606"/>
                  </a:cubicBezTo>
                  <a:cubicBezTo>
                    <a:pt x="18775" y="31606"/>
                    <a:pt x="21282" y="31344"/>
                    <a:pt x="23742" y="30836"/>
                  </a:cubicBezTo>
                  <a:lnTo>
                    <a:pt x="23899" y="30801"/>
                  </a:lnTo>
                  <a:cubicBezTo>
                    <a:pt x="24980" y="30574"/>
                    <a:pt x="26043" y="30278"/>
                    <a:pt x="27071" y="29929"/>
                  </a:cubicBezTo>
                  <a:lnTo>
                    <a:pt x="27228" y="29877"/>
                  </a:lnTo>
                  <a:cubicBezTo>
                    <a:pt x="28205" y="29546"/>
                    <a:pt x="29181" y="29162"/>
                    <a:pt x="30105" y="28727"/>
                  </a:cubicBezTo>
                  <a:cubicBezTo>
                    <a:pt x="30174" y="27907"/>
                    <a:pt x="30105" y="27106"/>
                    <a:pt x="29895" y="26321"/>
                  </a:cubicBezTo>
                  <a:cubicBezTo>
                    <a:pt x="29634" y="25293"/>
                    <a:pt x="29303" y="24282"/>
                    <a:pt x="28884" y="23306"/>
                  </a:cubicBezTo>
                  <a:lnTo>
                    <a:pt x="28884" y="23306"/>
                  </a:lnTo>
                  <a:cubicBezTo>
                    <a:pt x="30139" y="24630"/>
                    <a:pt x="31046" y="26234"/>
                    <a:pt x="31534" y="27977"/>
                  </a:cubicBezTo>
                  <a:cubicBezTo>
                    <a:pt x="31795" y="27838"/>
                    <a:pt x="32039" y="27681"/>
                    <a:pt x="32301" y="27524"/>
                  </a:cubicBezTo>
                  <a:cubicBezTo>
                    <a:pt x="32545" y="27384"/>
                    <a:pt x="32754" y="27193"/>
                    <a:pt x="32928" y="26966"/>
                  </a:cubicBezTo>
                  <a:cubicBezTo>
                    <a:pt x="32946" y="26949"/>
                    <a:pt x="32946" y="26914"/>
                    <a:pt x="32963" y="26896"/>
                  </a:cubicBezTo>
                  <a:cubicBezTo>
                    <a:pt x="33016" y="26757"/>
                    <a:pt x="33068" y="26635"/>
                    <a:pt x="33085" y="26496"/>
                  </a:cubicBezTo>
                  <a:cubicBezTo>
                    <a:pt x="33085" y="26391"/>
                    <a:pt x="33103" y="26304"/>
                    <a:pt x="33103" y="26199"/>
                  </a:cubicBezTo>
                  <a:cubicBezTo>
                    <a:pt x="33138" y="25467"/>
                    <a:pt x="32998" y="24752"/>
                    <a:pt x="32719" y="24090"/>
                  </a:cubicBezTo>
                  <a:cubicBezTo>
                    <a:pt x="32632" y="23898"/>
                    <a:pt x="32527" y="23707"/>
                    <a:pt x="32423" y="23515"/>
                  </a:cubicBezTo>
                  <a:cubicBezTo>
                    <a:pt x="31569" y="22051"/>
                    <a:pt x="30174" y="20900"/>
                    <a:pt x="29582" y="18599"/>
                  </a:cubicBezTo>
                  <a:cubicBezTo>
                    <a:pt x="29547" y="18442"/>
                    <a:pt x="29512" y="18285"/>
                    <a:pt x="29477" y="18146"/>
                  </a:cubicBezTo>
                  <a:cubicBezTo>
                    <a:pt x="29460" y="18059"/>
                    <a:pt x="29442" y="17972"/>
                    <a:pt x="29442" y="17885"/>
                  </a:cubicBezTo>
                  <a:cubicBezTo>
                    <a:pt x="29407" y="17675"/>
                    <a:pt x="29372" y="17484"/>
                    <a:pt x="29355" y="17274"/>
                  </a:cubicBezTo>
                  <a:cubicBezTo>
                    <a:pt x="29163" y="15601"/>
                    <a:pt x="29372" y="13980"/>
                    <a:pt x="29407" y="12237"/>
                  </a:cubicBezTo>
                  <a:lnTo>
                    <a:pt x="29407" y="11888"/>
                  </a:lnTo>
                  <a:lnTo>
                    <a:pt x="29407" y="11470"/>
                  </a:lnTo>
                  <a:cubicBezTo>
                    <a:pt x="29390" y="9273"/>
                    <a:pt x="29250" y="7077"/>
                    <a:pt x="28396" y="5020"/>
                  </a:cubicBezTo>
                  <a:cubicBezTo>
                    <a:pt x="27734" y="3434"/>
                    <a:pt x="26444" y="2214"/>
                    <a:pt x="24893" y="1377"/>
                  </a:cubicBezTo>
                  <a:lnTo>
                    <a:pt x="24788" y="1307"/>
                  </a:lnTo>
                  <a:cubicBezTo>
                    <a:pt x="24352" y="1081"/>
                    <a:pt x="23916" y="889"/>
                    <a:pt x="23481" y="715"/>
                  </a:cubicBezTo>
                  <a:lnTo>
                    <a:pt x="23341" y="680"/>
                  </a:lnTo>
                  <a:cubicBezTo>
                    <a:pt x="23027" y="558"/>
                    <a:pt x="22696" y="453"/>
                    <a:pt x="22365" y="366"/>
                  </a:cubicBezTo>
                  <a:lnTo>
                    <a:pt x="22226" y="331"/>
                  </a:lnTo>
                  <a:cubicBezTo>
                    <a:pt x="22034" y="296"/>
                    <a:pt x="21860" y="244"/>
                    <a:pt x="21668" y="209"/>
                  </a:cubicBezTo>
                  <a:cubicBezTo>
                    <a:pt x="21616" y="192"/>
                    <a:pt x="21563" y="174"/>
                    <a:pt x="21511" y="174"/>
                  </a:cubicBezTo>
                  <a:cubicBezTo>
                    <a:pt x="21127" y="105"/>
                    <a:pt x="20744" y="52"/>
                    <a:pt x="20343" y="18"/>
                  </a:cubicBezTo>
                  <a:cubicBezTo>
                    <a:pt x="20320" y="18"/>
                    <a:pt x="20297" y="25"/>
                    <a:pt x="20263" y="25"/>
                  </a:cubicBezTo>
                  <a:cubicBezTo>
                    <a:pt x="20246" y="25"/>
                    <a:pt x="20227" y="23"/>
                    <a:pt x="20204" y="18"/>
                  </a:cubicBezTo>
                  <a:cubicBezTo>
                    <a:pt x="20134" y="0"/>
                    <a:pt x="20064" y="0"/>
                    <a:pt x="19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2" name="Google Shape;4152;p140"/>
            <p:cNvSpPr/>
            <p:nvPr/>
          </p:nvSpPr>
          <p:spPr>
            <a:xfrm>
              <a:off x="2160775" y="2564850"/>
              <a:ext cx="350400" cy="694225"/>
            </a:xfrm>
            <a:custGeom>
              <a:rect b="b" l="l" r="r" t="t"/>
              <a:pathLst>
                <a:path extrusionOk="0" h="27769" w="14016">
                  <a:moveTo>
                    <a:pt x="14015" y="0"/>
                  </a:moveTo>
                  <a:lnTo>
                    <a:pt x="14015" y="0"/>
                  </a:lnTo>
                  <a:cubicBezTo>
                    <a:pt x="13736" y="157"/>
                    <a:pt x="13475" y="332"/>
                    <a:pt x="13213" y="506"/>
                  </a:cubicBezTo>
                  <a:cubicBezTo>
                    <a:pt x="11714" y="1883"/>
                    <a:pt x="10512" y="3574"/>
                    <a:pt x="9727" y="5456"/>
                  </a:cubicBezTo>
                  <a:cubicBezTo>
                    <a:pt x="8890" y="7444"/>
                    <a:pt x="8559" y="9605"/>
                    <a:pt x="8350" y="11261"/>
                  </a:cubicBezTo>
                  <a:lnTo>
                    <a:pt x="8298" y="11644"/>
                  </a:lnTo>
                  <a:cubicBezTo>
                    <a:pt x="8106" y="13213"/>
                    <a:pt x="7914" y="14817"/>
                    <a:pt x="7060" y="16124"/>
                  </a:cubicBezTo>
                  <a:cubicBezTo>
                    <a:pt x="6398" y="17153"/>
                    <a:pt x="5387" y="17902"/>
                    <a:pt x="4411" y="18634"/>
                  </a:cubicBezTo>
                  <a:cubicBezTo>
                    <a:pt x="3661" y="19157"/>
                    <a:pt x="2964" y="19750"/>
                    <a:pt x="2336" y="20395"/>
                  </a:cubicBezTo>
                  <a:cubicBezTo>
                    <a:pt x="558" y="22400"/>
                    <a:pt x="1" y="25206"/>
                    <a:pt x="907" y="27716"/>
                  </a:cubicBezTo>
                  <a:lnTo>
                    <a:pt x="1064" y="27768"/>
                  </a:lnTo>
                  <a:cubicBezTo>
                    <a:pt x="140" y="25276"/>
                    <a:pt x="663" y="22469"/>
                    <a:pt x="2423" y="20482"/>
                  </a:cubicBezTo>
                  <a:cubicBezTo>
                    <a:pt x="3068" y="19837"/>
                    <a:pt x="3748" y="19262"/>
                    <a:pt x="4498" y="18739"/>
                  </a:cubicBezTo>
                  <a:cubicBezTo>
                    <a:pt x="5474" y="18007"/>
                    <a:pt x="6502" y="17240"/>
                    <a:pt x="7182" y="16194"/>
                  </a:cubicBezTo>
                  <a:cubicBezTo>
                    <a:pt x="8054" y="14869"/>
                    <a:pt x="8246" y="13231"/>
                    <a:pt x="8437" y="11662"/>
                  </a:cubicBezTo>
                  <a:lnTo>
                    <a:pt x="8472" y="11278"/>
                  </a:lnTo>
                  <a:cubicBezTo>
                    <a:pt x="8681" y="9622"/>
                    <a:pt x="9012" y="7478"/>
                    <a:pt x="9849" y="5509"/>
                  </a:cubicBezTo>
                  <a:cubicBezTo>
                    <a:pt x="10756" y="3347"/>
                    <a:pt x="12185" y="1465"/>
                    <a:pt x="14015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3" name="Google Shape;4153;p140"/>
            <p:cNvSpPr/>
            <p:nvPr/>
          </p:nvSpPr>
          <p:spPr>
            <a:xfrm>
              <a:off x="2206975" y="2535650"/>
              <a:ext cx="376975" cy="736500"/>
            </a:xfrm>
            <a:custGeom>
              <a:rect b="b" l="l" r="r" t="t"/>
              <a:pathLst>
                <a:path extrusionOk="0" h="29460" w="15079">
                  <a:moveTo>
                    <a:pt x="15078" y="1"/>
                  </a:moveTo>
                  <a:lnTo>
                    <a:pt x="15078" y="1"/>
                  </a:lnTo>
                  <a:cubicBezTo>
                    <a:pt x="14956" y="18"/>
                    <a:pt x="14834" y="53"/>
                    <a:pt x="14695" y="88"/>
                  </a:cubicBezTo>
                  <a:cubicBezTo>
                    <a:pt x="11121" y="2546"/>
                    <a:pt x="8698" y="6572"/>
                    <a:pt x="8420" y="10843"/>
                  </a:cubicBezTo>
                  <a:cubicBezTo>
                    <a:pt x="8385" y="11139"/>
                    <a:pt x="8385" y="11435"/>
                    <a:pt x="8367" y="11732"/>
                  </a:cubicBezTo>
                  <a:cubicBezTo>
                    <a:pt x="8367" y="12516"/>
                    <a:pt x="8280" y="13283"/>
                    <a:pt x="8123" y="14033"/>
                  </a:cubicBezTo>
                  <a:cubicBezTo>
                    <a:pt x="7670" y="15741"/>
                    <a:pt x="6398" y="17118"/>
                    <a:pt x="5212" y="18251"/>
                  </a:cubicBezTo>
                  <a:cubicBezTo>
                    <a:pt x="4968" y="18478"/>
                    <a:pt x="4724" y="18704"/>
                    <a:pt x="4480" y="18913"/>
                  </a:cubicBezTo>
                  <a:cubicBezTo>
                    <a:pt x="3434" y="19872"/>
                    <a:pt x="2371" y="20848"/>
                    <a:pt x="1604" y="22051"/>
                  </a:cubicBezTo>
                  <a:cubicBezTo>
                    <a:pt x="227" y="24265"/>
                    <a:pt x="0" y="27036"/>
                    <a:pt x="1011" y="29459"/>
                  </a:cubicBezTo>
                  <a:lnTo>
                    <a:pt x="1046" y="29459"/>
                  </a:lnTo>
                  <a:cubicBezTo>
                    <a:pt x="1064" y="29390"/>
                    <a:pt x="1081" y="29320"/>
                    <a:pt x="1081" y="29250"/>
                  </a:cubicBezTo>
                  <a:cubicBezTo>
                    <a:pt x="157" y="26897"/>
                    <a:pt x="384" y="24247"/>
                    <a:pt x="1726" y="22121"/>
                  </a:cubicBezTo>
                  <a:cubicBezTo>
                    <a:pt x="2475" y="20935"/>
                    <a:pt x="3539" y="19959"/>
                    <a:pt x="4567" y="19018"/>
                  </a:cubicBezTo>
                  <a:cubicBezTo>
                    <a:pt x="4829" y="18791"/>
                    <a:pt x="5073" y="18565"/>
                    <a:pt x="5317" y="18338"/>
                  </a:cubicBezTo>
                  <a:cubicBezTo>
                    <a:pt x="6502" y="17205"/>
                    <a:pt x="7792" y="15811"/>
                    <a:pt x="8245" y="14068"/>
                  </a:cubicBezTo>
                  <a:cubicBezTo>
                    <a:pt x="8420" y="13301"/>
                    <a:pt x="8507" y="12516"/>
                    <a:pt x="8507" y="11749"/>
                  </a:cubicBezTo>
                  <a:cubicBezTo>
                    <a:pt x="8524" y="11453"/>
                    <a:pt x="8524" y="11139"/>
                    <a:pt x="8559" y="10860"/>
                  </a:cubicBezTo>
                  <a:cubicBezTo>
                    <a:pt x="8855" y="6520"/>
                    <a:pt x="11365" y="2406"/>
                    <a:pt x="15078" y="1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4" name="Google Shape;4154;p140"/>
            <p:cNvSpPr/>
            <p:nvPr/>
          </p:nvSpPr>
          <p:spPr>
            <a:xfrm>
              <a:off x="2434875" y="2529125"/>
              <a:ext cx="209650" cy="783975"/>
            </a:xfrm>
            <a:custGeom>
              <a:rect b="b" l="l" r="r" t="t"/>
              <a:pathLst>
                <a:path extrusionOk="0" h="31359" w="8386">
                  <a:moveTo>
                    <a:pt x="8159" y="0"/>
                  </a:moveTo>
                  <a:cubicBezTo>
                    <a:pt x="6084" y="1464"/>
                    <a:pt x="4376" y="3382"/>
                    <a:pt x="3138" y="5596"/>
                  </a:cubicBezTo>
                  <a:cubicBezTo>
                    <a:pt x="1587" y="8332"/>
                    <a:pt x="960" y="11470"/>
                    <a:pt x="1326" y="14590"/>
                  </a:cubicBezTo>
                  <a:cubicBezTo>
                    <a:pt x="1448" y="15514"/>
                    <a:pt x="1657" y="16473"/>
                    <a:pt x="1883" y="17379"/>
                  </a:cubicBezTo>
                  <a:cubicBezTo>
                    <a:pt x="2319" y="19296"/>
                    <a:pt x="2772" y="21284"/>
                    <a:pt x="2319" y="23201"/>
                  </a:cubicBezTo>
                  <a:cubicBezTo>
                    <a:pt x="2075" y="24107"/>
                    <a:pt x="1726" y="25014"/>
                    <a:pt x="1273" y="25851"/>
                  </a:cubicBezTo>
                  <a:cubicBezTo>
                    <a:pt x="820" y="26757"/>
                    <a:pt x="367" y="27716"/>
                    <a:pt x="175" y="28727"/>
                  </a:cubicBezTo>
                  <a:cubicBezTo>
                    <a:pt x="1" y="29581"/>
                    <a:pt x="18" y="30487"/>
                    <a:pt x="227" y="31341"/>
                  </a:cubicBezTo>
                  <a:cubicBezTo>
                    <a:pt x="280" y="31341"/>
                    <a:pt x="315" y="31359"/>
                    <a:pt x="367" y="31359"/>
                  </a:cubicBezTo>
                  <a:cubicBezTo>
                    <a:pt x="158" y="30505"/>
                    <a:pt x="123" y="29598"/>
                    <a:pt x="297" y="28744"/>
                  </a:cubicBezTo>
                  <a:cubicBezTo>
                    <a:pt x="489" y="27751"/>
                    <a:pt x="960" y="26809"/>
                    <a:pt x="1395" y="25903"/>
                  </a:cubicBezTo>
                  <a:cubicBezTo>
                    <a:pt x="1831" y="25049"/>
                    <a:pt x="2197" y="24142"/>
                    <a:pt x="2459" y="23218"/>
                  </a:cubicBezTo>
                  <a:cubicBezTo>
                    <a:pt x="2912" y="21266"/>
                    <a:pt x="2459" y="19279"/>
                    <a:pt x="2023" y="17344"/>
                  </a:cubicBezTo>
                  <a:cubicBezTo>
                    <a:pt x="1796" y="16438"/>
                    <a:pt x="1587" y="15496"/>
                    <a:pt x="1465" y="14555"/>
                  </a:cubicBezTo>
                  <a:cubicBezTo>
                    <a:pt x="1099" y="11470"/>
                    <a:pt x="1726" y="8350"/>
                    <a:pt x="3243" y="5648"/>
                  </a:cubicBezTo>
                  <a:cubicBezTo>
                    <a:pt x="4515" y="3399"/>
                    <a:pt x="6259" y="1464"/>
                    <a:pt x="8385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5" name="Google Shape;4155;p140"/>
            <p:cNvSpPr/>
            <p:nvPr/>
          </p:nvSpPr>
          <p:spPr>
            <a:xfrm>
              <a:off x="2482825" y="2529125"/>
              <a:ext cx="178700" cy="790075"/>
            </a:xfrm>
            <a:custGeom>
              <a:rect b="b" l="l" r="r" t="t"/>
              <a:pathLst>
                <a:path extrusionOk="0" h="31603" w="7148">
                  <a:moveTo>
                    <a:pt x="6938" y="0"/>
                  </a:moveTo>
                  <a:cubicBezTo>
                    <a:pt x="4707" y="1499"/>
                    <a:pt x="2824" y="3818"/>
                    <a:pt x="1517" y="6694"/>
                  </a:cubicBezTo>
                  <a:cubicBezTo>
                    <a:pt x="419" y="9134"/>
                    <a:pt x="0" y="11400"/>
                    <a:pt x="279" y="13422"/>
                  </a:cubicBezTo>
                  <a:cubicBezTo>
                    <a:pt x="506" y="15200"/>
                    <a:pt x="1290" y="16856"/>
                    <a:pt x="2040" y="18460"/>
                  </a:cubicBezTo>
                  <a:cubicBezTo>
                    <a:pt x="2667" y="19837"/>
                    <a:pt x="3330" y="21249"/>
                    <a:pt x="3661" y="22730"/>
                  </a:cubicBezTo>
                  <a:cubicBezTo>
                    <a:pt x="4323" y="25711"/>
                    <a:pt x="3591" y="28814"/>
                    <a:pt x="2597" y="31603"/>
                  </a:cubicBezTo>
                  <a:lnTo>
                    <a:pt x="2737" y="31603"/>
                  </a:lnTo>
                  <a:cubicBezTo>
                    <a:pt x="3731" y="28814"/>
                    <a:pt x="4445" y="25694"/>
                    <a:pt x="3783" y="22696"/>
                  </a:cubicBezTo>
                  <a:cubicBezTo>
                    <a:pt x="3452" y="21196"/>
                    <a:pt x="2789" y="19784"/>
                    <a:pt x="2144" y="18407"/>
                  </a:cubicBezTo>
                  <a:cubicBezTo>
                    <a:pt x="1395" y="16804"/>
                    <a:pt x="628" y="15148"/>
                    <a:pt x="384" y="13405"/>
                  </a:cubicBezTo>
                  <a:cubicBezTo>
                    <a:pt x="122" y="11418"/>
                    <a:pt x="541" y="9169"/>
                    <a:pt x="1621" y="6763"/>
                  </a:cubicBezTo>
                  <a:cubicBezTo>
                    <a:pt x="2946" y="3835"/>
                    <a:pt x="4864" y="1499"/>
                    <a:pt x="7147" y="18"/>
                  </a:cubicBezTo>
                  <a:cubicBezTo>
                    <a:pt x="7077" y="0"/>
                    <a:pt x="7008" y="0"/>
                    <a:pt x="6938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6" name="Google Shape;4156;p140"/>
            <p:cNvSpPr/>
            <p:nvPr/>
          </p:nvSpPr>
          <p:spPr>
            <a:xfrm>
              <a:off x="2623150" y="2533900"/>
              <a:ext cx="157775" cy="766125"/>
            </a:xfrm>
            <a:custGeom>
              <a:rect b="b" l="l" r="r" t="t"/>
              <a:pathLst>
                <a:path extrusionOk="0" h="30645" w="6311">
                  <a:moveTo>
                    <a:pt x="2824" y="1"/>
                  </a:moveTo>
                  <a:cubicBezTo>
                    <a:pt x="1464" y="1343"/>
                    <a:pt x="575" y="3086"/>
                    <a:pt x="262" y="4969"/>
                  </a:cubicBezTo>
                  <a:cubicBezTo>
                    <a:pt x="0" y="6660"/>
                    <a:pt x="192" y="8560"/>
                    <a:pt x="872" y="10616"/>
                  </a:cubicBezTo>
                  <a:cubicBezTo>
                    <a:pt x="1412" y="12150"/>
                    <a:pt x="2040" y="13632"/>
                    <a:pt x="2754" y="15079"/>
                  </a:cubicBezTo>
                  <a:cubicBezTo>
                    <a:pt x="2876" y="15358"/>
                    <a:pt x="3016" y="15619"/>
                    <a:pt x="3138" y="15881"/>
                  </a:cubicBezTo>
                  <a:cubicBezTo>
                    <a:pt x="4323" y="18426"/>
                    <a:pt x="5473" y="21180"/>
                    <a:pt x="5857" y="24056"/>
                  </a:cubicBezTo>
                  <a:cubicBezTo>
                    <a:pt x="6171" y="26461"/>
                    <a:pt x="5892" y="28745"/>
                    <a:pt x="5055" y="30645"/>
                  </a:cubicBezTo>
                  <a:lnTo>
                    <a:pt x="5229" y="30610"/>
                  </a:lnTo>
                  <a:cubicBezTo>
                    <a:pt x="6031" y="28693"/>
                    <a:pt x="6310" y="26427"/>
                    <a:pt x="5979" y="24038"/>
                  </a:cubicBezTo>
                  <a:cubicBezTo>
                    <a:pt x="5595" y="21145"/>
                    <a:pt x="4445" y="18391"/>
                    <a:pt x="3242" y="15828"/>
                  </a:cubicBezTo>
                  <a:lnTo>
                    <a:pt x="2876" y="15027"/>
                  </a:lnTo>
                  <a:cubicBezTo>
                    <a:pt x="2162" y="13580"/>
                    <a:pt x="1534" y="12098"/>
                    <a:pt x="994" y="10582"/>
                  </a:cubicBezTo>
                  <a:cubicBezTo>
                    <a:pt x="331" y="8542"/>
                    <a:pt x="122" y="6660"/>
                    <a:pt x="401" y="5004"/>
                  </a:cubicBezTo>
                  <a:cubicBezTo>
                    <a:pt x="697" y="3104"/>
                    <a:pt x="1621" y="1360"/>
                    <a:pt x="2998" y="36"/>
                  </a:cubicBezTo>
                  <a:cubicBezTo>
                    <a:pt x="2946" y="18"/>
                    <a:pt x="2876" y="1"/>
                    <a:pt x="2824" y="1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7" name="Google Shape;4157;p140"/>
            <p:cNvSpPr/>
            <p:nvPr/>
          </p:nvSpPr>
          <p:spPr>
            <a:xfrm>
              <a:off x="2644925" y="2537825"/>
              <a:ext cx="202225" cy="739550"/>
            </a:xfrm>
            <a:custGeom>
              <a:rect b="b" l="l" r="r" t="t"/>
              <a:pathLst>
                <a:path extrusionOk="0" h="29582" w="8089">
                  <a:moveTo>
                    <a:pt x="2685" y="1"/>
                  </a:moveTo>
                  <a:cubicBezTo>
                    <a:pt x="1796" y="1151"/>
                    <a:pt x="1081" y="2424"/>
                    <a:pt x="593" y="3801"/>
                  </a:cubicBezTo>
                  <a:cubicBezTo>
                    <a:pt x="210" y="4777"/>
                    <a:pt x="1" y="5823"/>
                    <a:pt x="1" y="6869"/>
                  </a:cubicBezTo>
                  <a:cubicBezTo>
                    <a:pt x="53" y="8594"/>
                    <a:pt x="785" y="10355"/>
                    <a:pt x="2336" y="12429"/>
                  </a:cubicBezTo>
                  <a:cubicBezTo>
                    <a:pt x="2720" y="12970"/>
                    <a:pt x="3138" y="13492"/>
                    <a:pt x="3539" y="13981"/>
                  </a:cubicBezTo>
                  <a:cubicBezTo>
                    <a:pt x="4393" y="15044"/>
                    <a:pt x="5282" y="16142"/>
                    <a:pt x="5945" y="17345"/>
                  </a:cubicBezTo>
                  <a:cubicBezTo>
                    <a:pt x="6781" y="18948"/>
                    <a:pt x="7357" y="20674"/>
                    <a:pt x="7601" y="22470"/>
                  </a:cubicBezTo>
                  <a:cubicBezTo>
                    <a:pt x="7967" y="24823"/>
                    <a:pt x="7932" y="27228"/>
                    <a:pt x="7513" y="29581"/>
                  </a:cubicBezTo>
                  <a:lnTo>
                    <a:pt x="7670" y="29529"/>
                  </a:lnTo>
                  <a:cubicBezTo>
                    <a:pt x="8071" y="27193"/>
                    <a:pt x="8089" y="24805"/>
                    <a:pt x="7740" y="22452"/>
                  </a:cubicBezTo>
                  <a:cubicBezTo>
                    <a:pt x="7479" y="20657"/>
                    <a:pt x="6921" y="18896"/>
                    <a:pt x="6067" y="17292"/>
                  </a:cubicBezTo>
                  <a:cubicBezTo>
                    <a:pt x="5387" y="16072"/>
                    <a:pt x="4498" y="14974"/>
                    <a:pt x="3644" y="13911"/>
                  </a:cubicBezTo>
                  <a:cubicBezTo>
                    <a:pt x="3243" y="13405"/>
                    <a:pt x="2824" y="12882"/>
                    <a:pt x="2424" y="12359"/>
                  </a:cubicBezTo>
                  <a:cubicBezTo>
                    <a:pt x="907" y="10303"/>
                    <a:pt x="175" y="8559"/>
                    <a:pt x="140" y="6869"/>
                  </a:cubicBezTo>
                  <a:cubicBezTo>
                    <a:pt x="140" y="5823"/>
                    <a:pt x="332" y="4794"/>
                    <a:pt x="715" y="3836"/>
                  </a:cubicBezTo>
                  <a:cubicBezTo>
                    <a:pt x="1203" y="2459"/>
                    <a:pt x="1918" y="1186"/>
                    <a:pt x="2824" y="36"/>
                  </a:cubicBezTo>
                  <a:lnTo>
                    <a:pt x="2685" y="1"/>
                  </a:ln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140"/>
            <p:cNvSpPr/>
            <p:nvPr/>
          </p:nvSpPr>
          <p:spPr>
            <a:xfrm>
              <a:off x="2682400" y="2546550"/>
              <a:ext cx="210500" cy="436225"/>
            </a:xfrm>
            <a:custGeom>
              <a:rect b="b" l="l" r="r" t="t"/>
              <a:pathLst>
                <a:path extrusionOk="0" h="17449" w="8420">
                  <a:moveTo>
                    <a:pt x="2302" y="0"/>
                  </a:moveTo>
                  <a:cubicBezTo>
                    <a:pt x="53" y="3312"/>
                    <a:pt x="1" y="7635"/>
                    <a:pt x="2180" y="10999"/>
                  </a:cubicBezTo>
                  <a:cubicBezTo>
                    <a:pt x="3156" y="12499"/>
                    <a:pt x="4533" y="13736"/>
                    <a:pt x="5840" y="14921"/>
                  </a:cubicBezTo>
                  <a:cubicBezTo>
                    <a:pt x="6747" y="15706"/>
                    <a:pt x="7618" y="16543"/>
                    <a:pt x="8420" y="17449"/>
                  </a:cubicBezTo>
                  <a:cubicBezTo>
                    <a:pt x="8403" y="17362"/>
                    <a:pt x="8385" y="17275"/>
                    <a:pt x="8368" y="17188"/>
                  </a:cubicBezTo>
                  <a:cubicBezTo>
                    <a:pt x="7618" y="16351"/>
                    <a:pt x="6764" y="15566"/>
                    <a:pt x="5927" y="14817"/>
                  </a:cubicBezTo>
                  <a:cubicBezTo>
                    <a:pt x="4620" y="13632"/>
                    <a:pt x="3260" y="12411"/>
                    <a:pt x="2302" y="10912"/>
                  </a:cubicBezTo>
                  <a:cubicBezTo>
                    <a:pt x="1081" y="9030"/>
                    <a:pt x="541" y="6764"/>
                    <a:pt x="768" y="4532"/>
                  </a:cubicBezTo>
                  <a:cubicBezTo>
                    <a:pt x="959" y="2929"/>
                    <a:pt x="1517" y="1377"/>
                    <a:pt x="2424" y="35"/>
                  </a:cubicBezTo>
                  <a:lnTo>
                    <a:pt x="2302" y="0"/>
                  </a:ln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9" name="Google Shape;4159;p140"/>
            <p:cNvSpPr/>
            <p:nvPr/>
          </p:nvSpPr>
          <p:spPr>
            <a:xfrm>
              <a:off x="2966100" y="3116975"/>
              <a:ext cx="17025" cy="84575"/>
            </a:xfrm>
            <a:custGeom>
              <a:rect b="b" l="l" r="r" t="t"/>
              <a:pathLst>
                <a:path extrusionOk="0" h="3383" w="681">
                  <a:moveTo>
                    <a:pt x="0" y="1"/>
                  </a:moveTo>
                  <a:lnTo>
                    <a:pt x="0" y="1"/>
                  </a:lnTo>
                  <a:cubicBezTo>
                    <a:pt x="332" y="1099"/>
                    <a:pt x="506" y="2232"/>
                    <a:pt x="558" y="3382"/>
                  </a:cubicBezTo>
                  <a:cubicBezTo>
                    <a:pt x="628" y="3243"/>
                    <a:pt x="663" y="3121"/>
                    <a:pt x="680" y="2982"/>
                  </a:cubicBezTo>
                  <a:cubicBezTo>
                    <a:pt x="611" y="2180"/>
                    <a:pt x="489" y="1360"/>
                    <a:pt x="297" y="576"/>
                  </a:cubicBezTo>
                  <a:cubicBezTo>
                    <a:pt x="210" y="384"/>
                    <a:pt x="122" y="175"/>
                    <a:pt x="0" y="1"/>
                  </a:cubicBezTo>
                  <a:close/>
                </a:path>
              </a:pathLst>
            </a:custGeom>
            <a:solidFill>
              <a:srgbClr val="5B3C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0" name="Google Shape;4160;p140"/>
            <p:cNvSpPr/>
            <p:nvPr/>
          </p:nvSpPr>
          <p:spPr>
            <a:xfrm>
              <a:off x="2753000" y="2561800"/>
              <a:ext cx="138175" cy="258450"/>
            </a:xfrm>
            <a:custGeom>
              <a:rect b="b" l="l" r="r" t="t"/>
              <a:pathLst>
                <a:path extrusionOk="0" h="10338" w="5527">
                  <a:moveTo>
                    <a:pt x="907" y="0"/>
                  </a:moveTo>
                  <a:cubicBezTo>
                    <a:pt x="210" y="1447"/>
                    <a:pt x="1" y="2894"/>
                    <a:pt x="314" y="4149"/>
                  </a:cubicBezTo>
                  <a:cubicBezTo>
                    <a:pt x="558" y="5003"/>
                    <a:pt x="959" y="5805"/>
                    <a:pt x="1517" y="6520"/>
                  </a:cubicBezTo>
                  <a:cubicBezTo>
                    <a:pt x="2249" y="7531"/>
                    <a:pt x="3121" y="8437"/>
                    <a:pt x="4097" y="9222"/>
                  </a:cubicBezTo>
                  <a:cubicBezTo>
                    <a:pt x="4306" y="9396"/>
                    <a:pt x="4533" y="9570"/>
                    <a:pt x="4742" y="9727"/>
                  </a:cubicBezTo>
                  <a:cubicBezTo>
                    <a:pt x="5003" y="9936"/>
                    <a:pt x="5265" y="10128"/>
                    <a:pt x="5526" y="10337"/>
                  </a:cubicBezTo>
                  <a:lnTo>
                    <a:pt x="5526" y="10163"/>
                  </a:lnTo>
                  <a:cubicBezTo>
                    <a:pt x="5300" y="9971"/>
                    <a:pt x="5056" y="9797"/>
                    <a:pt x="4829" y="9622"/>
                  </a:cubicBezTo>
                  <a:cubicBezTo>
                    <a:pt x="4620" y="9466"/>
                    <a:pt x="4393" y="9291"/>
                    <a:pt x="4184" y="9117"/>
                  </a:cubicBezTo>
                  <a:cubicBezTo>
                    <a:pt x="3208" y="8350"/>
                    <a:pt x="2354" y="7444"/>
                    <a:pt x="1622" y="6450"/>
                  </a:cubicBezTo>
                  <a:cubicBezTo>
                    <a:pt x="1081" y="5753"/>
                    <a:pt x="680" y="4951"/>
                    <a:pt x="436" y="4114"/>
                  </a:cubicBezTo>
                  <a:cubicBezTo>
                    <a:pt x="140" y="2894"/>
                    <a:pt x="332" y="1500"/>
                    <a:pt x="1012" y="70"/>
                  </a:cubicBezTo>
                  <a:lnTo>
                    <a:pt x="907" y="0"/>
                  </a:lnTo>
                  <a:close/>
                </a:path>
              </a:pathLst>
            </a:custGeom>
            <a:solidFill>
              <a:srgbClr val="5B3C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1" name="Google Shape;4161;p140"/>
            <p:cNvSpPr/>
            <p:nvPr/>
          </p:nvSpPr>
          <p:spPr>
            <a:xfrm>
              <a:off x="2356450" y="2678150"/>
              <a:ext cx="509875" cy="303100"/>
            </a:xfrm>
            <a:custGeom>
              <a:rect b="b" l="l" r="r" t="t"/>
              <a:pathLst>
                <a:path extrusionOk="0" h="12124" w="20395">
                  <a:moveTo>
                    <a:pt x="3852" y="1"/>
                  </a:moveTo>
                  <a:cubicBezTo>
                    <a:pt x="3452" y="18"/>
                    <a:pt x="3051" y="35"/>
                    <a:pt x="2667" y="88"/>
                  </a:cubicBezTo>
                  <a:cubicBezTo>
                    <a:pt x="2615" y="105"/>
                    <a:pt x="2563" y="105"/>
                    <a:pt x="2510" y="105"/>
                  </a:cubicBezTo>
                  <a:cubicBezTo>
                    <a:pt x="2214" y="157"/>
                    <a:pt x="1900" y="210"/>
                    <a:pt x="1604" y="297"/>
                  </a:cubicBezTo>
                  <a:cubicBezTo>
                    <a:pt x="941" y="1465"/>
                    <a:pt x="401" y="2702"/>
                    <a:pt x="0" y="3992"/>
                  </a:cubicBezTo>
                  <a:cubicBezTo>
                    <a:pt x="244" y="4759"/>
                    <a:pt x="593" y="5509"/>
                    <a:pt x="1011" y="6189"/>
                  </a:cubicBezTo>
                  <a:cubicBezTo>
                    <a:pt x="1046" y="6258"/>
                    <a:pt x="1081" y="6311"/>
                    <a:pt x="1116" y="6363"/>
                  </a:cubicBezTo>
                  <a:cubicBezTo>
                    <a:pt x="1499" y="6973"/>
                    <a:pt x="1935" y="7531"/>
                    <a:pt x="2423" y="8036"/>
                  </a:cubicBezTo>
                  <a:cubicBezTo>
                    <a:pt x="2458" y="8071"/>
                    <a:pt x="2493" y="8106"/>
                    <a:pt x="2528" y="8141"/>
                  </a:cubicBezTo>
                  <a:cubicBezTo>
                    <a:pt x="2545" y="8158"/>
                    <a:pt x="2563" y="8193"/>
                    <a:pt x="2580" y="8211"/>
                  </a:cubicBezTo>
                  <a:cubicBezTo>
                    <a:pt x="3330" y="8978"/>
                    <a:pt x="4184" y="9657"/>
                    <a:pt x="5125" y="10198"/>
                  </a:cubicBezTo>
                  <a:cubicBezTo>
                    <a:pt x="5177" y="10233"/>
                    <a:pt x="5212" y="10250"/>
                    <a:pt x="5264" y="10285"/>
                  </a:cubicBezTo>
                  <a:cubicBezTo>
                    <a:pt x="5317" y="10320"/>
                    <a:pt x="5369" y="10337"/>
                    <a:pt x="5439" y="10372"/>
                  </a:cubicBezTo>
                  <a:cubicBezTo>
                    <a:pt x="5892" y="10616"/>
                    <a:pt x="6380" y="10843"/>
                    <a:pt x="6868" y="11035"/>
                  </a:cubicBezTo>
                  <a:lnTo>
                    <a:pt x="7025" y="11104"/>
                  </a:lnTo>
                  <a:cubicBezTo>
                    <a:pt x="8887" y="11822"/>
                    <a:pt x="10902" y="12124"/>
                    <a:pt x="12923" y="12124"/>
                  </a:cubicBezTo>
                  <a:cubicBezTo>
                    <a:pt x="13456" y="12124"/>
                    <a:pt x="13989" y="12103"/>
                    <a:pt x="14520" y="12063"/>
                  </a:cubicBezTo>
                  <a:lnTo>
                    <a:pt x="14660" y="12063"/>
                  </a:lnTo>
                  <a:cubicBezTo>
                    <a:pt x="15183" y="12011"/>
                    <a:pt x="15706" y="11958"/>
                    <a:pt x="16229" y="11871"/>
                  </a:cubicBezTo>
                  <a:cubicBezTo>
                    <a:pt x="16542" y="11819"/>
                    <a:pt x="16874" y="11767"/>
                    <a:pt x="17187" y="11697"/>
                  </a:cubicBezTo>
                  <a:cubicBezTo>
                    <a:pt x="17222" y="11679"/>
                    <a:pt x="17257" y="11679"/>
                    <a:pt x="17309" y="11662"/>
                  </a:cubicBezTo>
                  <a:cubicBezTo>
                    <a:pt x="18181" y="11488"/>
                    <a:pt x="19035" y="11191"/>
                    <a:pt x="19837" y="10790"/>
                  </a:cubicBezTo>
                  <a:lnTo>
                    <a:pt x="19959" y="10721"/>
                  </a:lnTo>
                  <a:cubicBezTo>
                    <a:pt x="19994" y="10703"/>
                    <a:pt x="20029" y="10686"/>
                    <a:pt x="20064" y="10668"/>
                  </a:cubicBezTo>
                  <a:cubicBezTo>
                    <a:pt x="20168" y="10616"/>
                    <a:pt x="20273" y="10546"/>
                    <a:pt x="20360" y="10494"/>
                  </a:cubicBezTo>
                  <a:cubicBezTo>
                    <a:pt x="20186" y="8908"/>
                    <a:pt x="20377" y="7339"/>
                    <a:pt x="20395" y="5701"/>
                  </a:cubicBezTo>
                  <a:cubicBezTo>
                    <a:pt x="19628" y="5090"/>
                    <a:pt x="18808" y="4550"/>
                    <a:pt x="17937" y="4097"/>
                  </a:cubicBezTo>
                  <a:cubicBezTo>
                    <a:pt x="16525" y="3347"/>
                    <a:pt x="15061" y="2685"/>
                    <a:pt x="13579" y="2145"/>
                  </a:cubicBezTo>
                  <a:cubicBezTo>
                    <a:pt x="13527" y="2127"/>
                    <a:pt x="13475" y="2110"/>
                    <a:pt x="13440" y="2092"/>
                  </a:cubicBezTo>
                  <a:cubicBezTo>
                    <a:pt x="12760" y="1848"/>
                    <a:pt x="12097" y="1639"/>
                    <a:pt x="11418" y="1412"/>
                  </a:cubicBezTo>
                  <a:cubicBezTo>
                    <a:pt x="11383" y="1395"/>
                    <a:pt x="11330" y="1378"/>
                    <a:pt x="11296" y="1378"/>
                  </a:cubicBezTo>
                  <a:lnTo>
                    <a:pt x="10755" y="1221"/>
                  </a:lnTo>
                  <a:lnTo>
                    <a:pt x="10633" y="1186"/>
                  </a:lnTo>
                  <a:cubicBezTo>
                    <a:pt x="9797" y="942"/>
                    <a:pt x="8977" y="733"/>
                    <a:pt x="8123" y="541"/>
                  </a:cubicBezTo>
                  <a:cubicBezTo>
                    <a:pt x="7705" y="454"/>
                    <a:pt x="7286" y="349"/>
                    <a:pt x="6851" y="279"/>
                  </a:cubicBezTo>
                  <a:cubicBezTo>
                    <a:pt x="6798" y="279"/>
                    <a:pt x="6763" y="262"/>
                    <a:pt x="6711" y="262"/>
                  </a:cubicBezTo>
                  <a:cubicBezTo>
                    <a:pt x="6519" y="227"/>
                    <a:pt x="6310" y="192"/>
                    <a:pt x="6101" y="157"/>
                  </a:cubicBezTo>
                  <a:cubicBezTo>
                    <a:pt x="6049" y="140"/>
                    <a:pt x="6014" y="140"/>
                    <a:pt x="5979" y="140"/>
                  </a:cubicBezTo>
                  <a:cubicBezTo>
                    <a:pt x="5369" y="53"/>
                    <a:pt x="4741" y="1"/>
                    <a:pt x="4131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2" name="Google Shape;4162;p140"/>
            <p:cNvSpPr/>
            <p:nvPr/>
          </p:nvSpPr>
          <p:spPr>
            <a:xfrm>
              <a:off x="2298125" y="2413825"/>
              <a:ext cx="670625" cy="526600"/>
            </a:xfrm>
            <a:custGeom>
              <a:rect b="b" l="l" r="r" t="t"/>
              <a:pathLst>
                <a:path extrusionOk="0" h="21064" w="26825">
                  <a:moveTo>
                    <a:pt x="14833" y="0"/>
                  </a:moveTo>
                  <a:cubicBezTo>
                    <a:pt x="14197" y="0"/>
                    <a:pt x="13495" y="188"/>
                    <a:pt x="13036" y="864"/>
                  </a:cubicBezTo>
                  <a:cubicBezTo>
                    <a:pt x="13036" y="864"/>
                    <a:pt x="12755" y="773"/>
                    <a:pt x="12247" y="773"/>
                  </a:cubicBezTo>
                  <a:cubicBezTo>
                    <a:pt x="11254" y="773"/>
                    <a:pt x="9393" y="1124"/>
                    <a:pt x="7074" y="3200"/>
                  </a:cubicBezTo>
                  <a:cubicBezTo>
                    <a:pt x="4216" y="5763"/>
                    <a:pt x="3693" y="7070"/>
                    <a:pt x="2891" y="8883"/>
                  </a:cubicBezTo>
                  <a:cubicBezTo>
                    <a:pt x="2891" y="8883"/>
                    <a:pt x="2681" y="8843"/>
                    <a:pt x="2394" y="8843"/>
                  </a:cubicBezTo>
                  <a:cubicBezTo>
                    <a:pt x="1539" y="8843"/>
                    <a:pt x="0" y="9194"/>
                    <a:pt x="1252" y="11985"/>
                  </a:cubicBezTo>
                  <a:cubicBezTo>
                    <a:pt x="2926" y="15733"/>
                    <a:pt x="5976" y="18208"/>
                    <a:pt x="11258" y="19795"/>
                  </a:cubicBezTo>
                  <a:cubicBezTo>
                    <a:pt x="13921" y="20602"/>
                    <a:pt x="16673" y="21064"/>
                    <a:pt x="19107" y="21064"/>
                  </a:cubicBezTo>
                  <a:cubicBezTo>
                    <a:pt x="21245" y="21064"/>
                    <a:pt x="23136" y="20707"/>
                    <a:pt x="24506" y="19917"/>
                  </a:cubicBezTo>
                  <a:cubicBezTo>
                    <a:pt x="24924" y="19690"/>
                    <a:pt x="24994" y="19132"/>
                    <a:pt x="24663" y="18801"/>
                  </a:cubicBezTo>
                  <a:lnTo>
                    <a:pt x="24645" y="18784"/>
                  </a:lnTo>
                  <a:cubicBezTo>
                    <a:pt x="24645" y="18784"/>
                    <a:pt x="25360" y="16204"/>
                    <a:pt x="24732" y="15785"/>
                  </a:cubicBezTo>
                  <a:cubicBezTo>
                    <a:pt x="24732" y="15785"/>
                    <a:pt x="26824" y="6948"/>
                    <a:pt x="21403" y="2677"/>
                  </a:cubicBezTo>
                  <a:cubicBezTo>
                    <a:pt x="21403" y="2677"/>
                    <a:pt x="19803" y="240"/>
                    <a:pt x="17005" y="240"/>
                  </a:cubicBezTo>
                  <a:cubicBezTo>
                    <a:pt x="16782" y="240"/>
                    <a:pt x="16551" y="256"/>
                    <a:pt x="16313" y="289"/>
                  </a:cubicBezTo>
                  <a:cubicBezTo>
                    <a:pt x="16313" y="289"/>
                    <a:pt x="15623" y="0"/>
                    <a:pt x="148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3" name="Google Shape;4163;p140"/>
            <p:cNvSpPr/>
            <p:nvPr/>
          </p:nvSpPr>
          <p:spPr>
            <a:xfrm>
              <a:off x="2370375" y="2635875"/>
              <a:ext cx="104625" cy="158225"/>
            </a:xfrm>
            <a:custGeom>
              <a:rect b="b" l="l" r="r" t="t"/>
              <a:pathLst>
                <a:path extrusionOk="0" fill="none" h="6329" w="4185">
                  <a:moveTo>
                    <a:pt x="1" y="1"/>
                  </a:moveTo>
                  <a:cubicBezTo>
                    <a:pt x="1" y="36"/>
                    <a:pt x="315" y="4271"/>
                    <a:pt x="4184" y="6328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4" name="Google Shape;4164;p140"/>
            <p:cNvSpPr/>
            <p:nvPr/>
          </p:nvSpPr>
          <p:spPr>
            <a:xfrm>
              <a:off x="2468425" y="2774025"/>
              <a:ext cx="105500" cy="87625"/>
            </a:xfrm>
            <a:custGeom>
              <a:rect b="b" l="l" r="r" t="t"/>
              <a:pathLst>
                <a:path extrusionOk="0" fill="none" h="3505" w="4220">
                  <a:moveTo>
                    <a:pt x="472" y="558"/>
                  </a:moveTo>
                  <a:lnTo>
                    <a:pt x="175" y="1203"/>
                  </a:lnTo>
                  <a:cubicBezTo>
                    <a:pt x="1" y="1569"/>
                    <a:pt x="158" y="2005"/>
                    <a:pt x="524" y="2197"/>
                  </a:cubicBezTo>
                  <a:lnTo>
                    <a:pt x="2651" y="3295"/>
                  </a:lnTo>
                  <a:cubicBezTo>
                    <a:pt x="3034" y="3504"/>
                    <a:pt x="3487" y="3347"/>
                    <a:pt x="3696" y="2981"/>
                  </a:cubicBezTo>
                  <a:lnTo>
                    <a:pt x="4028" y="2319"/>
                  </a:lnTo>
                  <a:cubicBezTo>
                    <a:pt x="4219" y="1953"/>
                    <a:pt x="4080" y="1482"/>
                    <a:pt x="3696" y="1290"/>
                  </a:cubicBezTo>
                  <a:lnTo>
                    <a:pt x="1518" y="210"/>
                  </a:lnTo>
                  <a:cubicBezTo>
                    <a:pt x="1134" y="0"/>
                    <a:pt x="663" y="157"/>
                    <a:pt x="472" y="558"/>
                  </a:cubicBezTo>
                  <a:close/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5" name="Google Shape;4165;p140"/>
            <p:cNvSpPr/>
            <p:nvPr/>
          </p:nvSpPr>
          <p:spPr>
            <a:xfrm>
              <a:off x="2565625" y="2843750"/>
              <a:ext cx="310300" cy="81075"/>
            </a:xfrm>
            <a:custGeom>
              <a:rect b="b" l="l" r="r" t="t"/>
              <a:pathLst>
                <a:path extrusionOk="0" fill="none" h="3243" w="12412">
                  <a:moveTo>
                    <a:pt x="0" y="0"/>
                  </a:moveTo>
                  <a:cubicBezTo>
                    <a:pt x="0" y="0"/>
                    <a:pt x="5125" y="3243"/>
                    <a:pt x="12411" y="1064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6" name="Google Shape;4166;p140"/>
            <p:cNvSpPr/>
            <p:nvPr/>
          </p:nvSpPr>
          <p:spPr>
            <a:xfrm>
              <a:off x="2873725" y="2808450"/>
              <a:ext cx="42725" cy="85875"/>
            </a:xfrm>
            <a:custGeom>
              <a:rect b="b" l="l" r="r" t="t"/>
              <a:pathLst>
                <a:path extrusionOk="0" fill="none" h="3435" w="1709">
                  <a:moveTo>
                    <a:pt x="1708" y="0"/>
                  </a:moveTo>
                  <a:cubicBezTo>
                    <a:pt x="1708" y="0"/>
                    <a:pt x="366" y="157"/>
                    <a:pt x="261" y="872"/>
                  </a:cubicBezTo>
                  <a:cubicBezTo>
                    <a:pt x="174" y="1430"/>
                    <a:pt x="0" y="2999"/>
                    <a:pt x="227" y="3225"/>
                  </a:cubicBezTo>
                  <a:cubicBezTo>
                    <a:pt x="471" y="3434"/>
                    <a:pt x="1639" y="3016"/>
                    <a:pt x="1639" y="3016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140"/>
            <p:cNvSpPr/>
            <p:nvPr/>
          </p:nvSpPr>
          <p:spPr>
            <a:xfrm>
              <a:off x="2624875" y="2435850"/>
              <a:ext cx="104625" cy="227075"/>
            </a:xfrm>
            <a:custGeom>
              <a:rect b="b" l="l" r="r" t="t"/>
              <a:pathLst>
                <a:path extrusionOk="0" fill="none" h="9083" w="4185">
                  <a:moveTo>
                    <a:pt x="1" y="1"/>
                  </a:moveTo>
                  <a:cubicBezTo>
                    <a:pt x="2389" y="2459"/>
                    <a:pt x="3853" y="5666"/>
                    <a:pt x="4184" y="9082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8" name="Google Shape;4168;p140"/>
            <p:cNvSpPr/>
            <p:nvPr/>
          </p:nvSpPr>
          <p:spPr>
            <a:xfrm>
              <a:off x="2704625" y="2420600"/>
              <a:ext cx="84125" cy="242750"/>
            </a:xfrm>
            <a:custGeom>
              <a:rect b="b" l="l" r="r" t="t"/>
              <a:pathLst>
                <a:path extrusionOk="0" fill="none" h="9710" w="3365">
                  <a:moveTo>
                    <a:pt x="1" y="1"/>
                  </a:moveTo>
                  <a:cubicBezTo>
                    <a:pt x="1970" y="2650"/>
                    <a:pt x="3313" y="6415"/>
                    <a:pt x="3365" y="9710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9" name="Google Shape;4169;p140"/>
            <p:cNvSpPr/>
            <p:nvPr/>
          </p:nvSpPr>
          <p:spPr>
            <a:xfrm>
              <a:off x="2787000" y="2441100"/>
              <a:ext cx="57100" cy="226625"/>
            </a:xfrm>
            <a:custGeom>
              <a:rect b="b" l="l" r="r" t="t"/>
              <a:pathLst>
                <a:path extrusionOk="0" fill="none" h="9065" w="2284">
                  <a:moveTo>
                    <a:pt x="0" y="0"/>
                  </a:moveTo>
                  <a:cubicBezTo>
                    <a:pt x="1499" y="2772"/>
                    <a:pt x="2284" y="5892"/>
                    <a:pt x="2231" y="9064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0" name="Google Shape;4170;p140"/>
            <p:cNvSpPr/>
            <p:nvPr/>
          </p:nvSpPr>
          <p:spPr>
            <a:xfrm>
              <a:off x="2429650" y="2515925"/>
              <a:ext cx="65825" cy="65125"/>
            </a:xfrm>
            <a:custGeom>
              <a:rect b="b" l="l" r="r" t="t"/>
              <a:pathLst>
                <a:path extrusionOk="0" h="2605" w="2633">
                  <a:moveTo>
                    <a:pt x="1821" y="0"/>
                  </a:moveTo>
                  <a:cubicBezTo>
                    <a:pt x="1795" y="0"/>
                    <a:pt x="1770" y="2"/>
                    <a:pt x="1744" y="5"/>
                  </a:cubicBezTo>
                  <a:cubicBezTo>
                    <a:pt x="1447" y="40"/>
                    <a:pt x="1151" y="284"/>
                    <a:pt x="959" y="511"/>
                  </a:cubicBezTo>
                  <a:cubicBezTo>
                    <a:pt x="646" y="842"/>
                    <a:pt x="402" y="1225"/>
                    <a:pt x="192" y="1626"/>
                  </a:cubicBezTo>
                  <a:cubicBezTo>
                    <a:pt x="175" y="1679"/>
                    <a:pt x="157" y="1713"/>
                    <a:pt x="123" y="1766"/>
                  </a:cubicBezTo>
                  <a:cubicBezTo>
                    <a:pt x="35" y="1923"/>
                    <a:pt x="1" y="2114"/>
                    <a:pt x="53" y="2306"/>
                  </a:cubicBezTo>
                  <a:cubicBezTo>
                    <a:pt x="135" y="2486"/>
                    <a:pt x="323" y="2604"/>
                    <a:pt x="533" y="2604"/>
                  </a:cubicBezTo>
                  <a:cubicBezTo>
                    <a:pt x="547" y="2604"/>
                    <a:pt x="561" y="2604"/>
                    <a:pt x="576" y="2602"/>
                  </a:cubicBezTo>
                  <a:cubicBezTo>
                    <a:pt x="1116" y="2550"/>
                    <a:pt x="1604" y="2289"/>
                    <a:pt x="1935" y="1870"/>
                  </a:cubicBezTo>
                  <a:cubicBezTo>
                    <a:pt x="2302" y="1469"/>
                    <a:pt x="2633" y="946"/>
                    <a:pt x="2406" y="406"/>
                  </a:cubicBezTo>
                  <a:cubicBezTo>
                    <a:pt x="2311" y="153"/>
                    <a:pt x="2073" y="0"/>
                    <a:pt x="18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1" name="Google Shape;4171;p140"/>
            <p:cNvSpPr/>
            <p:nvPr/>
          </p:nvSpPr>
          <p:spPr>
            <a:xfrm>
              <a:off x="2394800" y="2591425"/>
              <a:ext cx="35750" cy="34625"/>
            </a:xfrm>
            <a:custGeom>
              <a:rect b="b" l="l" r="r" t="t"/>
              <a:pathLst>
                <a:path extrusionOk="0" h="1385" w="1430">
                  <a:moveTo>
                    <a:pt x="674" y="0"/>
                  </a:moveTo>
                  <a:cubicBezTo>
                    <a:pt x="338" y="0"/>
                    <a:pt x="104" y="373"/>
                    <a:pt x="52" y="663"/>
                  </a:cubicBezTo>
                  <a:cubicBezTo>
                    <a:pt x="0" y="890"/>
                    <a:pt x="70" y="1116"/>
                    <a:pt x="262" y="1273"/>
                  </a:cubicBezTo>
                  <a:cubicBezTo>
                    <a:pt x="358" y="1345"/>
                    <a:pt x="479" y="1384"/>
                    <a:pt x="602" y="1384"/>
                  </a:cubicBezTo>
                  <a:cubicBezTo>
                    <a:pt x="657" y="1384"/>
                    <a:pt x="713" y="1377"/>
                    <a:pt x="767" y="1360"/>
                  </a:cubicBezTo>
                  <a:cubicBezTo>
                    <a:pt x="924" y="1291"/>
                    <a:pt x="1081" y="1186"/>
                    <a:pt x="1185" y="1047"/>
                  </a:cubicBezTo>
                  <a:cubicBezTo>
                    <a:pt x="1238" y="977"/>
                    <a:pt x="1273" y="907"/>
                    <a:pt x="1290" y="820"/>
                  </a:cubicBezTo>
                  <a:cubicBezTo>
                    <a:pt x="1429" y="419"/>
                    <a:pt x="1116" y="1"/>
                    <a:pt x="697" y="1"/>
                  </a:cubicBezTo>
                  <a:cubicBezTo>
                    <a:pt x="690" y="0"/>
                    <a:pt x="682" y="0"/>
                    <a:pt x="6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2" name="Google Shape;4172;p140"/>
            <p:cNvSpPr/>
            <p:nvPr/>
          </p:nvSpPr>
          <p:spPr>
            <a:xfrm>
              <a:off x="1059550" y="3024600"/>
              <a:ext cx="435825" cy="406175"/>
            </a:xfrm>
            <a:custGeom>
              <a:rect b="b" l="l" r="r" t="t"/>
              <a:pathLst>
                <a:path extrusionOk="0" h="16247" w="17433">
                  <a:moveTo>
                    <a:pt x="10686" y="0"/>
                  </a:moveTo>
                  <a:cubicBezTo>
                    <a:pt x="10372" y="157"/>
                    <a:pt x="7653" y="3382"/>
                    <a:pt x="5893" y="5038"/>
                  </a:cubicBezTo>
                  <a:cubicBezTo>
                    <a:pt x="4115" y="6694"/>
                    <a:pt x="1" y="9256"/>
                    <a:pt x="1" y="9256"/>
                  </a:cubicBezTo>
                  <a:lnTo>
                    <a:pt x="1622" y="16246"/>
                  </a:lnTo>
                  <a:cubicBezTo>
                    <a:pt x="1622" y="16246"/>
                    <a:pt x="6259" y="11906"/>
                    <a:pt x="6991" y="11226"/>
                  </a:cubicBezTo>
                  <a:cubicBezTo>
                    <a:pt x="7723" y="10529"/>
                    <a:pt x="9205" y="10163"/>
                    <a:pt x="11087" y="8420"/>
                  </a:cubicBezTo>
                  <a:cubicBezTo>
                    <a:pt x="12307" y="7304"/>
                    <a:pt x="12883" y="5369"/>
                    <a:pt x="12883" y="5369"/>
                  </a:cubicBezTo>
                  <a:cubicBezTo>
                    <a:pt x="13283" y="4829"/>
                    <a:pt x="13754" y="4323"/>
                    <a:pt x="14260" y="3853"/>
                  </a:cubicBezTo>
                  <a:cubicBezTo>
                    <a:pt x="15061" y="3138"/>
                    <a:pt x="17432" y="872"/>
                    <a:pt x="16805" y="349"/>
                  </a:cubicBezTo>
                  <a:cubicBezTo>
                    <a:pt x="16745" y="301"/>
                    <a:pt x="16658" y="279"/>
                    <a:pt x="16549" y="279"/>
                  </a:cubicBezTo>
                  <a:cubicBezTo>
                    <a:pt x="15517" y="279"/>
                    <a:pt x="12534" y="2249"/>
                    <a:pt x="12534" y="2249"/>
                  </a:cubicBezTo>
                  <a:cubicBezTo>
                    <a:pt x="12290" y="1796"/>
                    <a:pt x="10686" y="0"/>
                    <a:pt x="106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3" name="Google Shape;4173;p140"/>
            <p:cNvSpPr/>
            <p:nvPr/>
          </p:nvSpPr>
          <p:spPr>
            <a:xfrm>
              <a:off x="408500" y="2870325"/>
              <a:ext cx="872025" cy="1438550"/>
            </a:xfrm>
            <a:custGeom>
              <a:rect b="b" l="l" r="r" t="t"/>
              <a:pathLst>
                <a:path extrusionOk="0" h="57542" w="34881">
                  <a:moveTo>
                    <a:pt x="14137" y="1"/>
                  </a:moveTo>
                  <a:cubicBezTo>
                    <a:pt x="14137" y="1"/>
                    <a:pt x="4550" y="7043"/>
                    <a:pt x="1639" y="15915"/>
                  </a:cubicBezTo>
                  <a:cubicBezTo>
                    <a:pt x="105" y="20587"/>
                    <a:pt x="1" y="31830"/>
                    <a:pt x="262" y="41470"/>
                  </a:cubicBezTo>
                  <a:cubicBezTo>
                    <a:pt x="297" y="43003"/>
                    <a:pt x="349" y="44520"/>
                    <a:pt x="402" y="45949"/>
                  </a:cubicBezTo>
                  <a:cubicBezTo>
                    <a:pt x="436" y="46891"/>
                    <a:pt x="471" y="47832"/>
                    <a:pt x="524" y="48703"/>
                  </a:cubicBezTo>
                  <a:cubicBezTo>
                    <a:pt x="593" y="50377"/>
                    <a:pt x="663" y="51893"/>
                    <a:pt x="733" y="53183"/>
                  </a:cubicBezTo>
                  <a:cubicBezTo>
                    <a:pt x="890" y="55868"/>
                    <a:pt x="994" y="57541"/>
                    <a:pt x="994" y="57541"/>
                  </a:cubicBezTo>
                  <a:lnTo>
                    <a:pt x="34880" y="57541"/>
                  </a:lnTo>
                  <a:lnTo>
                    <a:pt x="34009" y="53044"/>
                  </a:lnTo>
                  <a:lnTo>
                    <a:pt x="33085" y="48163"/>
                  </a:lnTo>
                  <a:lnTo>
                    <a:pt x="32614" y="45792"/>
                  </a:lnTo>
                  <a:lnTo>
                    <a:pt x="31673" y="40859"/>
                  </a:lnTo>
                  <a:lnTo>
                    <a:pt x="27716" y="20291"/>
                  </a:lnTo>
                  <a:lnTo>
                    <a:pt x="27263" y="17955"/>
                  </a:lnTo>
                  <a:lnTo>
                    <a:pt x="23463" y="6154"/>
                  </a:lnTo>
                  <a:lnTo>
                    <a:pt x="141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4" name="Google Shape;4174;p140"/>
            <p:cNvSpPr/>
            <p:nvPr/>
          </p:nvSpPr>
          <p:spPr>
            <a:xfrm>
              <a:off x="415050" y="3892225"/>
              <a:ext cx="809250" cy="136200"/>
            </a:xfrm>
            <a:custGeom>
              <a:rect b="b" l="l" r="r" t="t"/>
              <a:pathLst>
                <a:path extrusionOk="0" h="5448" w="32370">
                  <a:moveTo>
                    <a:pt x="31411" y="1"/>
                  </a:moveTo>
                  <a:cubicBezTo>
                    <a:pt x="26350" y="764"/>
                    <a:pt x="20136" y="1003"/>
                    <a:pt x="14319" y="1003"/>
                  </a:cubicBezTo>
                  <a:cubicBezTo>
                    <a:pt x="8716" y="1003"/>
                    <a:pt x="3481" y="782"/>
                    <a:pt x="0" y="594"/>
                  </a:cubicBezTo>
                  <a:lnTo>
                    <a:pt x="0" y="594"/>
                  </a:lnTo>
                  <a:cubicBezTo>
                    <a:pt x="52" y="2145"/>
                    <a:pt x="87" y="3644"/>
                    <a:pt x="140" y="5073"/>
                  </a:cubicBezTo>
                  <a:cubicBezTo>
                    <a:pt x="3566" y="5349"/>
                    <a:pt x="7813" y="5448"/>
                    <a:pt x="12144" y="5448"/>
                  </a:cubicBezTo>
                  <a:cubicBezTo>
                    <a:pt x="20151" y="5448"/>
                    <a:pt x="28444" y="5109"/>
                    <a:pt x="32370" y="4916"/>
                  </a:cubicBezTo>
                  <a:lnTo>
                    <a:pt x="314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5" name="Google Shape;4175;p140"/>
            <p:cNvSpPr/>
            <p:nvPr/>
          </p:nvSpPr>
          <p:spPr>
            <a:xfrm>
              <a:off x="421575" y="4074825"/>
              <a:ext cx="837150" cy="134625"/>
            </a:xfrm>
            <a:custGeom>
              <a:rect b="b" l="l" r="r" t="t"/>
              <a:pathLst>
                <a:path extrusionOk="0" h="5385" w="33486">
                  <a:moveTo>
                    <a:pt x="32562" y="1"/>
                  </a:moveTo>
                  <a:cubicBezTo>
                    <a:pt x="27290" y="705"/>
                    <a:pt x="20920" y="929"/>
                    <a:pt x="14956" y="929"/>
                  </a:cubicBezTo>
                  <a:cubicBezTo>
                    <a:pt x="9108" y="929"/>
                    <a:pt x="3651" y="713"/>
                    <a:pt x="1" y="523"/>
                  </a:cubicBezTo>
                  <a:lnTo>
                    <a:pt x="1" y="523"/>
                  </a:lnTo>
                  <a:cubicBezTo>
                    <a:pt x="70" y="2214"/>
                    <a:pt x="140" y="3731"/>
                    <a:pt x="210" y="5021"/>
                  </a:cubicBezTo>
                  <a:cubicBezTo>
                    <a:pt x="3788" y="5288"/>
                    <a:pt x="8191" y="5385"/>
                    <a:pt x="12681" y="5385"/>
                  </a:cubicBezTo>
                  <a:cubicBezTo>
                    <a:pt x="20767" y="5385"/>
                    <a:pt x="29137" y="5072"/>
                    <a:pt x="33486" y="4881"/>
                  </a:cubicBezTo>
                  <a:lnTo>
                    <a:pt x="325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140"/>
            <p:cNvSpPr/>
            <p:nvPr/>
          </p:nvSpPr>
          <p:spPr>
            <a:xfrm>
              <a:off x="761925" y="2870325"/>
              <a:ext cx="339500" cy="507725"/>
            </a:xfrm>
            <a:custGeom>
              <a:rect b="b" l="l" r="r" t="t"/>
              <a:pathLst>
                <a:path extrusionOk="0" h="20309" w="13580">
                  <a:moveTo>
                    <a:pt x="0" y="1"/>
                  </a:moveTo>
                  <a:lnTo>
                    <a:pt x="0" y="1"/>
                  </a:lnTo>
                  <a:cubicBezTo>
                    <a:pt x="1" y="1"/>
                    <a:pt x="7287" y="9082"/>
                    <a:pt x="8873" y="11732"/>
                  </a:cubicBezTo>
                  <a:cubicBezTo>
                    <a:pt x="9901" y="13458"/>
                    <a:pt x="12115" y="17571"/>
                    <a:pt x="13579" y="20308"/>
                  </a:cubicBezTo>
                  <a:lnTo>
                    <a:pt x="13126" y="17955"/>
                  </a:lnTo>
                  <a:lnTo>
                    <a:pt x="9326" y="61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7" name="Google Shape;4177;p140"/>
            <p:cNvSpPr/>
            <p:nvPr/>
          </p:nvSpPr>
          <p:spPr>
            <a:xfrm>
              <a:off x="653850" y="3836450"/>
              <a:ext cx="214425" cy="491600"/>
            </a:xfrm>
            <a:custGeom>
              <a:rect b="b" l="l" r="r" t="t"/>
              <a:pathLst>
                <a:path extrusionOk="0" h="19664" w="8577">
                  <a:moveTo>
                    <a:pt x="2929" y="1"/>
                  </a:moveTo>
                  <a:lnTo>
                    <a:pt x="192" y="558"/>
                  </a:lnTo>
                  <a:lnTo>
                    <a:pt x="0" y="19593"/>
                  </a:lnTo>
                  <a:lnTo>
                    <a:pt x="8577" y="19663"/>
                  </a:lnTo>
                  <a:lnTo>
                    <a:pt x="292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8" name="Google Shape;4178;p140"/>
            <p:cNvSpPr/>
            <p:nvPr/>
          </p:nvSpPr>
          <p:spPr>
            <a:xfrm>
              <a:off x="680875" y="3851225"/>
              <a:ext cx="327725" cy="449350"/>
            </a:xfrm>
            <a:custGeom>
              <a:rect b="b" l="l" r="r" t="t"/>
              <a:pathLst>
                <a:path extrusionOk="0" h="17974" w="13109">
                  <a:moveTo>
                    <a:pt x="619" y="1"/>
                  </a:moveTo>
                  <a:cubicBezTo>
                    <a:pt x="229" y="1"/>
                    <a:pt x="0" y="12"/>
                    <a:pt x="0" y="37"/>
                  </a:cubicBezTo>
                  <a:cubicBezTo>
                    <a:pt x="0" y="37"/>
                    <a:pt x="506" y="5964"/>
                    <a:pt x="1534" y="9589"/>
                  </a:cubicBezTo>
                  <a:cubicBezTo>
                    <a:pt x="2545" y="13233"/>
                    <a:pt x="3887" y="17974"/>
                    <a:pt x="3887" y="17974"/>
                  </a:cubicBezTo>
                  <a:lnTo>
                    <a:pt x="13108" y="17974"/>
                  </a:lnTo>
                  <a:cubicBezTo>
                    <a:pt x="13108" y="17974"/>
                    <a:pt x="11174" y="10025"/>
                    <a:pt x="11086" y="8073"/>
                  </a:cubicBezTo>
                  <a:cubicBezTo>
                    <a:pt x="10999" y="6121"/>
                    <a:pt x="10581" y="368"/>
                    <a:pt x="10581" y="368"/>
                  </a:cubicBezTo>
                  <a:cubicBezTo>
                    <a:pt x="10581" y="368"/>
                    <a:pt x="2883" y="1"/>
                    <a:pt x="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140"/>
            <p:cNvSpPr/>
            <p:nvPr/>
          </p:nvSpPr>
          <p:spPr>
            <a:xfrm>
              <a:off x="543600" y="3142625"/>
              <a:ext cx="587025" cy="734825"/>
            </a:xfrm>
            <a:custGeom>
              <a:rect b="b" l="l" r="r" t="t"/>
              <a:pathLst>
                <a:path extrusionOk="0" h="29393" w="23481">
                  <a:moveTo>
                    <a:pt x="12529" y="1"/>
                  </a:moveTo>
                  <a:cubicBezTo>
                    <a:pt x="12305" y="1"/>
                    <a:pt x="12074" y="13"/>
                    <a:pt x="11836" y="38"/>
                  </a:cubicBezTo>
                  <a:cubicBezTo>
                    <a:pt x="0" y="1311"/>
                    <a:pt x="3382" y="29218"/>
                    <a:pt x="3382" y="29218"/>
                  </a:cubicBezTo>
                  <a:lnTo>
                    <a:pt x="18861" y="29392"/>
                  </a:lnTo>
                  <a:cubicBezTo>
                    <a:pt x="18861" y="29392"/>
                    <a:pt x="23481" y="1"/>
                    <a:pt x="125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0" name="Google Shape;4180;p140"/>
            <p:cNvSpPr/>
            <p:nvPr/>
          </p:nvSpPr>
          <p:spPr>
            <a:xfrm>
              <a:off x="757125" y="2395650"/>
              <a:ext cx="510700" cy="628525"/>
            </a:xfrm>
            <a:custGeom>
              <a:rect b="b" l="l" r="r" t="t"/>
              <a:pathLst>
                <a:path extrusionOk="0" h="25141" w="20428">
                  <a:moveTo>
                    <a:pt x="11774" y="1"/>
                  </a:moveTo>
                  <a:cubicBezTo>
                    <a:pt x="11572" y="1"/>
                    <a:pt x="11366" y="8"/>
                    <a:pt x="11157" y="23"/>
                  </a:cubicBezTo>
                  <a:cubicBezTo>
                    <a:pt x="4690" y="458"/>
                    <a:pt x="1" y="4903"/>
                    <a:pt x="820" y="10673"/>
                  </a:cubicBezTo>
                  <a:cubicBezTo>
                    <a:pt x="820" y="10673"/>
                    <a:pt x="1012" y="13410"/>
                    <a:pt x="1639" y="15379"/>
                  </a:cubicBezTo>
                  <a:lnTo>
                    <a:pt x="175" y="18988"/>
                  </a:lnTo>
                  <a:cubicBezTo>
                    <a:pt x="175" y="18988"/>
                    <a:pt x="4864" y="23311"/>
                    <a:pt x="9501" y="25141"/>
                  </a:cubicBezTo>
                  <a:lnTo>
                    <a:pt x="10947" y="23067"/>
                  </a:lnTo>
                  <a:cubicBezTo>
                    <a:pt x="10947" y="23067"/>
                    <a:pt x="12616" y="23689"/>
                    <a:pt x="14252" y="23689"/>
                  </a:cubicBezTo>
                  <a:cubicBezTo>
                    <a:pt x="15270" y="23689"/>
                    <a:pt x="16275" y="23448"/>
                    <a:pt x="16857" y="22666"/>
                  </a:cubicBezTo>
                  <a:cubicBezTo>
                    <a:pt x="17310" y="22056"/>
                    <a:pt x="17815" y="20713"/>
                    <a:pt x="18269" y="19092"/>
                  </a:cubicBezTo>
                  <a:cubicBezTo>
                    <a:pt x="18286" y="19040"/>
                    <a:pt x="18303" y="19005"/>
                    <a:pt x="18303" y="18970"/>
                  </a:cubicBezTo>
                  <a:cubicBezTo>
                    <a:pt x="18391" y="18709"/>
                    <a:pt x="18443" y="18447"/>
                    <a:pt x="18530" y="18186"/>
                  </a:cubicBezTo>
                  <a:cubicBezTo>
                    <a:pt x="18728" y="18222"/>
                    <a:pt x="18977" y="18258"/>
                    <a:pt x="19217" y="18258"/>
                  </a:cubicBezTo>
                  <a:cubicBezTo>
                    <a:pt x="19442" y="18258"/>
                    <a:pt x="19660" y="18226"/>
                    <a:pt x="19820" y="18134"/>
                  </a:cubicBezTo>
                  <a:cubicBezTo>
                    <a:pt x="20256" y="17890"/>
                    <a:pt x="19907" y="13514"/>
                    <a:pt x="19820" y="12294"/>
                  </a:cubicBezTo>
                  <a:cubicBezTo>
                    <a:pt x="20081" y="11004"/>
                    <a:pt x="20256" y="9697"/>
                    <a:pt x="20360" y="8390"/>
                  </a:cubicBezTo>
                  <a:cubicBezTo>
                    <a:pt x="20428" y="6366"/>
                    <a:pt x="17802" y="1"/>
                    <a:pt x="117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1" name="Google Shape;4181;p140"/>
            <p:cNvSpPr/>
            <p:nvPr/>
          </p:nvSpPr>
          <p:spPr>
            <a:xfrm>
              <a:off x="739250" y="2372900"/>
              <a:ext cx="547375" cy="458300"/>
            </a:xfrm>
            <a:custGeom>
              <a:rect b="b" l="l" r="r" t="t"/>
              <a:pathLst>
                <a:path extrusionOk="0" h="18332" w="21895">
                  <a:moveTo>
                    <a:pt x="13509" y="0"/>
                  </a:moveTo>
                  <a:cubicBezTo>
                    <a:pt x="12920" y="0"/>
                    <a:pt x="12334" y="144"/>
                    <a:pt x="11802" y="410"/>
                  </a:cubicBezTo>
                  <a:cubicBezTo>
                    <a:pt x="11394" y="141"/>
                    <a:pt x="10920" y="5"/>
                    <a:pt x="10446" y="5"/>
                  </a:cubicBezTo>
                  <a:cubicBezTo>
                    <a:pt x="10149" y="5"/>
                    <a:pt x="9852" y="58"/>
                    <a:pt x="9571" y="166"/>
                  </a:cubicBezTo>
                  <a:cubicBezTo>
                    <a:pt x="9117" y="392"/>
                    <a:pt x="8717" y="706"/>
                    <a:pt x="8385" y="1089"/>
                  </a:cubicBezTo>
                  <a:cubicBezTo>
                    <a:pt x="8003" y="957"/>
                    <a:pt x="7593" y="890"/>
                    <a:pt x="7182" y="890"/>
                  </a:cubicBezTo>
                  <a:cubicBezTo>
                    <a:pt x="6246" y="890"/>
                    <a:pt x="5308" y="1236"/>
                    <a:pt x="4690" y="1926"/>
                  </a:cubicBezTo>
                  <a:cubicBezTo>
                    <a:pt x="4394" y="2223"/>
                    <a:pt x="4202" y="2606"/>
                    <a:pt x="4167" y="3024"/>
                  </a:cubicBezTo>
                  <a:cubicBezTo>
                    <a:pt x="3749" y="3094"/>
                    <a:pt x="3348" y="3234"/>
                    <a:pt x="2982" y="3443"/>
                  </a:cubicBezTo>
                  <a:cubicBezTo>
                    <a:pt x="2703" y="3652"/>
                    <a:pt x="2459" y="3896"/>
                    <a:pt x="2250" y="4192"/>
                  </a:cubicBezTo>
                  <a:cubicBezTo>
                    <a:pt x="1883" y="4663"/>
                    <a:pt x="1587" y="5186"/>
                    <a:pt x="1378" y="5744"/>
                  </a:cubicBezTo>
                  <a:cubicBezTo>
                    <a:pt x="1169" y="6301"/>
                    <a:pt x="1151" y="6911"/>
                    <a:pt x="1308" y="7487"/>
                  </a:cubicBezTo>
                  <a:cubicBezTo>
                    <a:pt x="1552" y="8358"/>
                    <a:pt x="1517" y="8463"/>
                    <a:pt x="1500" y="9369"/>
                  </a:cubicBezTo>
                  <a:cubicBezTo>
                    <a:pt x="1500" y="10293"/>
                    <a:pt x="838" y="11705"/>
                    <a:pt x="1535" y="12298"/>
                  </a:cubicBezTo>
                  <a:cubicBezTo>
                    <a:pt x="1535" y="12298"/>
                    <a:pt x="1" y="14320"/>
                    <a:pt x="838" y="15557"/>
                  </a:cubicBezTo>
                  <a:cubicBezTo>
                    <a:pt x="1233" y="16155"/>
                    <a:pt x="1735" y="16310"/>
                    <a:pt x="2147" y="16310"/>
                  </a:cubicBezTo>
                  <a:cubicBezTo>
                    <a:pt x="2589" y="16310"/>
                    <a:pt x="2929" y="16133"/>
                    <a:pt x="2929" y="16133"/>
                  </a:cubicBezTo>
                  <a:lnTo>
                    <a:pt x="2929" y="16133"/>
                  </a:lnTo>
                  <a:cubicBezTo>
                    <a:pt x="2929" y="16133"/>
                    <a:pt x="2738" y="17963"/>
                    <a:pt x="4760" y="18294"/>
                  </a:cubicBezTo>
                  <a:cubicBezTo>
                    <a:pt x="4925" y="18319"/>
                    <a:pt x="5087" y="18331"/>
                    <a:pt x="5244" y="18331"/>
                  </a:cubicBezTo>
                  <a:cubicBezTo>
                    <a:pt x="7030" y="18331"/>
                    <a:pt x="8281" y="16830"/>
                    <a:pt x="8281" y="16830"/>
                  </a:cubicBezTo>
                  <a:cubicBezTo>
                    <a:pt x="8281" y="16830"/>
                    <a:pt x="8744" y="18126"/>
                    <a:pt x="9969" y="18126"/>
                  </a:cubicBezTo>
                  <a:cubicBezTo>
                    <a:pt x="10151" y="18126"/>
                    <a:pt x="10349" y="18098"/>
                    <a:pt x="10564" y="18033"/>
                  </a:cubicBezTo>
                  <a:cubicBezTo>
                    <a:pt x="12255" y="17527"/>
                    <a:pt x="13231" y="13622"/>
                    <a:pt x="13231" y="13622"/>
                  </a:cubicBezTo>
                  <a:cubicBezTo>
                    <a:pt x="13231" y="13622"/>
                    <a:pt x="13842" y="13159"/>
                    <a:pt x="14479" y="13159"/>
                  </a:cubicBezTo>
                  <a:cubicBezTo>
                    <a:pt x="14689" y="13159"/>
                    <a:pt x="14902" y="13210"/>
                    <a:pt x="15096" y="13344"/>
                  </a:cubicBezTo>
                  <a:cubicBezTo>
                    <a:pt x="15866" y="13857"/>
                    <a:pt x="15410" y="16100"/>
                    <a:pt x="16283" y="16100"/>
                  </a:cubicBezTo>
                  <a:cubicBezTo>
                    <a:pt x="16300" y="16100"/>
                    <a:pt x="16317" y="16099"/>
                    <a:pt x="16334" y="16098"/>
                  </a:cubicBezTo>
                  <a:cubicBezTo>
                    <a:pt x="17293" y="16011"/>
                    <a:pt x="18408" y="12106"/>
                    <a:pt x="18408" y="12106"/>
                  </a:cubicBezTo>
                  <a:cubicBezTo>
                    <a:pt x="18408" y="12106"/>
                    <a:pt x="18698" y="12225"/>
                    <a:pt x="19100" y="12225"/>
                  </a:cubicBezTo>
                  <a:cubicBezTo>
                    <a:pt x="19694" y="12225"/>
                    <a:pt x="20531" y="11965"/>
                    <a:pt x="21040" y="10677"/>
                  </a:cubicBezTo>
                  <a:cubicBezTo>
                    <a:pt x="21895" y="8515"/>
                    <a:pt x="20657" y="6493"/>
                    <a:pt x="20657" y="6493"/>
                  </a:cubicBezTo>
                  <a:cubicBezTo>
                    <a:pt x="20657" y="6493"/>
                    <a:pt x="21093" y="3478"/>
                    <a:pt x="19576" y="2467"/>
                  </a:cubicBezTo>
                  <a:cubicBezTo>
                    <a:pt x="18772" y="1915"/>
                    <a:pt x="17826" y="1620"/>
                    <a:pt x="16866" y="1620"/>
                  </a:cubicBezTo>
                  <a:cubicBezTo>
                    <a:pt x="16764" y="1620"/>
                    <a:pt x="16663" y="1623"/>
                    <a:pt x="16561" y="1630"/>
                  </a:cubicBezTo>
                  <a:cubicBezTo>
                    <a:pt x="16038" y="880"/>
                    <a:pt x="15271" y="340"/>
                    <a:pt x="14399" y="113"/>
                  </a:cubicBezTo>
                  <a:cubicBezTo>
                    <a:pt x="14106" y="37"/>
                    <a:pt x="13807" y="0"/>
                    <a:pt x="13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140"/>
            <p:cNvSpPr/>
            <p:nvPr/>
          </p:nvSpPr>
          <p:spPr>
            <a:xfrm>
              <a:off x="1034725" y="2695675"/>
              <a:ext cx="115500" cy="138575"/>
            </a:xfrm>
            <a:custGeom>
              <a:rect b="b" l="l" r="r" t="t"/>
              <a:pathLst>
                <a:path extrusionOk="0" h="5543" w="4620">
                  <a:moveTo>
                    <a:pt x="2443" y="1"/>
                  </a:moveTo>
                  <a:cubicBezTo>
                    <a:pt x="2171" y="1"/>
                    <a:pt x="1901" y="56"/>
                    <a:pt x="1656" y="154"/>
                  </a:cubicBezTo>
                  <a:cubicBezTo>
                    <a:pt x="1011" y="433"/>
                    <a:pt x="593" y="1078"/>
                    <a:pt x="366" y="1757"/>
                  </a:cubicBezTo>
                  <a:cubicBezTo>
                    <a:pt x="0" y="2803"/>
                    <a:pt x="87" y="4128"/>
                    <a:pt x="907" y="4860"/>
                  </a:cubicBezTo>
                  <a:cubicBezTo>
                    <a:pt x="1395" y="5313"/>
                    <a:pt x="2075" y="5470"/>
                    <a:pt x="2737" y="5523"/>
                  </a:cubicBezTo>
                  <a:cubicBezTo>
                    <a:pt x="2824" y="5536"/>
                    <a:pt x="2910" y="5543"/>
                    <a:pt x="2996" y="5543"/>
                  </a:cubicBezTo>
                  <a:cubicBezTo>
                    <a:pt x="3239" y="5543"/>
                    <a:pt x="3477" y="5491"/>
                    <a:pt x="3696" y="5400"/>
                  </a:cubicBezTo>
                  <a:cubicBezTo>
                    <a:pt x="4149" y="5139"/>
                    <a:pt x="4306" y="4564"/>
                    <a:pt x="4393" y="4041"/>
                  </a:cubicBezTo>
                  <a:cubicBezTo>
                    <a:pt x="4620" y="2542"/>
                    <a:pt x="4620" y="311"/>
                    <a:pt x="2789" y="32"/>
                  </a:cubicBezTo>
                  <a:cubicBezTo>
                    <a:pt x="2675" y="11"/>
                    <a:pt x="2559" y="1"/>
                    <a:pt x="2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3" name="Google Shape;4183;p140"/>
            <p:cNvSpPr/>
            <p:nvPr/>
          </p:nvSpPr>
          <p:spPr>
            <a:xfrm>
              <a:off x="1036900" y="2784050"/>
              <a:ext cx="81950" cy="45775"/>
            </a:xfrm>
            <a:custGeom>
              <a:rect b="b" l="l" r="r" t="t"/>
              <a:pathLst>
                <a:path extrusionOk="0" fill="none" h="1831" w="3278">
                  <a:moveTo>
                    <a:pt x="0" y="0"/>
                  </a:moveTo>
                  <a:cubicBezTo>
                    <a:pt x="210" y="663"/>
                    <a:pt x="680" y="1221"/>
                    <a:pt x="1308" y="1517"/>
                  </a:cubicBezTo>
                  <a:cubicBezTo>
                    <a:pt x="1935" y="1796"/>
                    <a:pt x="2633" y="1831"/>
                    <a:pt x="3277" y="1621"/>
                  </a:cubicBezTo>
                </a:path>
              </a:pathLst>
            </a:custGeom>
            <a:noFill/>
            <a:ln cap="rnd" cmpd="sng" w="3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4" name="Google Shape;4184;p140"/>
            <p:cNvSpPr/>
            <p:nvPr/>
          </p:nvSpPr>
          <p:spPr>
            <a:xfrm>
              <a:off x="1092250" y="2743075"/>
              <a:ext cx="20075" cy="45800"/>
            </a:xfrm>
            <a:custGeom>
              <a:rect b="b" l="l" r="r" t="t"/>
              <a:pathLst>
                <a:path extrusionOk="0" fill="none" h="1832" w="803">
                  <a:moveTo>
                    <a:pt x="0" y="1"/>
                  </a:moveTo>
                  <a:cubicBezTo>
                    <a:pt x="506" y="489"/>
                    <a:pt x="785" y="1151"/>
                    <a:pt x="802" y="1831"/>
                  </a:cubicBezTo>
                </a:path>
              </a:pathLst>
            </a:custGeom>
            <a:noFill/>
            <a:ln cap="rnd" cmpd="sng" w="3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5" name="Google Shape;4185;p140"/>
            <p:cNvSpPr/>
            <p:nvPr/>
          </p:nvSpPr>
          <p:spPr>
            <a:xfrm>
              <a:off x="1209475" y="2751600"/>
              <a:ext cx="21800" cy="29625"/>
            </a:xfrm>
            <a:custGeom>
              <a:rect b="b" l="l" r="r" t="t"/>
              <a:pathLst>
                <a:path extrusionOk="0" h="1185" w="872">
                  <a:moveTo>
                    <a:pt x="519" y="1"/>
                  </a:moveTo>
                  <a:cubicBezTo>
                    <a:pt x="341" y="1"/>
                    <a:pt x="149" y="213"/>
                    <a:pt x="70" y="497"/>
                  </a:cubicBezTo>
                  <a:cubicBezTo>
                    <a:pt x="0" y="828"/>
                    <a:pt x="87" y="1124"/>
                    <a:pt x="297" y="1176"/>
                  </a:cubicBezTo>
                  <a:cubicBezTo>
                    <a:pt x="316" y="1182"/>
                    <a:pt x="336" y="1184"/>
                    <a:pt x="357" y="1184"/>
                  </a:cubicBezTo>
                  <a:cubicBezTo>
                    <a:pt x="533" y="1184"/>
                    <a:pt x="724" y="985"/>
                    <a:pt x="802" y="688"/>
                  </a:cubicBezTo>
                  <a:cubicBezTo>
                    <a:pt x="872" y="374"/>
                    <a:pt x="785" y="61"/>
                    <a:pt x="575" y="8"/>
                  </a:cubicBezTo>
                  <a:cubicBezTo>
                    <a:pt x="557" y="3"/>
                    <a:pt x="538" y="1"/>
                    <a:pt x="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6" name="Google Shape;4186;p140"/>
            <p:cNvSpPr/>
            <p:nvPr/>
          </p:nvSpPr>
          <p:spPr>
            <a:xfrm>
              <a:off x="1188975" y="2853700"/>
              <a:ext cx="26175" cy="19275"/>
            </a:xfrm>
            <a:custGeom>
              <a:rect b="b" l="l" r="r" t="t"/>
              <a:pathLst>
                <a:path extrusionOk="0" h="771" w="1047">
                  <a:moveTo>
                    <a:pt x="79" y="1"/>
                  </a:moveTo>
                  <a:cubicBezTo>
                    <a:pt x="65" y="1"/>
                    <a:pt x="51" y="6"/>
                    <a:pt x="36" y="21"/>
                  </a:cubicBezTo>
                  <a:cubicBezTo>
                    <a:pt x="1" y="38"/>
                    <a:pt x="1" y="73"/>
                    <a:pt x="18" y="90"/>
                  </a:cubicBezTo>
                  <a:cubicBezTo>
                    <a:pt x="262" y="439"/>
                    <a:pt x="611" y="666"/>
                    <a:pt x="1012" y="770"/>
                  </a:cubicBezTo>
                  <a:cubicBezTo>
                    <a:pt x="1029" y="718"/>
                    <a:pt x="1029" y="683"/>
                    <a:pt x="1047" y="648"/>
                  </a:cubicBezTo>
                  <a:cubicBezTo>
                    <a:pt x="663" y="561"/>
                    <a:pt x="350" y="335"/>
                    <a:pt x="123" y="21"/>
                  </a:cubicBezTo>
                  <a:cubicBezTo>
                    <a:pt x="113" y="11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140"/>
            <p:cNvSpPr/>
            <p:nvPr/>
          </p:nvSpPr>
          <p:spPr>
            <a:xfrm>
              <a:off x="1199875" y="2698900"/>
              <a:ext cx="45775" cy="27650"/>
            </a:xfrm>
            <a:custGeom>
              <a:rect b="b" l="l" r="r" t="t"/>
              <a:pathLst>
                <a:path extrusionOk="0" h="1106" w="1831">
                  <a:moveTo>
                    <a:pt x="999" y="1"/>
                  </a:moveTo>
                  <a:cubicBezTo>
                    <a:pt x="689" y="1"/>
                    <a:pt x="363" y="176"/>
                    <a:pt x="123" y="478"/>
                  </a:cubicBezTo>
                  <a:cubicBezTo>
                    <a:pt x="36" y="565"/>
                    <a:pt x="1" y="687"/>
                    <a:pt x="18" y="809"/>
                  </a:cubicBezTo>
                  <a:cubicBezTo>
                    <a:pt x="53" y="949"/>
                    <a:pt x="210" y="1001"/>
                    <a:pt x="349" y="1036"/>
                  </a:cubicBezTo>
                  <a:cubicBezTo>
                    <a:pt x="570" y="1082"/>
                    <a:pt x="799" y="1105"/>
                    <a:pt x="1030" y="1105"/>
                  </a:cubicBezTo>
                  <a:cubicBezTo>
                    <a:pt x="1145" y="1105"/>
                    <a:pt x="1262" y="1100"/>
                    <a:pt x="1378" y="1088"/>
                  </a:cubicBezTo>
                  <a:cubicBezTo>
                    <a:pt x="1535" y="1071"/>
                    <a:pt x="1744" y="1001"/>
                    <a:pt x="1814" y="844"/>
                  </a:cubicBezTo>
                  <a:cubicBezTo>
                    <a:pt x="1831" y="739"/>
                    <a:pt x="1814" y="617"/>
                    <a:pt x="1761" y="530"/>
                  </a:cubicBezTo>
                  <a:cubicBezTo>
                    <a:pt x="1582" y="163"/>
                    <a:pt x="1298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8" name="Google Shape;4188;p140"/>
            <p:cNvSpPr/>
            <p:nvPr/>
          </p:nvSpPr>
          <p:spPr>
            <a:xfrm>
              <a:off x="749725" y="2571500"/>
              <a:ext cx="512500" cy="142450"/>
            </a:xfrm>
            <a:custGeom>
              <a:rect b="b" l="l" r="r" t="t"/>
              <a:pathLst>
                <a:path extrusionOk="0" h="5698" w="20500">
                  <a:moveTo>
                    <a:pt x="17000" y="1"/>
                  </a:moveTo>
                  <a:cubicBezTo>
                    <a:pt x="13634" y="1"/>
                    <a:pt x="750" y="1495"/>
                    <a:pt x="750" y="1495"/>
                  </a:cubicBezTo>
                  <a:cubicBezTo>
                    <a:pt x="750" y="1495"/>
                    <a:pt x="0" y="3866"/>
                    <a:pt x="1116" y="4354"/>
                  </a:cubicBezTo>
                  <a:cubicBezTo>
                    <a:pt x="1967" y="4732"/>
                    <a:pt x="6236" y="5698"/>
                    <a:pt x="8882" y="5698"/>
                  </a:cubicBezTo>
                  <a:cubicBezTo>
                    <a:pt x="9649" y="5698"/>
                    <a:pt x="10279" y="5617"/>
                    <a:pt x="10651" y="5417"/>
                  </a:cubicBezTo>
                  <a:cubicBezTo>
                    <a:pt x="12289" y="4545"/>
                    <a:pt x="12132" y="2837"/>
                    <a:pt x="14364" y="2332"/>
                  </a:cubicBezTo>
                  <a:cubicBezTo>
                    <a:pt x="16612" y="1826"/>
                    <a:pt x="20499" y="1652"/>
                    <a:pt x="20499" y="1652"/>
                  </a:cubicBezTo>
                  <a:cubicBezTo>
                    <a:pt x="20499" y="1652"/>
                    <a:pt x="19872" y="188"/>
                    <a:pt x="17449" y="13"/>
                  </a:cubicBezTo>
                  <a:cubicBezTo>
                    <a:pt x="17328" y="5"/>
                    <a:pt x="17177" y="1"/>
                    <a:pt x="170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9" name="Google Shape;4189;p140"/>
            <p:cNvSpPr/>
            <p:nvPr/>
          </p:nvSpPr>
          <p:spPr>
            <a:xfrm>
              <a:off x="696550" y="2277325"/>
              <a:ext cx="696850" cy="391025"/>
            </a:xfrm>
            <a:custGeom>
              <a:rect b="b" l="l" r="r" t="t"/>
              <a:pathLst>
                <a:path extrusionOk="0" h="15641" w="27874">
                  <a:moveTo>
                    <a:pt x="13987" y="1"/>
                  </a:moveTo>
                  <a:cubicBezTo>
                    <a:pt x="13433" y="1"/>
                    <a:pt x="12877" y="40"/>
                    <a:pt x="12325" y="119"/>
                  </a:cubicBezTo>
                  <a:cubicBezTo>
                    <a:pt x="12150" y="136"/>
                    <a:pt x="11993" y="171"/>
                    <a:pt x="11836" y="189"/>
                  </a:cubicBezTo>
                  <a:cubicBezTo>
                    <a:pt x="9675" y="555"/>
                    <a:pt x="7670" y="1601"/>
                    <a:pt x="6136" y="3169"/>
                  </a:cubicBezTo>
                  <a:cubicBezTo>
                    <a:pt x="3992" y="5383"/>
                    <a:pt x="2511" y="8155"/>
                    <a:pt x="1848" y="11170"/>
                  </a:cubicBezTo>
                  <a:cubicBezTo>
                    <a:pt x="1848" y="11170"/>
                    <a:pt x="1" y="11885"/>
                    <a:pt x="471" y="13192"/>
                  </a:cubicBezTo>
                  <a:cubicBezTo>
                    <a:pt x="471" y="13192"/>
                    <a:pt x="855" y="14378"/>
                    <a:pt x="5422" y="15057"/>
                  </a:cubicBezTo>
                  <a:cubicBezTo>
                    <a:pt x="7646" y="15380"/>
                    <a:pt x="8957" y="15579"/>
                    <a:pt x="9917" y="15579"/>
                  </a:cubicBezTo>
                  <a:cubicBezTo>
                    <a:pt x="10929" y="15579"/>
                    <a:pt x="11552" y="15358"/>
                    <a:pt x="12447" y="14831"/>
                  </a:cubicBezTo>
                  <a:cubicBezTo>
                    <a:pt x="14006" y="13902"/>
                    <a:pt x="15124" y="13058"/>
                    <a:pt x="17420" y="13058"/>
                  </a:cubicBezTo>
                  <a:cubicBezTo>
                    <a:pt x="17666" y="13058"/>
                    <a:pt x="17925" y="13068"/>
                    <a:pt x="18199" y="13088"/>
                  </a:cubicBezTo>
                  <a:cubicBezTo>
                    <a:pt x="21023" y="13297"/>
                    <a:pt x="21703" y="14482"/>
                    <a:pt x="23393" y="15075"/>
                  </a:cubicBezTo>
                  <a:cubicBezTo>
                    <a:pt x="24422" y="15435"/>
                    <a:pt x="25798" y="15641"/>
                    <a:pt x="26735" y="15641"/>
                  </a:cubicBezTo>
                  <a:cubicBezTo>
                    <a:pt x="27338" y="15641"/>
                    <a:pt x="27759" y="15556"/>
                    <a:pt x="27786" y="15371"/>
                  </a:cubicBezTo>
                  <a:cubicBezTo>
                    <a:pt x="27873" y="14970"/>
                    <a:pt x="25694" y="14465"/>
                    <a:pt x="25154" y="14134"/>
                  </a:cubicBezTo>
                  <a:cubicBezTo>
                    <a:pt x="25084" y="14099"/>
                    <a:pt x="25049" y="14046"/>
                    <a:pt x="25049" y="13994"/>
                  </a:cubicBezTo>
                  <a:lnTo>
                    <a:pt x="25049" y="13977"/>
                  </a:lnTo>
                  <a:cubicBezTo>
                    <a:pt x="25067" y="13611"/>
                    <a:pt x="24910" y="12007"/>
                    <a:pt x="24439" y="11763"/>
                  </a:cubicBezTo>
                  <a:cubicBezTo>
                    <a:pt x="24683" y="10037"/>
                    <a:pt x="24282" y="8294"/>
                    <a:pt x="23306" y="6847"/>
                  </a:cubicBezTo>
                  <a:cubicBezTo>
                    <a:pt x="21650" y="4407"/>
                    <a:pt x="20430" y="3257"/>
                    <a:pt x="20430" y="3257"/>
                  </a:cubicBezTo>
                  <a:cubicBezTo>
                    <a:pt x="20430" y="3187"/>
                    <a:pt x="20413" y="3117"/>
                    <a:pt x="20413" y="3065"/>
                  </a:cubicBezTo>
                  <a:cubicBezTo>
                    <a:pt x="20395" y="3030"/>
                    <a:pt x="20395" y="2978"/>
                    <a:pt x="20378" y="2943"/>
                  </a:cubicBezTo>
                  <a:cubicBezTo>
                    <a:pt x="20256" y="2490"/>
                    <a:pt x="19855" y="1653"/>
                    <a:pt x="18513" y="973"/>
                  </a:cubicBezTo>
                  <a:cubicBezTo>
                    <a:pt x="18425" y="921"/>
                    <a:pt x="18338" y="886"/>
                    <a:pt x="18269" y="851"/>
                  </a:cubicBezTo>
                  <a:cubicBezTo>
                    <a:pt x="18112" y="764"/>
                    <a:pt x="17937" y="694"/>
                    <a:pt x="17763" y="624"/>
                  </a:cubicBezTo>
                  <a:cubicBezTo>
                    <a:pt x="16546" y="211"/>
                    <a:pt x="15270" y="1"/>
                    <a:pt x="139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140"/>
            <p:cNvSpPr/>
            <p:nvPr/>
          </p:nvSpPr>
          <p:spPr>
            <a:xfrm>
              <a:off x="741000" y="2553375"/>
              <a:ext cx="584400" cy="76875"/>
            </a:xfrm>
            <a:custGeom>
              <a:rect b="b" l="l" r="r" t="t"/>
              <a:pathLst>
                <a:path extrusionOk="0" h="3075" w="23376">
                  <a:moveTo>
                    <a:pt x="14421" y="1"/>
                  </a:moveTo>
                  <a:cubicBezTo>
                    <a:pt x="13626" y="1"/>
                    <a:pt x="12883" y="125"/>
                    <a:pt x="12220" y="372"/>
                  </a:cubicBezTo>
                  <a:cubicBezTo>
                    <a:pt x="11784" y="547"/>
                    <a:pt x="11348" y="773"/>
                    <a:pt x="10930" y="1000"/>
                  </a:cubicBezTo>
                  <a:cubicBezTo>
                    <a:pt x="10581" y="1192"/>
                    <a:pt x="10233" y="1383"/>
                    <a:pt x="9867" y="1540"/>
                  </a:cubicBezTo>
                  <a:cubicBezTo>
                    <a:pt x="9017" y="1901"/>
                    <a:pt x="8045" y="2088"/>
                    <a:pt x="6998" y="2088"/>
                  </a:cubicBezTo>
                  <a:cubicBezTo>
                    <a:pt x="6325" y="2088"/>
                    <a:pt x="5621" y="2011"/>
                    <a:pt x="4899" y="1854"/>
                  </a:cubicBezTo>
                  <a:cubicBezTo>
                    <a:pt x="3225" y="1523"/>
                    <a:pt x="1622" y="826"/>
                    <a:pt x="105" y="163"/>
                  </a:cubicBezTo>
                  <a:cubicBezTo>
                    <a:pt x="96" y="158"/>
                    <a:pt x="87" y="156"/>
                    <a:pt x="78" y="156"/>
                  </a:cubicBezTo>
                  <a:cubicBezTo>
                    <a:pt x="53" y="156"/>
                    <a:pt x="31" y="172"/>
                    <a:pt x="18" y="198"/>
                  </a:cubicBezTo>
                  <a:cubicBezTo>
                    <a:pt x="1" y="215"/>
                    <a:pt x="18" y="250"/>
                    <a:pt x="53" y="268"/>
                  </a:cubicBezTo>
                  <a:cubicBezTo>
                    <a:pt x="1587" y="948"/>
                    <a:pt x="3173" y="1627"/>
                    <a:pt x="4864" y="1976"/>
                  </a:cubicBezTo>
                  <a:cubicBezTo>
                    <a:pt x="5600" y="2133"/>
                    <a:pt x="6315" y="2210"/>
                    <a:pt x="6997" y="2210"/>
                  </a:cubicBezTo>
                  <a:cubicBezTo>
                    <a:pt x="8059" y="2210"/>
                    <a:pt x="9042" y="2023"/>
                    <a:pt x="9902" y="1662"/>
                  </a:cubicBezTo>
                  <a:cubicBezTo>
                    <a:pt x="10285" y="1505"/>
                    <a:pt x="10634" y="1296"/>
                    <a:pt x="10982" y="1104"/>
                  </a:cubicBezTo>
                  <a:cubicBezTo>
                    <a:pt x="11401" y="878"/>
                    <a:pt x="11819" y="669"/>
                    <a:pt x="12272" y="494"/>
                  </a:cubicBezTo>
                  <a:cubicBezTo>
                    <a:pt x="12916" y="247"/>
                    <a:pt x="13644" y="123"/>
                    <a:pt x="14425" y="123"/>
                  </a:cubicBezTo>
                  <a:cubicBezTo>
                    <a:pt x="15018" y="123"/>
                    <a:pt x="15642" y="194"/>
                    <a:pt x="16281" y="337"/>
                  </a:cubicBezTo>
                  <a:cubicBezTo>
                    <a:pt x="17624" y="634"/>
                    <a:pt x="18896" y="1209"/>
                    <a:pt x="20134" y="1749"/>
                  </a:cubicBezTo>
                  <a:lnTo>
                    <a:pt x="20796" y="2063"/>
                  </a:lnTo>
                  <a:cubicBezTo>
                    <a:pt x="21633" y="2464"/>
                    <a:pt x="22487" y="2813"/>
                    <a:pt x="23376" y="3074"/>
                  </a:cubicBezTo>
                  <a:cubicBezTo>
                    <a:pt x="23306" y="3022"/>
                    <a:pt x="23271" y="2970"/>
                    <a:pt x="23271" y="2935"/>
                  </a:cubicBezTo>
                  <a:lnTo>
                    <a:pt x="23271" y="2917"/>
                  </a:lnTo>
                  <a:cubicBezTo>
                    <a:pt x="22452" y="2656"/>
                    <a:pt x="21633" y="2325"/>
                    <a:pt x="20866" y="1941"/>
                  </a:cubicBezTo>
                  <a:lnTo>
                    <a:pt x="20186" y="1645"/>
                  </a:lnTo>
                  <a:cubicBezTo>
                    <a:pt x="18948" y="1087"/>
                    <a:pt x="17676" y="529"/>
                    <a:pt x="16316" y="215"/>
                  </a:cubicBezTo>
                  <a:cubicBezTo>
                    <a:pt x="15661" y="72"/>
                    <a:pt x="15026" y="1"/>
                    <a:pt x="14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140"/>
            <p:cNvSpPr/>
            <p:nvPr/>
          </p:nvSpPr>
          <p:spPr>
            <a:xfrm>
              <a:off x="1003775" y="2350000"/>
              <a:ext cx="203100" cy="78050"/>
            </a:xfrm>
            <a:custGeom>
              <a:rect b="b" l="l" r="r" t="t"/>
              <a:pathLst>
                <a:path extrusionOk="0" h="3122" w="8124">
                  <a:moveTo>
                    <a:pt x="8089" y="1"/>
                  </a:moveTo>
                  <a:cubicBezTo>
                    <a:pt x="5213" y="350"/>
                    <a:pt x="2441" y="1378"/>
                    <a:pt x="36" y="2999"/>
                  </a:cubicBezTo>
                  <a:cubicBezTo>
                    <a:pt x="1" y="3016"/>
                    <a:pt x="1" y="3051"/>
                    <a:pt x="18" y="3086"/>
                  </a:cubicBezTo>
                  <a:cubicBezTo>
                    <a:pt x="18" y="3104"/>
                    <a:pt x="36" y="3121"/>
                    <a:pt x="70" y="3121"/>
                  </a:cubicBezTo>
                  <a:lnTo>
                    <a:pt x="105" y="3121"/>
                  </a:lnTo>
                  <a:cubicBezTo>
                    <a:pt x="2493" y="1500"/>
                    <a:pt x="5247" y="472"/>
                    <a:pt x="8124" y="123"/>
                  </a:cubicBezTo>
                  <a:cubicBezTo>
                    <a:pt x="8124" y="88"/>
                    <a:pt x="8106" y="53"/>
                    <a:pt x="80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140"/>
            <p:cNvSpPr/>
            <p:nvPr/>
          </p:nvSpPr>
          <p:spPr>
            <a:xfrm>
              <a:off x="946250" y="2297725"/>
              <a:ext cx="213125" cy="79775"/>
            </a:xfrm>
            <a:custGeom>
              <a:rect b="b" l="l" r="r" t="t"/>
              <a:pathLst>
                <a:path extrusionOk="0" h="3191" w="8525">
                  <a:moveTo>
                    <a:pt x="8281" y="0"/>
                  </a:moveTo>
                  <a:cubicBezTo>
                    <a:pt x="5265" y="70"/>
                    <a:pt x="2354" y="1151"/>
                    <a:pt x="18" y="3085"/>
                  </a:cubicBezTo>
                  <a:cubicBezTo>
                    <a:pt x="1" y="3103"/>
                    <a:pt x="1" y="3138"/>
                    <a:pt x="18" y="3173"/>
                  </a:cubicBezTo>
                  <a:cubicBezTo>
                    <a:pt x="36" y="3190"/>
                    <a:pt x="53" y="3190"/>
                    <a:pt x="70" y="3190"/>
                  </a:cubicBezTo>
                  <a:cubicBezTo>
                    <a:pt x="88" y="3190"/>
                    <a:pt x="105" y="3190"/>
                    <a:pt x="105" y="3173"/>
                  </a:cubicBezTo>
                  <a:cubicBezTo>
                    <a:pt x="2476" y="1220"/>
                    <a:pt x="5457" y="140"/>
                    <a:pt x="8525" y="122"/>
                  </a:cubicBezTo>
                  <a:cubicBezTo>
                    <a:pt x="8455" y="87"/>
                    <a:pt x="8368" y="35"/>
                    <a:pt x="8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3" name="Google Shape;4193;p140"/>
            <p:cNvSpPr/>
            <p:nvPr/>
          </p:nvSpPr>
          <p:spPr>
            <a:xfrm>
              <a:off x="890475" y="2279850"/>
              <a:ext cx="114200" cy="71050"/>
            </a:xfrm>
            <a:custGeom>
              <a:rect b="b" l="l" r="r" t="t"/>
              <a:pathLst>
                <a:path extrusionOk="0" h="2842" w="4568">
                  <a:moveTo>
                    <a:pt x="4568" y="0"/>
                  </a:moveTo>
                  <a:lnTo>
                    <a:pt x="4568" y="0"/>
                  </a:lnTo>
                  <a:cubicBezTo>
                    <a:pt x="4411" y="18"/>
                    <a:pt x="4236" y="53"/>
                    <a:pt x="4079" y="70"/>
                  </a:cubicBezTo>
                  <a:cubicBezTo>
                    <a:pt x="2598" y="750"/>
                    <a:pt x="1221" y="1656"/>
                    <a:pt x="18" y="2737"/>
                  </a:cubicBezTo>
                  <a:cubicBezTo>
                    <a:pt x="1" y="2772"/>
                    <a:pt x="1" y="2807"/>
                    <a:pt x="18" y="2824"/>
                  </a:cubicBezTo>
                  <a:cubicBezTo>
                    <a:pt x="35" y="2842"/>
                    <a:pt x="53" y="2842"/>
                    <a:pt x="70" y="2842"/>
                  </a:cubicBezTo>
                  <a:cubicBezTo>
                    <a:pt x="88" y="2842"/>
                    <a:pt x="105" y="2842"/>
                    <a:pt x="105" y="2824"/>
                  </a:cubicBezTo>
                  <a:cubicBezTo>
                    <a:pt x="1430" y="1639"/>
                    <a:pt x="2929" y="680"/>
                    <a:pt x="4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4" name="Google Shape;4194;p140"/>
            <p:cNvSpPr/>
            <p:nvPr/>
          </p:nvSpPr>
          <p:spPr>
            <a:xfrm>
              <a:off x="1131875" y="2488150"/>
              <a:ext cx="54950" cy="35975"/>
            </a:xfrm>
            <a:custGeom>
              <a:rect b="b" l="l" r="r" t="t"/>
              <a:pathLst>
                <a:path extrusionOk="0" h="1439" w="2198">
                  <a:moveTo>
                    <a:pt x="1306" y="1"/>
                  </a:moveTo>
                  <a:cubicBezTo>
                    <a:pt x="815" y="1"/>
                    <a:pt x="1" y="257"/>
                    <a:pt x="228" y="802"/>
                  </a:cubicBezTo>
                  <a:cubicBezTo>
                    <a:pt x="315" y="994"/>
                    <a:pt x="455" y="1134"/>
                    <a:pt x="646" y="1221"/>
                  </a:cubicBezTo>
                  <a:cubicBezTo>
                    <a:pt x="850" y="1366"/>
                    <a:pt x="1102" y="1439"/>
                    <a:pt x="1361" y="1439"/>
                  </a:cubicBezTo>
                  <a:cubicBezTo>
                    <a:pt x="1413" y="1439"/>
                    <a:pt x="1466" y="1436"/>
                    <a:pt x="1518" y="1430"/>
                  </a:cubicBezTo>
                  <a:cubicBezTo>
                    <a:pt x="1832" y="1378"/>
                    <a:pt x="2076" y="1151"/>
                    <a:pt x="2145" y="837"/>
                  </a:cubicBezTo>
                  <a:cubicBezTo>
                    <a:pt x="2198" y="454"/>
                    <a:pt x="1867" y="88"/>
                    <a:pt x="1501" y="18"/>
                  </a:cubicBezTo>
                  <a:cubicBezTo>
                    <a:pt x="1446" y="7"/>
                    <a:pt x="1380" y="1"/>
                    <a:pt x="13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140"/>
            <p:cNvSpPr/>
            <p:nvPr/>
          </p:nvSpPr>
          <p:spPr>
            <a:xfrm>
              <a:off x="1192475" y="2509350"/>
              <a:ext cx="80200" cy="56975"/>
            </a:xfrm>
            <a:custGeom>
              <a:rect b="b" l="l" r="r" t="t"/>
              <a:pathLst>
                <a:path extrusionOk="0" h="2279" w="3208">
                  <a:moveTo>
                    <a:pt x="1386" y="1"/>
                  </a:moveTo>
                  <a:cubicBezTo>
                    <a:pt x="1299" y="1"/>
                    <a:pt x="1215" y="8"/>
                    <a:pt x="1133" y="24"/>
                  </a:cubicBezTo>
                  <a:cubicBezTo>
                    <a:pt x="262" y="181"/>
                    <a:pt x="0" y="1070"/>
                    <a:pt x="645" y="1663"/>
                  </a:cubicBezTo>
                  <a:cubicBezTo>
                    <a:pt x="977" y="1942"/>
                    <a:pt x="1360" y="2133"/>
                    <a:pt x="1796" y="2220"/>
                  </a:cubicBezTo>
                  <a:cubicBezTo>
                    <a:pt x="1918" y="2261"/>
                    <a:pt x="2047" y="2278"/>
                    <a:pt x="2174" y="2278"/>
                  </a:cubicBezTo>
                  <a:cubicBezTo>
                    <a:pt x="2264" y="2278"/>
                    <a:pt x="2354" y="2270"/>
                    <a:pt x="2441" y="2255"/>
                  </a:cubicBezTo>
                  <a:cubicBezTo>
                    <a:pt x="2563" y="2220"/>
                    <a:pt x="2685" y="2151"/>
                    <a:pt x="2772" y="2081"/>
                  </a:cubicBezTo>
                  <a:cubicBezTo>
                    <a:pt x="3086" y="1802"/>
                    <a:pt x="3208" y="1384"/>
                    <a:pt x="3068" y="1000"/>
                  </a:cubicBezTo>
                  <a:cubicBezTo>
                    <a:pt x="2867" y="459"/>
                    <a:pt x="2064" y="1"/>
                    <a:pt x="13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196" name="Google Shape;4196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875" y="44900"/>
            <a:ext cx="3489955" cy="134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7" name="Google Shape;4197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51" y="123913"/>
            <a:ext cx="1180550" cy="11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1" name="Shape 4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2" name="Google Shape;4202;p141"/>
          <p:cNvSpPr txBox="1"/>
          <p:nvPr>
            <p:ph type="ctrTitle"/>
          </p:nvPr>
        </p:nvSpPr>
        <p:spPr>
          <a:xfrm>
            <a:off x="1181300" y="707825"/>
            <a:ext cx="3713700" cy="25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Extras </a:t>
            </a:r>
            <a:endParaRPr/>
          </a:p>
        </p:txBody>
      </p:sp>
      <p:sp>
        <p:nvSpPr>
          <p:cNvPr id="4203" name="Google Shape;4203;p141"/>
          <p:cNvSpPr txBox="1"/>
          <p:nvPr>
            <p:ph idx="1" type="subTitle"/>
          </p:nvPr>
        </p:nvSpPr>
        <p:spPr>
          <a:xfrm>
            <a:off x="1243000" y="3197275"/>
            <a:ext cx="36519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Gonzalo Martínez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gonzalo.martinez@uc.cl</a:t>
            </a:r>
            <a:endParaRPr/>
          </a:p>
        </p:txBody>
      </p:sp>
      <p:grpSp>
        <p:nvGrpSpPr>
          <p:cNvPr id="4204" name="Google Shape;4204;p141"/>
          <p:cNvGrpSpPr/>
          <p:nvPr/>
        </p:nvGrpSpPr>
        <p:grpSpPr>
          <a:xfrm>
            <a:off x="4895009" y="2385100"/>
            <a:ext cx="4080950" cy="3063373"/>
            <a:chOff x="408500" y="2277325"/>
            <a:chExt cx="2731925" cy="2050725"/>
          </a:xfrm>
        </p:grpSpPr>
        <p:sp>
          <p:nvSpPr>
            <p:cNvPr id="4205" name="Google Shape;4205;p141"/>
            <p:cNvSpPr/>
            <p:nvPr/>
          </p:nvSpPr>
          <p:spPr>
            <a:xfrm>
              <a:off x="1266125" y="2953575"/>
              <a:ext cx="1106475" cy="1013475"/>
            </a:xfrm>
            <a:custGeom>
              <a:rect b="b" l="l" r="r" t="t"/>
              <a:pathLst>
                <a:path extrusionOk="0" h="40539" w="44259">
                  <a:moveTo>
                    <a:pt x="31655" y="0"/>
                  </a:moveTo>
                  <a:lnTo>
                    <a:pt x="0" y="610"/>
                  </a:lnTo>
                  <a:cubicBezTo>
                    <a:pt x="0" y="610"/>
                    <a:pt x="5526" y="4480"/>
                    <a:pt x="7461" y="12585"/>
                  </a:cubicBezTo>
                  <a:cubicBezTo>
                    <a:pt x="9413" y="20708"/>
                    <a:pt x="12620" y="40423"/>
                    <a:pt x="12620" y="40423"/>
                  </a:cubicBezTo>
                  <a:cubicBezTo>
                    <a:pt x="12620" y="40423"/>
                    <a:pt x="14792" y="40538"/>
                    <a:pt x="18097" y="40538"/>
                  </a:cubicBezTo>
                  <a:cubicBezTo>
                    <a:pt x="24921" y="40538"/>
                    <a:pt x="36576" y="40048"/>
                    <a:pt x="43927" y="37041"/>
                  </a:cubicBezTo>
                  <a:cubicBezTo>
                    <a:pt x="43927" y="37041"/>
                    <a:pt x="44258" y="22312"/>
                    <a:pt x="40789" y="14712"/>
                  </a:cubicBezTo>
                  <a:cubicBezTo>
                    <a:pt x="37320" y="7095"/>
                    <a:pt x="31655" y="0"/>
                    <a:pt x="3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141"/>
            <p:cNvSpPr/>
            <p:nvPr/>
          </p:nvSpPr>
          <p:spPr>
            <a:xfrm>
              <a:off x="1408175" y="2983200"/>
              <a:ext cx="899050" cy="900775"/>
            </a:xfrm>
            <a:custGeom>
              <a:rect b="b" l="l" r="r" t="t"/>
              <a:pathLst>
                <a:path extrusionOk="0" fill="none" h="36031" w="35962">
                  <a:moveTo>
                    <a:pt x="1" y="332"/>
                  </a:moveTo>
                  <a:cubicBezTo>
                    <a:pt x="1" y="332"/>
                    <a:pt x="5335" y="8611"/>
                    <a:pt x="7287" y="16072"/>
                  </a:cubicBezTo>
                  <a:cubicBezTo>
                    <a:pt x="9222" y="23515"/>
                    <a:pt x="10756" y="36031"/>
                    <a:pt x="10756" y="36031"/>
                  </a:cubicBezTo>
                  <a:lnTo>
                    <a:pt x="35961" y="33416"/>
                  </a:lnTo>
                  <a:cubicBezTo>
                    <a:pt x="35961" y="33416"/>
                    <a:pt x="33172" y="14294"/>
                    <a:pt x="30802" y="9047"/>
                  </a:cubicBezTo>
                  <a:cubicBezTo>
                    <a:pt x="29338" y="5840"/>
                    <a:pt x="27525" y="2789"/>
                    <a:pt x="25381" y="0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141"/>
            <p:cNvSpPr/>
            <p:nvPr/>
          </p:nvSpPr>
          <p:spPr>
            <a:xfrm>
              <a:off x="1459175" y="2974475"/>
              <a:ext cx="268450" cy="915600"/>
            </a:xfrm>
            <a:custGeom>
              <a:rect b="b" l="l" r="r" t="t"/>
              <a:pathLst>
                <a:path extrusionOk="0" fill="none" h="36624" w="10738">
                  <a:moveTo>
                    <a:pt x="0" y="1"/>
                  </a:moveTo>
                  <a:cubicBezTo>
                    <a:pt x="0" y="1"/>
                    <a:pt x="5840" y="9902"/>
                    <a:pt x="7356" y="16491"/>
                  </a:cubicBezTo>
                  <a:cubicBezTo>
                    <a:pt x="8664" y="22191"/>
                    <a:pt x="10738" y="36624"/>
                    <a:pt x="10738" y="36624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141"/>
            <p:cNvSpPr/>
            <p:nvPr/>
          </p:nvSpPr>
          <p:spPr>
            <a:xfrm>
              <a:off x="1992125" y="2968375"/>
              <a:ext cx="272825" cy="873325"/>
            </a:xfrm>
            <a:custGeom>
              <a:rect b="b" l="l" r="r" t="t"/>
              <a:pathLst>
                <a:path extrusionOk="0" fill="none" h="34933" w="10913">
                  <a:moveTo>
                    <a:pt x="1" y="1"/>
                  </a:moveTo>
                  <a:cubicBezTo>
                    <a:pt x="1" y="1"/>
                    <a:pt x="6520" y="9222"/>
                    <a:pt x="7862" y="16822"/>
                  </a:cubicBezTo>
                  <a:cubicBezTo>
                    <a:pt x="9222" y="24439"/>
                    <a:pt x="10913" y="34933"/>
                    <a:pt x="10913" y="34933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9" name="Google Shape;4209;p141"/>
            <p:cNvSpPr/>
            <p:nvPr/>
          </p:nvSpPr>
          <p:spPr>
            <a:xfrm>
              <a:off x="1402075" y="3012825"/>
              <a:ext cx="687250" cy="29225"/>
            </a:xfrm>
            <a:custGeom>
              <a:rect b="b" l="l" r="r" t="t"/>
              <a:pathLst>
                <a:path extrusionOk="0" fill="none" h="1169" w="27490">
                  <a:moveTo>
                    <a:pt x="1" y="1169"/>
                  </a:moveTo>
                  <a:lnTo>
                    <a:pt x="27490" y="1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0" name="Google Shape;4210;p141"/>
            <p:cNvSpPr/>
            <p:nvPr/>
          </p:nvSpPr>
          <p:spPr>
            <a:xfrm>
              <a:off x="1634350" y="3771525"/>
              <a:ext cx="691600" cy="72350"/>
            </a:xfrm>
            <a:custGeom>
              <a:rect b="b" l="l" r="r" t="t"/>
              <a:pathLst>
                <a:path extrusionOk="0" fill="none" h="2894" w="27664">
                  <a:moveTo>
                    <a:pt x="1" y="2894"/>
                  </a:moveTo>
                  <a:lnTo>
                    <a:pt x="27664" y="0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141"/>
            <p:cNvSpPr/>
            <p:nvPr/>
          </p:nvSpPr>
          <p:spPr>
            <a:xfrm>
              <a:off x="1543700" y="3046375"/>
              <a:ext cx="359550" cy="310750"/>
            </a:xfrm>
            <a:custGeom>
              <a:rect b="b" l="l" r="r" t="t"/>
              <a:pathLst>
                <a:path extrusionOk="0" fill="none" h="12430" w="14382">
                  <a:moveTo>
                    <a:pt x="1" y="419"/>
                  </a:moveTo>
                  <a:cubicBezTo>
                    <a:pt x="1" y="419"/>
                    <a:pt x="3714" y="7531"/>
                    <a:pt x="4899" y="12429"/>
                  </a:cubicBezTo>
                  <a:lnTo>
                    <a:pt x="14382" y="11506"/>
                  </a:lnTo>
                  <a:lnTo>
                    <a:pt x="10233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141"/>
            <p:cNvSpPr/>
            <p:nvPr/>
          </p:nvSpPr>
          <p:spPr>
            <a:xfrm>
              <a:off x="1680100" y="3095625"/>
              <a:ext cx="188725" cy="153850"/>
            </a:xfrm>
            <a:custGeom>
              <a:rect b="b" l="l" r="r" t="t"/>
              <a:pathLst>
                <a:path extrusionOk="0" fill="none" h="6154" w="7549">
                  <a:moveTo>
                    <a:pt x="5457" y="1"/>
                  </a:moveTo>
                  <a:lnTo>
                    <a:pt x="1" y="436"/>
                  </a:lnTo>
                  <a:lnTo>
                    <a:pt x="2337" y="6154"/>
                  </a:lnTo>
                  <a:lnTo>
                    <a:pt x="7549" y="5718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141"/>
            <p:cNvSpPr/>
            <p:nvPr/>
          </p:nvSpPr>
          <p:spPr>
            <a:xfrm>
              <a:off x="1776850" y="3110875"/>
              <a:ext cx="50575" cy="53625"/>
            </a:xfrm>
            <a:custGeom>
              <a:rect b="b" l="l" r="r" t="t"/>
              <a:pathLst>
                <a:path extrusionOk="0" fill="none" h="2145" w="2023">
                  <a:moveTo>
                    <a:pt x="1" y="123"/>
                  </a:moveTo>
                  <a:lnTo>
                    <a:pt x="750" y="2145"/>
                  </a:lnTo>
                  <a:lnTo>
                    <a:pt x="2023" y="1970"/>
                  </a:lnTo>
                  <a:lnTo>
                    <a:pt x="1291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4" name="Google Shape;4214;p141"/>
            <p:cNvSpPr/>
            <p:nvPr/>
          </p:nvSpPr>
          <p:spPr>
            <a:xfrm>
              <a:off x="1799075" y="3174500"/>
              <a:ext cx="50575" cy="53625"/>
            </a:xfrm>
            <a:custGeom>
              <a:rect b="b" l="l" r="r" t="t"/>
              <a:pathLst>
                <a:path extrusionOk="0" fill="none" h="2145" w="2023">
                  <a:moveTo>
                    <a:pt x="1" y="123"/>
                  </a:moveTo>
                  <a:lnTo>
                    <a:pt x="768" y="2145"/>
                  </a:lnTo>
                  <a:lnTo>
                    <a:pt x="2023" y="1970"/>
                  </a:lnTo>
                  <a:lnTo>
                    <a:pt x="1308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5" name="Google Shape;4215;p141"/>
            <p:cNvSpPr/>
            <p:nvPr/>
          </p:nvSpPr>
          <p:spPr>
            <a:xfrm>
              <a:off x="1752875" y="3100425"/>
              <a:ext cx="53200" cy="143400"/>
            </a:xfrm>
            <a:custGeom>
              <a:rect b="b" l="l" r="r" t="t"/>
              <a:pathLst>
                <a:path extrusionOk="0" fill="none" h="5736" w="2128">
                  <a:moveTo>
                    <a:pt x="1" y="0"/>
                  </a:moveTo>
                  <a:lnTo>
                    <a:pt x="2128" y="5735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141"/>
            <p:cNvSpPr/>
            <p:nvPr/>
          </p:nvSpPr>
          <p:spPr>
            <a:xfrm>
              <a:off x="1595125" y="3141825"/>
              <a:ext cx="72375" cy="106775"/>
            </a:xfrm>
            <a:custGeom>
              <a:rect b="b" l="l" r="r" t="t"/>
              <a:pathLst>
                <a:path extrusionOk="0" fill="none" h="4271" w="2895">
                  <a:moveTo>
                    <a:pt x="1" y="53"/>
                  </a:moveTo>
                  <a:lnTo>
                    <a:pt x="1744" y="4271"/>
                  </a:lnTo>
                  <a:lnTo>
                    <a:pt x="2894" y="4149"/>
                  </a:lnTo>
                  <a:lnTo>
                    <a:pt x="1204" y="0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141"/>
            <p:cNvSpPr/>
            <p:nvPr/>
          </p:nvSpPr>
          <p:spPr>
            <a:xfrm>
              <a:off x="1820425" y="3038100"/>
              <a:ext cx="326000" cy="292875"/>
            </a:xfrm>
            <a:custGeom>
              <a:rect b="b" l="l" r="r" t="t"/>
              <a:pathLst>
                <a:path extrusionOk="0" fill="none" h="11715" w="13040">
                  <a:moveTo>
                    <a:pt x="1" y="297"/>
                  </a:moveTo>
                  <a:lnTo>
                    <a:pt x="4045" y="11714"/>
                  </a:lnTo>
                  <a:lnTo>
                    <a:pt x="13039" y="10529"/>
                  </a:lnTo>
                  <a:cubicBezTo>
                    <a:pt x="13039" y="10529"/>
                    <a:pt x="11052" y="5701"/>
                    <a:pt x="9954" y="3557"/>
                  </a:cubicBezTo>
                  <a:cubicBezTo>
                    <a:pt x="8856" y="1413"/>
                    <a:pt x="8054" y="1"/>
                    <a:pt x="8054" y="1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141"/>
            <p:cNvSpPr/>
            <p:nvPr/>
          </p:nvSpPr>
          <p:spPr>
            <a:xfrm>
              <a:off x="1938100" y="3042025"/>
              <a:ext cx="123775" cy="85875"/>
            </a:xfrm>
            <a:custGeom>
              <a:rect b="b" l="l" r="r" t="t"/>
              <a:pathLst>
                <a:path extrusionOk="0" fill="none" h="3435" w="4951">
                  <a:moveTo>
                    <a:pt x="0" y="1"/>
                  </a:moveTo>
                  <a:lnTo>
                    <a:pt x="1726" y="3435"/>
                  </a:lnTo>
                  <a:lnTo>
                    <a:pt x="4951" y="2929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141"/>
            <p:cNvSpPr/>
            <p:nvPr/>
          </p:nvSpPr>
          <p:spPr>
            <a:xfrm>
              <a:off x="1912375" y="3044200"/>
              <a:ext cx="119875" cy="271950"/>
            </a:xfrm>
            <a:custGeom>
              <a:rect b="b" l="l" r="r" t="t"/>
              <a:pathLst>
                <a:path extrusionOk="0" fill="none" h="10878" w="4795">
                  <a:moveTo>
                    <a:pt x="1" y="1"/>
                  </a:moveTo>
                  <a:cubicBezTo>
                    <a:pt x="1" y="1"/>
                    <a:pt x="4027" y="8681"/>
                    <a:pt x="4794" y="10878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141"/>
            <p:cNvSpPr/>
            <p:nvPr/>
          </p:nvSpPr>
          <p:spPr>
            <a:xfrm>
              <a:off x="1879700" y="3190200"/>
              <a:ext cx="99375" cy="12650"/>
            </a:xfrm>
            <a:custGeom>
              <a:rect b="b" l="l" r="r" t="t"/>
              <a:pathLst>
                <a:path extrusionOk="0" fill="none" h="506" w="3975">
                  <a:moveTo>
                    <a:pt x="0" y="506"/>
                  </a:moveTo>
                  <a:lnTo>
                    <a:pt x="3975" y="0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141"/>
            <p:cNvSpPr/>
            <p:nvPr/>
          </p:nvSpPr>
          <p:spPr>
            <a:xfrm>
              <a:off x="1673575" y="3363625"/>
              <a:ext cx="342550" cy="441050"/>
            </a:xfrm>
            <a:custGeom>
              <a:rect b="b" l="l" r="r" t="t"/>
              <a:pathLst>
                <a:path extrusionOk="0" fill="none" h="17642" w="13702">
                  <a:moveTo>
                    <a:pt x="0" y="698"/>
                  </a:moveTo>
                  <a:cubicBezTo>
                    <a:pt x="0" y="698"/>
                    <a:pt x="2476" y="11993"/>
                    <a:pt x="2859" y="17641"/>
                  </a:cubicBezTo>
                  <a:lnTo>
                    <a:pt x="13701" y="16438"/>
                  </a:lnTo>
                  <a:lnTo>
                    <a:pt x="11749" y="3749"/>
                  </a:lnTo>
                  <a:lnTo>
                    <a:pt x="9204" y="4062"/>
                  </a:lnTo>
                  <a:lnTo>
                    <a:pt x="8193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141"/>
            <p:cNvSpPr/>
            <p:nvPr/>
          </p:nvSpPr>
          <p:spPr>
            <a:xfrm>
              <a:off x="1927625" y="3323975"/>
              <a:ext cx="298100" cy="439300"/>
            </a:xfrm>
            <a:custGeom>
              <a:rect b="b" l="l" r="r" t="t"/>
              <a:pathLst>
                <a:path extrusionOk="0" fill="none" h="17572" w="11924">
                  <a:moveTo>
                    <a:pt x="1" y="1273"/>
                  </a:moveTo>
                  <a:lnTo>
                    <a:pt x="820" y="4376"/>
                  </a:lnTo>
                  <a:lnTo>
                    <a:pt x="2964" y="4184"/>
                  </a:lnTo>
                  <a:lnTo>
                    <a:pt x="5073" y="17571"/>
                  </a:lnTo>
                  <a:lnTo>
                    <a:pt x="11924" y="16874"/>
                  </a:lnTo>
                  <a:cubicBezTo>
                    <a:pt x="11924" y="16874"/>
                    <a:pt x="10338" y="3940"/>
                    <a:pt x="8751" y="1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141"/>
            <p:cNvSpPr/>
            <p:nvPr/>
          </p:nvSpPr>
          <p:spPr>
            <a:xfrm>
              <a:off x="1678375" y="3395450"/>
              <a:ext cx="168225" cy="115500"/>
            </a:xfrm>
            <a:custGeom>
              <a:rect b="b" l="l" r="r" t="t"/>
              <a:pathLst>
                <a:path extrusionOk="0" fill="none" h="4620" w="6729">
                  <a:moveTo>
                    <a:pt x="959" y="4620"/>
                  </a:moveTo>
                  <a:lnTo>
                    <a:pt x="6729" y="4062"/>
                  </a:lnTo>
                  <a:lnTo>
                    <a:pt x="5840" y="0"/>
                  </a:lnTo>
                  <a:lnTo>
                    <a:pt x="0" y="506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141"/>
            <p:cNvSpPr/>
            <p:nvPr/>
          </p:nvSpPr>
          <p:spPr>
            <a:xfrm>
              <a:off x="1367650" y="3159375"/>
              <a:ext cx="211825" cy="348100"/>
            </a:xfrm>
            <a:custGeom>
              <a:rect b="b" l="l" r="r" t="t"/>
              <a:pathLst>
                <a:path extrusionOk="0" h="13924" w="8473">
                  <a:moveTo>
                    <a:pt x="5785" y="0"/>
                  </a:moveTo>
                  <a:cubicBezTo>
                    <a:pt x="5752" y="0"/>
                    <a:pt x="5718" y="4"/>
                    <a:pt x="5683" y="13"/>
                  </a:cubicBezTo>
                  <a:cubicBezTo>
                    <a:pt x="4570" y="309"/>
                    <a:pt x="4689" y="4911"/>
                    <a:pt x="3806" y="4911"/>
                  </a:cubicBezTo>
                  <a:cubicBezTo>
                    <a:pt x="3804" y="4911"/>
                    <a:pt x="3802" y="4911"/>
                    <a:pt x="3801" y="4911"/>
                  </a:cubicBezTo>
                  <a:cubicBezTo>
                    <a:pt x="2912" y="4876"/>
                    <a:pt x="2929" y="2697"/>
                    <a:pt x="2929" y="2697"/>
                  </a:cubicBezTo>
                  <a:lnTo>
                    <a:pt x="2162" y="553"/>
                  </a:lnTo>
                  <a:cubicBezTo>
                    <a:pt x="1622" y="1286"/>
                    <a:pt x="1151" y="2087"/>
                    <a:pt x="750" y="2907"/>
                  </a:cubicBezTo>
                  <a:cubicBezTo>
                    <a:pt x="1" y="4423"/>
                    <a:pt x="314" y="5120"/>
                    <a:pt x="158" y="6079"/>
                  </a:cubicBezTo>
                  <a:cubicBezTo>
                    <a:pt x="53" y="6619"/>
                    <a:pt x="140" y="7177"/>
                    <a:pt x="402" y="7665"/>
                  </a:cubicBezTo>
                  <a:cubicBezTo>
                    <a:pt x="471" y="8049"/>
                    <a:pt x="489" y="8450"/>
                    <a:pt x="437" y="8833"/>
                  </a:cubicBezTo>
                  <a:cubicBezTo>
                    <a:pt x="367" y="9600"/>
                    <a:pt x="1709" y="10646"/>
                    <a:pt x="2877" y="11779"/>
                  </a:cubicBezTo>
                  <a:cubicBezTo>
                    <a:pt x="3574" y="12459"/>
                    <a:pt x="4237" y="13174"/>
                    <a:pt x="4847" y="13923"/>
                  </a:cubicBezTo>
                  <a:lnTo>
                    <a:pt x="8472" y="10106"/>
                  </a:lnTo>
                  <a:cubicBezTo>
                    <a:pt x="8472" y="10106"/>
                    <a:pt x="7705" y="6619"/>
                    <a:pt x="7479" y="5312"/>
                  </a:cubicBezTo>
                  <a:cubicBezTo>
                    <a:pt x="7276" y="4063"/>
                    <a:pt x="6812" y="0"/>
                    <a:pt x="5785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141"/>
            <p:cNvSpPr/>
            <p:nvPr/>
          </p:nvSpPr>
          <p:spPr>
            <a:xfrm>
              <a:off x="1488800" y="3412450"/>
              <a:ext cx="676350" cy="507550"/>
            </a:xfrm>
            <a:custGeom>
              <a:rect b="b" l="l" r="r" t="t"/>
              <a:pathLst>
                <a:path extrusionOk="0" h="20302" w="27054">
                  <a:moveTo>
                    <a:pt x="3626" y="0"/>
                  </a:moveTo>
                  <a:lnTo>
                    <a:pt x="1" y="3800"/>
                  </a:lnTo>
                  <a:cubicBezTo>
                    <a:pt x="1" y="3800"/>
                    <a:pt x="8173" y="20301"/>
                    <a:pt x="18573" y="20301"/>
                  </a:cubicBezTo>
                  <a:cubicBezTo>
                    <a:pt x="19168" y="20301"/>
                    <a:pt x="19770" y="20247"/>
                    <a:pt x="20378" y="20133"/>
                  </a:cubicBezTo>
                  <a:lnTo>
                    <a:pt x="27054" y="13858"/>
                  </a:lnTo>
                  <a:lnTo>
                    <a:pt x="21894" y="1778"/>
                  </a:lnTo>
                  <a:lnTo>
                    <a:pt x="15724" y="9971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141"/>
            <p:cNvSpPr/>
            <p:nvPr/>
          </p:nvSpPr>
          <p:spPr>
            <a:xfrm>
              <a:off x="2922075" y="3826875"/>
              <a:ext cx="180000" cy="213550"/>
            </a:xfrm>
            <a:custGeom>
              <a:rect b="b" l="l" r="r" t="t"/>
              <a:pathLst>
                <a:path extrusionOk="0" h="8542" w="7200">
                  <a:moveTo>
                    <a:pt x="1" y="0"/>
                  </a:moveTo>
                  <a:lnTo>
                    <a:pt x="2459" y="8541"/>
                  </a:lnTo>
                  <a:cubicBezTo>
                    <a:pt x="2459" y="8541"/>
                    <a:pt x="6607" y="6258"/>
                    <a:pt x="7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141"/>
            <p:cNvSpPr/>
            <p:nvPr/>
          </p:nvSpPr>
          <p:spPr>
            <a:xfrm>
              <a:off x="2958250" y="3174950"/>
              <a:ext cx="182175" cy="683325"/>
            </a:xfrm>
            <a:custGeom>
              <a:rect b="b" l="l" r="r" t="t"/>
              <a:pathLst>
                <a:path extrusionOk="0" h="27333" w="7287">
                  <a:moveTo>
                    <a:pt x="1081" y="0"/>
                  </a:moveTo>
                  <a:lnTo>
                    <a:pt x="1" y="27332"/>
                  </a:lnTo>
                  <a:lnTo>
                    <a:pt x="7287" y="26321"/>
                  </a:lnTo>
                  <a:cubicBezTo>
                    <a:pt x="7287" y="26321"/>
                    <a:pt x="6938" y="19140"/>
                    <a:pt x="5753" y="11278"/>
                  </a:cubicBezTo>
                  <a:cubicBezTo>
                    <a:pt x="4568" y="3399"/>
                    <a:pt x="1081" y="0"/>
                    <a:pt x="10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8" name="Google Shape;4228;p141"/>
            <p:cNvSpPr/>
            <p:nvPr/>
          </p:nvSpPr>
          <p:spPr>
            <a:xfrm>
              <a:off x="1829150" y="3223300"/>
              <a:ext cx="513800" cy="711225"/>
            </a:xfrm>
            <a:custGeom>
              <a:rect b="b" l="l" r="r" t="t"/>
              <a:pathLst>
                <a:path extrusionOk="0" h="28449" w="20552">
                  <a:moveTo>
                    <a:pt x="15218" y="1"/>
                  </a:moveTo>
                  <a:cubicBezTo>
                    <a:pt x="15061" y="18"/>
                    <a:pt x="14922" y="53"/>
                    <a:pt x="14782" y="106"/>
                  </a:cubicBezTo>
                  <a:cubicBezTo>
                    <a:pt x="10372" y="1552"/>
                    <a:pt x="0" y="15515"/>
                    <a:pt x="0" y="15515"/>
                  </a:cubicBezTo>
                  <a:lnTo>
                    <a:pt x="6433" y="28449"/>
                  </a:lnTo>
                  <a:lnTo>
                    <a:pt x="13963" y="22539"/>
                  </a:lnTo>
                  <a:lnTo>
                    <a:pt x="14015" y="22853"/>
                  </a:lnTo>
                  <a:lnTo>
                    <a:pt x="14608" y="26984"/>
                  </a:lnTo>
                  <a:lnTo>
                    <a:pt x="14643" y="27176"/>
                  </a:lnTo>
                  <a:lnTo>
                    <a:pt x="15322" y="27438"/>
                  </a:lnTo>
                  <a:lnTo>
                    <a:pt x="15532" y="27141"/>
                  </a:lnTo>
                  <a:lnTo>
                    <a:pt x="16978" y="25241"/>
                  </a:lnTo>
                  <a:lnTo>
                    <a:pt x="18687" y="23045"/>
                  </a:lnTo>
                  <a:lnTo>
                    <a:pt x="20552" y="12377"/>
                  </a:lnTo>
                  <a:lnTo>
                    <a:pt x="1521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9" name="Google Shape;4229;p141"/>
            <p:cNvSpPr/>
            <p:nvPr/>
          </p:nvSpPr>
          <p:spPr>
            <a:xfrm>
              <a:off x="2195200" y="3084000"/>
              <a:ext cx="856325" cy="1210050"/>
            </a:xfrm>
            <a:custGeom>
              <a:rect b="b" l="l" r="r" t="t"/>
              <a:pathLst>
                <a:path extrusionOk="0" h="48402" w="34253">
                  <a:moveTo>
                    <a:pt x="16913" y="0"/>
                  </a:moveTo>
                  <a:cubicBezTo>
                    <a:pt x="15173" y="0"/>
                    <a:pt x="13303" y="109"/>
                    <a:pt x="11313" y="361"/>
                  </a:cubicBezTo>
                  <a:cubicBezTo>
                    <a:pt x="11313" y="361"/>
                    <a:pt x="3278" y="2801"/>
                    <a:pt x="105" y="5556"/>
                  </a:cubicBezTo>
                  <a:cubicBezTo>
                    <a:pt x="105" y="5556"/>
                    <a:pt x="123" y="5590"/>
                    <a:pt x="140" y="5660"/>
                  </a:cubicBezTo>
                  <a:cubicBezTo>
                    <a:pt x="489" y="6828"/>
                    <a:pt x="3435" y="16816"/>
                    <a:pt x="3034" y="23022"/>
                  </a:cubicBezTo>
                  <a:cubicBezTo>
                    <a:pt x="2912" y="25288"/>
                    <a:pt x="2441" y="27519"/>
                    <a:pt x="1639" y="29628"/>
                  </a:cubicBezTo>
                  <a:cubicBezTo>
                    <a:pt x="1360" y="30395"/>
                    <a:pt x="1012" y="31145"/>
                    <a:pt x="593" y="31842"/>
                  </a:cubicBezTo>
                  <a:cubicBezTo>
                    <a:pt x="419" y="32173"/>
                    <a:pt x="227" y="32487"/>
                    <a:pt x="1" y="32783"/>
                  </a:cubicBezTo>
                  <a:lnTo>
                    <a:pt x="70" y="34195"/>
                  </a:lnTo>
                  <a:lnTo>
                    <a:pt x="280" y="38535"/>
                  </a:lnTo>
                  <a:lnTo>
                    <a:pt x="419" y="41411"/>
                  </a:lnTo>
                  <a:lnTo>
                    <a:pt x="646" y="45769"/>
                  </a:lnTo>
                  <a:lnTo>
                    <a:pt x="768" y="48332"/>
                  </a:lnTo>
                  <a:lnTo>
                    <a:pt x="6258" y="48332"/>
                  </a:lnTo>
                  <a:lnTo>
                    <a:pt x="32632" y="48401"/>
                  </a:lnTo>
                  <a:cubicBezTo>
                    <a:pt x="32632" y="48401"/>
                    <a:pt x="32649" y="47460"/>
                    <a:pt x="32684" y="45891"/>
                  </a:cubicBezTo>
                  <a:cubicBezTo>
                    <a:pt x="32702" y="44549"/>
                    <a:pt x="32736" y="42771"/>
                    <a:pt x="32789" y="40749"/>
                  </a:cubicBezTo>
                  <a:cubicBezTo>
                    <a:pt x="32789" y="40087"/>
                    <a:pt x="32806" y="39389"/>
                    <a:pt x="32824" y="38692"/>
                  </a:cubicBezTo>
                  <a:cubicBezTo>
                    <a:pt x="32858" y="37036"/>
                    <a:pt x="32911" y="35293"/>
                    <a:pt x="32946" y="33533"/>
                  </a:cubicBezTo>
                  <a:cubicBezTo>
                    <a:pt x="33120" y="26508"/>
                    <a:pt x="33364" y="19169"/>
                    <a:pt x="33660" y="16938"/>
                  </a:cubicBezTo>
                  <a:cubicBezTo>
                    <a:pt x="34253" y="12284"/>
                    <a:pt x="33242" y="5050"/>
                    <a:pt x="31725" y="3621"/>
                  </a:cubicBezTo>
                  <a:cubicBezTo>
                    <a:pt x="30473" y="2440"/>
                    <a:pt x="25156" y="0"/>
                    <a:pt x="16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0" name="Google Shape;4230;p141"/>
            <p:cNvSpPr/>
            <p:nvPr/>
          </p:nvSpPr>
          <p:spPr>
            <a:xfrm>
              <a:off x="2196500" y="3922300"/>
              <a:ext cx="822350" cy="142650"/>
            </a:xfrm>
            <a:custGeom>
              <a:rect b="b" l="l" r="r" t="t"/>
              <a:pathLst>
                <a:path extrusionOk="0" h="5706" w="32894">
                  <a:moveTo>
                    <a:pt x="32894" y="1"/>
                  </a:moveTo>
                  <a:lnTo>
                    <a:pt x="32894" y="1"/>
                  </a:lnTo>
                  <a:cubicBezTo>
                    <a:pt x="28057" y="968"/>
                    <a:pt x="21755" y="1261"/>
                    <a:pt x="15903" y="1261"/>
                  </a:cubicBezTo>
                  <a:cubicBezTo>
                    <a:pt x="8786" y="1261"/>
                    <a:pt x="2335" y="827"/>
                    <a:pt x="1" y="646"/>
                  </a:cubicBezTo>
                  <a:lnTo>
                    <a:pt x="1" y="646"/>
                  </a:lnTo>
                  <a:lnTo>
                    <a:pt x="228" y="4986"/>
                  </a:lnTo>
                  <a:cubicBezTo>
                    <a:pt x="3601" y="5528"/>
                    <a:pt x="8710" y="5705"/>
                    <a:pt x="13959" y="5705"/>
                  </a:cubicBezTo>
                  <a:cubicBezTo>
                    <a:pt x="21540" y="5705"/>
                    <a:pt x="29414" y="5335"/>
                    <a:pt x="32772" y="5160"/>
                  </a:cubicBezTo>
                  <a:cubicBezTo>
                    <a:pt x="32806" y="3504"/>
                    <a:pt x="32859" y="1761"/>
                    <a:pt x="328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1" name="Google Shape;4231;p141"/>
            <p:cNvSpPr/>
            <p:nvPr/>
          </p:nvSpPr>
          <p:spPr>
            <a:xfrm>
              <a:off x="2205225" y="4113600"/>
              <a:ext cx="809700" cy="131125"/>
            </a:xfrm>
            <a:custGeom>
              <a:rect b="b" l="l" r="r" t="t"/>
              <a:pathLst>
                <a:path extrusionOk="0" h="5245" w="32388">
                  <a:moveTo>
                    <a:pt x="32388" y="1"/>
                  </a:moveTo>
                  <a:lnTo>
                    <a:pt x="32388" y="1"/>
                  </a:lnTo>
                  <a:cubicBezTo>
                    <a:pt x="27857" y="530"/>
                    <a:pt x="22060" y="705"/>
                    <a:pt x="16558" y="705"/>
                  </a:cubicBezTo>
                  <a:cubicBezTo>
                    <a:pt x="9380" y="705"/>
                    <a:pt x="2704" y="407"/>
                    <a:pt x="1" y="210"/>
                  </a:cubicBezTo>
                  <a:lnTo>
                    <a:pt x="1" y="210"/>
                  </a:lnTo>
                  <a:lnTo>
                    <a:pt x="227" y="4568"/>
                  </a:lnTo>
                  <a:cubicBezTo>
                    <a:pt x="3612" y="5077"/>
                    <a:pt x="8573" y="5245"/>
                    <a:pt x="13660" y="5245"/>
                  </a:cubicBezTo>
                  <a:cubicBezTo>
                    <a:pt x="21121" y="5245"/>
                    <a:pt x="28853" y="4883"/>
                    <a:pt x="32283" y="4707"/>
                  </a:cubicBezTo>
                  <a:cubicBezTo>
                    <a:pt x="32301" y="3365"/>
                    <a:pt x="32335" y="2040"/>
                    <a:pt x="323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2" name="Google Shape;4232;p141"/>
            <p:cNvSpPr/>
            <p:nvPr/>
          </p:nvSpPr>
          <p:spPr>
            <a:xfrm>
              <a:off x="2178200" y="3786775"/>
              <a:ext cx="173475" cy="505525"/>
            </a:xfrm>
            <a:custGeom>
              <a:rect b="b" l="l" r="r" t="t"/>
              <a:pathLst>
                <a:path extrusionOk="0" h="20221" w="6939">
                  <a:moveTo>
                    <a:pt x="1" y="0"/>
                  </a:moveTo>
                  <a:lnTo>
                    <a:pt x="36" y="314"/>
                  </a:lnTo>
                  <a:lnTo>
                    <a:pt x="663" y="4637"/>
                  </a:lnTo>
                  <a:lnTo>
                    <a:pt x="733" y="6067"/>
                  </a:lnTo>
                  <a:lnTo>
                    <a:pt x="960" y="10407"/>
                  </a:lnTo>
                  <a:lnTo>
                    <a:pt x="1099" y="13283"/>
                  </a:lnTo>
                  <a:lnTo>
                    <a:pt x="1308" y="17641"/>
                  </a:lnTo>
                  <a:lnTo>
                    <a:pt x="1430" y="20203"/>
                  </a:lnTo>
                  <a:lnTo>
                    <a:pt x="3836" y="20221"/>
                  </a:lnTo>
                  <a:lnTo>
                    <a:pt x="6938" y="20221"/>
                  </a:lnTo>
                  <a:lnTo>
                    <a:pt x="1570" y="4602"/>
                  </a:lnTo>
                  <a:lnTo>
                    <a:pt x="1273" y="37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3" name="Google Shape;4233;p141"/>
            <p:cNvSpPr/>
            <p:nvPr/>
          </p:nvSpPr>
          <p:spPr>
            <a:xfrm>
              <a:off x="2178200" y="3758025"/>
              <a:ext cx="43175" cy="139900"/>
            </a:xfrm>
            <a:custGeom>
              <a:rect b="b" l="l" r="r" t="t"/>
              <a:pathLst>
                <a:path extrusionOk="0" h="5596" w="1727">
                  <a:moveTo>
                    <a:pt x="1726" y="0"/>
                  </a:moveTo>
                  <a:lnTo>
                    <a:pt x="1" y="1150"/>
                  </a:lnTo>
                  <a:lnTo>
                    <a:pt x="36" y="1464"/>
                  </a:lnTo>
                  <a:lnTo>
                    <a:pt x="646" y="5595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141"/>
            <p:cNvSpPr/>
            <p:nvPr/>
          </p:nvSpPr>
          <p:spPr>
            <a:xfrm>
              <a:off x="2155975" y="2529125"/>
              <a:ext cx="828450" cy="790150"/>
            </a:xfrm>
            <a:custGeom>
              <a:rect b="b" l="l" r="r" t="t"/>
              <a:pathLst>
                <a:path extrusionOk="0" h="31606" w="33138">
                  <a:moveTo>
                    <a:pt x="19315" y="0"/>
                  </a:moveTo>
                  <a:cubicBezTo>
                    <a:pt x="18565" y="0"/>
                    <a:pt x="17833" y="87"/>
                    <a:pt x="17118" y="262"/>
                  </a:cubicBezTo>
                  <a:cubicBezTo>
                    <a:pt x="16996" y="279"/>
                    <a:pt x="16857" y="314"/>
                    <a:pt x="16735" y="349"/>
                  </a:cubicBezTo>
                  <a:cubicBezTo>
                    <a:pt x="15846" y="593"/>
                    <a:pt x="15009" y="959"/>
                    <a:pt x="14207" y="1429"/>
                  </a:cubicBezTo>
                  <a:cubicBezTo>
                    <a:pt x="13946" y="1586"/>
                    <a:pt x="13684" y="1743"/>
                    <a:pt x="13423" y="1935"/>
                  </a:cubicBezTo>
                  <a:cubicBezTo>
                    <a:pt x="11680" y="3155"/>
                    <a:pt x="10233" y="4724"/>
                    <a:pt x="9170" y="6572"/>
                  </a:cubicBezTo>
                  <a:cubicBezTo>
                    <a:pt x="8455" y="7792"/>
                    <a:pt x="7880" y="9082"/>
                    <a:pt x="7444" y="10441"/>
                  </a:cubicBezTo>
                  <a:cubicBezTo>
                    <a:pt x="7304" y="10895"/>
                    <a:pt x="7182" y="11348"/>
                    <a:pt x="7060" y="11801"/>
                  </a:cubicBezTo>
                  <a:cubicBezTo>
                    <a:pt x="6520" y="13962"/>
                    <a:pt x="6729" y="16333"/>
                    <a:pt x="5317" y="18146"/>
                  </a:cubicBezTo>
                  <a:cubicBezTo>
                    <a:pt x="4115" y="19662"/>
                    <a:pt x="2319" y="20621"/>
                    <a:pt x="1238" y="22225"/>
                  </a:cubicBezTo>
                  <a:cubicBezTo>
                    <a:pt x="36" y="23968"/>
                    <a:pt x="1" y="26199"/>
                    <a:pt x="262" y="28204"/>
                  </a:cubicBezTo>
                  <a:cubicBezTo>
                    <a:pt x="262" y="28396"/>
                    <a:pt x="332" y="28570"/>
                    <a:pt x="419" y="28744"/>
                  </a:cubicBezTo>
                  <a:cubicBezTo>
                    <a:pt x="593" y="28936"/>
                    <a:pt x="838" y="29093"/>
                    <a:pt x="1116" y="29145"/>
                  </a:cubicBezTo>
                  <a:lnTo>
                    <a:pt x="1273" y="29180"/>
                  </a:lnTo>
                  <a:cubicBezTo>
                    <a:pt x="1866" y="29372"/>
                    <a:pt x="2476" y="29546"/>
                    <a:pt x="3069" y="29703"/>
                  </a:cubicBezTo>
                  <a:lnTo>
                    <a:pt x="3104" y="29720"/>
                  </a:lnTo>
                  <a:cubicBezTo>
                    <a:pt x="3121" y="29651"/>
                    <a:pt x="3138" y="29581"/>
                    <a:pt x="3138" y="29494"/>
                  </a:cubicBezTo>
                  <a:cubicBezTo>
                    <a:pt x="3278" y="28134"/>
                    <a:pt x="3714" y="26827"/>
                    <a:pt x="4446" y="25676"/>
                  </a:cubicBezTo>
                  <a:lnTo>
                    <a:pt x="4446" y="25676"/>
                  </a:lnTo>
                  <a:cubicBezTo>
                    <a:pt x="4411" y="26286"/>
                    <a:pt x="4481" y="26687"/>
                    <a:pt x="4498" y="27315"/>
                  </a:cubicBezTo>
                  <a:cubicBezTo>
                    <a:pt x="4515" y="28291"/>
                    <a:pt x="4655" y="29250"/>
                    <a:pt x="4934" y="30191"/>
                  </a:cubicBezTo>
                  <a:cubicBezTo>
                    <a:pt x="7060" y="30696"/>
                    <a:pt x="9204" y="31080"/>
                    <a:pt x="11383" y="31324"/>
                  </a:cubicBezTo>
                  <a:cubicBezTo>
                    <a:pt x="11436" y="31324"/>
                    <a:pt x="11488" y="31341"/>
                    <a:pt x="11540" y="31341"/>
                  </a:cubicBezTo>
                  <a:cubicBezTo>
                    <a:pt x="12917" y="31498"/>
                    <a:pt x="14294" y="31568"/>
                    <a:pt x="15671" y="31603"/>
                  </a:cubicBezTo>
                  <a:lnTo>
                    <a:pt x="15811" y="31603"/>
                  </a:lnTo>
                  <a:cubicBezTo>
                    <a:pt x="15967" y="31605"/>
                    <a:pt x="16123" y="31606"/>
                    <a:pt x="16279" y="31606"/>
                  </a:cubicBezTo>
                  <a:cubicBezTo>
                    <a:pt x="18775" y="31606"/>
                    <a:pt x="21282" y="31344"/>
                    <a:pt x="23742" y="30836"/>
                  </a:cubicBezTo>
                  <a:lnTo>
                    <a:pt x="23899" y="30801"/>
                  </a:lnTo>
                  <a:cubicBezTo>
                    <a:pt x="24980" y="30574"/>
                    <a:pt x="26043" y="30278"/>
                    <a:pt x="27071" y="29929"/>
                  </a:cubicBezTo>
                  <a:lnTo>
                    <a:pt x="27228" y="29877"/>
                  </a:lnTo>
                  <a:cubicBezTo>
                    <a:pt x="28205" y="29546"/>
                    <a:pt x="29181" y="29162"/>
                    <a:pt x="30105" y="28727"/>
                  </a:cubicBezTo>
                  <a:cubicBezTo>
                    <a:pt x="30174" y="27907"/>
                    <a:pt x="30105" y="27106"/>
                    <a:pt x="29895" y="26321"/>
                  </a:cubicBezTo>
                  <a:cubicBezTo>
                    <a:pt x="29634" y="25293"/>
                    <a:pt x="29303" y="24282"/>
                    <a:pt x="28884" y="23306"/>
                  </a:cubicBezTo>
                  <a:lnTo>
                    <a:pt x="28884" y="23306"/>
                  </a:lnTo>
                  <a:cubicBezTo>
                    <a:pt x="30139" y="24630"/>
                    <a:pt x="31046" y="26234"/>
                    <a:pt x="31534" y="27977"/>
                  </a:cubicBezTo>
                  <a:cubicBezTo>
                    <a:pt x="31795" y="27838"/>
                    <a:pt x="32039" y="27681"/>
                    <a:pt x="32301" y="27524"/>
                  </a:cubicBezTo>
                  <a:cubicBezTo>
                    <a:pt x="32545" y="27384"/>
                    <a:pt x="32754" y="27193"/>
                    <a:pt x="32928" y="26966"/>
                  </a:cubicBezTo>
                  <a:cubicBezTo>
                    <a:pt x="32946" y="26949"/>
                    <a:pt x="32946" y="26914"/>
                    <a:pt x="32963" y="26896"/>
                  </a:cubicBezTo>
                  <a:cubicBezTo>
                    <a:pt x="33016" y="26757"/>
                    <a:pt x="33068" y="26635"/>
                    <a:pt x="33085" y="26496"/>
                  </a:cubicBezTo>
                  <a:cubicBezTo>
                    <a:pt x="33085" y="26391"/>
                    <a:pt x="33103" y="26304"/>
                    <a:pt x="33103" y="26199"/>
                  </a:cubicBezTo>
                  <a:cubicBezTo>
                    <a:pt x="33138" y="25467"/>
                    <a:pt x="32998" y="24752"/>
                    <a:pt x="32719" y="24090"/>
                  </a:cubicBezTo>
                  <a:cubicBezTo>
                    <a:pt x="32632" y="23898"/>
                    <a:pt x="32527" y="23707"/>
                    <a:pt x="32423" y="23515"/>
                  </a:cubicBezTo>
                  <a:cubicBezTo>
                    <a:pt x="31569" y="22051"/>
                    <a:pt x="30174" y="20900"/>
                    <a:pt x="29582" y="18599"/>
                  </a:cubicBezTo>
                  <a:cubicBezTo>
                    <a:pt x="29547" y="18442"/>
                    <a:pt x="29512" y="18285"/>
                    <a:pt x="29477" y="18146"/>
                  </a:cubicBezTo>
                  <a:cubicBezTo>
                    <a:pt x="29460" y="18059"/>
                    <a:pt x="29442" y="17972"/>
                    <a:pt x="29442" y="17885"/>
                  </a:cubicBezTo>
                  <a:cubicBezTo>
                    <a:pt x="29407" y="17675"/>
                    <a:pt x="29372" y="17484"/>
                    <a:pt x="29355" y="17274"/>
                  </a:cubicBezTo>
                  <a:cubicBezTo>
                    <a:pt x="29163" y="15601"/>
                    <a:pt x="29372" y="13980"/>
                    <a:pt x="29407" y="12237"/>
                  </a:cubicBezTo>
                  <a:lnTo>
                    <a:pt x="29407" y="11888"/>
                  </a:lnTo>
                  <a:lnTo>
                    <a:pt x="29407" y="11470"/>
                  </a:lnTo>
                  <a:cubicBezTo>
                    <a:pt x="29390" y="9273"/>
                    <a:pt x="29250" y="7077"/>
                    <a:pt x="28396" y="5020"/>
                  </a:cubicBezTo>
                  <a:cubicBezTo>
                    <a:pt x="27734" y="3434"/>
                    <a:pt x="26444" y="2214"/>
                    <a:pt x="24893" y="1377"/>
                  </a:cubicBezTo>
                  <a:lnTo>
                    <a:pt x="24788" y="1307"/>
                  </a:lnTo>
                  <a:cubicBezTo>
                    <a:pt x="24352" y="1081"/>
                    <a:pt x="23916" y="889"/>
                    <a:pt x="23481" y="715"/>
                  </a:cubicBezTo>
                  <a:lnTo>
                    <a:pt x="23341" y="680"/>
                  </a:lnTo>
                  <a:cubicBezTo>
                    <a:pt x="23027" y="558"/>
                    <a:pt x="22696" y="453"/>
                    <a:pt x="22365" y="366"/>
                  </a:cubicBezTo>
                  <a:lnTo>
                    <a:pt x="22226" y="331"/>
                  </a:lnTo>
                  <a:cubicBezTo>
                    <a:pt x="22034" y="296"/>
                    <a:pt x="21860" y="244"/>
                    <a:pt x="21668" y="209"/>
                  </a:cubicBezTo>
                  <a:cubicBezTo>
                    <a:pt x="21616" y="192"/>
                    <a:pt x="21563" y="174"/>
                    <a:pt x="21511" y="174"/>
                  </a:cubicBezTo>
                  <a:cubicBezTo>
                    <a:pt x="21127" y="105"/>
                    <a:pt x="20744" y="52"/>
                    <a:pt x="20343" y="18"/>
                  </a:cubicBezTo>
                  <a:cubicBezTo>
                    <a:pt x="20320" y="18"/>
                    <a:pt x="20297" y="25"/>
                    <a:pt x="20263" y="25"/>
                  </a:cubicBezTo>
                  <a:cubicBezTo>
                    <a:pt x="20246" y="25"/>
                    <a:pt x="20227" y="23"/>
                    <a:pt x="20204" y="18"/>
                  </a:cubicBezTo>
                  <a:cubicBezTo>
                    <a:pt x="20134" y="0"/>
                    <a:pt x="20064" y="0"/>
                    <a:pt x="19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141"/>
            <p:cNvSpPr/>
            <p:nvPr/>
          </p:nvSpPr>
          <p:spPr>
            <a:xfrm>
              <a:off x="2160775" y="2564850"/>
              <a:ext cx="350400" cy="694225"/>
            </a:xfrm>
            <a:custGeom>
              <a:rect b="b" l="l" r="r" t="t"/>
              <a:pathLst>
                <a:path extrusionOk="0" h="27769" w="14016">
                  <a:moveTo>
                    <a:pt x="14015" y="0"/>
                  </a:moveTo>
                  <a:lnTo>
                    <a:pt x="14015" y="0"/>
                  </a:lnTo>
                  <a:cubicBezTo>
                    <a:pt x="13736" y="157"/>
                    <a:pt x="13475" y="332"/>
                    <a:pt x="13213" y="506"/>
                  </a:cubicBezTo>
                  <a:cubicBezTo>
                    <a:pt x="11714" y="1883"/>
                    <a:pt x="10512" y="3574"/>
                    <a:pt x="9727" y="5456"/>
                  </a:cubicBezTo>
                  <a:cubicBezTo>
                    <a:pt x="8890" y="7444"/>
                    <a:pt x="8559" y="9605"/>
                    <a:pt x="8350" y="11261"/>
                  </a:cubicBezTo>
                  <a:lnTo>
                    <a:pt x="8298" y="11644"/>
                  </a:lnTo>
                  <a:cubicBezTo>
                    <a:pt x="8106" y="13213"/>
                    <a:pt x="7914" y="14817"/>
                    <a:pt x="7060" y="16124"/>
                  </a:cubicBezTo>
                  <a:cubicBezTo>
                    <a:pt x="6398" y="17153"/>
                    <a:pt x="5387" y="17902"/>
                    <a:pt x="4411" y="18634"/>
                  </a:cubicBezTo>
                  <a:cubicBezTo>
                    <a:pt x="3661" y="19157"/>
                    <a:pt x="2964" y="19750"/>
                    <a:pt x="2336" y="20395"/>
                  </a:cubicBezTo>
                  <a:cubicBezTo>
                    <a:pt x="558" y="22400"/>
                    <a:pt x="1" y="25206"/>
                    <a:pt x="907" y="27716"/>
                  </a:cubicBezTo>
                  <a:lnTo>
                    <a:pt x="1064" y="27768"/>
                  </a:lnTo>
                  <a:cubicBezTo>
                    <a:pt x="140" y="25276"/>
                    <a:pt x="663" y="22469"/>
                    <a:pt x="2423" y="20482"/>
                  </a:cubicBezTo>
                  <a:cubicBezTo>
                    <a:pt x="3068" y="19837"/>
                    <a:pt x="3748" y="19262"/>
                    <a:pt x="4498" y="18739"/>
                  </a:cubicBezTo>
                  <a:cubicBezTo>
                    <a:pt x="5474" y="18007"/>
                    <a:pt x="6502" y="17240"/>
                    <a:pt x="7182" y="16194"/>
                  </a:cubicBezTo>
                  <a:cubicBezTo>
                    <a:pt x="8054" y="14869"/>
                    <a:pt x="8246" y="13231"/>
                    <a:pt x="8437" y="11662"/>
                  </a:cubicBezTo>
                  <a:lnTo>
                    <a:pt x="8472" y="11278"/>
                  </a:lnTo>
                  <a:cubicBezTo>
                    <a:pt x="8681" y="9622"/>
                    <a:pt x="9012" y="7478"/>
                    <a:pt x="9849" y="5509"/>
                  </a:cubicBezTo>
                  <a:cubicBezTo>
                    <a:pt x="10756" y="3347"/>
                    <a:pt x="12185" y="1465"/>
                    <a:pt x="14015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141"/>
            <p:cNvSpPr/>
            <p:nvPr/>
          </p:nvSpPr>
          <p:spPr>
            <a:xfrm>
              <a:off x="2206975" y="2535650"/>
              <a:ext cx="376975" cy="736500"/>
            </a:xfrm>
            <a:custGeom>
              <a:rect b="b" l="l" r="r" t="t"/>
              <a:pathLst>
                <a:path extrusionOk="0" h="29460" w="15079">
                  <a:moveTo>
                    <a:pt x="15078" y="1"/>
                  </a:moveTo>
                  <a:lnTo>
                    <a:pt x="15078" y="1"/>
                  </a:lnTo>
                  <a:cubicBezTo>
                    <a:pt x="14956" y="18"/>
                    <a:pt x="14834" y="53"/>
                    <a:pt x="14695" y="88"/>
                  </a:cubicBezTo>
                  <a:cubicBezTo>
                    <a:pt x="11121" y="2546"/>
                    <a:pt x="8698" y="6572"/>
                    <a:pt x="8420" y="10843"/>
                  </a:cubicBezTo>
                  <a:cubicBezTo>
                    <a:pt x="8385" y="11139"/>
                    <a:pt x="8385" y="11435"/>
                    <a:pt x="8367" y="11732"/>
                  </a:cubicBezTo>
                  <a:cubicBezTo>
                    <a:pt x="8367" y="12516"/>
                    <a:pt x="8280" y="13283"/>
                    <a:pt x="8123" y="14033"/>
                  </a:cubicBezTo>
                  <a:cubicBezTo>
                    <a:pt x="7670" y="15741"/>
                    <a:pt x="6398" y="17118"/>
                    <a:pt x="5212" y="18251"/>
                  </a:cubicBezTo>
                  <a:cubicBezTo>
                    <a:pt x="4968" y="18478"/>
                    <a:pt x="4724" y="18704"/>
                    <a:pt x="4480" y="18913"/>
                  </a:cubicBezTo>
                  <a:cubicBezTo>
                    <a:pt x="3434" y="19872"/>
                    <a:pt x="2371" y="20848"/>
                    <a:pt x="1604" y="22051"/>
                  </a:cubicBezTo>
                  <a:cubicBezTo>
                    <a:pt x="227" y="24265"/>
                    <a:pt x="0" y="27036"/>
                    <a:pt x="1011" y="29459"/>
                  </a:cubicBezTo>
                  <a:lnTo>
                    <a:pt x="1046" y="29459"/>
                  </a:lnTo>
                  <a:cubicBezTo>
                    <a:pt x="1064" y="29390"/>
                    <a:pt x="1081" y="29320"/>
                    <a:pt x="1081" y="29250"/>
                  </a:cubicBezTo>
                  <a:cubicBezTo>
                    <a:pt x="157" y="26897"/>
                    <a:pt x="384" y="24247"/>
                    <a:pt x="1726" y="22121"/>
                  </a:cubicBezTo>
                  <a:cubicBezTo>
                    <a:pt x="2475" y="20935"/>
                    <a:pt x="3539" y="19959"/>
                    <a:pt x="4567" y="19018"/>
                  </a:cubicBezTo>
                  <a:cubicBezTo>
                    <a:pt x="4829" y="18791"/>
                    <a:pt x="5073" y="18565"/>
                    <a:pt x="5317" y="18338"/>
                  </a:cubicBezTo>
                  <a:cubicBezTo>
                    <a:pt x="6502" y="17205"/>
                    <a:pt x="7792" y="15811"/>
                    <a:pt x="8245" y="14068"/>
                  </a:cubicBezTo>
                  <a:cubicBezTo>
                    <a:pt x="8420" y="13301"/>
                    <a:pt x="8507" y="12516"/>
                    <a:pt x="8507" y="11749"/>
                  </a:cubicBezTo>
                  <a:cubicBezTo>
                    <a:pt x="8524" y="11453"/>
                    <a:pt x="8524" y="11139"/>
                    <a:pt x="8559" y="10860"/>
                  </a:cubicBezTo>
                  <a:cubicBezTo>
                    <a:pt x="8855" y="6520"/>
                    <a:pt x="11365" y="2406"/>
                    <a:pt x="15078" y="1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7" name="Google Shape;4237;p141"/>
            <p:cNvSpPr/>
            <p:nvPr/>
          </p:nvSpPr>
          <p:spPr>
            <a:xfrm>
              <a:off x="2434875" y="2529125"/>
              <a:ext cx="209650" cy="783975"/>
            </a:xfrm>
            <a:custGeom>
              <a:rect b="b" l="l" r="r" t="t"/>
              <a:pathLst>
                <a:path extrusionOk="0" h="31359" w="8386">
                  <a:moveTo>
                    <a:pt x="8159" y="0"/>
                  </a:moveTo>
                  <a:cubicBezTo>
                    <a:pt x="6084" y="1464"/>
                    <a:pt x="4376" y="3382"/>
                    <a:pt x="3138" y="5596"/>
                  </a:cubicBezTo>
                  <a:cubicBezTo>
                    <a:pt x="1587" y="8332"/>
                    <a:pt x="960" y="11470"/>
                    <a:pt x="1326" y="14590"/>
                  </a:cubicBezTo>
                  <a:cubicBezTo>
                    <a:pt x="1448" y="15514"/>
                    <a:pt x="1657" y="16473"/>
                    <a:pt x="1883" y="17379"/>
                  </a:cubicBezTo>
                  <a:cubicBezTo>
                    <a:pt x="2319" y="19296"/>
                    <a:pt x="2772" y="21284"/>
                    <a:pt x="2319" y="23201"/>
                  </a:cubicBezTo>
                  <a:cubicBezTo>
                    <a:pt x="2075" y="24107"/>
                    <a:pt x="1726" y="25014"/>
                    <a:pt x="1273" y="25851"/>
                  </a:cubicBezTo>
                  <a:cubicBezTo>
                    <a:pt x="820" y="26757"/>
                    <a:pt x="367" y="27716"/>
                    <a:pt x="175" y="28727"/>
                  </a:cubicBezTo>
                  <a:cubicBezTo>
                    <a:pt x="1" y="29581"/>
                    <a:pt x="18" y="30487"/>
                    <a:pt x="227" y="31341"/>
                  </a:cubicBezTo>
                  <a:cubicBezTo>
                    <a:pt x="280" y="31341"/>
                    <a:pt x="315" y="31359"/>
                    <a:pt x="367" y="31359"/>
                  </a:cubicBezTo>
                  <a:cubicBezTo>
                    <a:pt x="158" y="30505"/>
                    <a:pt x="123" y="29598"/>
                    <a:pt x="297" y="28744"/>
                  </a:cubicBezTo>
                  <a:cubicBezTo>
                    <a:pt x="489" y="27751"/>
                    <a:pt x="960" y="26809"/>
                    <a:pt x="1395" y="25903"/>
                  </a:cubicBezTo>
                  <a:cubicBezTo>
                    <a:pt x="1831" y="25049"/>
                    <a:pt x="2197" y="24142"/>
                    <a:pt x="2459" y="23218"/>
                  </a:cubicBezTo>
                  <a:cubicBezTo>
                    <a:pt x="2912" y="21266"/>
                    <a:pt x="2459" y="19279"/>
                    <a:pt x="2023" y="17344"/>
                  </a:cubicBezTo>
                  <a:cubicBezTo>
                    <a:pt x="1796" y="16438"/>
                    <a:pt x="1587" y="15496"/>
                    <a:pt x="1465" y="14555"/>
                  </a:cubicBezTo>
                  <a:cubicBezTo>
                    <a:pt x="1099" y="11470"/>
                    <a:pt x="1726" y="8350"/>
                    <a:pt x="3243" y="5648"/>
                  </a:cubicBezTo>
                  <a:cubicBezTo>
                    <a:pt x="4515" y="3399"/>
                    <a:pt x="6259" y="1464"/>
                    <a:pt x="8385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141"/>
            <p:cNvSpPr/>
            <p:nvPr/>
          </p:nvSpPr>
          <p:spPr>
            <a:xfrm>
              <a:off x="2482825" y="2529125"/>
              <a:ext cx="178700" cy="790075"/>
            </a:xfrm>
            <a:custGeom>
              <a:rect b="b" l="l" r="r" t="t"/>
              <a:pathLst>
                <a:path extrusionOk="0" h="31603" w="7148">
                  <a:moveTo>
                    <a:pt x="6938" y="0"/>
                  </a:moveTo>
                  <a:cubicBezTo>
                    <a:pt x="4707" y="1499"/>
                    <a:pt x="2824" y="3818"/>
                    <a:pt x="1517" y="6694"/>
                  </a:cubicBezTo>
                  <a:cubicBezTo>
                    <a:pt x="419" y="9134"/>
                    <a:pt x="0" y="11400"/>
                    <a:pt x="279" y="13422"/>
                  </a:cubicBezTo>
                  <a:cubicBezTo>
                    <a:pt x="506" y="15200"/>
                    <a:pt x="1290" y="16856"/>
                    <a:pt x="2040" y="18460"/>
                  </a:cubicBezTo>
                  <a:cubicBezTo>
                    <a:pt x="2667" y="19837"/>
                    <a:pt x="3330" y="21249"/>
                    <a:pt x="3661" y="22730"/>
                  </a:cubicBezTo>
                  <a:cubicBezTo>
                    <a:pt x="4323" y="25711"/>
                    <a:pt x="3591" y="28814"/>
                    <a:pt x="2597" y="31603"/>
                  </a:cubicBezTo>
                  <a:lnTo>
                    <a:pt x="2737" y="31603"/>
                  </a:lnTo>
                  <a:cubicBezTo>
                    <a:pt x="3731" y="28814"/>
                    <a:pt x="4445" y="25694"/>
                    <a:pt x="3783" y="22696"/>
                  </a:cubicBezTo>
                  <a:cubicBezTo>
                    <a:pt x="3452" y="21196"/>
                    <a:pt x="2789" y="19784"/>
                    <a:pt x="2144" y="18407"/>
                  </a:cubicBezTo>
                  <a:cubicBezTo>
                    <a:pt x="1395" y="16804"/>
                    <a:pt x="628" y="15148"/>
                    <a:pt x="384" y="13405"/>
                  </a:cubicBezTo>
                  <a:cubicBezTo>
                    <a:pt x="122" y="11418"/>
                    <a:pt x="541" y="9169"/>
                    <a:pt x="1621" y="6763"/>
                  </a:cubicBezTo>
                  <a:cubicBezTo>
                    <a:pt x="2946" y="3835"/>
                    <a:pt x="4864" y="1499"/>
                    <a:pt x="7147" y="18"/>
                  </a:cubicBezTo>
                  <a:cubicBezTo>
                    <a:pt x="7077" y="0"/>
                    <a:pt x="7008" y="0"/>
                    <a:pt x="6938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141"/>
            <p:cNvSpPr/>
            <p:nvPr/>
          </p:nvSpPr>
          <p:spPr>
            <a:xfrm>
              <a:off x="2623150" y="2533900"/>
              <a:ext cx="157775" cy="766125"/>
            </a:xfrm>
            <a:custGeom>
              <a:rect b="b" l="l" r="r" t="t"/>
              <a:pathLst>
                <a:path extrusionOk="0" h="30645" w="6311">
                  <a:moveTo>
                    <a:pt x="2824" y="1"/>
                  </a:moveTo>
                  <a:cubicBezTo>
                    <a:pt x="1464" y="1343"/>
                    <a:pt x="575" y="3086"/>
                    <a:pt x="262" y="4969"/>
                  </a:cubicBezTo>
                  <a:cubicBezTo>
                    <a:pt x="0" y="6660"/>
                    <a:pt x="192" y="8560"/>
                    <a:pt x="872" y="10616"/>
                  </a:cubicBezTo>
                  <a:cubicBezTo>
                    <a:pt x="1412" y="12150"/>
                    <a:pt x="2040" y="13632"/>
                    <a:pt x="2754" y="15079"/>
                  </a:cubicBezTo>
                  <a:cubicBezTo>
                    <a:pt x="2876" y="15358"/>
                    <a:pt x="3016" y="15619"/>
                    <a:pt x="3138" y="15881"/>
                  </a:cubicBezTo>
                  <a:cubicBezTo>
                    <a:pt x="4323" y="18426"/>
                    <a:pt x="5473" y="21180"/>
                    <a:pt x="5857" y="24056"/>
                  </a:cubicBezTo>
                  <a:cubicBezTo>
                    <a:pt x="6171" y="26461"/>
                    <a:pt x="5892" y="28745"/>
                    <a:pt x="5055" y="30645"/>
                  </a:cubicBezTo>
                  <a:lnTo>
                    <a:pt x="5229" y="30610"/>
                  </a:lnTo>
                  <a:cubicBezTo>
                    <a:pt x="6031" y="28693"/>
                    <a:pt x="6310" y="26427"/>
                    <a:pt x="5979" y="24038"/>
                  </a:cubicBezTo>
                  <a:cubicBezTo>
                    <a:pt x="5595" y="21145"/>
                    <a:pt x="4445" y="18391"/>
                    <a:pt x="3242" y="15828"/>
                  </a:cubicBezTo>
                  <a:lnTo>
                    <a:pt x="2876" y="15027"/>
                  </a:lnTo>
                  <a:cubicBezTo>
                    <a:pt x="2162" y="13580"/>
                    <a:pt x="1534" y="12098"/>
                    <a:pt x="994" y="10582"/>
                  </a:cubicBezTo>
                  <a:cubicBezTo>
                    <a:pt x="331" y="8542"/>
                    <a:pt x="122" y="6660"/>
                    <a:pt x="401" y="5004"/>
                  </a:cubicBezTo>
                  <a:cubicBezTo>
                    <a:pt x="697" y="3104"/>
                    <a:pt x="1621" y="1360"/>
                    <a:pt x="2998" y="36"/>
                  </a:cubicBezTo>
                  <a:cubicBezTo>
                    <a:pt x="2946" y="18"/>
                    <a:pt x="2876" y="1"/>
                    <a:pt x="2824" y="1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141"/>
            <p:cNvSpPr/>
            <p:nvPr/>
          </p:nvSpPr>
          <p:spPr>
            <a:xfrm>
              <a:off x="2644925" y="2537825"/>
              <a:ext cx="202225" cy="739550"/>
            </a:xfrm>
            <a:custGeom>
              <a:rect b="b" l="l" r="r" t="t"/>
              <a:pathLst>
                <a:path extrusionOk="0" h="29582" w="8089">
                  <a:moveTo>
                    <a:pt x="2685" y="1"/>
                  </a:moveTo>
                  <a:cubicBezTo>
                    <a:pt x="1796" y="1151"/>
                    <a:pt x="1081" y="2424"/>
                    <a:pt x="593" y="3801"/>
                  </a:cubicBezTo>
                  <a:cubicBezTo>
                    <a:pt x="210" y="4777"/>
                    <a:pt x="1" y="5823"/>
                    <a:pt x="1" y="6869"/>
                  </a:cubicBezTo>
                  <a:cubicBezTo>
                    <a:pt x="53" y="8594"/>
                    <a:pt x="785" y="10355"/>
                    <a:pt x="2336" y="12429"/>
                  </a:cubicBezTo>
                  <a:cubicBezTo>
                    <a:pt x="2720" y="12970"/>
                    <a:pt x="3138" y="13492"/>
                    <a:pt x="3539" y="13981"/>
                  </a:cubicBezTo>
                  <a:cubicBezTo>
                    <a:pt x="4393" y="15044"/>
                    <a:pt x="5282" y="16142"/>
                    <a:pt x="5945" y="17345"/>
                  </a:cubicBezTo>
                  <a:cubicBezTo>
                    <a:pt x="6781" y="18948"/>
                    <a:pt x="7357" y="20674"/>
                    <a:pt x="7601" y="22470"/>
                  </a:cubicBezTo>
                  <a:cubicBezTo>
                    <a:pt x="7967" y="24823"/>
                    <a:pt x="7932" y="27228"/>
                    <a:pt x="7513" y="29581"/>
                  </a:cubicBezTo>
                  <a:lnTo>
                    <a:pt x="7670" y="29529"/>
                  </a:lnTo>
                  <a:cubicBezTo>
                    <a:pt x="8071" y="27193"/>
                    <a:pt x="8089" y="24805"/>
                    <a:pt x="7740" y="22452"/>
                  </a:cubicBezTo>
                  <a:cubicBezTo>
                    <a:pt x="7479" y="20657"/>
                    <a:pt x="6921" y="18896"/>
                    <a:pt x="6067" y="17292"/>
                  </a:cubicBezTo>
                  <a:cubicBezTo>
                    <a:pt x="5387" y="16072"/>
                    <a:pt x="4498" y="14974"/>
                    <a:pt x="3644" y="13911"/>
                  </a:cubicBezTo>
                  <a:cubicBezTo>
                    <a:pt x="3243" y="13405"/>
                    <a:pt x="2824" y="12882"/>
                    <a:pt x="2424" y="12359"/>
                  </a:cubicBezTo>
                  <a:cubicBezTo>
                    <a:pt x="907" y="10303"/>
                    <a:pt x="175" y="8559"/>
                    <a:pt x="140" y="6869"/>
                  </a:cubicBezTo>
                  <a:cubicBezTo>
                    <a:pt x="140" y="5823"/>
                    <a:pt x="332" y="4794"/>
                    <a:pt x="715" y="3836"/>
                  </a:cubicBezTo>
                  <a:cubicBezTo>
                    <a:pt x="1203" y="2459"/>
                    <a:pt x="1918" y="1186"/>
                    <a:pt x="2824" y="36"/>
                  </a:cubicBezTo>
                  <a:lnTo>
                    <a:pt x="2685" y="1"/>
                  </a:ln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1" name="Google Shape;4241;p141"/>
            <p:cNvSpPr/>
            <p:nvPr/>
          </p:nvSpPr>
          <p:spPr>
            <a:xfrm>
              <a:off x="2682400" y="2546550"/>
              <a:ext cx="210500" cy="436225"/>
            </a:xfrm>
            <a:custGeom>
              <a:rect b="b" l="l" r="r" t="t"/>
              <a:pathLst>
                <a:path extrusionOk="0" h="17449" w="8420">
                  <a:moveTo>
                    <a:pt x="2302" y="0"/>
                  </a:moveTo>
                  <a:cubicBezTo>
                    <a:pt x="53" y="3312"/>
                    <a:pt x="1" y="7635"/>
                    <a:pt x="2180" y="10999"/>
                  </a:cubicBezTo>
                  <a:cubicBezTo>
                    <a:pt x="3156" y="12499"/>
                    <a:pt x="4533" y="13736"/>
                    <a:pt x="5840" y="14921"/>
                  </a:cubicBezTo>
                  <a:cubicBezTo>
                    <a:pt x="6747" y="15706"/>
                    <a:pt x="7618" y="16543"/>
                    <a:pt x="8420" y="17449"/>
                  </a:cubicBezTo>
                  <a:cubicBezTo>
                    <a:pt x="8403" y="17362"/>
                    <a:pt x="8385" y="17275"/>
                    <a:pt x="8368" y="17188"/>
                  </a:cubicBezTo>
                  <a:cubicBezTo>
                    <a:pt x="7618" y="16351"/>
                    <a:pt x="6764" y="15566"/>
                    <a:pt x="5927" y="14817"/>
                  </a:cubicBezTo>
                  <a:cubicBezTo>
                    <a:pt x="4620" y="13632"/>
                    <a:pt x="3260" y="12411"/>
                    <a:pt x="2302" y="10912"/>
                  </a:cubicBezTo>
                  <a:cubicBezTo>
                    <a:pt x="1081" y="9030"/>
                    <a:pt x="541" y="6764"/>
                    <a:pt x="768" y="4532"/>
                  </a:cubicBezTo>
                  <a:cubicBezTo>
                    <a:pt x="959" y="2929"/>
                    <a:pt x="1517" y="1377"/>
                    <a:pt x="2424" y="35"/>
                  </a:cubicBezTo>
                  <a:lnTo>
                    <a:pt x="2302" y="0"/>
                  </a:ln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141"/>
            <p:cNvSpPr/>
            <p:nvPr/>
          </p:nvSpPr>
          <p:spPr>
            <a:xfrm>
              <a:off x="2966100" y="3116975"/>
              <a:ext cx="17025" cy="84575"/>
            </a:xfrm>
            <a:custGeom>
              <a:rect b="b" l="l" r="r" t="t"/>
              <a:pathLst>
                <a:path extrusionOk="0" h="3383" w="681">
                  <a:moveTo>
                    <a:pt x="0" y="1"/>
                  </a:moveTo>
                  <a:lnTo>
                    <a:pt x="0" y="1"/>
                  </a:lnTo>
                  <a:cubicBezTo>
                    <a:pt x="332" y="1099"/>
                    <a:pt x="506" y="2232"/>
                    <a:pt x="558" y="3382"/>
                  </a:cubicBezTo>
                  <a:cubicBezTo>
                    <a:pt x="628" y="3243"/>
                    <a:pt x="663" y="3121"/>
                    <a:pt x="680" y="2982"/>
                  </a:cubicBezTo>
                  <a:cubicBezTo>
                    <a:pt x="611" y="2180"/>
                    <a:pt x="489" y="1360"/>
                    <a:pt x="297" y="576"/>
                  </a:cubicBezTo>
                  <a:cubicBezTo>
                    <a:pt x="210" y="384"/>
                    <a:pt x="122" y="175"/>
                    <a:pt x="0" y="1"/>
                  </a:cubicBezTo>
                  <a:close/>
                </a:path>
              </a:pathLst>
            </a:custGeom>
            <a:solidFill>
              <a:srgbClr val="5B3C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141"/>
            <p:cNvSpPr/>
            <p:nvPr/>
          </p:nvSpPr>
          <p:spPr>
            <a:xfrm>
              <a:off x="2753000" y="2561800"/>
              <a:ext cx="138175" cy="258450"/>
            </a:xfrm>
            <a:custGeom>
              <a:rect b="b" l="l" r="r" t="t"/>
              <a:pathLst>
                <a:path extrusionOk="0" h="10338" w="5527">
                  <a:moveTo>
                    <a:pt x="907" y="0"/>
                  </a:moveTo>
                  <a:cubicBezTo>
                    <a:pt x="210" y="1447"/>
                    <a:pt x="1" y="2894"/>
                    <a:pt x="314" y="4149"/>
                  </a:cubicBezTo>
                  <a:cubicBezTo>
                    <a:pt x="558" y="5003"/>
                    <a:pt x="959" y="5805"/>
                    <a:pt x="1517" y="6520"/>
                  </a:cubicBezTo>
                  <a:cubicBezTo>
                    <a:pt x="2249" y="7531"/>
                    <a:pt x="3121" y="8437"/>
                    <a:pt x="4097" y="9222"/>
                  </a:cubicBezTo>
                  <a:cubicBezTo>
                    <a:pt x="4306" y="9396"/>
                    <a:pt x="4533" y="9570"/>
                    <a:pt x="4742" y="9727"/>
                  </a:cubicBezTo>
                  <a:cubicBezTo>
                    <a:pt x="5003" y="9936"/>
                    <a:pt x="5265" y="10128"/>
                    <a:pt x="5526" y="10337"/>
                  </a:cubicBezTo>
                  <a:lnTo>
                    <a:pt x="5526" y="10163"/>
                  </a:lnTo>
                  <a:cubicBezTo>
                    <a:pt x="5300" y="9971"/>
                    <a:pt x="5056" y="9797"/>
                    <a:pt x="4829" y="9622"/>
                  </a:cubicBezTo>
                  <a:cubicBezTo>
                    <a:pt x="4620" y="9466"/>
                    <a:pt x="4393" y="9291"/>
                    <a:pt x="4184" y="9117"/>
                  </a:cubicBezTo>
                  <a:cubicBezTo>
                    <a:pt x="3208" y="8350"/>
                    <a:pt x="2354" y="7444"/>
                    <a:pt x="1622" y="6450"/>
                  </a:cubicBezTo>
                  <a:cubicBezTo>
                    <a:pt x="1081" y="5753"/>
                    <a:pt x="680" y="4951"/>
                    <a:pt x="436" y="4114"/>
                  </a:cubicBezTo>
                  <a:cubicBezTo>
                    <a:pt x="140" y="2894"/>
                    <a:pt x="332" y="1500"/>
                    <a:pt x="1012" y="70"/>
                  </a:cubicBezTo>
                  <a:lnTo>
                    <a:pt x="907" y="0"/>
                  </a:lnTo>
                  <a:close/>
                </a:path>
              </a:pathLst>
            </a:custGeom>
            <a:solidFill>
              <a:srgbClr val="5B3C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141"/>
            <p:cNvSpPr/>
            <p:nvPr/>
          </p:nvSpPr>
          <p:spPr>
            <a:xfrm>
              <a:off x="2356450" y="2678150"/>
              <a:ext cx="509875" cy="303100"/>
            </a:xfrm>
            <a:custGeom>
              <a:rect b="b" l="l" r="r" t="t"/>
              <a:pathLst>
                <a:path extrusionOk="0" h="12124" w="20395">
                  <a:moveTo>
                    <a:pt x="3852" y="1"/>
                  </a:moveTo>
                  <a:cubicBezTo>
                    <a:pt x="3452" y="18"/>
                    <a:pt x="3051" y="35"/>
                    <a:pt x="2667" y="88"/>
                  </a:cubicBezTo>
                  <a:cubicBezTo>
                    <a:pt x="2615" y="105"/>
                    <a:pt x="2563" y="105"/>
                    <a:pt x="2510" y="105"/>
                  </a:cubicBezTo>
                  <a:cubicBezTo>
                    <a:pt x="2214" y="157"/>
                    <a:pt x="1900" y="210"/>
                    <a:pt x="1604" y="297"/>
                  </a:cubicBezTo>
                  <a:cubicBezTo>
                    <a:pt x="941" y="1465"/>
                    <a:pt x="401" y="2702"/>
                    <a:pt x="0" y="3992"/>
                  </a:cubicBezTo>
                  <a:cubicBezTo>
                    <a:pt x="244" y="4759"/>
                    <a:pt x="593" y="5509"/>
                    <a:pt x="1011" y="6189"/>
                  </a:cubicBezTo>
                  <a:cubicBezTo>
                    <a:pt x="1046" y="6258"/>
                    <a:pt x="1081" y="6311"/>
                    <a:pt x="1116" y="6363"/>
                  </a:cubicBezTo>
                  <a:cubicBezTo>
                    <a:pt x="1499" y="6973"/>
                    <a:pt x="1935" y="7531"/>
                    <a:pt x="2423" y="8036"/>
                  </a:cubicBezTo>
                  <a:cubicBezTo>
                    <a:pt x="2458" y="8071"/>
                    <a:pt x="2493" y="8106"/>
                    <a:pt x="2528" y="8141"/>
                  </a:cubicBezTo>
                  <a:cubicBezTo>
                    <a:pt x="2545" y="8158"/>
                    <a:pt x="2563" y="8193"/>
                    <a:pt x="2580" y="8211"/>
                  </a:cubicBezTo>
                  <a:cubicBezTo>
                    <a:pt x="3330" y="8978"/>
                    <a:pt x="4184" y="9657"/>
                    <a:pt x="5125" y="10198"/>
                  </a:cubicBezTo>
                  <a:cubicBezTo>
                    <a:pt x="5177" y="10233"/>
                    <a:pt x="5212" y="10250"/>
                    <a:pt x="5264" y="10285"/>
                  </a:cubicBezTo>
                  <a:cubicBezTo>
                    <a:pt x="5317" y="10320"/>
                    <a:pt x="5369" y="10337"/>
                    <a:pt x="5439" y="10372"/>
                  </a:cubicBezTo>
                  <a:cubicBezTo>
                    <a:pt x="5892" y="10616"/>
                    <a:pt x="6380" y="10843"/>
                    <a:pt x="6868" y="11035"/>
                  </a:cubicBezTo>
                  <a:lnTo>
                    <a:pt x="7025" y="11104"/>
                  </a:lnTo>
                  <a:cubicBezTo>
                    <a:pt x="8887" y="11822"/>
                    <a:pt x="10902" y="12124"/>
                    <a:pt x="12923" y="12124"/>
                  </a:cubicBezTo>
                  <a:cubicBezTo>
                    <a:pt x="13456" y="12124"/>
                    <a:pt x="13989" y="12103"/>
                    <a:pt x="14520" y="12063"/>
                  </a:cubicBezTo>
                  <a:lnTo>
                    <a:pt x="14660" y="12063"/>
                  </a:lnTo>
                  <a:cubicBezTo>
                    <a:pt x="15183" y="12011"/>
                    <a:pt x="15706" y="11958"/>
                    <a:pt x="16229" y="11871"/>
                  </a:cubicBezTo>
                  <a:cubicBezTo>
                    <a:pt x="16542" y="11819"/>
                    <a:pt x="16874" y="11767"/>
                    <a:pt x="17187" y="11697"/>
                  </a:cubicBezTo>
                  <a:cubicBezTo>
                    <a:pt x="17222" y="11679"/>
                    <a:pt x="17257" y="11679"/>
                    <a:pt x="17309" y="11662"/>
                  </a:cubicBezTo>
                  <a:cubicBezTo>
                    <a:pt x="18181" y="11488"/>
                    <a:pt x="19035" y="11191"/>
                    <a:pt x="19837" y="10790"/>
                  </a:cubicBezTo>
                  <a:lnTo>
                    <a:pt x="19959" y="10721"/>
                  </a:lnTo>
                  <a:cubicBezTo>
                    <a:pt x="19994" y="10703"/>
                    <a:pt x="20029" y="10686"/>
                    <a:pt x="20064" y="10668"/>
                  </a:cubicBezTo>
                  <a:cubicBezTo>
                    <a:pt x="20168" y="10616"/>
                    <a:pt x="20273" y="10546"/>
                    <a:pt x="20360" y="10494"/>
                  </a:cubicBezTo>
                  <a:cubicBezTo>
                    <a:pt x="20186" y="8908"/>
                    <a:pt x="20377" y="7339"/>
                    <a:pt x="20395" y="5701"/>
                  </a:cubicBezTo>
                  <a:cubicBezTo>
                    <a:pt x="19628" y="5090"/>
                    <a:pt x="18808" y="4550"/>
                    <a:pt x="17937" y="4097"/>
                  </a:cubicBezTo>
                  <a:cubicBezTo>
                    <a:pt x="16525" y="3347"/>
                    <a:pt x="15061" y="2685"/>
                    <a:pt x="13579" y="2145"/>
                  </a:cubicBezTo>
                  <a:cubicBezTo>
                    <a:pt x="13527" y="2127"/>
                    <a:pt x="13475" y="2110"/>
                    <a:pt x="13440" y="2092"/>
                  </a:cubicBezTo>
                  <a:cubicBezTo>
                    <a:pt x="12760" y="1848"/>
                    <a:pt x="12097" y="1639"/>
                    <a:pt x="11418" y="1412"/>
                  </a:cubicBezTo>
                  <a:cubicBezTo>
                    <a:pt x="11383" y="1395"/>
                    <a:pt x="11330" y="1378"/>
                    <a:pt x="11296" y="1378"/>
                  </a:cubicBezTo>
                  <a:lnTo>
                    <a:pt x="10755" y="1221"/>
                  </a:lnTo>
                  <a:lnTo>
                    <a:pt x="10633" y="1186"/>
                  </a:lnTo>
                  <a:cubicBezTo>
                    <a:pt x="9797" y="942"/>
                    <a:pt x="8977" y="733"/>
                    <a:pt x="8123" y="541"/>
                  </a:cubicBezTo>
                  <a:cubicBezTo>
                    <a:pt x="7705" y="454"/>
                    <a:pt x="7286" y="349"/>
                    <a:pt x="6851" y="279"/>
                  </a:cubicBezTo>
                  <a:cubicBezTo>
                    <a:pt x="6798" y="279"/>
                    <a:pt x="6763" y="262"/>
                    <a:pt x="6711" y="262"/>
                  </a:cubicBezTo>
                  <a:cubicBezTo>
                    <a:pt x="6519" y="227"/>
                    <a:pt x="6310" y="192"/>
                    <a:pt x="6101" y="157"/>
                  </a:cubicBezTo>
                  <a:cubicBezTo>
                    <a:pt x="6049" y="140"/>
                    <a:pt x="6014" y="140"/>
                    <a:pt x="5979" y="140"/>
                  </a:cubicBezTo>
                  <a:cubicBezTo>
                    <a:pt x="5369" y="53"/>
                    <a:pt x="4741" y="1"/>
                    <a:pt x="4131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141"/>
            <p:cNvSpPr/>
            <p:nvPr/>
          </p:nvSpPr>
          <p:spPr>
            <a:xfrm>
              <a:off x="2298125" y="2413825"/>
              <a:ext cx="670625" cy="526600"/>
            </a:xfrm>
            <a:custGeom>
              <a:rect b="b" l="l" r="r" t="t"/>
              <a:pathLst>
                <a:path extrusionOk="0" h="21064" w="26825">
                  <a:moveTo>
                    <a:pt x="14833" y="0"/>
                  </a:moveTo>
                  <a:cubicBezTo>
                    <a:pt x="14197" y="0"/>
                    <a:pt x="13495" y="188"/>
                    <a:pt x="13036" y="864"/>
                  </a:cubicBezTo>
                  <a:cubicBezTo>
                    <a:pt x="13036" y="864"/>
                    <a:pt x="12755" y="773"/>
                    <a:pt x="12247" y="773"/>
                  </a:cubicBezTo>
                  <a:cubicBezTo>
                    <a:pt x="11254" y="773"/>
                    <a:pt x="9393" y="1124"/>
                    <a:pt x="7074" y="3200"/>
                  </a:cubicBezTo>
                  <a:cubicBezTo>
                    <a:pt x="4216" y="5763"/>
                    <a:pt x="3693" y="7070"/>
                    <a:pt x="2891" y="8883"/>
                  </a:cubicBezTo>
                  <a:cubicBezTo>
                    <a:pt x="2891" y="8883"/>
                    <a:pt x="2681" y="8843"/>
                    <a:pt x="2394" y="8843"/>
                  </a:cubicBezTo>
                  <a:cubicBezTo>
                    <a:pt x="1539" y="8843"/>
                    <a:pt x="0" y="9194"/>
                    <a:pt x="1252" y="11985"/>
                  </a:cubicBezTo>
                  <a:cubicBezTo>
                    <a:pt x="2926" y="15733"/>
                    <a:pt x="5976" y="18208"/>
                    <a:pt x="11258" y="19795"/>
                  </a:cubicBezTo>
                  <a:cubicBezTo>
                    <a:pt x="13921" y="20602"/>
                    <a:pt x="16673" y="21064"/>
                    <a:pt x="19107" y="21064"/>
                  </a:cubicBezTo>
                  <a:cubicBezTo>
                    <a:pt x="21245" y="21064"/>
                    <a:pt x="23136" y="20707"/>
                    <a:pt x="24506" y="19917"/>
                  </a:cubicBezTo>
                  <a:cubicBezTo>
                    <a:pt x="24924" y="19690"/>
                    <a:pt x="24994" y="19132"/>
                    <a:pt x="24663" y="18801"/>
                  </a:cubicBezTo>
                  <a:lnTo>
                    <a:pt x="24645" y="18784"/>
                  </a:lnTo>
                  <a:cubicBezTo>
                    <a:pt x="24645" y="18784"/>
                    <a:pt x="25360" y="16204"/>
                    <a:pt x="24732" y="15785"/>
                  </a:cubicBezTo>
                  <a:cubicBezTo>
                    <a:pt x="24732" y="15785"/>
                    <a:pt x="26824" y="6948"/>
                    <a:pt x="21403" y="2677"/>
                  </a:cubicBezTo>
                  <a:cubicBezTo>
                    <a:pt x="21403" y="2677"/>
                    <a:pt x="19803" y="240"/>
                    <a:pt x="17005" y="240"/>
                  </a:cubicBezTo>
                  <a:cubicBezTo>
                    <a:pt x="16782" y="240"/>
                    <a:pt x="16551" y="256"/>
                    <a:pt x="16313" y="289"/>
                  </a:cubicBezTo>
                  <a:cubicBezTo>
                    <a:pt x="16313" y="289"/>
                    <a:pt x="15623" y="0"/>
                    <a:pt x="148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141"/>
            <p:cNvSpPr/>
            <p:nvPr/>
          </p:nvSpPr>
          <p:spPr>
            <a:xfrm>
              <a:off x="2370375" y="2635875"/>
              <a:ext cx="104625" cy="158225"/>
            </a:xfrm>
            <a:custGeom>
              <a:rect b="b" l="l" r="r" t="t"/>
              <a:pathLst>
                <a:path extrusionOk="0" fill="none" h="6329" w="4185">
                  <a:moveTo>
                    <a:pt x="1" y="1"/>
                  </a:moveTo>
                  <a:cubicBezTo>
                    <a:pt x="1" y="36"/>
                    <a:pt x="315" y="4271"/>
                    <a:pt x="4184" y="6328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141"/>
            <p:cNvSpPr/>
            <p:nvPr/>
          </p:nvSpPr>
          <p:spPr>
            <a:xfrm>
              <a:off x="2468425" y="2774025"/>
              <a:ext cx="105500" cy="87625"/>
            </a:xfrm>
            <a:custGeom>
              <a:rect b="b" l="l" r="r" t="t"/>
              <a:pathLst>
                <a:path extrusionOk="0" fill="none" h="3505" w="4220">
                  <a:moveTo>
                    <a:pt x="472" y="558"/>
                  </a:moveTo>
                  <a:lnTo>
                    <a:pt x="175" y="1203"/>
                  </a:lnTo>
                  <a:cubicBezTo>
                    <a:pt x="1" y="1569"/>
                    <a:pt x="158" y="2005"/>
                    <a:pt x="524" y="2197"/>
                  </a:cubicBezTo>
                  <a:lnTo>
                    <a:pt x="2651" y="3295"/>
                  </a:lnTo>
                  <a:cubicBezTo>
                    <a:pt x="3034" y="3504"/>
                    <a:pt x="3487" y="3347"/>
                    <a:pt x="3696" y="2981"/>
                  </a:cubicBezTo>
                  <a:lnTo>
                    <a:pt x="4028" y="2319"/>
                  </a:lnTo>
                  <a:cubicBezTo>
                    <a:pt x="4219" y="1953"/>
                    <a:pt x="4080" y="1482"/>
                    <a:pt x="3696" y="1290"/>
                  </a:cubicBezTo>
                  <a:lnTo>
                    <a:pt x="1518" y="210"/>
                  </a:lnTo>
                  <a:cubicBezTo>
                    <a:pt x="1134" y="0"/>
                    <a:pt x="663" y="157"/>
                    <a:pt x="472" y="558"/>
                  </a:cubicBezTo>
                  <a:close/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8" name="Google Shape;4248;p141"/>
            <p:cNvSpPr/>
            <p:nvPr/>
          </p:nvSpPr>
          <p:spPr>
            <a:xfrm>
              <a:off x="2565625" y="2843750"/>
              <a:ext cx="310300" cy="81075"/>
            </a:xfrm>
            <a:custGeom>
              <a:rect b="b" l="l" r="r" t="t"/>
              <a:pathLst>
                <a:path extrusionOk="0" fill="none" h="3243" w="12412">
                  <a:moveTo>
                    <a:pt x="0" y="0"/>
                  </a:moveTo>
                  <a:cubicBezTo>
                    <a:pt x="0" y="0"/>
                    <a:pt x="5125" y="3243"/>
                    <a:pt x="12411" y="1064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9" name="Google Shape;4249;p141"/>
            <p:cNvSpPr/>
            <p:nvPr/>
          </p:nvSpPr>
          <p:spPr>
            <a:xfrm>
              <a:off x="2873725" y="2808450"/>
              <a:ext cx="42725" cy="85875"/>
            </a:xfrm>
            <a:custGeom>
              <a:rect b="b" l="l" r="r" t="t"/>
              <a:pathLst>
                <a:path extrusionOk="0" fill="none" h="3435" w="1709">
                  <a:moveTo>
                    <a:pt x="1708" y="0"/>
                  </a:moveTo>
                  <a:cubicBezTo>
                    <a:pt x="1708" y="0"/>
                    <a:pt x="366" y="157"/>
                    <a:pt x="261" y="872"/>
                  </a:cubicBezTo>
                  <a:cubicBezTo>
                    <a:pt x="174" y="1430"/>
                    <a:pt x="0" y="2999"/>
                    <a:pt x="227" y="3225"/>
                  </a:cubicBezTo>
                  <a:cubicBezTo>
                    <a:pt x="471" y="3434"/>
                    <a:pt x="1639" y="3016"/>
                    <a:pt x="1639" y="3016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0" name="Google Shape;4250;p141"/>
            <p:cNvSpPr/>
            <p:nvPr/>
          </p:nvSpPr>
          <p:spPr>
            <a:xfrm>
              <a:off x="2624875" y="2435850"/>
              <a:ext cx="104625" cy="227075"/>
            </a:xfrm>
            <a:custGeom>
              <a:rect b="b" l="l" r="r" t="t"/>
              <a:pathLst>
                <a:path extrusionOk="0" fill="none" h="9083" w="4185">
                  <a:moveTo>
                    <a:pt x="1" y="1"/>
                  </a:moveTo>
                  <a:cubicBezTo>
                    <a:pt x="2389" y="2459"/>
                    <a:pt x="3853" y="5666"/>
                    <a:pt x="4184" y="9082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1" name="Google Shape;4251;p141"/>
            <p:cNvSpPr/>
            <p:nvPr/>
          </p:nvSpPr>
          <p:spPr>
            <a:xfrm>
              <a:off x="2704625" y="2420600"/>
              <a:ext cx="84125" cy="242750"/>
            </a:xfrm>
            <a:custGeom>
              <a:rect b="b" l="l" r="r" t="t"/>
              <a:pathLst>
                <a:path extrusionOk="0" fill="none" h="9710" w="3365">
                  <a:moveTo>
                    <a:pt x="1" y="1"/>
                  </a:moveTo>
                  <a:cubicBezTo>
                    <a:pt x="1970" y="2650"/>
                    <a:pt x="3313" y="6415"/>
                    <a:pt x="3365" y="9710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2" name="Google Shape;4252;p141"/>
            <p:cNvSpPr/>
            <p:nvPr/>
          </p:nvSpPr>
          <p:spPr>
            <a:xfrm>
              <a:off x="2787000" y="2441100"/>
              <a:ext cx="57100" cy="226625"/>
            </a:xfrm>
            <a:custGeom>
              <a:rect b="b" l="l" r="r" t="t"/>
              <a:pathLst>
                <a:path extrusionOk="0" fill="none" h="9065" w="2284">
                  <a:moveTo>
                    <a:pt x="0" y="0"/>
                  </a:moveTo>
                  <a:cubicBezTo>
                    <a:pt x="1499" y="2772"/>
                    <a:pt x="2284" y="5892"/>
                    <a:pt x="2231" y="9064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3" name="Google Shape;4253;p141"/>
            <p:cNvSpPr/>
            <p:nvPr/>
          </p:nvSpPr>
          <p:spPr>
            <a:xfrm>
              <a:off x="2429650" y="2515925"/>
              <a:ext cx="65825" cy="65125"/>
            </a:xfrm>
            <a:custGeom>
              <a:rect b="b" l="l" r="r" t="t"/>
              <a:pathLst>
                <a:path extrusionOk="0" h="2605" w="2633">
                  <a:moveTo>
                    <a:pt x="1821" y="0"/>
                  </a:moveTo>
                  <a:cubicBezTo>
                    <a:pt x="1795" y="0"/>
                    <a:pt x="1770" y="2"/>
                    <a:pt x="1744" y="5"/>
                  </a:cubicBezTo>
                  <a:cubicBezTo>
                    <a:pt x="1447" y="40"/>
                    <a:pt x="1151" y="284"/>
                    <a:pt x="959" y="511"/>
                  </a:cubicBezTo>
                  <a:cubicBezTo>
                    <a:pt x="646" y="842"/>
                    <a:pt x="402" y="1225"/>
                    <a:pt x="192" y="1626"/>
                  </a:cubicBezTo>
                  <a:cubicBezTo>
                    <a:pt x="175" y="1679"/>
                    <a:pt x="157" y="1713"/>
                    <a:pt x="123" y="1766"/>
                  </a:cubicBezTo>
                  <a:cubicBezTo>
                    <a:pt x="35" y="1923"/>
                    <a:pt x="1" y="2114"/>
                    <a:pt x="53" y="2306"/>
                  </a:cubicBezTo>
                  <a:cubicBezTo>
                    <a:pt x="135" y="2486"/>
                    <a:pt x="323" y="2604"/>
                    <a:pt x="533" y="2604"/>
                  </a:cubicBezTo>
                  <a:cubicBezTo>
                    <a:pt x="547" y="2604"/>
                    <a:pt x="561" y="2604"/>
                    <a:pt x="576" y="2602"/>
                  </a:cubicBezTo>
                  <a:cubicBezTo>
                    <a:pt x="1116" y="2550"/>
                    <a:pt x="1604" y="2289"/>
                    <a:pt x="1935" y="1870"/>
                  </a:cubicBezTo>
                  <a:cubicBezTo>
                    <a:pt x="2302" y="1469"/>
                    <a:pt x="2633" y="946"/>
                    <a:pt x="2406" y="406"/>
                  </a:cubicBezTo>
                  <a:cubicBezTo>
                    <a:pt x="2311" y="153"/>
                    <a:pt x="2073" y="0"/>
                    <a:pt x="18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4" name="Google Shape;4254;p141"/>
            <p:cNvSpPr/>
            <p:nvPr/>
          </p:nvSpPr>
          <p:spPr>
            <a:xfrm>
              <a:off x="2394800" y="2591425"/>
              <a:ext cx="35750" cy="34625"/>
            </a:xfrm>
            <a:custGeom>
              <a:rect b="b" l="l" r="r" t="t"/>
              <a:pathLst>
                <a:path extrusionOk="0" h="1385" w="1430">
                  <a:moveTo>
                    <a:pt x="674" y="0"/>
                  </a:moveTo>
                  <a:cubicBezTo>
                    <a:pt x="338" y="0"/>
                    <a:pt x="104" y="373"/>
                    <a:pt x="52" y="663"/>
                  </a:cubicBezTo>
                  <a:cubicBezTo>
                    <a:pt x="0" y="890"/>
                    <a:pt x="70" y="1116"/>
                    <a:pt x="262" y="1273"/>
                  </a:cubicBezTo>
                  <a:cubicBezTo>
                    <a:pt x="358" y="1345"/>
                    <a:pt x="479" y="1384"/>
                    <a:pt x="602" y="1384"/>
                  </a:cubicBezTo>
                  <a:cubicBezTo>
                    <a:pt x="657" y="1384"/>
                    <a:pt x="713" y="1377"/>
                    <a:pt x="767" y="1360"/>
                  </a:cubicBezTo>
                  <a:cubicBezTo>
                    <a:pt x="924" y="1291"/>
                    <a:pt x="1081" y="1186"/>
                    <a:pt x="1185" y="1047"/>
                  </a:cubicBezTo>
                  <a:cubicBezTo>
                    <a:pt x="1238" y="977"/>
                    <a:pt x="1273" y="907"/>
                    <a:pt x="1290" y="820"/>
                  </a:cubicBezTo>
                  <a:cubicBezTo>
                    <a:pt x="1429" y="419"/>
                    <a:pt x="1116" y="1"/>
                    <a:pt x="697" y="1"/>
                  </a:cubicBezTo>
                  <a:cubicBezTo>
                    <a:pt x="690" y="0"/>
                    <a:pt x="682" y="0"/>
                    <a:pt x="6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5" name="Google Shape;4255;p141"/>
            <p:cNvSpPr/>
            <p:nvPr/>
          </p:nvSpPr>
          <p:spPr>
            <a:xfrm>
              <a:off x="1059550" y="3024600"/>
              <a:ext cx="435825" cy="406175"/>
            </a:xfrm>
            <a:custGeom>
              <a:rect b="b" l="l" r="r" t="t"/>
              <a:pathLst>
                <a:path extrusionOk="0" h="16247" w="17433">
                  <a:moveTo>
                    <a:pt x="10686" y="0"/>
                  </a:moveTo>
                  <a:cubicBezTo>
                    <a:pt x="10372" y="157"/>
                    <a:pt x="7653" y="3382"/>
                    <a:pt x="5893" y="5038"/>
                  </a:cubicBezTo>
                  <a:cubicBezTo>
                    <a:pt x="4115" y="6694"/>
                    <a:pt x="1" y="9256"/>
                    <a:pt x="1" y="9256"/>
                  </a:cubicBezTo>
                  <a:lnTo>
                    <a:pt x="1622" y="16246"/>
                  </a:lnTo>
                  <a:cubicBezTo>
                    <a:pt x="1622" y="16246"/>
                    <a:pt x="6259" y="11906"/>
                    <a:pt x="6991" y="11226"/>
                  </a:cubicBezTo>
                  <a:cubicBezTo>
                    <a:pt x="7723" y="10529"/>
                    <a:pt x="9205" y="10163"/>
                    <a:pt x="11087" y="8420"/>
                  </a:cubicBezTo>
                  <a:cubicBezTo>
                    <a:pt x="12307" y="7304"/>
                    <a:pt x="12883" y="5369"/>
                    <a:pt x="12883" y="5369"/>
                  </a:cubicBezTo>
                  <a:cubicBezTo>
                    <a:pt x="13283" y="4829"/>
                    <a:pt x="13754" y="4323"/>
                    <a:pt x="14260" y="3853"/>
                  </a:cubicBezTo>
                  <a:cubicBezTo>
                    <a:pt x="15061" y="3138"/>
                    <a:pt x="17432" y="872"/>
                    <a:pt x="16805" y="349"/>
                  </a:cubicBezTo>
                  <a:cubicBezTo>
                    <a:pt x="16745" y="301"/>
                    <a:pt x="16658" y="279"/>
                    <a:pt x="16549" y="279"/>
                  </a:cubicBezTo>
                  <a:cubicBezTo>
                    <a:pt x="15517" y="279"/>
                    <a:pt x="12534" y="2249"/>
                    <a:pt x="12534" y="2249"/>
                  </a:cubicBezTo>
                  <a:cubicBezTo>
                    <a:pt x="12290" y="1796"/>
                    <a:pt x="10686" y="0"/>
                    <a:pt x="106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6" name="Google Shape;4256;p141"/>
            <p:cNvSpPr/>
            <p:nvPr/>
          </p:nvSpPr>
          <p:spPr>
            <a:xfrm>
              <a:off x="408500" y="2870325"/>
              <a:ext cx="872025" cy="1438550"/>
            </a:xfrm>
            <a:custGeom>
              <a:rect b="b" l="l" r="r" t="t"/>
              <a:pathLst>
                <a:path extrusionOk="0" h="57542" w="34881">
                  <a:moveTo>
                    <a:pt x="14137" y="1"/>
                  </a:moveTo>
                  <a:cubicBezTo>
                    <a:pt x="14137" y="1"/>
                    <a:pt x="4550" y="7043"/>
                    <a:pt x="1639" y="15915"/>
                  </a:cubicBezTo>
                  <a:cubicBezTo>
                    <a:pt x="105" y="20587"/>
                    <a:pt x="1" y="31830"/>
                    <a:pt x="262" y="41470"/>
                  </a:cubicBezTo>
                  <a:cubicBezTo>
                    <a:pt x="297" y="43003"/>
                    <a:pt x="349" y="44520"/>
                    <a:pt x="402" y="45949"/>
                  </a:cubicBezTo>
                  <a:cubicBezTo>
                    <a:pt x="436" y="46891"/>
                    <a:pt x="471" y="47832"/>
                    <a:pt x="524" y="48703"/>
                  </a:cubicBezTo>
                  <a:cubicBezTo>
                    <a:pt x="593" y="50377"/>
                    <a:pt x="663" y="51893"/>
                    <a:pt x="733" y="53183"/>
                  </a:cubicBezTo>
                  <a:cubicBezTo>
                    <a:pt x="890" y="55868"/>
                    <a:pt x="994" y="57541"/>
                    <a:pt x="994" y="57541"/>
                  </a:cubicBezTo>
                  <a:lnTo>
                    <a:pt x="34880" y="57541"/>
                  </a:lnTo>
                  <a:lnTo>
                    <a:pt x="34009" y="53044"/>
                  </a:lnTo>
                  <a:lnTo>
                    <a:pt x="33085" y="48163"/>
                  </a:lnTo>
                  <a:lnTo>
                    <a:pt x="32614" y="45792"/>
                  </a:lnTo>
                  <a:lnTo>
                    <a:pt x="31673" y="40859"/>
                  </a:lnTo>
                  <a:lnTo>
                    <a:pt x="27716" y="20291"/>
                  </a:lnTo>
                  <a:lnTo>
                    <a:pt x="27263" y="17955"/>
                  </a:lnTo>
                  <a:lnTo>
                    <a:pt x="23463" y="6154"/>
                  </a:lnTo>
                  <a:lnTo>
                    <a:pt x="141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7" name="Google Shape;4257;p141"/>
            <p:cNvSpPr/>
            <p:nvPr/>
          </p:nvSpPr>
          <p:spPr>
            <a:xfrm>
              <a:off x="415050" y="3892225"/>
              <a:ext cx="809250" cy="136200"/>
            </a:xfrm>
            <a:custGeom>
              <a:rect b="b" l="l" r="r" t="t"/>
              <a:pathLst>
                <a:path extrusionOk="0" h="5448" w="32370">
                  <a:moveTo>
                    <a:pt x="31411" y="1"/>
                  </a:moveTo>
                  <a:cubicBezTo>
                    <a:pt x="26350" y="764"/>
                    <a:pt x="20136" y="1003"/>
                    <a:pt x="14319" y="1003"/>
                  </a:cubicBezTo>
                  <a:cubicBezTo>
                    <a:pt x="8716" y="1003"/>
                    <a:pt x="3481" y="782"/>
                    <a:pt x="0" y="594"/>
                  </a:cubicBezTo>
                  <a:lnTo>
                    <a:pt x="0" y="594"/>
                  </a:lnTo>
                  <a:cubicBezTo>
                    <a:pt x="52" y="2145"/>
                    <a:pt x="87" y="3644"/>
                    <a:pt x="140" y="5073"/>
                  </a:cubicBezTo>
                  <a:cubicBezTo>
                    <a:pt x="3566" y="5349"/>
                    <a:pt x="7813" y="5448"/>
                    <a:pt x="12144" y="5448"/>
                  </a:cubicBezTo>
                  <a:cubicBezTo>
                    <a:pt x="20151" y="5448"/>
                    <a:pt x="28444" y="5109"/>
                    <a:pt x="32370" y="4916"/>
                  </a:cubicBezTo>
                  <a:lnTo>
                    <a:pt x="314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8" name="Google Shape;4258;p141"/>
            <p:cNvSpPr/>
            <p:nvPr/>
          </p:nvSpPr>
          <p:spPr>
            <a:xfrm>
              <a:off x="421575" y="4074825"/>
              <a:ext cx="837150" cy="134625"/>
            </a:xfrm>
            <a:custGeom>
              <a:rect b="b" l="l" r="r" t="t"/>
              <a:pathLst>
                <a:path extrusionOk="0" h="5385" w="33486">
                  <a:moveTo>
                    <a:pt x="32562" y="1"/>
                  </a:moveTo>
                  <a:cubicBezTo>
                    <a:pt x="27290" y="705"/>
                    <a:pt x="20920" y="929"/>
                    <a:pt x="14956" y="929"/>
                  </a:cubicBezTo>
                  <a:cubicBezTo>
                    <a:pt x="9108" y="929"/>
                    <a:pt x="3651" y="713"/>
                    <a:pt x="1" y="523"/>
                  </a:cubicBezTo>
                  <a:lnTo>
                    <a:pt x="1" y="523"/>
                  </a:lnTo>
                  <a:cubicBezTo>
                    <a:pt x="70" y="2214"/>
                    <a:pt x="140" y="3731"/>
                    <a:pt x="210" y="5021"/>
                  </a:cubicBezTo>
                  <a:cubicBezTo>
                    <a:pt x="3788" y="5288"/>
                    <a:pt x="8191" y="5385"/>
                    <a:pt x="12681" y="5385"/>
                  </a:cubicBezTo>
                  <a:cubicBezTo>
                    <a:pt x="20767" y="5385"/>
                    <a:pt x="29137" y="5072"/>
                    <a:pt x="33486" y="4881"/>
                  </a:cubicBezTo>
                  <a:lnTo>
                    <a:pt x="325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9" name="Google Shape;4259;p141"/>
            <p:cNvSpPr/>
            <p:nvPr/>
          </p:nvSpPr>
          <p:spPr>
            <a:xfrm>
              <a:off x="761925" y="2870325"/>
              <a:ext cx="339500" cy="507725"/>
            </a:xfrm>
            <a:custGeom>
              <a:rect b="b" l="l" r="r" t="t"/>
              <a:pathLst>
                <a:path extrusionOk="0" h="20309" w="13580">
                  <a:moveTo>
                    <a:pt x="0" y="1"/>
                  </a:moveTo>
                  <a:lnTo>
                    <a:pt x="0" y="1"/>
                  </a:lnTo>
                  <a:cubicBezTo>
                    <a:pt x="1" y="1"/>
                    <a:pt x="7287" y="9082"/>
                    <a:pt x="8873" y="11732"/>
                  </a:cubicBezTo>
                  <a:cubicBezTo>
                    <a:pt x="9901" y="13458"/>
                    <a:pt x="12115" y="17571"/>
                    <a:pt x="13579" y="20308"/>
                  </a:cubicBezTo>
                  <a:lnTo>
                    <a:pt x="13126" y="17955"/>
                  </a:lnTo>
                  <a:lnTo>
                    <a:pt x="9326" y="61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0" name="Google Shape;4260;p141"/>
            <p:cNvSpPr/>
            <p:nvPr/>
          </p:nvSpPr>
          <p:spPr>
            <a:xfrm>
              <a:off x="653850" y="3836450"/>
              <a:ext cx="214425" cy="491600"/>
            </a:xfrm>
            <a:custGeom>
              <a:rect b="b" l="l" r="r" t="t"/>
              <a:pathLst>
                <a:path extrusionOk="0" h="19664" w="8577">
                  <a:moveTo>
                    <a:pt x="2929" y="1"/>
                  </a:moveTo>
                  <a:lnTo>
                    <a:pt x="192" y="558"/>
                  </a:lnTo>
                  <a:lnTo>
                    <a:pt x="0" y="19593"/>
                  </a:lnTo>
                  <a:lnTo>
                    <a:pt x="8577" y="19663"/>
                  </a:lnTo>
                  <a:lnTo>
                    <a:pt x="292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1" name="Google Shape;4261;p141"/>
            <p:cNvSpPr/>
            <p:nvPr/>
          </p:nvSpPr>
          <p:spPr>
            <a:xfrm>
              <a:off x="680875" y="3851225"/>
              <a:ext cx="327725" cy="449350"/>
            </a:xfrm>
            <a:custGeom>
              <a:rect b="b" l="l" r="r" t="t"/>
              <a:pathLst>
                <a:path extrusionOk="0" h="17974" w="13109">
                  <a:moveTo>
                    <a:pt x="619" y="1"/>
                  </a:moveTo>
                  <a:cubicBezTo>
                    <a:pt x="229" y="1"/>
                    <a:pt x="0" y="12"/>
                    <a:pt x="0" y="37"/>
                  </a:cubicBezTo>
                  <a:cubicBezTo>
                    <a:pt x="0" y="37"/>
                    <a:pt x="506" y="5964"/>
                    <a:pt x="1534" y="9589"/>
                  </a:cubicBezTo>
                  <a:cubicBezTo>
                    <a:pt x="2545" y="13233"/>
                    <a:pt x="3887" y="17974"/>
                    <a:pt x="3887" y="17974"/>
                  </a:cubicBezTo>
                  <a:lnTo>
                    <a:pt x="13108" y="17974"/>
                  </a:lnTo>
                  <a:cubicBezTo>
                    <a:pt x="13108" y="17974"/>
                    <a:pt x="11174" y="10025"/>
                    <a:pt x="11086" y="8073"/>
                  </a:cubicBezTo>
                  <a:cubicBezTo>
                    <a:pt x="10999" y="6121"/>
                    <a:pt x="10581" y="368"/>
                    <a:pt x="10581" y="368"/>
                  </a:cubicBezTo>
                  <a:cubicBezTo>
                    <a:pt x="10581" y="368"/>
                    <a:pt x="2883" y="1"/>
                    <a:pt x="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2" name="Google Shape;4262;p141"/>
            <p:cNvSpPr/>
            <p:nvPr/>
          </p:nvSpPr>
          <p:spPr>
            <a:xfrm>
              <a:off x="543600" y="3142625"/>
              <a:ext cx="587025" cy="734825"/>
            </a:xfrm>
            <a:custGeom>
              <a:rect b="b" l="l" r="r" t="t"/>
              <a:pathLst>
                <a:path extrusionOk="0" h="29393" w="23481">
                  <a:moveTo>
                    <a:pt x="12529" y="1"/>
                  </a:moveTo>
                  <a:cubicBezTo>
                    <a:pt x="12305" y="1"/>
                    <a:pt x="12074" y="13"/>
                    <a:pt x="11836" y="38"/>
                  </a:cubicBezTo>
                  <a:cubicBezTo>
                    <a:pt x="0" y="1311"/>
                    <a:pt x="3382" y="29218"/>
                    <a:pt x="3382" y="29218"/>
                  </a:cubicBezTo>
                  <a:lnTo>
                    <a:pt x="18861" y="29392"/>
                  </a:lnTo>
                  <a:cubicBezTo>
                    <a:pt x="18861" y="29392"/>
                    <a:pt x="23481" y="1"/>
                    <a:pt x="125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3" name="Google Shape;4263;p141"/>
            <p:cNvSpPr/>
            <p:nvPr/>
          </p:nvSpPr>
          <p:spPr>
            <a:xfrm>
              <a:off x="757125" y="2395650"/>
              <a:ext cx="510700" cy="628525"/>
            </a:xfrm>
            <a:custGeom>
              <a:rect b="b" l="l" r="r" t="t"/>
              <a:pathLst>
                <a:path extrusionOk="0" h="25141" w="20428">
                  <a:moveTo>
                    <a:pt x="11774" y="1"/>
                  </a:moveTo>
                  <a:cubicBezTo>
                    <a:pt x="11572" y="1"/>
                    <a:pt x="11366" y="8"/>
                    <a:pt x="11157" y="23"/>
                  </a:cubicBezTo>
                  <a:cubicBezTo>
                    <a:pt x="4690" y="458"/>
                    <a:pt x="1" y="4903"/>
                    <a:pt x="820" y="10673"/>
                  </a:cubicBezTo>
                  <a:cubicBezTo>
                    <a:pt x="820" y="10673"/>
                    <a:pt x="1012" y="13410"/>
                    <a:pt x="1639" y="15379"/>
                  </a:cubicBezTo>
                  <a:lnTo>
                    <a:pt x="175" y="18988"/>
                  </a:lnTo>
                  <a:cubicBezTo>
                    <a:pt x="175" y="18988"/>
                    <a:pt x="4864" y="23311"/>
                    <a:pt x="9501" y="25141"/>
                  </a:cubicBezTo>
                  <a:lnTo>
                    <a:pt x="10947" y="23067"/>
                  </a:lnTo>
                  <a:cubicBezTo>
                    <a:pt x="10947" y="23067"/>
                    <a:pt x="12616" y="23689"/>
                    <a:pt x="14252" y="23689"/>
                  </a:cubicBezTo>
                  <a:cubicBezTo>
                    <a:pt x="15270" y="23689"/>
                    <a:pt x="16275" y="23448"/>
                    <a:pt x="16857" y="22666"/>
                  </a:cubicBezTo>
                  <a:cubicBezTo>
                    <a:pt x="17310" y="22056"/>
                    <a:pt x="17815" y="20713"/>
                    <a:pt x="18269" y="19092"/>
                  </a:cubicBezTo>
                  <a:cubicBezTo>
                    <a:pt x="18286" y="19040"/>
                    <a:pt x="18303" y="19005"/>
                    <a:pt x="18303" y="18970"/>
                  </a:cubicBezTo>
                  <a:cubicBezTo>
                    <a:pt x="18391" y="18709"/>
                    <a:pt x="18443" y="18447"/>
                    <a:pt x="18530" y="18186"/>
                  </a:cubicBezTo>
                  <a:cubicBezTo>
                    <a:pt x="18728" y="18222"/>
                    <a:pt x="18977" y="18258"/>
                    <a:pt x="19217" y="18258"/>
                  </a:cubicBezTo>
                  <a:cubicBezTo>
                    <a:pt x="19442" y="18258"/>
                    <a:pt x="19660" y="18226"/>
                    <a:pt x="19820" y="18134"/>
                  </a:cubicBezTo>
                  <a:cubicBezTo>
                    <a:pt x="20256" y="17890"/>
                    <a:pt x="19907" y="13514"/>
                    <a:pt x="19820" y="12294"/>
                  </a:cubicBezTo>
                  <a:cubicBezTo>
                    <a:pt x="20081" y="11004"/>
                    <a:pt x="20256" y="9697"/>
                    <a:pt x="20360" y="8390"/>
                  </a:cubicBezTo>
                  <a:cubicBezTo>
                    <a:pt x="20428" y="6366"/>
                    <a:pt x="17802" y="1"/>
                    <a:pt x="117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4" name="Google Shape;4264;p141"/>
            <p:cNvSpPr/>
            <p:nvPr/>
          </p:nvSpPr>
          <p:spPr>
            <a:xfrm>
              <a:off x="739250" y="2372900"/>
              <a:ext cx="547375" cy="458300"/>
            </a:xfrm>
            <a:custGeom>
              <a:rect b="b" l="l" r="r" t="t"/>
              <a:pathLst>
                <a:path extrusionOk="0" h="18332" w="21895">
                  <a:moveTo>
                    <a:pt x="13509" y="0"/>
                  </a:moveTo>
                  <a:cubicBezTo>
                    <a:pt x="12920" y="0"/>
                    <a:pt x="12334" y="144"/>
                    <a:pt x="11802" y="410"/>
                  </a:cubicBezTo>
                  <a:cubicBezTo>
                    <a:pt x="11394" y="141"/>
                    <a:pt x="10920" y="5"/>
                    <a:pt x="10446" y="5"/>
                  </a:cubicBezTo>
                  <a:cubicBezTo>
                    <a:pt x="10149" y="5"/>
                    <a:pt x="9852" y="58"/>
                    <a:pt x="9571" y="166"/>
                  </a:cubicBezTo>
                  <a:cubicBezTo>
                    <a:pt x="9117" y="392"/>
                    <a:pt x="8717" y="706"/>
                    <a:pt x="8385" y="1089"/>
                  </a:cubicBezTo>
                  <a:cubicBezTo>
                    <a:pt x="8003" y="957"/>
                    <a:pt x="7593" y="890"/>
                    <a:pt x="7182" y="890"/>
                  </a:cubicBezTo>
                  <a:cubicBezTo>
                    <a:pt x="6246" y="890"/>
                    <a:pt x="5308" y="1236"/>
                    <a:pt x="4690" y="1926"/>
                  </a:cubicBezTo>
                  <a:cubicBezTo>
                    <a:pt x="4394" y="2223"/>
                    <a:pt x="4202" y="2606"/>
                    <a:pt x="4167" y="3024"/>
                  </a:cubicBezTo>
                  <a:cubicBezTo>
                    <a:pt x="3749" y="3094"/>
                    <a:pt x="3348" y="3234"/>
                    <a:pt x="2982" y="3443"/>
                  </a:cubicBezTo>
                  <a:cubicBezTo>
                    <a:pt x="2703" y="3652"/>
                    <a:pt x="2459" y="3896"/>
                    <a:pt x="2250" y="4192"/>
                  </a:cubicBezTo>
                  <a:cubicBezTo>
                    <a:pt x="1883" y="4663"/>
                    <a:pt x="1587" y="5186"/>
                    <a:pt x="1378" y="5744"/>
                  </a:cubicBezTo>
                  <a:cubicBezTo>
                    <a:pt x="1169" y="6301"/>
                    <a:pt x="1151" y="6911"/>
                    <a:pt x="1308" y="7487"/>
                  </a:cubicBezTo>
                  <a:cubicBezTo>
                    <a:pt x="1552" y="8358"/>
                    <a:pt x="1517" y="8463"/>
                    <a:pt x="1500" y="9369"/>
                  </a:cubicBezTo>
                  <a:cubicBezTo>
                    <a:pt x="1500" y="10293"/>
                    <a:pt x="838" y="11705"/>
                    <a:pt x="1535" y="12298"/>
                  </a:cubicBezTo>
                  <a:cubicBezTo>
                    <a:pt x="1535" y="12298"/>
                    <a:pt x="1" y="14320"/>
                    <a:pt x="838" y="15557"/>
                  </a:cubicBezTo>
                  <a:cubicBezTo>
                    <a:pt x="1233" y="16155"/>
                    <a:pt x="1735" y="16310"/>
                    <a:pt x="2147" y="16310"/>
                  </a:cubicBezTo>
                  <a:cubicBezTo>
                    <a:pt x="2589" y="16310"/>
                    <a:pt x="2929" y="16133"/>
                    <a:pt x="2929" y="16133"/>
                  </a:cubicBezTo>
                  <a:lnTo>
                    <a:pt x="2929" y="16133"/>
                  </a:lnTo>
                  <a:cubicBezTo>
                    <a:pt x="2929" y="16133"/>
                    <a:pt x="2738" y="17963"/>
                    <a:pt x="4760" y="18294"/>
                  </a:cubicBezTo>
                  <a:cubicBezTo>
                    <a:pt x="4925" y="18319"/>
                    <a:pt x="5087" y="18331"/>
                    <a:pt x="5244" y="18331"/>
                  </a:cubicBezTo>
                  <a:cubicBezTo>
                    <a:pt x="7030" y="18331"/>
                    <a:pt x="8281" y="16830"/>
                    <a:pt x="8281" y="16830"/>
                  </a:cubicBezTo>
                  <a:cubicBezTo>
                    <a:pt x="8281" y="16830"/>
                    <a:pt x="8744" y="18126"/>
                    <a:pt x="9969" y="18126"/>
                  </a:cubicBezTo>
                  <a:cubicBezTo>
                    <a:pt x="10151" y="18126"/>
                    <a:pt x="10349" y="18098"/>
                    <a:pt x="10564" y="18033"/>
                  </a:cubicBezTo>
                  <a:cubicBezTo>
                    <a:pt x="12255" y="17527"/>
                    <a:pt x="13231" y="13622"/>
                    <a:pt x="13231" y="13622"/>
                  </a:cubicBezTo>
                  <a:cubicBezTo>
                    <a:pt x="13231" y="13622"/>
                    <a:pt x="13842" y="13159"/>
                    <a:pt x="14479" y="13159"/>
                  </a:cubicBezTo>
                  <a:cubicBezTo>
                    <a:pt x="14689" y="13159"/>
                    <a:pt x="14902" y="13210"/>
                    <a:pt x="15096" y="13344"/>
                  </a:cubicBezTo>
                  <a:cubicBezTo>
                    <a:pt x="15866" y="13857"/>
                    <a:pt x="15410" y="16100"/>
                    <a:pt x="16283" y="16100"/>
                  </a:cubicBezTo>
                  <a:cubicBezTo>
                    <a:pt x="16300" y="16100"/>
                    <a:pt x="16317" y="16099"/>
                    <a:pt x="16334" y="16098"/>
                  </a:cubicBezTo>
                  <a:cubicBezTo>
                    <a:pt x="17293" y="16011"/>
                    <a:pt x="18408" y="12106"/>
                    <a:pt x="18408" y="12106"/>
                  </a:cubicBezTo>
                  <a:cubicBezTo>
                    <a:pt x="18408" y="12106"/>
                    <a:pt x="18698" y="12225"/>
                    <a:pt x="19100" y="12225"/>
                  </a:cubicBezTo>
                  <a:cubicBezTo>
                    <a:pt x="19694" y="12225"/>
                    <a:pt x="20531" y="11965"/>
                    <a:pt x="21040" y="10677"/>
                  </a:cubicBezTo>
                  <a:cubicBezTo>
                    <a:pt x="21895" y="8515"/>
                    <a:pt x="20657" y="6493"/>
                    <a:pt x="20657" y="6493"/>
                  </a:cubicBezTo>
                  <a:cubicBezTo>
                    <a:pt x="20657" y="6493"/>
                    <a:pt x="21093" y="3478"/>
                    <a:pt x="19576" y="2467"/>
                  </a:cubicBezTo>
                  <a:cubicBezTo>
                    <a:pt x="18772" y="1915"/>
                    <a:pt x="17826" y="1620"/>
                    <a:pt x="16866" y="1620"/>
                  </a:cubicBezTo>
                  <a:cubicBezTo>
                    <a:pt x="16764" y="1620"/>
                    <a:pt x="16663" y="1623"/>
                    <a:pt x="16561" y="1630"/>
                  </a:cubicBezTo>
                  <a:cubicBezTo>
                    <a:pt x="16038" y="880"/>
                    <a:pt x="15271" y="340"/>
                    <a:pt x="14399" y="113"/>
                  </a:cubicBezTo>
                  <a:cubicBezTo>
                    <a:pt x="14106" y="37"/>
                    <a:pt x="13807" y="0"/>
                    <a:pt x="13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5" name="Google Shape;4265;p141"/>
            <p:cNvSpPr/>
            <p:nvPr/>
          </p:nvSpPr>
          <p:spPr>
            <a:xfrm>
              <a:off x="1034725" y="2695675"/>
              <a:ext cx="115500" cy="138575"/>
            </a:xfrm>
            <a:custGeom>
              <a:rect b="b" l="l" r="r" t="t"/>
              <a:pathLst>
                <a:path extrusionOk="0" h="5543" w="4620">
                  <a:moveTo>
                    <a:pt x="2443" y="1"/>
                  </a:moveTo>
                  <a:cubicBezTo>
                    <a:pt x="2171" y="1"/>
                    <a:pt x="1901" y="56"/>
                    <a:pt x="1656" y="154"/>
                  </a:cubicBezTo>
                  <a:cubicBezTo>
                    <a:pt x="1011" y="433"/>
                    <a:pt x="593" y="1078"/>
                    <a:pt x="366" y="1757"/>
                  </a:cubicBezTo>
                  <a:cubicBezTo>
                    <a:pt x="0" y="2803"/>
                    <a:pt x="87" y="4128"/>
                    <a:pt x="907" y="4860"/>
                  </a:cubicBezTo>
                  <a:cubicBezTo>
                    <a:pt x="1395" y="5313"/>
                    <a:pt x="2075" y="5470"/>
                    <a:pt x="2737" y="5523"/>
                  </a:cubicBezTo>
                  <a:cubicBezTo>
                    <a:pt x="2824" y="5536"/>
                    <a:pt x="2910" y="5543"/>
                    <a:pt x="2996" y="5543"/>
                  </a:cubicBezTo>
                  <a:cubicBezTo>
                    <a:pt x="3239" y="5543"/>
                    <a:pt x="3477" y="5491"/>
                    <a:pt x="3696" y="5400"/>
                  </a:cubicBezTo>
                  <a:cubicBezTo>
                    <a:pt x="4149" y="5139"/>
                    <a:pt x="4306" y="4564"/>
                    <a:pt x="4393" y="4041"/>
                  </a:cubicBezTo>
                  <a:cubicBezTo>
                    <a:pt x="4620" y="2542"/>
                    <a:pt x="4620" y="311"/>
                    <a:pt x="2789" y="32"/>
                  </a:cubicBezTo>
                  <a:cubicBezTo>
                    <a:pt x="2675" y="11"/>
                    <a:pt x="2559" y="1"/>
                    <a:pt x="2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141"/>
            <p:cNvSpPr/>
            <p:nvPr/>
          </p:nvSpPr>
          <p:spPr>
            <a:xfrm>
              <a:off x="1036900" y="2784050"/>
              <a:ext cx="81950" cy="45775"/>
            </a:xfrm>
            <a:custGeom>
              <a:rect b="b" l="l" r="r" t="t"/>
              <a:pathLst>
                <a:path extrusionOk="0" fill="none" h="1831" w="3278">
                  <a:moveTo>
                    <a:pt x="0" y="0"/>
                  </a:moveTo>
                  <a:cubicBezTo>
                    <a:pt x="210" y="663"/>
                    <a:pt x="680" y="1221"/>
                    <a:pt x="1308" y="1517"/>
                  </a:cubicBezTo>
                  <a:cubicBezTo>
                    <a:pt x="1935" y="1796"/>
                    <a:pt x="2633" y="1831"/>
                    <a:pt x="3277" y="1621"/>
                  </a:cubicBezTo>
                </a:path>
              </a:pathLst>
            </a:custGeom>
            <a:noFill/>
            <a:ln cap="rnd" cmpd="sng" w="3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141"/>
            <p:cNvSpPr/>
            <p:nvPr/>
          </p:nvSpPr>
          <p:spPr>
            <a:xfrm>
              <a:off x="1092250" y="2743075"/>
              <a:ext cx="20075" cy="45800"/>
            </a:xfrm>
            <a:custGeom>
              <a:rect b="b" l="l" r="r" t="t"/>
              <a:pathLst>
                <a:path extrusionOk="0" fill="none" h="1832" w="803">
                  <a:moveTo>
                    <a:pt x="0" y="1"/>
                  </a:moveTo>
                  <a:cubicBezTo>
                    <a:pt x="506" y="489"/>
                    <a:pt x="785" y="1151"/>
                    <a:pt x="802" y="1831"/>
                  </a:cubicBezTo>
                </a:path>
              </a:pathLst>
            </a:custGeom>
            <a:noFill/>
            <a:ln cap="rnd" cmpd="sng" w="3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141"/>
            <p:cNvSpPr/>
            <p:nvPr/>
          </p:nvSpPr>
          <p:spPr>
            <a:xfrm>
              <a:off x="1209475" y="2751600"/>
              <a:ext cx="21800" cy="29625"/>
            </a:xfrm>
            <a:custGeom>
              <a:rect b="b" l="l" r="r" t="t"/>
              <a:pathLst>
                <a:path extrusionOk="0" h="1185" w="872">
                  <a:moveTo>
                    <a:pt x="519" y="1"/>
                  </a:moveTo>
                  <a:cubicBezTo>
                    <a:pt x="341" y="1"/>
                    <a:pt x="149" y="213"/>
                    <a:pt x="70" y="497"/>
                  </a:cubicBezTo>
                  <a:cubicBezTo>
                    <a:pt x="0" y="828"/>
                    <a:pt x="87" y="1124"/>
                    <a:pt x="297" y="1176"/>
                  </a:cubicBezTo>
                  <a:cubicBezTo>
                    <a:pt x="316" y="1182"/>
                    <a:pt x="336" y="1184"/>
                    <a:pt x="357" y="1184"/>
                  </a:cubicBezTo>
                  <a:cubicBezTo>
                    <a:pt x="533" y="1184"/>
                    <a:pt x="724" y="985"/>
                    <a:pt x="802" y="688"/>
                  </a:cubicBezTo>
                  <a:cubicBezTo>
                    <a:pt x="872" y="374"/>
                    <a:pt x="785" y="61"/>
                    <a:pt x="575" y="8"/>
                  </a:cubicBezTo>
                  <a:cubicBezTo>
                    <a:pt x="557" y="3"/>
                    <a:pt x="538" y="1"/>
                    <a:pt x="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141"/>
            <p:cNvSpPr/>
            <p:nvPr/>
          </p:nvSpPr>
          <p:spPr>
            <a:xfrm>
              <a:off x="1188975" y="2853700"/>
              <a:ext cx="26175" cy="19275"/>
            </a:xfrm>
            <a:custGeom>
              <a:rect b="b" l="l" r="r" t="t"/>
              <a:pathLst>
                <a:path extrusionOk="0" h="771" w="1047">
                  <a:moveTo>
                    <a:pt x="79" y="1"/>
                  </a:moveTo>
                  <a:cubicBezTo>
                    <a:pt x="65" y="1"/>
                    <a:pt x="51" y="6"/>
                    <a:pt x="36" y="21"/>
                  </a:cubicBezTo>
                  <a:cubicBezTo>
                    <a:pt x="1" y="38"/>
                    <a:pt x="1" y="73"/>
                    <a:pt x="18" y="90"/>
                  </a:cubicBezTo>
                  <a:cubicBezTo>
                    <a:pt x="262" y="439"/>
                    <a:pt x="611" y="666"/>
                    <a:pt x="1012" y="770"/>
                  </a:cubicBezTo>
                  <a:cubicBezTo>
                    <a:pt x="1029" y="718"/>
                    <a:pt x="1029" y="683"/>
                    <a:pt x="1047" y="648"/>
                  </a:cubicBezTo>
                  <a:cubicBezTo>
                    <a:pt x="663" y="561"/>
                    <a:pt x="350" y="335"/>
                    <a:pt x="123" y="21"/>
                  </a:cubicBezTo>
                  <a:cubicBezTo>
                    <a:pt x="113" y="11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141"/>
            <p:cNvSpPr/>
            <p:nvPr/>
          </p:nvSpPr>
          <p:spPr>
            <a:xfrm>
              <a:off x="1199875" y="2698900"/>
              <a:ext cx="45775" cy="27650"/>
            </a:xfrm>
            <a:custGeom>
              <a:rect b="b" l="l" r="r" t="t"/>
              <a:pathLst>
                <a:path extrusionOk="0" h="1106" w="1831">
                  <a:moveTo>
                    <a:pt x="999" y="1"/>
                  </a:moveTo>
                  <a:cubicBezTo>
                    <a:pt x="689" y="1"/>
                    <a:pt x="363" y="176"/>
                    <a:pt x="123" y="478"/>
                  </a:cubicBezTo>
                  <a:cubicBezTo>
                    <a:pt x="36" y="565"/>
                    <a:pt x="1" y="687"/>
                    <a:pt x="18" y="809"/>
                  </a:cubicBezTo>
                  <a:cubicBezTo>
                    <a:pt x="53" y="949"/>
                    <a:pt x="210" y="1001"/>
                    <a:pt x="349" y="1036"/>
                  </a:cubicBezTo>
                  <a:cubicBezTo>
                    <a:pt x="570" y="1082"/>
                    <a:pt x="799" y="1105"/>
                    <a:pt x="1030" y="1105"/>
                  </a:cubicBezTo>
                  <a:cubicBezTo>
                    <a:pt x="1145" y="1105"/>
                    <a:pt x="1262" y="1100"/>
                    <a:pt x="1378" y="1088"/>
                  </a:cubicBezTo>
                  <a:cubicBezTo>
                    <a:pt x="1535" y="1071"/>
                    <a:pt x="1744" y="1001"/>
                    <a:pt x="1814" y="844"/>
                  </a:cubicBezTo>
                  <a:cubicBezTo>
                    <a:pt x="1831" y="739"/>
                    <a:pt x="1814" y="617"/>
                    <a:pt x="1761" y="530"/>
                  </a:cubicBezTo>
                  <a:cubicBezTo>
                    <a:pt x="1582" y="163"/>
                    <a:pt x="1298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141"/>
            <p:cNvSpPr/>
            <p:nvPr/>
          </p:nvSpPr>
          <p:spPr>
            <a:xfrm>
              <a:off x="749725" y="2571500"/>
              <a:ext cx="512500" cy="142450"/>
            </a:xfrm>
            <a:custGeom>
              <a:rect b="b" l="l" r="r" t="t"/>
              <a:pathLst>
                <a:path extrusionOk="0" h="5698" w="20500">
                  <a:moveTo>
                    <a:pt x="17000" y="1"/>
                  </a:moveTo>
                  <a:cubicBezTo>
                    <a:pt x="13634" y="1"/>
                    <a:pt x="750" y="1495"/>
                    <a:pt x="750" y="1495"/>
                  </a:cubicBezTo>
                  <a:cubicBezTo>
                    <a:pt x="750" y="1495"/>
                    <a:pt x="0" y="3866"/>
                    <a:pt x="1116" y="4354"/>
                  </a:cubicBezTo>
                  <a:cubicBezTo>
                    <a:pt x="1967" y="4732"/>
                    <a:pt x="6236" y="5698"/>
                    <a:pt x="8882" y="5698"/>
                  </a:cubicBezTo>
                  <a:cubicBezTo>
                    <a:pt x="9649" y="5698"/>
                    <a:pt x="10279" y="5617"/>
                    <a:pt x="10651" y="5417"/>
                  </a:cubicBezTo>
                  <a:cubicBezTo>
                    <a:pt x="12289" y="4545"/>
                    <a:pt x="12132" y="2837"/>
                    <a:pt x="14364" y="2332"/>
                  </a:cubicBezTo>
                  <a:cubicBezTo>
                    <a:pt x="16612" y="1826"/>
                    <a:pt x="20499" y="1652"/>
                    <a:pt x="20499" y="1652"/>
                  </a:cubicBezTo>
                  <a:cubicBezTo>
                    <a:pt x="20499" y="1652"/>
                    <a:pt x="19872" y="188"/>
                    <a:pt x="17449" y="13"/>
                  </a:cubicBezTo>
                  <a:cubicBezTo>
                    <a:pt x="17328" y="5"/>
                    <a:pt x="17177" y="1"/>
                    <a:pt x="170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2" name="Google Shape;4272;p141"/>
            <p:cNvSpPr/>
            <p:nvPr/>
          </p:nvSpPr>
          <p:spPr>
            <a:xfrm>
              <a:off x="696550" y="2277325"/>
              <a:ext cx="696850" cy="391025"/>
            </a:xfrm>
            <a:custGeom>
              <a:rect b="b" l="l" r="r" t="t"/>
              <a:pathLst>
                <a:path extrusionOk="0" h="15641" w="27874">
                  <a:moveTo>
                    <a:pt x="13987" y="1"/>
                  </a:moveTo>
                  <a:cubicBezTo>
                    <a:pt x="13433" y="1"/>
                    <a:pt x="12877" y="40"/>
                    <a:pt x="12325" y="119"/>
                  </a:cubicBezTo>
                  <a:cubicBezTo>
                    <a:pt x="12150" y="136"/>
                    <a:pt x="11993" y="171"/>
                    <a:pt x="11836" y="189"/>
                  </a:cubicBezTo>
                  <a:cubicBezTo>
                    <a:pt x="9675" y="555"/>
                    <a:pt x="7670" y="1601"/>
                    <a:pt x="6136" y="3169"/>
                  </a:cubicBezTo>
                  <a:cubicBezTo>
                    <a:pt x="3992" y="5383"/>
                    <a:pt x="2511" y="8155"/>
                    <a:pt x="1848" y="11170"/>
                  </a:cubicBezTo>
                  <a:cubicBezTo>
                    <a:pt x="1848" y="11170"/>
                    <a:pt x="1" y="11885"/>
                    <a:pt x="471" y="13192"/>
                  </a:cubicBezTo>
                  <a:cubicBezTo>
                    <a:pt x="471" y="13192"/>
                    <a:pt x="855" y="14378"/>
                    <a:pt x="5422" y="15057"/>
                  </a:cubicBezTo>
                  <a:cubicBezTo>
                    <a:pt x="7646" y="15380"/>
                    <a:pt x="8957" y="15579"/>
                    <a:pt x="9917" y="15579"/>
                  </a:cubicBezTo>
                  <a:cubicBezTo>
                    <a:pt x="10929" y="15579"/>
                    <a:pt x="11552" y="15358"/>
                    <a:pt x="12447" y="14831"/>
                  </a:cubicBezTo>
                  <a:cubicBezTo>
                    <a:pt x="14006" y="13902"/>
                    <a:pt x="15124" y="13058"/>
                    <a:pt x="17420" y="13058"/>
                  </a:cubicBezTo>
                  <a:cubicBezTo>
                    <a:pt x="17666" y="13058"/>
                    <a:pt x="17925" y="13068"/>
                    <a:pt x="18199" y="13088"/>
                  </a:cubicBezTo>
                  <a:cubicBezTo>
                    <a:pt x="21023" y="13297"/>
                    <a:pt x="21703" y="14482"/>
                    <a:pt x="23393" y="15075"/>
                  </a:cubicBezTo>
                  <a:cubicBezTo>
                    <a:pt x="24422" y="15435"/>
                    <a:pt x="25798" y="15641"/>
                    <a:pt x="26735" y="15641"/>
                  </a:cubicBezTo>
                  <a:cubicBezTo>
                    <a:pt x="27338" y="15641"/>
                    <a:pt x="27759" y="15556"/>
                    <a:pt x="27786" y="15371"/>
                  </a:cubicBezTo>
                  <a:cubicBezTo>
                    <a:pt x="27873" y="14970"/>
                    <a:pt x="25694" y="14465"/>
                    <a:pt x="25154" y="14134"/>
                  </a:cubicBezTo>
                  <a:cubicBezTo>
                    <a:pt x="25084" y="14099"/>
                    <a:pt x="25049" y="14046"/>
                    <a:pt x="25049" y="13994"/>
                  </a:cubicBezTo>
                  <a:lnTo>
                    <a:pt x="25049" y="13977"/>
                  </a:lnTo>
                  <a:cubicBezTo>
                    <a:pt x="25067" y="13611"/>
                    <a:pt x="24910" y="12007"/>
                    <a:pt x="24439" y="11763"/>
                  </a:cubicBezTo>
                  <a:cubicBezTo>
                    <a:pt x="24683" y="10037"/>
                    <a:pt x="24282" y="8294"/>
                    <a:pt x="23306" y="6847"/>
                  </a:cubicBezTo>
                  <a:cubicBezTo>
                    <a:pt x="21650" y="4407"/>
                    <a:pt x="20430" y="3257"/>
                    <a:pt x="20430" y="3257"/>
                  </a:cubicBezTo>
                  <a:cubicBezTo>
                    <a:pt x="20430" y="3187"/>
                    <a:pt x="20413" y="3117"/>
                    <a:pt x="20413" y="3065"/>
                  </a:cubicBezTo>
                  <a:cubicBezTo>
                    <a:pt x="20395" y="3030"/>
                    <a:pt x="20395" y="2978"/>
                    <a:pt x="20378" y="2943"/>
                  </a:cubicBezTo>
                  <a:cubicBezTo>
                    <a:pt x="20256" y="2490"/>
                    <a:pt x="19855" y="1653"/>
                    <a:pt x="18513" y="973"/>
                  </a:cubicBezTo>
                  <a:cubicBezTo>
                    <a:pt x="18425" y="921"/>
                    <a:pt x="18338" y="886"/>
                    <a:pt x="18269" y="851"/>
                  </a:cubicBezTo>
                  <a:cubicBezTo>
                    <a:pt x="18112" y="764"/>
                    <a:pt x="17937" y="694"/>
                    <a:pt x="17763" y="624"/>
                  </a:cubicBezTo>
                  <a:cubicBezTo>
                    <a:pt x="16546" y="211"/>
                    <a:pt x="15270" y="1"/>
                    <a:pt x="139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3" name="Google Shape;4273;p141"/>
            <p:cNvSpPr/>
            <p:nvPr/>
          </p:nvSpPr>
          <p:spPr>
            <a:xfrm>
              <a:off x="741000" y="2553375"/>
              <a:ext cx="584400" cy="76875"/>
            </a:xfrm>
            <a:custGeom>
              <a:rect b="b" l="l" r="r" t="t"/>
              <a:pathLst>
                <a:path extrusionOk="0" h="3075" w="23376">
                  <a:moveTo>
                    <a:pt x="14421" y="1"/>
                  </a:moveTo>
                  <a:cubicBezTo>
                    <a:pt x="13626" y="1"/>
                    <a:pt x="12883" y="125"/>
                    <a:pt x="12220" y="372"/>
                  </a:cubicBezTo>
                  <a:cubicBezTo>
                    <a:pt x="11784" y="547"/>
                    <a:pt x="11348" y="773"/>
                    <a:pt x="10930" y="1000"/>
                  </a:cubicBezTo>
                  <a:cubicBezTo>
                    <a:pt x="10581" y="1192"/>
                    <a:pt x="10233" y="1383"/>
                    <a:pt x="9867" y="1540"/>
                  </a:cubicBezTo>
                  <a:cubicBezTo>
                    <a:pt x="9017" y="1901"/>
                    <a:pt x="8045" y="2088"/>
                    <a:pt x="6998" y="2088"/>
                  </a:cubicBezTo>
                  <a:cubicBezTo>
                    <a:pt x="6325" y="2088"/>
                    <a:pt x="5621" y="2011"/>
                    <a:pt x="4899" y="1854"/>
                  </a:cubicBezTo>
                  <a:cubicBezTo>
                    <a:pt x="3225" y="1523"/>
                    <a:pt x="1622" y="826"/>
                    <a:pt x="105" y="163"/>
                  </a:cubicBezTo>
                  <a:cubicBezTo>
                    <a:pt x="96" y="158"/>
                    <a:pt x="87" y="156"/>
                    <a:pt x="78" y="156"/>
                  </a:cubicBezTo>
                  <a:cubicBezTo>
                    <a:pt x="53" y="156"/>
                    <a:pt x="31" y="172"/>
                    <a:pt x="18" y="198"/>
                  </a:cubicBezTo>
                  <a:cubicBezTo>
                    <a:pt x="1" y="215"/>
                    <a:pt x="18" y="250"/>
                    <a:pt x="53" y="268"/>
                  </a:cubicBezTo>
                  <a:cubicBezTo>
                    <a:pt x="1587" y="948"/>
                    <a:pt x="3173" y="1627"/>
                    <a:pt x="4864" y="1976"/>
                  </a:cubicBezTo>
                  <a:cubicBezTo>
                    <a:pt x="5600" y="2133"/>
                    <a:pt x="6315" y="2210"/>
                    <a:pt x="6997" y="2210"/>
                  </a:cubicBezTo>
                  <a:cubicBezTo>
                    <a:pt x="8059" y="2210"/>
                    <a:pt x="9042" y="2023"/>
                    <a:pt x="9902" y="1662"/>
                  </a:cubicBezTo>
                  <a:cubicBezTo>
                    <a:pt x="10285" y="1505"/>
                    <a:pt x="10634" y="1296"/>
                    <a:pt x="10982" y="1104"/>
                  </a:cubicBezTo>
                  <a:cubicBezTo>
                    <a:pt x="11401" y="878"/>
                    <a:pt x="11819" y="669"/>
                    <a:pt x="12272" y="494"/>
                  </a:cubicBezTo>
                  <a:cubicBezTo>
                    <a:pt x="12916" y="247"/>
                    <a:pt x="13644" y="123"/>
                    <a:pt x="14425" y="123"/>
                  </a:cubicBezTo>
                  <a:cubicBezTo>
                    <a:pt x="15018" y="123"/>
                    <a:pt x="15642" y="194"/>
                    <a:pt x="16281" y="337"/>
                  </a:cubicBezTo>
                  <a:cubicBezTo>
                    <a:pt x="17624" y="634"/>
                    <a:pt x="18896" y="1209"/>
                    <a:pt x="20134" y="1749"/>
                  </a:cubicBezTo>
                  <a:lnTo>
                    <a:pt x="20796" y="2063"/>
                  </a:lnTo>
                  <a:cubicBezTo>
                    <a:pt x="21633" y="2464"/>
                    <a:pt x="22487" y="2813"/>
                    <a:pt x="23376" y="3074"/>
                  </a:cubicBezTo>
                  <a:cubicBezTo>
                    <a:pt x="23306" y="3022"/>
                    <a:pt x="23271" y="2970"/>
                    <a:pt x="23271" y="2935"/>
                  </a:cubicBezTo>
                  <a:lnTo>
                    <a:pt x="23271" y="2917"/>
                  </a:lnTo>
                  <a:cubicBezTo>
                    <a:pt x="22452" y="2656"/>
                    <a:pt x="21633" y="2325"/>
                    <a:pt x="20866" y="1941"/>
                  </a:cubicBezTo>
                  <a:lnTo>
                    <a:pt x="20186" y="1645"/>
                  </a:lnTo>
                  <a:cubicBezTo>
                    <a:pt x="18948" y="1087"/>
                    <a:pt x="17676" y="529"/>
                    <a:pt x="16316" y="215"/>
                  </a:cubicBezTo>
                  <a:cubicBezTo>
                    <a:pt x="15661" y="72"/>
                    <a:pt x="15026" y="1"/>
                    <a:pt x="14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4" name="Google Shape;4274;p141"/>
            <p:cNvSpPr/>
            <p:nvPr/>
          </p:nvSpPr>
          <p:spPr>
            <a:xfrm>
              <a:off x="1003775" y="2350000"/>
              <a:ext cx="203100" cy="78050"/>
            </a:xfrm>
            <a:custGeom>
              <a:rect b="b" l="l" r="r" t="t"/>
              <a:pathLst>
                <a:path extrusionOk="0" h="3122" w="8124">
                  <a:moveTo>
                    <a:pt x="8089" y="1"/>
                  </a:moveTo>
                  <a:cubicBezTo>
                    <a:pt x="5213" y="350"/>
                    <a:pt x="2441" y="1378"/>
                    <a:pt x="36" y="2999"/>
                  </a:cubicBezTo>
                  <a:cubicBezTo>
                    <a:pt x="1" y="3016"/>
                    <a:pt x="1" y="3051"/>
                    <a:pt x="18" y="3086"/>
                  </a:cubicBezTo>
                  <a:cubicBezTo>
                    <a:pt x="18" y="3104"/>
                    <a:pt x="36" y="3121"/>
                    <a:pt x="70" y="3121"/>
                  </a:cubicBezTo>
                  <a:lnTo>
                    <a:pt x="105" y="3121"/>
                  </a:lnTo>
                  <a:cubicBezTo>
                    <a:pt x="2493" y="1500"/>
                    <a:pt x="5247" y="472"/>
                    <a:pt x="8124" y="123"/>
                  </a:cubicBezTo>
                  <a:cubicBezTo>
                    <a:pt x="8124" y="88"/>
                    <a:pt x="8106" y="53"/>
                    <a:pt x="80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5" name="Google Shape;4275;p141"/>
            <p:cNvSpPr/>
            <p:nvPr/>
          </p:nvSpPr>
          <p:spPr>
            <a:xfrm>
              <a:off x="946250" y="2297725"/>
              <a:ext cx="213125" cy="79775"/>
            </a:xfrm>
            <a:custGeom>
              <a:rect b="b" l="l" r="r" t="t"/>
              <a:pathLst>
                <a:path extrusionOk="0" h="3191" w="8525">
                  <a:moveTo>
                    <a:pt x="8281" y="0"/>
                  </a:moveTo>
                  <a:cubicBezTo>
                    <a:pt x="5265" y="70"/>
                    <a:pt x="2354" y="1151"/>
                    <a:pt x="18" y="3085"/>
                  </a:cubicBezTo>
                  <a:cubicBezTo>
                    <a:pt x="1" y="3103"/>
                    <a:pt x="1" y="3138"/>
                    <a:pt x="18" y="3173"/>
                  </a:cubicBezTo>
                  <a:cubicBezTo>
                    <a:pt x="36" y="3190"/>
                    <a:pt x="53" y="3190"/>
                    <a:pt x="70" y="3190"/>
                  </a:cubicBezTo>
                  <a:cubicBezTo>
                    <a:pt x="88" y="3190"/>
                    <a:pt x="105" y="3190"/>
                    <a:pt x="105" y="3173"/>
                  </a:cubicBezTo>
                  <a:cubicBezTo>
                    <a:pt x="2476" y="1220"/>
                    <a:pt x="5457" y="140"/>
                    <a:pt x="8525" y="122"/>
                  </a:cubicBezTo>
                  <a:cubicBezTo>
                    <a:pt x="8455" y="87"/>
                    <a:pt x="8368" y="35"/>
                    <a:pt x="8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6" name="Google Shape;4276;p141"/>
            <p:cNvSpPr/>
            <p:nvPr/>
          </p:nvSpPr>
          <p:spPr>
            <a:xfrm>
              <a:off x="890475" y="2279850"/>
              <a:ext cx="114200" cy="71050"/>
            </a:xfrm>
            <a:custGeom>
              <a:rect b="b" l="l" r="r" t="t"/>
              <a:pathLst>
                <a:path extrusionOk="0" h="2842" w="4568">
                  <a:moveTo>
                    <a:pt x="4568" y="0"/>
                  </a:moveTo>
                  <a:lnTo>
                    <a:pt x="4568" y="0"/>
                  </a:lnTo>
                  <a:cubicBezTo>
                    <a:pt x="4411" y="18"/>
                    <a:pt x="4236" y="53"/>
                    <a:pt x="4079" y="70"/>
                  </a:cubicBezTo>
                  <a:cubicBezTo>
                    <a:pt x="2598" y="750"/>
                    <a:pt x="1221" y="1656"/>
                    <a:pt x="18" y="2737"/>
                  </a:cubicBezTo>
                  <a:cubicBezTo>
                    <a:pt x="1" y="2772"/>
                    <a:pt x="1" y="2807"/>
                    <a:pt x="18" y="2824"/>
                  </a:cubicBezTo>
                  <a:cubicBezTo>
                    <a:pt x="35" y="2842"/>
                    <a:pt x="53" y="2842"/>
                    <a:pt x="70" y="2842"/>
                  </a:cubicBezTo>
                  <a:cubicBezTo>
                    <a:pt x="88" y="2842"/>
                    <a:pt x="105" y="2842"/>
                    <a:pt x="105" y="2824"/>
                  </a:cubicBezTo>
                  <a:cubicBezTo>
                    <a:pt x="1430" y="1639"/>
                    <a:pt x="2929" y="680"/>
                    <a:pt x="4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7" name="Google Shape;4277;p141"/>
            <p:cNvSpPr/>
            <p:nvPr/>
          </p:nvSpPr>
          <p:spPr>
            <a:xfrm>
              <a:off x="1131875" y="2488150"/>
              <a:ext cx="54950" cy="35975"/>
            </a:xfrm>
            <a:custGeom>
              <a:rect b="b" l="l" r="r" t="t"/>
              <a:pathLst>
                <a:path extrusionOk="0" h="1439" w="2198">
                  <a:moveTo>
                    <a:pt x="1306" y="1"/>
                  </a:moveTo>
                  <a:cubicBezTo>
                    <a:pt x="815" y="1"/>
                    <a:pt x="1" y="257"/>
                    <a:pt x="228" y="802"/>
                  </a:cubicBezTo>
                  <a:cubicBezTo>
                    <a:pt x="315" y="994"/>
                    <a:pt x="455" y="1134"/>
                    <a:pt x="646" y="1221"/>
                  </a:cubicBezTo>
                  <a:cubicBezTo>
                    <a:pt x="850" y="1366"/>
                    <a:pt x="1102" y="1439"/>
                    <a:pt x="1361" y="1439"/>
                  </a:cubicBezTo>
                  <a:cubicBezTo>
                    <a:pt x="1413" y="1439"/>
                    <a:pt x="1466" y="1436"/>
                    <a:pt x="1518" y="1430"/>
                  </a:cubicBezTo>
                  <a:cubicBezTo>
                    <a:pt x="1832" y="1378"/>
                    <a:pt x="2076" y="1151"/>
                    <a:pt x="2145" y="837"/>
                  </a:cubicBezTo>
                  <a:cubicBezTo>
                    <a:pt x="2198" y="454"/>
                    <a:pt x="1867" y="88"/>
                    <a:pt x="1501" y="18"/>
                  </a:cubicBezTo>
                  <a:cubicBezTo>
                    <a:pt x="1446" y="7"/>
                    <a:pt x="1380" y="1"/>
                    <a:pt x="13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8" name="Google Shape;4278;p141"/>
            <p:cNvSpPr/>
            <p:nvPr/>
          </p:nvSpPr>
          <p:spPr>
            <a:xfrm>
              <a:off x="1192475" y="2509350"/>
              <a:ext cx="80200" cy="56975"/>
            </a:xfrm>
            <a:custGeom>
              <a:rect b="b" l="l" r="r" t="t"/>
              <a:pathLst>
                <a:path extrusionOk="0" h="2279" w="3208">
                  <a:moveTo>
                    <a:pt x="1386" y="1"/>
                  </a:moveTo>
                  <a:cubicBezTo>
                    <a:pt x="1299" y="1"/>
                    <a:pt x="1215" y="8"/>
                    <a:pt x="1133" y="24"/>
                  </a:cubicBezTo>
                  <a:cubicBezTo>
                    <a:pt x="262" y="181"/>
                    <a:pt x="0" y="1070"/>
                    <a:pt x="645" y="1663"/>
                  </a:cubicBezTo>
                  <a:cubicBezTo>
                    <a:pt x="977" y="1942"/>
                    <a:pt x="1360" y="2133"/>
                    <a:pt x="1796" y="2220"/>
                  </a:cubicBezTo>
                  <a:cubicBezTo>
                    <a:pt x="1918" y="2261"/>
                    <a:pt x="2047" y="2278"/>
                    <a:pt x="2174" y="2278"/>
                  </a:cubicBezTo>
                  <a:cubicBezTo>
                    <a:pt x="2264" y="2278"/>
                    <a:pt x="2354" y="2270"/>
                    <a:pt x="2441" y="2255"/>
                  </a:cubicBezTo>
                  <a:cubicBezTo>
                    <a:pt x="2563" y="2220"/>
                    <a:pt x="2685" y="2151"/>
                    <a:pt x="2772" y="2081"/>
                  </a:cubicBezTo>
                  <a:cubicBezTo>
                    <a:pt x="3086" y="1802"/>
                    <a:pt x="3208" y="1384"/>
                    <a:pt x="3068" y="1000"/>
                  </a:cubicBezTo>
                  <a:cubicBezTo>
                    <a:pt x="2867" y="459"/>
                    <a:pt x="2064" y="1"/>
                    <a:pt x="13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279" name="Google Shape;4279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875" y="44900"/>
            <a:ext cx="3489955" cy="134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0" name="Google Shape;4280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51" y="123913"/>
            <a:ext cx="1180550" cy="11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84" name="Shape 4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5" name="Google Shape;4285;p1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286" name="Google Shape;4286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999" y="160054"/>
            <a:ext cx="7657450" cy="4823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0" name="Shape 4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1" name="Google Shape;4291;p143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Procesos Scrum</a:t>
            </a:r>
            <a:endParaRPr/>
          </a:p>
        </p:txBody>
      </p:sp>
      <p:sp>
        <p:nvSpPr>
          <p:cNvPr id="4292" name="Google Shape;4292;p1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293" name="Google Shape;4293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050" y="924700"/>
            <a:ext cx="5893351" cy="41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7" name="Shape 4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8" name="Google Shape;4298;p144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Artefactos Scrum</a:t>
            </a:r>
            <a:endParaRPr/>
          </a:p>
        </p:txBody>
      </p:sp>
      <p:sp>
        <p:nvSpPr>
          <p:cNvPr id="4299" name="Google Shape;4299;p1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300" name="Google Shape;4300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9775" y="1022550"/>
            <a:ext cx="4884160" cy="39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04" name="Shape 4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5" name="Google Shape;4305;p145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>
                <a:solidFill>
                  <a:schemeClr val="lt1"/>
                </a:solidFill>
              </a:rPr>
              <a:t>Product Backlog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06" name="Google Shape;4306;p1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307" name="Google Shape;4307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9675" y="1056050"/>
            <a:ext cx="6779092" cy="39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1" name="Shape 4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2" name="Google Shape;4312;p146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Burndown Chart</a:t>
            </a:r>
            <a:endParaRPr/>
          </a:p>
        </p:txBody>
      </p:sp>
      <p:sp>
        <p:nvSpPr>
          <p:cNvPr id="4313" name="Google Shape;4313;p1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314" name="Google Shape;4314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9300" y="938400"/>
            <a:ext cx="5080354" cy="3900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18" name="Shape 4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9" name="Google Shape;4319;p147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>
                <a:solidFill>
                  <a:schemeClr val="lt1"/>
                </a:solidFill>
              </a:rPr>
              <a:t>Sprint Backlog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20" name="Google Shape;4320;p1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321" name="Google Shape;4321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825" y="938400"/>
            <a:ext cx="6848741" cy="39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25" name="Shape 4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6" name="Google Shape;4326;p1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327" name="Google Shape;4327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425" y="392538"/>
            <a:ext cx="8459141" cy="435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1" name="Shape 4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2" name="Google Shape;4332;p149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eXtreme Programming</a:t>
            </a:r>
            <a:endParaRPr/>
          </a:p>
        </p:txBody>
      </p:sp>
      <p:sp>
        <p:nvSpPr>
          <p:cNvPr id="4333" name="Google Shape;4333;p1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334" name="Google Shape;4334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350" y="938400"/>
            <a:ext cx="3102099" cy="39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5" name="Google Shape;4335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6774" y="1090800"/>
            <a:ext cx="4560023" cy="3420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9" name="Shape 4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0" name="Google Shape;4340;p150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eXtreme Programming</a:t>
            </a:r>
            <a:endParaRPr/>
          </a:p>
        </p:txBody>
      </p:sp>
      <p:sp>
        <p:nvSpPr>
          <p:cNvPr id="4341" name="Google Shape;4341;p1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342" name="Google Shape;4342;p150"/>
          <p:cNvSpPr txBox="1"/>
          <p:nvPr>
            <p:ph idx="1" type="body"/>
          </p:nvPr>
        </p:nvSpPr>
        <p:spPr>
          <a:xfrm>
            <a:off x="445050" y="1060925"/>
            <a:ext cx="8158200" cy="37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Open Sans"/>
              <a:buChar char="●"/>
            </a:pPr>
            <a:r>
              <a:rPr lang="es" sz="2000"/>
              <a:t>Conjunto de valores, principios y prácticas para desarrollar software.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b="1" lang="es" sz="2000"/>
              <a:t>Valores: comunicación, simplicidad, feedback, valor y respeto</a:t>
            </a:r>
            <a:endParaRPr b="1"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Roles: Cliente (Customer) y Desarrollador (Developer)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Prácticas: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Planning, Pair Programming, small and frequency releases, propiedad colectiva del código, metáforas del sistema, integración continua, diseño simple, ritmo de producción sostenido, estándares, refactoring continuo, testing.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6" name="Shape 4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7" name="Google Shape;4347;p151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6 Buenas Prácticas</a:t>
            </a:r>
            <a:endParaRPr/>
          </a:p>
        </p:txBody>
      </p:sp>
      <p:sp>
        <p:nvSpPr>
          <p:cNvPr id="4348" name="Google Shape;4348;p1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349" name="Google Shape;4349;p151"/>
          <p:cNvSpPr txBox="1"/>
          <p:nvPr>
            <p:ph idx="1" type="body"/>
          </p:nvPr>
        </p:nvSpPr>
        <p:spPr>
          <a:xfrm>
            <a:off x="442200" y="1010225"/>
            <a:ext cx="8456700" cy="3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Open Sans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Si las </a:t>
            </a:r>
            <a:r>
              <a:rPr b="1" lang="es" sz="2000">
                <a:latin typeface="Arial"/>
                <a:ea typeface="Arial"/>
                <a:cs typeface="Arial"/>
                <a:sym typeface="Arial"/>
              </a:rPr>
              <a:t>revisiones de código</a:t>
            </a:r>
            <a:r>
              <a:rPr lang="es" sz="2000">
                <a:latin typeface="Arial"/>
                <a:ea typeface="Arial"/>
                <a:cs typeface="Arial"/>
                <a:sym typeface="Arial"/>
              </a:rPr>
              <a:t> son buenas, revisar TODO el código con pair programming.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Si el </a:t>
            </a:r>
            <a:r>
              <a:rPr b="1" lang="es" sz="2000">
                <a:latin typeface="Arial"/>
                <a:ea typeface="Arial"/>
                <a:cs typeface="Arial"/>
                <a:sym typeface="Arial"/>
              </a:rPr>
              <a:t>testing es bueno</a:t>
            </a:r>
            <a:r>
              <a:rPr lang="es" sz="2000">
                <a:latin typeface="Arial"/>
                <a:ea typeface="Arial"/>
                <a:cs typeface="Arial"/>
                <a:sym typeface="Arial"/>
              </a:rPr>
              <a:t>, TODOS harán unit/integration/e2e test TODO el tiempo, incluso los clientes (prueba de aceptación).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Si la </a:t>
            </a:r>
            <a:r>
              <a:rPr b="1" lang="es" sz="2000">
                <a:latin typeface="Arial"/>
                <a:ea typeface="Arial"/>
                <a:cs typeface="Arial"/>
                <a:sym typeface="Arial"/>
              </a:rPr>
              <a:t>simplicidad es buena</a:t>
            </a:r>
            <a:r>
              <a:rPr lang="es" sz="2000">
                <a:latin typeface="Arial"/>
                <a:ea typeface="Arial"/>
                <a:cs typeface="Arial"/>
                <a:sym typeface="Arial"/>
              </a:rPr>
              <a:t>, siempre haremos lo MÁS SIMPLE posible que funcione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Si la </a:t>
            </a:r>
            <a:r>
              <a:rPr b="1" lang="es" sz="2000">
                <a:latin typeface="Arial"/>
                <a:ea typeface="Arial"/>
                <a:cs typeface="Arial"/>
                <a:sym typeface="Arial"/>
              </a:rPr>
              <a:t>arquitectura es importante</a:t>
            </a:r>
            <a:r>
              <a:rPr lang="es" sz="2000">
                <a:latin typeface="Arial"/>
                <a:ea typeface="Arial"/>
                <a:cs typeface="Arial"/>
                <a:sym typeface="Arial"/>
              </a:rPr>
              <a:t>, TODOS definen y refinan la arquitectura TODO el tiempo.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Si las pruebas de integración son importantes, integraremos y </a:t>
            </a:r>
            <a:r>
              <a:rPr b="1" lang="es" sz="2000">
                <a:latin typeface="Arial"/>
                <a:ea typeface="Arial"/>
                <a:cs typeface="Arial"/>
                <a:sym typeface="Arial"/>
              </a:rPr>
              <a:t>probaremos varias veces al dia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Si las iteraciones cortas son buenas, haremos </a:t>
            </a:r>
            <a:r>
              <a:rPr b="1" lang="es" sz="2000">
                <a:latin typeface="Arial"/>
                <a:ea typeface="Arial"/>
                <a:cs typeface="Arial"/>
                <a:sym typeface="Arial"/>
              </a:rPr>
              <a:t>iteraciones MUY cortas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3" name="Shape 4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4" name="Google Shape;4354;p152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5 Valores</a:t>
            </a:r>
            <a:endParaRPr/>
          </a:p>
        </p:txBody>
      </p:sp>
      <p:sp>
        <p:nvSpPr>
          <p:cNvPr id="4355" name="Google Shape;4355;p1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356" name="Google Shape;4356;p152"/>
          <p:cNvSpPr txBox="1"/>
          <p:nvPr>
            <p:ph idx="1" type="body"/>
          </p:nvPr>
        </p:nvSpPr>
        <p:spPr>
          <a:xfrm>
            <a:off x="442200" y="1010225"/>
            <a:ext cx="8456700" cy="3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Font typeface="Open Sans"/>
              <a:buChar char="●"/>
            </a:pPr>
            <a:r>
              <a:rPr b="1" lang="es" sz="2000"/>
              <a:t>Comunicación</a:t>
            </a:r>
            <a:endParaRPr b="1"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Diseño simple, uso de metáforas, colaboración usuario-programador, comunicación y feedback verbal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b="1" lang="es" sz="2000"/>
              <a:t>Simplicidad</a:t>
            </a:r>
            <a:endParaRPr b="1"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Código simple, “refactoring” hacia mejores soluciones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El diseño del código se hace pensando en el hoy, no en el futuro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b="1" lang="es" sz="2000"/>
              <a:t>Feedback</a:t>
            </a:r>
            <a:endParaRPr b="1"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Del sistema, del cliente, del equipo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b="1" lang="es" sz="2000"/>
              <a:t>Coraje</a:t>
            </a:r>
            <a:endParaRPr b="1"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Siempre para codificar para “ahora”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b="1" lang="es" sz="2000"/>
              <a:t>Respeto</a:t>
            </a:r>
            <a:endParaRPr b="1" sz="20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0" name="Shape 4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1" name="Google Shape;4361;p153"/>
          <p:cNvSpPr txBox="1"/>
          <p:nvPr>
            <p:ph type="title"/>
          </p:nvPr>
        </p:nvSpPr>
        <p:spPr>
          <a:xfrm>
            <a:off x="5314125" y="2114325"/>
            <a:ext cx="325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12 Prácticas oficiales de XP</a:t>
            </a:r>
            <a:endParaRPr/>
          </a:p>
        </p:txBody>
      </p:sp>
      <p:sp>
        <p:nvSpPr>
          <p:cNvPr id="4362" name="Google Shape;4362;p1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363" name="Google Shape;4363;p153"/>
          <p:cNvSpPr txBox="1"/>
          <p:nvPr>
            <p:ph idx="1" type="body"/>
          </p:nvPr>
        </p:nvSpPr>
        <p:spPr>
          <a:xfrm>
            <a:off x="553075" y="390400"/>
            <a:ext cx="4540800" cy="43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159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1600"/>
              <a:buFont typeface="Arial"/>
              <a:buChar char="●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Feedback fino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Test Driven Development (TDD)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Planificación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Todos juntos (incluir clientes)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Programación en pares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159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1600"/>
              <a:buFont typeface="Arial"/>
              <a:buChar char="●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Proceso Continuo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Integración continua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1" lang="es" sz="1600">
                <a:latin typeface="Arial"/>
                <a:ea typeface="Arial"/>
                <a:cs typeface="Arial"/>
                <a:sym typeface="Arial"/>
              </a:rPr>
              <a:t>Mejora de diseño (refactoring)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1" lang="es" sz="1600">
                <a:latin typeface="Arial"/>
                <a:ea typeface="Arial"/>
                <a:cs typeface="Arial"/>
                <a:sym typeface="Arial"/>
              </a:rPr>
              <a:t>Releases pequeños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2159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1600"/>
              <a:buFont typeface="Arial"/>
              <a:buChar char="●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Entendimiento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Diseño simple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Metáfora del sistema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Propiedad colectiva del código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Estándares y convenciones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159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1600"/>
              <a:buFont typeface="Arial"/>
              <a:buChar char="●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Salud del programador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1" lang="es" sz="1600">
                <a:latin typeface="Arial"/>
                <a:ea typeface="Arial"/>
                <a:cs typeface="Arial"/>
                <a:sym typeface="Arial"/>
              </a:rPr>
              <a:t>Ritmo sostenible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7" name="Shape 4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8" name="Google Shape;4368;p154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Programación por pares</a:t>
            </a:r>
            <a:endParaRPr/>
          </a:p>
        </p:txBody>
      </p:sp>
      <p:sp>
        <p:nvSpPr>
          <p:cNvPr id="4369" name="Google Shape;4369;p1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370" name="Google Shape;4370;p154"/>
          <p:cNvSpPr txBox="1"/>
          <p:nvPr>
            <p:ph idx="1" type="body"/>
          </p:nvPr>
        </p:nvSpPr>
        <p:spPr>
          <a:xfrm>
            <a:off x="442200" y="1010225"/>
            <a:ext cx="8456700" cy="3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2 programadores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Driver: conductor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s" sz="2000"/>
              <a:t>Escribe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El que guia: navegador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s" sz="2000"/>
              <a:t>Diseño, testing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Uno piensa en la prueba y el otro piensa en cómo hacer pasar la prueba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Cambio de roles cada 30 minutos (depende)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17A"/>
              </a:buClr>
              <a:buSzPts val="2000"/>
              <a:buChar char="●"/>
            </a:pPr>
            <a:r>
              <a:rPr lang="es" sz="2000"/>
              <a:t>Pares dinámicos (un par en la mañana y otro en la tarde)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Ritmo sostenible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dustrial Processes Class for College by Slidesgo">
  <a:themeElements>
    <a:clrScheme name="Simple Light">
      <a:dk1>
        <a:srgbClr val="3F232A"/>
      </a:dk1>
      <a:lt1>
        <a:srgbClr val="FFF4E9"/>
      </a:lt1>
      <a:dk2>
        <a:srgbClr val="FFDFD0"/>
      </a:dk2>
      <a:lt2>
        <a:srgbClr val="FFA386"/>
      </a:lt2>
      <a:accent1>
        <a:srgbClr val="FF973C"/>
      </a:accent1>
      <a:accent2>
        <a:srgbClr val="C9E8FF"/>
      </a:accent2>
      <a:accent3>
        <a:srgbClr val="7575D3"/>
      </a:accent3>
      <a:accent4>
        <a:srgbClr val="8AD280"/>
      </a:accent4>
      <a:accent5>
        <a:srgbClr val="97CFF9"/>
      </a:accent5>
      <a:accent6>
        <a:srgbClr val="131353"/>
      </a:accent6>
      <a:hlink>
        <a:srgbClr val="1313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oughtworks Master 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EDF1F3"/>
      </a:lt2>
      <a:accent1>
        <a:srgbClr val="003D4F"/>
      </a:accent1>
      <a:accent2>
        <a:srgbClr val="F2617A"/>
      </a:accent2>
      <a:accent3>
        <a:srgbClr val="CC850A"/>
      </a:accent3>
      <a:accent4>
        <a:srgbClr val="6B9E78"/>
      </a:accent4>
      <a:accent5>
        <a:srgbClr val="47A1AD"/>
      </a:accent5>
      <a:accent6>
        <a:srgbClr val="634F7D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