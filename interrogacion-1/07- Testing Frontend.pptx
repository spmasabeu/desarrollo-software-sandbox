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7" r:id="rId4"/>
    <p:sldMasterId id="2147483718" r:id="rId5"/>
    <p:sldMasterId id="2147483719" r:id="rId6"/>
    <p:sldMasterId id="214748372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Lst>
  <p:sldSz cy="5143500" cx="9144000"/>
  <p:notesSz cx="6858000" cy="9144000"/>
  <p:embeddedFontLst>
    <p:embeddedFont>
      <p:font typeface="Inter"/>
      <p:regular r:id="rId75"/>
      <p:bold r:id="rId76"/>
      <p:italic r:id="rId77"/>
      <p:boldItalic r:id="rId78"/>
    </p:embeddedFont>
    <p:embeddedFont>
      <p:font typeface="Bitter"/>
      <p:regular r:id="rId79"/>
      <p:bold r:id="rId80"/>
      <p:italic r:id="rId81"/>
      <p:boldItalic r:id="rId82"/>
    </p:embeddedFont>
    <p:embeddedFont>
      <p:font typeface="Prompt"/>
      <p:regular r:id="rId83"/>
      <p:bold r:id="rId84"/>
      <p:italic r:id="rId85"/>
      <p:boldItalic r:id="rId86"/>
    </p:embeddedFont>
    <p:embeddedFont>
      <p:font typeface="Asap"/>
      <p:regular r:id="rId87"/>
      <p:bold r:id="rId88"/>
      <p:italic r:id="rId89"/>
      <p:boldItalic r:id="rId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84" Type="http://schemas.openxmlformats.org/officeDocument/2006/relationships/font" Target="fonts/Prompt-bold.fntdata"/><Relationship Id="rId83" Type="http://schemas.openxmlformats.org/officeDocument/2006/relationships/font" Target="fonts/Prompt-regular.fntdata"/><Relationship Id="rId42" Type="http://schemas.openxmlformats.org/officeDocument/2006/relationships/slide" Target="slides/slide34.xml"/><Relationship Id="rId86" Type="http://schemas.openxmlformats.org/officeDocument/2006/relationships/font" Target="fonts/Prompt-boldItalic.fntdata"/><Relationship Id="rId41" Type="http://schemas.openxmlformats.org/officeDocument/2006/relationships/slide" Target="slides/slide33.xml"/><Relationship Id="rId85" Type="http://schemas.openxmlformats.org/officeDocument/2006/relationships/font" Target="fonts/Prompt-italic.fntdata"/><Relationship Id="rId44" Type="http://schemas.openxmlformats.org/officeDocument/2006/relationships/slide" Target="slides/slide36.xml"/><Relationship Id="rId88" Type="http://schemas.openxmlformats.org/officeDocument/2006/relationships/font" Target="fonts/Asap-bold.fntdata"/><Relationship Id="rId43" Type="http://schemas.openxmlformats.org/officeDocument/2006/relationships/slide" Target="slides/slide35.xml"/><Relationship Id="rId87" Type="http://schemas.openxmlformats.org/officeDocument/2006/relationships/font" Target="fonts/Asap-regular.fntdata"/><Relationship Id="rId46" Type="http://schemas.openxmlformats.org/officeDocument/2006/relationships/slide" Target="slides/slide38.xml"/><Relationship Id="rId45" Type="http://schemas.openxmlformats.org/officeDocument/2006/relationships/slide" Target="slides/slide37.xml"/><Relationship Id="rId89" Type="http://schemas.openxmlformats.org/officeDocument/2006/relationships/font" Target="fonts/Asap-italic.fntdata"/><Relationship Id="rId80" Type="http://schemas.openxmlformats.org/officeDocument/2006/relationships/font" Target="fonts/Bitter-bold.fntdata"/><Relationship Id="rId82" Type="http://schemas.openxmlformats.org/officeDocument/2006/relationships/font" Target="fonts/Bitter-boldItalic.fntdata"/><Relationship Id="rId81" Type="http://schemas.openxmlformats.org/officeDocument/2006/relationships/font" Target="fonts/Bitter-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31" Type="http://schemas.openxmlformats.org/officeDocument/2006/relationships/slide" Target="slides/slide23.xml"/><Relationship Id="rId75" Type="http://schemas.openxmlformats.org/officeDocument/2006/relationships/font" Target="fonts/Inter-regular.fntdata"/><Relationship Id="rId30" Type="http://schemas.openxmlformats.org/officeDocument/2006/relationships/slide" Target="slides/slide22.xml"/><Relationship Id="rId74" Type="http://schemas.openxmlformats.org/officeDocument/2006/relationships/slide" Target="slides/slide66.xml"/><Relationship Id="rId33" Type="http://schemas.openxmlformats.org/officeDocument/2006/relationships/slide" Target="slides/slide25.xml"/><Relationship Id="rId77" Type="http://schemas.openxmlformats.org/officeDocument/2006/relationships/font" Target="fonts/Inter-italic.fntdata"/><Relationship Id="rId32" Type="http://schemas.openxmlformats.org/officeDocument/2006/relationships/slide" Target="slides/slide24.xml"/><Relationship Id="rId76" Type="http://schemas.openxmlformats.org/officeDocument/2006/relationships/font" Target="fonts/Inter-bold.fntdata"/><Relationship Id="rId35" Type="http://schemas.openxmlformats.org/officeDocument/2006/relationships/slide" Target="slides/slide27.xml"/><Relationship Id="rId79" Type="http://schemas.openxmlformats.org/officeDocument/2006/relationships/font" Target="fonts/Bitter-regular.fntdata"/><Relationship Id="rId34" Type="http://schemas.openxmlformats.org/officeDocument/2006/relationships/slide" Target="slides/slide26.xml"/><Relationship Id="rId78" Type="http://schemas.openxmlformats.org/officeDocument/2006/relationships/font" Target="fonts/Inter-boldItalic.fntdata"/><Relationship Id="rId71" Type="http://schemas.openxmlformats.org/officeDocument/2006/relationships/slide" Target="slides/slide63.xml"/><Relationship Id="rId70" Type="http://schemas.openxmlformats.org/officeDocument/2006/relationships/slide" Target="slides/slide62.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slide" Target="slides/slide58.xml"/><Relationship Id="rId21" Type="http://schemas.openxmlformats.org/officeDocument/2006/relationships/slide" Target="slides/slide13.xml"/><Relationship Id="rId65" Type="http://schemas.openxmlformats.org/officeDocument/2006/relationships/slide" Target="slides/slide57.xml"/><Relationship Id="rId24" Type="http://schemas.openxmlformats.org/officeDocument/2006/relationships/slide" Target="slides/slide16.xml"/><Relationship Id="rId68" Type="http://schemas.openxmlformats.org/officeDocument/2006/relationships/slide" Target="slides/slide60.xml"/><Relationship Id="rId23" Type="http://schemas.openxmlformats.org/officeDocument/2006/relationships/slide" Target="slides/slide15.xml"/><Relationship Id="rId67" Type="http://schemas.openxmlformats.org/officeDocument/2006/relationships/slide" Target="slides/slide59.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slide" Target="slides/slide61.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90" Type="http://schemas.openxmlformats.org/officeDocument/2006/relationships/font" Target="fonts/Asap-boldItalic.fntdata"/><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3" name="Shape 3413"/>
        <p:cNvGrpSpPr/>
        <p:nvPr/>
      </p:nvGrpSpPr>
      <p:grpSpPr>
        <a:xfrm>
          <a:off x="0" y="0"/>
          <a:ext cx="0" cy="0"/>
          <a:chOff x="0" y="0"/>
          <a:chExt cx="0" cy="0"/>
        </a:xfrm>
      </p:grpSpPr>
      <p:sp>
        <p:nvSpPr>
          <p:cNvPr id="3414" name="Google Shape;3414;g39b3b63abc4_0_4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5" name="Google Shape;3415;g39b3b63abc4_0_4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6" name="Shape 3496"/>
        <p:cNvGrpSpPr/>
        <p:nvPr/>
      </p:nvGrpSpPr>
      <p:grpSpPr>
        <a:xfrm>
          <a:off x="0" y="0"/>
          <a:ext cx="0" cy="0"/>
          <a:chOff x="0" y="0"/>
          <a:chExt cx="0" cy="0"/>
        </a:xfrm>
      </p:grpSpPr>
      <p:sp>
        <p:nvSpPr>
          <p:cNvPr id="3497" name="Google Shape;3497;g39b3b63abc4_0_4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8" name="Google Shape;3498;g39b3b63abc4_0_4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9" name="Shape 3509"/>
        <p:cNvGrpSpPr/>
        <p:nvPr/>
      </p:nvGrpSpPr>
      <p:grpSpPr>
        <a:xfrm>
          <a:off x="0" y="0"/>
          <a:ext cx="0" cy="0"/>
          <a:chOff x="0" y="0"/>
          <a:chExt cx="0" cy="0"/>
        </a:xfrm>
      </p:grpSpPr>
      <p:sp>
        <p:nvSpPr>
          <p:cNvPr id="3510" name="Google Shape;3510;g39b3b63abc4_0_4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1" name="Google Shape;3511;g39b3b63abc4_0_4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0" name="Shape 3520"/>
        <p:cNvGrpSpPr/>
        <p:nvPr/>
      </p:nvGrpSpPr>
      <p:grpSpPr>
        <a:xfrm>
          <a:off x="0" y="0"/>
          <a:ext cx="0" cy="0"/>
          <a:chOff x="0" y="0"/>
          <a:chExt cx="0" cy="0"/>
        </a:xfrm>
      </p:grpSpPr>
      <p:sp>
        <p:nvSpPr>
          <p:cNvPr id="3521" name="Google Shape;3521;g39b3b63abc4_0_4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2" name="Google Shape;3522;g39b3b63abc4_0_42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6" name="Shape 3526"/>
        <p:cNvGrpSpPr/>
        <p:nvPr/>
      </p:nvGrpSpPr>
      <p:grpSpPr>
        <a:xfrm>
          <a:off x="0" y="0"/>
          <a:ext cx="0" cy="0"/>
          <a:chOff x="0" y="0"/>
          <a:chExt cx="0" cy="0"/>
        </a:xfrm>
      </p:grpSpPr>
      <p:sp>
        <p:nvSpPr>
          <p:cNvPr id="3527" name="Google Shape;3527;g39b3b63abc4_0_4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8" name="Google Shape;3528;g39b3b63abc4_0_4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2" name="Shape 3532"/>
        <p:cNvGrpSpPr/>
        <p:nvPr/>
      </p:nvGrpSpPr>
      <p:grpSpPr>
        <a:xfrm>
          <a:off x="0" y="0"/>
          <a:ext cx="0" cy="0"/>
          <a:chOff x="0" y="0"/>
          <a:chExt cx="0" cy="0"/>
        </a:xfrm>
      </p:grpSpPr>
      <p:sp>
        <p:nvSpPr>
          <p:cNvPr id="3533" name="Google Shape;3533;g39b3b63abc4_0_4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4" name="Google Shape;3534;g39b3b63abc4_0_4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8" name="Shape 3538"/>
        <p:cNvGrpSpPr/>
        <p:nvPr/>
      </p:nvGrpSpPr>
      <p:grpSpPr>
        <a:xfrm>
          <a:off x="0" y="0"/>
          <a:ext cx="0" cy="0"/>
          <a:chOff x="0" y="0"/>
          <a:chExt cx="0" cy="0"/>
        </a:xfrm>
      </p:grpSpPr>
      <p:sp>
        <p:nvSpPr>
          <p:cNvPr id="3539" name="Google Shape;3539;g39b3b63abc4_0_4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0" name="Google Shape;3540;g39b3b63abc4_0_4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3" name="Shape 3543"/>
        <p:cNvGrpSpPr/>
        <p:nvPr/>
      </p:nvGrpSpPr>
      <p:grpSpPr>
        <a:xfrm>
          <a:off x="0" y="0"/>
          <a:ext cx="0" cy="0"/>
          <a:chOff x="0" y="0"/>
          <a:chExt cx="0" cy="0"/>
        </a:xfrm>
      </p:grpSpPr>
      <p:sp>
        <p:nvSpPr>
          <p:cNvPr id="3544" name="Google Shape;3544;g39b3b63abc4_0_4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5" name="Google Shape;3545;g39b3b63abc4_0_4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9" name="Shape 3549"/>
        <p:cNvGrpSpPr/>
        <p:nvPr/>
      </p:nvGrpSpPr>
      <p:grpSpPr>
        <a:xfrm>
          <a:off x="0" y="0"/>
          <a:ext cx="0" cy="0"/>
          <a:chOff x="0" y="0"/>
          <a:chExt cx="0" cy="0"/>
        </a:xfrm>
      </p:grpSpPr>
      <p:sp>
        <p:nvSpPr>
          <p:cNvPr id="3550" name="Google Shape;3550;g39b3b63abc4_0_4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1" name="Google Shape;3551;g39b3b63abc4_0_4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5" name="Shape 3555"/>
        <p:cNvGrpSpPr/>
        <p:nvPr/>
      </p:nvGrpSpPr>
      <p:grpSpPr>
        <a:xfrm>
          <a:off x="0" y="0"/>
          <a:ext cx="0" cy="0"/>
          <a:chOff x="0" y="0"/>
          <a:chExt cx="0" cy="0"/>
        </a:xfrm>
      </p:grpSpPr>
      <p:sp>
        <p:nvSpPr>
          <p:cNvPr id="3556" name="Google Shape;3556;g39b3b63abc4_0_4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7" name="Google Shape;3557;g39b3b63abc4_0_4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1" name="Shape 3561"/>
        <p:cNvGrpSpPr/>
        <p:nvPr/>
      </p:nvGrpSpPr>
      <p:grpSpPr>
        <a:xfrm>
          <a:off x="0" y="0"/>
          <a:ext cx="0" cy="0"/>
          <a:chOff x="0" y="0"/>
          <a:chExt cx="0" cy="0"/>
        </a:xfrm>
      </p:grpSpPr>
      <p:sp>
        <p:nvSpPr>
          <p:cNvPr id="3562" name="Google Shape;3562;g39b3b63abc4_0_4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3" name="Google Shape;3563;g39b3b63abc4_0_4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7" name="Shape 3567"/>
        <p:cNvGrpSpPr/>
        <p:nvPr/>
      </p:nvGrpSpPr>
      <p:grpSpPr>
        <a:xfrm>
          <a:off x="0" y="0"/>
          <a:ext cx="0" cy="0"/>
          <a:chOff x="0" y="0"/>
          <a:chExt cx="0" cy="0"/>
        </a:xfrm>
      </p:grpSpPr>
      <p:sp>
        <p:nvSpPr>
          <p:cNvPr id="3568" name="Google Shape;3568;g39b3b63abc4_0_4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9" name="Google Shape;3569;g39b3b63abc4_0_4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2" name="Shape 3582"/>
        <p:cNvGrpSpPr/>
        <p:nvPr/>
      </p:nvGrpSpPr>
      <p:grpSpPr>
        <a:xfrm>
          <a:off x="0" y="0"/>
          <a:ext cx="0" cy="0"/>
          <a:chOff x="0" y="0"/>
          <a:chExt cx="0" cy="0"/>
        </a:xfrm>
      </p:grpSpPr>
      <p:sp>
        <p:nvSpPr>
          <p:cNvPr id="3583" name="Google Shape;3583;g39b3b63abc4_0_4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4" name="Google Shape;3584;g39b3b63abc4_0_4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6" name="Shape 3596"/>
        <p:cNvGrpSpPr/>
        <p:nvPr/>
      </p:nvGrpSpPr>
      <p:grpSpPr>
        <a:xfrm>
          <a:off x="0" y="0"/>
          <a:ext cx="0" cy="0"/>
          <a:chOff x="0" y="0"/>
          <a:chExt cx="0" cy="0"/>
        </a:xfrm>
      </p:grpSpPr>
      <p:sp>
        <p:nvSpPr>
          <p:cNvPr id="3597" name="Google Shape;3597;g39b3b63abc4_0_4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8" name="Google Shape;3598;g39b3b63abc4_0_4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7" name="Shape 3607"/>
        <p:cNvGrpSpPr/>
        <p:nvPr/>
      </p:nvGrpSpPr>
      <p:grpSpPr>
        <a:xfrm>
          <a:off x="0" y="0"/>
          <a:ext cx="0" cy="0"/>
          <a:chOff x="0" y="0"/>
          <a:chExt cx="0" cy="0"/>
        </a:xfrm>
      </p:grpSpPr>
      <p:sp>
        <p:nvSpPr>
          <p:cNvPr id="3608" name="Google Shape;3608;g39b3b63abc4_0_4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9" name="Google Shape;3609;g39b3b63abc4_0_4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5" name="Shape 3615"/>
        <p:cNvGrpSpPr/>
        <p:nvPr/>
      </p:nvGrpSpPr>
      <p:grpSpPr>
        <a:xfrm>
          <a:off x="0" y="0"/>
          <a:ext cx="0" cy="0"/>
          <a:chOff x="0" y="0"/>
          <a:chExt cx="0" cy="0"/>
        </a:xfrm>
      </p:grpSpPr>
      <p:sp>
        <p:nvSpPr>
          <p:cNvPr id="3616" name="Google Shape;3616;g39b3b63abc4_0_4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7" name="Google Shape;3617;g39b3b63abc4_0_4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3" name="Shape 3623"/>
        <p:cNvGrpSpPr/>
        <p:nvPr/>
      </p:nvGrpSpPr>
      <p:grpSpPr>
        <a:xfrm>
          <a:off x="0" y="0"/>
          <a:ext cx="0" cy="0"/>
          <a:chOff x="0" y="0"/>
          <a:chExt cx="0" cy="0"/>
        </a:xfrm>
      </p:grpSpPr>
      <p:sp>
        <p:nvSpPr>
          <p:cNvPr id="3624" name="Google Shape;3624;g39b3b63abc4_0_4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5" name="Google Shape;3625;g39b3b63abc4_0_4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2" name="Shape 3632"/>
        <p:cNvGrpSpPr/>
        <p:nvPr/>
      </p:nvGrpSpPr>
      <p:grpSpPr>
        <a:xfrm>
          <a:off x="0" y="0"/>
          <a:ext cx="0" cy="0"/>
          <a:chOff x="0" y="0"/>
          <a:chExt cx="0" cy="0"/>
        </a:xfrm>
      </p:grpSpPr>
      <p:sp>
        <p:nvSpPr>
          <p:cNvPr id="3633" name="Google Shape;3633;g39b3b63abc4_0_4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4" name="Google Shape;3634;g39b3b63abc4_0_43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2" name="Shape 3642"/>
        <p:cNvGrpSpPr/>
        <p:nvPr/>
      </p:nvGrpSpPr>
      <p:grpSpPr>
        <a:xfrm>
          <a:off x="0" y="0"/>
          <a:ext cx="0" cy="0"/>
          <a:chOff x="0" y="0"/>
          <a:chExt cx="0" cy="0"/>
        </a:xfrm>
      </p:grpSpPr>
      <p:sp>
        <p:nvSpPr>
          <p:cNvPr id="3643" name="Google Shape;3643;g39b3b63abc4_0_4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4" name="Google Shape;3644;g39b3b63abc4_0_43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8" name="Shape 3648"/>
        <p:cNvGrpSpPr/>
        <p:nvPr/>
      </p:nvGrpSpPr>
      <p:grpSpPr>
        <a:xfrm>
          <a:off x="0" y="0"/>
          <a:ext cx="0" cy="0"/>
          <a:chOff x="0" y="0"/>
          <a:chExt cx="0" cy="0"/>
        </a:xfrm>
      </p:grpSpPr>
      <p:sp>
        <p:nvSpPr>
          <p:cNvPr id="3649" name="Google Shape;3649;g39b3b63abc4_0_4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0" name="Google Shape;3650;g39b3b63abc4_0_43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5" name="Shape 3655"/>
        <p:cNvGrpSpPr/>
        <p:nvPr/>
      </p:nvGrpSpPr>
      <p:grpSpPr>
        <a:xfrm>
          <a:off x="0" y="0"/>
          <a:ext cx="0" cy="0"/>
          <a:chOff x="0" y="0"/>
          <a:chExt cx="0" cy="0"/>
        </a:xfrm>
      </p:grpSpPr>
      <p:sp>
        <p:nvSpPr>
          <p:cNvPr id="3656" name="Google Shape;3656;g39b3b63abc4_0_4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7" name="Google Shape;3657;g39b3b63abc4_0_44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t>Reference: https://www.javatpoint.com/what-is-dom-in-react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5" name="Shape 3665"/>
        <p:cNvGrpSpPr/>
        <p:nvPr/>
      </p:nvGrpSpPr>
      <p:grpSpPr>
        <a:xfrm>
          <a:off x="0" y="0"/>
          <a:ext cx="0" cy="0"/>
          <a:chOff x="0" y="0"/>
          <a:chExt cx="0" cy="0"/>
        </a:xfrm>
      </p:grpSpPr>
      <p:sp>
        <p:nvSpPr>
          <p:cNvPr id="3666" name="Google Shape;3666;g39b3b63abc4_0_4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7" name="Google Shape;3667;g39b3b63abc4_0_43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3" name="Shape 3683"/>
        <p:cNvGrpSpPr/>
        <p:nvPr/>
      </p:nvGrpSpPr>
      <p:grpSpPr>
        <a:xfrm>
          <a:off x="0" y="0"/>
          <a:ext cx="0" cy="0"/>
          <a:chOff x="0" y="0"/>
          <a:chExt cx="0" cy="0"/>
        </a:xfrm>
      </p:grpSpPr>
      <p:sp>
        <p:nvSpPr>
          <p:cNvPr id="3684" name="Google Shape;3684;g39b3b63abc4_0_4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5" name="Google Shape;3685;g39b3b63abc4_0_43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9" name="Shape 3699"/>
        <p:cNvGrpSpPr/>
        <p:nvPr/>
      </p:nvGrpSpPr>
      <p:grpSpPr>
        <a:xfrm>
          <a:off x="0" y="0"/>
          <a:ext cx="0" cy="0"/>
          <a:chOff x="0" y="0"/>
          <a:chExt cx="0" cy="0"/>
        </a:xfrm>
      </p:grpSpPr>
      <p:sp>
        <p:nvSpPr>
          <p:cNvPr id="3700" name="Google Shape;3700;g39b3b63abc4_0_4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1" name="Google Shape;3701;g39b3b63abc4_0_43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t>Reference: https://www.javatpoint.com/what-is-dom-in-react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6" name="Shape 3706"/>
        <p:cNvGrpSpPr/>
        <p:nvPr/>
      </p:nvGrpSpPr>
      <p:grpSpPr>
        <a:xfrm>
          <a:off x="0" y="0"/>
          <a:ext cx="0" cy="0"/>
          <a:chOff x="0" y="0"/>
          <a:chExt cx="0" cy="0"/>
        </a:xfrm>
      </p:grpSpPr>
      <p:sp>
        <p:nvSpPr>
          <p:cNvPr id="3707" name="Google Shape;3707;g39b3b63abc4_0_4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8" name="Google Shape;3708;g39b3b63abc4_0_43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t>Reference: https://www.javatpoint.com/what-is-dom-in-react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6" name="Shape 3716"/>
        <p:cNvGrpSpPr/>
        <p:nvPr/>
      </p:nvGrpSpPr>
      <p:grpSpPr>
        <a:xfrm>
          <a:off x="0" y="0"/>
          <a:ext cx="0" cy="0"/>
          <a:chOff x="0" y="0"/>
          <a:chExt cx="0" cy="0"/>
        </a:xfrm>
      </p:grpSpPr>
      <p:sp>
        <p:nvSpPr>
          <p:cNvPr id="3717" name="Google Shape;3717;g39b3b63abc4_0_4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8" name="Google Shape;3718;g39b3b63abc4_0_43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t>Reference: https://www.javatpoint.com/what-is-dom-in-react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5" name="Shape 3725"/>
        <p:cNvGrpSpPr/>
        <p:nvPr/>
      </p:nvGrpSpPr>
      <p:grpSpPr>
        <a:xfrm>
          <a:off x="0" y="0"/>
          <a:ext cx="0" cy="0"/>
          <a:chOff x="0" y="0"/>
          <a:chExt cx="0" cy="0"/>
        </a:xfrm>
      </p:grpSpPr>
      <p:sp>
        <p:nvSpPr>
          <p:cNvPr id="3726" name="Google Shape;3726;g39b3b63abc4_0_4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27" name="Google Shape;3727;g39b3b63abc4_0_43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6" name="Shape 3746"/>
        <p:cNvGrpSpPr/>
        <p:nvPr/>
      </p:nvGrpSpPr>
      <p:grpSpPr>
        <a:xfrm>
          <a:off x="0" y="0"/>
          <a:ext cx="0" cy="0"/>
          <a:chOff x="0" y="0"/>
          <a:chExt cx="0" cy="0"/>
        </a:xfrm>
      </p:grpSpPr>
      <p:sp>
        <p:nvSpPr>
          <p:cNvPr id="3747" name="Google Shape;3747;g39b3b63abc4_0_4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8" name="Google Shape;3748;g39b3b63abc4_0_44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7" name="Shape 3767"/>
        <p:cNvGrpSpPr/>
        <p:nvPr/>
      </p:nvGrpSpPr>
      <p:grpSpPr>
        <a:xfrm>
          <a:off x="0" y="0"/>
          <a:ext cx="0" cy="0"/>
          <a:chOff x="0" y="0"/>
          <a:chExt cx="0" cy="0"/>
        </a:xfrm>
      </p:grpSpPr>
      <p:sp>
        <p:nvSpPr>
          <p:cNvPr id="3768" name="Google Shape;3768;g39b3b63abc4_0_4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9" name="Google Shape;3769;g39b3b63abc4_0_44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3" name="Shape 3773"/>
        <p:cNvGrpSpPr/>
        <p:nvPr/>
      </p:nvGrpSpPr>
      <p:grpSpPr>
        <a:xfrm>
          <a:off x="0" y="0"/>
          <a:ext cx="0" cy="0"/>
          <a:chOff x="0" y="0"/>
          <a:chExt cx="0" cy="0"/>
        </a:xfrm>
      </p:grpSpPr>
      <p:sp>
        <p:nvSpPr>
          <p:cNvPr id="3774" name="Google Shape;3774;g39b3b63abc4_0_4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5" name="Google Shape;3775;g39b3b63abc4_0_44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9" name="Shape 3779"/>
        <p:cNvGrpSpPr/>
        <p:nvPr/>
      </p:nvGrpSpPr>
      <p:grpSpPr>
        <a:xfrm>
          <a:off x="0" y="0"/>
          <a:ext cx="0" cy="0"/>
          <a:chOff x="0" y="0"/>
          <a:chExt cx="0" cy="0"/>
        </a:xfrm>
      </p:grpSpPr>
      <p:sp>
        <p:nvSpPr>
          <p:cNvPr id="3780" name="Google Shape;3780;g39b3b63abc4_0_4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1" name="Google Shape;3781;g39b3b63abc4_0_44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5" name="Shape 3785"/>
        <p:cNvGrpSpPr/>
        <p:nvPr/>
      </p:nvGrpSpPr>
      <p:grpSpPr>
        <a:xfrm>
          <a:off x="0" y="0"/>
          <a:ext cx="0" cy="0"/>
          <a:chOff x="0" y="0"/>
          <a:chExt cx="0" cy="0"/>
        </a:xfrm>
      </p:grpSpPr>
      <p:sp>
        <p:nvSpPr>
          <p:cNvPr id="3786" name="Google Shape;3786;g39b3b63abc4_0_4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7" name="Google Shape;3787;g39b3b63abc4_0_4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4" name="Shape 3794"/>
        <p:cNvGrpSpPr/>
        <p:nvPr/>
      </p:nvGrpSpPr>
      <p:grpSpPr>
        <a:xfrm>
          <a:off x="0" y="0"/>
          <a:ext cx="0" cy="0"/>
          <a:chOff x="0" y="0"/>
          <a:chExt cx="0" cy="0"/>
        </a:xfrm>
      </p:grpSpPr>
      <p:sp>
        <p:nvSpPr>
          <p:cNvPr id="3795" name="Google Shape;3795;g39b3b63abc4_0_4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6" name="Google Shape;3796;g39b3b63abc4_0_4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2" name="Shape 3802"/>
        <p:cNvGrpSpPr/>
        <p:nvPr/>
      </p:nvGrpSpPr>
      <p:grpSpPr>
        <a:xfrm>
          <a:off x="0" y="0"/>
          <a:ext cx="0" cy="0"/>
          <a:chOff x="0" y="0"/>
          <a:chExt cx="0" cy="0"/>
        </a:xfrm>
      </p:grpSpPr>
      <p:sp>
        <p:nvSpPr>
          <p:cNvPr id="3803" name="Google Shape;3803;g39b3b63abc4_0_4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4" name="Google Shape;3804;g39b3b63abc4_0_4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9" name="Shape 3809"/>
        <p:cNvGrpSpPr/>
        <p:nvPr/>
      </p:nvGrpSpPr>
      <p:grpSpPr>
        <a:xfrm>
          <a:off x="0" y="0"/>
          <a:ext cx="0" cy="0"/>
          <a:chOff x="0" y="0"/>
          <a:chExt cx="0" cy="0"/>
        </a:xfrm>
      </p:grpSpPr>
      <p:sp>
        <p:nvSpPr>
          <p:cNvPr id="3810" name="Google Shape;3810;g39b3b63abc4_0_4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1" name="Google Shape;3811;g39b3b63abc4_0_4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6" name="Shape 3816"/>
        <p:cNvGrpSpPr/>
        <p:nvPr/>
      </p:nvGrpSpPr>
      <p:grpSpPr>
        <a:xfrm>
          <a:off x="0" y="0"/>
          <a:ext cx="0" cy="0"/>
          <a:chOff x="0" y="0"/>
          <a:chExt cx="0" cy="0"/>
        </a:xfrm>
      </p:grpSpPr>
      <p:sp>
        <p:nvSpPr>
          <p:cNvPr id="3817" name="Google Shape;3817;g39b3b63abc4_0_4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8" name="Google Shape;3818;g39b3b63abc4_0_4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2" name="Shape 3822"/>
        <p:cNvGrpSpPr/>
        <p:nvPr/>
      </p:nvGrpSpPr>
      <p:grpSpPr>
        <a:xfrm>
          <a:off x="0" y="0"/>
          <a:ext cx="0" cy="0"/>
          <a:chOff x="0" y="0"/>
          <a:chExt cx="0" cy="0"/>
        </a:xfrm>
      </p:grpSpPr>
      <p:sp>
        <p:nvSpPr>
          <p:cNvPr id="3823" name="Google Shape;3823;g39b3b63abc4_0_4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4" name="Google Shape;3824;g39b3b63abc4_0_4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8" name="Shape 3828"/>
        <p:cNvGrpSpPr/>
        <p:nvPr/>
      </p:nvGrpSpPr>
      <p:grpSpPr>
        <a:xfrm>
          <a:off x="0" y="0"/>
          <a:ext cx="0" cy="0"/>
          <a:chOff x="0" y="0"/>
          <a:chExt cx="0" cy="0"/>
        </a:xfrm>
      </p:grpSpPr>
      <p:sp>
        <p:nvSpPr>
          <p:cNvPr id="3829" name="Google Shape;3829;g39b3b63abc4_0_4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0" name="Google Shape;3830;g39b3b63abc4_0_44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5" name="Shape 3835"/>
        <p:cNvGrpSpPr/>
        <p:nvPr/>
      </p:nvGrpSpPr>
      <p:grpSpPr>
        <a:xfrm>
          <a:off x="0" y="0"/>
          <a:ext cx="0" cy="0"/>
          <a:chOff x="0" y="0"/>
          <a:chExt cx="0" cy="0"/>
        </a:xfrm>
      </p:grpSpPr>
      <p:sp>
        <p:nvSpPr>
          <p:cNvPr id="3836" name="Google Shape;3836;g39b3b63abc4_0_4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7" name="Google Shape;3837;g39b3b63abc4_0_45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5" name="Shape 3855"/>
        <p:cNvGrpSpPr/>
        <p:nvPr/>
      </p:nvGrpSpPr>
      <p:grpSpPr>
        <a:xfrm>
          <a:off x="0" y="0"/>
          <a:ext cx="0" cy="0"/>
          <a:chOff x="0" y="0"/>
          <a:chExt cx="0" cy="0"/>
        </a:xfrm>
      </p:grpSpPr>
      <p:sp>
        <p:nvSpPr>
          <p:cNvPr id="3856" name="Google Shape;3856;g39b3b63abc4_0_4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7" name="Google Shape;3857;g39b3b63abc4_0_45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6" name="Shape 3876"/>
        <p:cNvGrpSpPr/>
        <p:nvPr/>
      </p:nvGrpSpPr>
      <p:grpSpPr>
        <a:xfrm>
          <a:off x="0" y="0"/>
          <a:ext cx="0" cy="0"/>
          <a:chOff x="0" y="0"/>
          <a:chExt cx="0" cy="0"/>
        </a:xfrm>
      </p:grpSpPr>
      <p:sp>
        <p:nvSpPr>
          <p:cNvPr id="3877" name="Google Shape;3877;g39b3b63abc4_0_4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8" name="Google Shape;3878;g39b3b63abc4_0_45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6" name="Shape 3886"/>
        <p:cNvGrpSpPr/>
        <p:nvPr/>
      </p:nvGrpSpPr>
      <p:grpSpPr>
        <a:xfrm>
          <a:off x="0" y="0"/>
          <a:ext cx="0" cy="0"/>
          <a:chOff x="0" y="0"/>
          <a:chExt cx="0" cy="0"/>
        </a:xfrm>
      </p:grpSpPr>
      <p:sp>
        <p:nvSpPr>
          <p:cNvPr id="3887" name="Google Shape;3887;g39b3b63abc4_0_4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8" name="Google Shape;3888;g39b3b63abc4_0_45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7" name="Shape 3907"/>
        <p:cNvGrpSpPr/>
        <p:nvPr/>
      </p:nvGrpSpPr>
      <p:grpSpPr>
        <a:xfrm>
          <a:off x="0" y="0"/>
          <a:ext cx="0" cy="0"/>
          <a:chOff x="0" y="0"/>
          <a:chExt cx="0" cy="0"/>
        </a:xfrm>
      </p:grpSpPr>
      <p:sp>
        <p:nvSpPr>
          <p:cNvPr id="3908" name="Google Shape;3908;g39b3b63abc4_0_4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9" name="Google Shape;3909;g39b3b63abc4_0_45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6" name="Shape 3916"/>
        <p:cNvGrpSpPr/>
        <p:nvPr/>
      </p:nvGrpSpPr>
      <p:grpSpPr>
        <a:xfrm>
          <a:off x="0" y="0"/>
          <a:ext cx="0" cy="0"/>
          <a:chOff x="0" y="0"/>
          <a:chExt cx="0" cy="0"/>
        </a:xfrm>
      </p:grpSpPr>
      <p:sp>
        <p:nvSpPr>
          <p:cNvPr id="3917" name="Google Shape;3917;g39b3b63abc4_0_4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8" name="Google Shape;3918;g39b3b63abc4_0_45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7" name="Shape 3927"/>
        <p:cNvGrpSpPr/>
        <p:nvPr/>
      </p:nvGrpSpPr>
      <p:grpSpPr>
        <a:xfrm>
          <a:off x="0" y="0"/>
          <a:ext cx="0" cy="0"/>
          <a:chOff x="0" y="0"/>
          <a:chExt cx="0" cy="0"/>
        </a:xfrm>
      </p:grpSpPr>
      <p:sp>
        <p:nvSpPr>
          <p:cNvPr id="3928" name="Google Shape;3928;g39b3b63abc4_0_4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29" name="Google Shape;3929;g39b3b63abc4_0_45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4" name="Shape 3934"/>
        <p:cNvGrpSpPr/>
        <p:nvPr/>
      </p:nvGrpSpPr>
      <p:grpSpPr>
        <a:xfrm>
          <a:off x="0" y="0"/>
          <a:ext cx="0" cy="0"/>
          <a:chOff x="0" y="0"/>
          <a:chExt cx="0" cy="0"/>
        </a:xfrm>
      </p:grpSpPr>
      <p:sp>
        <p:nvSpPr>
          <p:cNvPr id="3935" name="Google Shape;3935;g39b3b63abc4_0_4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6" name="Google Shape;3936;g39b3b63abc4_0_4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1" name="Shape 3961"/>
        <p:cNvGrpSpPr/>
        <p:nvPr/>
      </p:nvGrpSpPr>
      <p:grpSpPr>
        <a:xfrm>
          <a:off x="0" y="0"/>
          <a:ext cx="0" cy="0"/>
          <a:chOff x="0" y="0"/>
          <a:chExt cx="0" cy="0"/>
        </a:xfrm>
      </p:grpSpPr>
      <p:sp>
        <p:nvSpPr>
          <p:cNvPr id="3962" name="Google Shape;3962;g39b3b63abc4_0_4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3" name="Google Shape;3963;g39b3b63abc4_0_46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2" name="Shape 3972"/>
        <p:cNvGrpSpPr/>
        <p:nvPr/>
      </p:nvGrpSpPr>
      <p:grpSpPr>
        <a:xfrm>
          <a:off x="0" y="0"/>
          <a:ext cx="0" cy="0"/>
          <a:chOff x="0" y="0"/>
          <a:chExt cx="0" cy="0"/>
        </a:xfrm>
      </p:grpSpPr>
      <p:sp>
        <p:nvSpPr>
          <p:cNvPr id="3973" name="Google Shape;3973;g39b3b63abc4_0_4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4" name="Google Shape;3974;g39b3b63abc4_0_4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1" name="Shape 3981"/>
        <p:cNvGrpSpPr/>
        <p:nvPr/>
      </p:nvGrpSpPr>
      <p:grpSpPr>
        <a:xfrm>
          <a:off x="0" y="0"/>
          <a:ext cx="0" cy="0"/>
          <a:chOff x="0" y="0"/>
          <a:chExt cx="0" cy="0"/>
        </a:xfrm>
      </p:grpSpPr>
      <p:sp>
        <p:nvSpPr>
          <p:cNvPr id="3982" name="Google Shape;3982;g39b3b63abc4_0_4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3" name="Google Shape;3983;g39b3b63abc4_0_4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7" name="Shape 3997"/>
        <p:cNvGrpSpPr/>
        <p:nvPr/>
      </p:nvGrpSpPr>
      <p:grpSpPr>
        <a:xfrm>
          <a:off x="0" y="0"/>
          <a:ext cx="0" cy="0"/>
          <a:chOff x="0" y="0"/>
          <a:chExt cx="0" cy="0"/>
        </a:xfrm>
      </p:grpSpPr>
      <p:sp>
        <p:nvSpPr>
          <p:cNvPr id="3998" name="Google Shape;3998;g39b3b63abc4_0_4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9" name="Google Shape;3999;g39b3b63abc4_0_4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5" name="Shape 4005"/>
        <p:cNvGrpSpPr/>
        <p:nvPr/>
      </p:nvGrpSpPr>
      <p:grpSpPr>
        <a:xfrm>
          <a:off x="0" y="0"/>
          <a:ext cx="0" cy="0"/>
          <a:chOff x="0" y="0"/>
          <a:chExt cx="0" cy="0"/>
        </a:xfrm>
      </p:grpSpPr>
      <p:sp>
        <p:nvSpPr>
          <p:cNvPr id="4006" name="Google Shape;4006;g39b3b63abc4_0_4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7" name="Google Shape;4007;g39b3b63abc4_0_46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6" name="Shape 4026"/>
        <p:cNvGrpSpPr/>
        <p:nvPr/>
      </p:nvGrpSpPr>
      <p:grpSpPr>
        <a:xfrm>
          <a:off x="0" y="0"/>
          <a:ext cx="0" cy="0"/>
          <a:chOff x="0" y="0"/>
          <a:chExt cx="0" cy="0"/>
        </a:xfrm>
      </p:grpSpPr>
      <p:sp>
        <p:nvSpPr>
          <p:cNvPr id="4027" name="Google Shape;4027;g39b3b63abc4_0_4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28" name="Google Shape;4028;g39b3b63abc4_0_46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3" name="Shape 4033"/>
        <p:cNvGrpSpPr/>
        <p:nvPr/>
      </p:nvGrpSpPr>
      <p:grpSpPr>
        <a:xfrm>
          <a:off x="0" y="0"/>
          <a:ext cx="0" cy="0"/>
          <a:chOff x="0" y="0"/>
          <a:chExt cx="0" cy="0"/>
        </a:xfrm>
      </p:grpSpPr>
      <p:sp>
        <p:nvSpPr>
          <p:cNvPr id="4034" name="Google Shape;4034;g39b3b63abc4_0_4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5" name="Google Shape;4035;g39b3b63abc4_0_46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1" name="Shape 4041"/>
        <p:cNvGrpSpPr/>
        <p:nvPr/>
      </p:nvGrpSpPr>
      <p:grpSpPr>
        <a:xfrm>
          <a:off x="0" y="0"/>
          <a:ext cx="0" cy="0"/>
          <a:chOff x="0" y="0"/>
          <a:chExt cx="0" cy="0"/>
        </a:xfrm>
      </p:grpSpPr>
      <p:sp>
        <p:nvSpPr>
          <p:cNvPr id="4042" name="Google Shape;4042;g39b3b63abc4_0_4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3" name="Google Shape;4043;g39b3b63abc4_0_4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2" name="Shape 4052"/>
        <p:cNvGrpSpPr/>
        <p:nvPr/>
      </p:nvGrpSpPr>
      <p:grpSpPr>
        <a:xfrm>
          <a:off x="0" y="0"/>
          <a:ext cx="0" cy="0"/>
          <a:chOff x="0" y="0"/>
          <a:chExt cx="0" cy="0"/>
        </a:xfrm>
      </p:grpSpPr>
      <p:sp>
        <p:nvSpPr>
          <p:cNvPr id="4053" name="Google Shape;4053;g39b3b63abc4_0_4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4" name="Google Shape;4054;g39b3b63abc4_0_4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1" name="Shape 4061"/>
        <p:cNvGrpSpPr/>
        <p:nvPr/>
      </p:nvGrpSpPr>
      <p:grpSpPr>
        <a:xfrm>
          <a:off x="0" y="0"/>
          <a:ext cx="0" cy="0"/>
          <a:chOff x="0" y="0"/>
          <a:chExt cx="0" cy="0"/>
        </a:xfrm>
      </p:grpSpPr>
      <p:sp>
        <p:nvSpPr>
          <p:cNvPr id="4062" name="Google Shape;4062;g39b3b63abc4_0_4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3" name="Google Shape;4063;g39b3b63abc4_0_4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0" name="Shape 4070"/>
        <p:cNvGrpSpPr/>
        <p:nvPr/>
      </p:nvGrpSpPr>
      <p:grpSpPr>
        <a:xfrm>
          <a:off x="0" y="0"/>
          <a:ext cx="0" cy="0"/>
          <a:chOff x="0" y="0"/>
          <a:chExt cx="0" cy="0"/>
        </a:xfrm>
      </p:grpSpPr>
      <p:sp>
        <p:nvSpPr>
          <p:cNvPr id="4071" name="Google Shape;4071;g39b3b63abc4_0_4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2" name="Google Shape;4072;g39b3b63abc4_0_4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4" name="Shape 4084"/>
        <p:cNvGrpSpPr/>
        <p:nvPr/>
      </p:nvGrpSpPr>
      <p:grpSpPr>
        <a:xfrm>
          <a:off x="0" y="0"/>
          <a:ext cx="0" cy="0"/>
          <a:chOff x="0" y="0"/>
          <a:chExt cx="0" cy="0"/>
        </a:xfrm>
      </p:grpSpPr>
      <p:sp>
        <p:nvSpPr>
          <p:cNvPr id="4085" name="Google Shape;4085;g39b3b63abc4_0_4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86" name="Google Shape;4086;g39b3b63abc4_0_47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0" name="Shape 4090"/>
        <p:cNvGrpSpPr/>
        <p:nvPr/>
      </p:nvGrpSpPr>
      <p:grpSpPr>
        <a:xfrm>
          <a:off x="0" y="0"/>
          <a:ext cx="0" cy="0"/>
          <a:chOff x="0" y="0"/>
          <a:chExt cx="0" cy="0"/>
        </a:xfrm>
      </p:grpSpPr>
      <p:sp>
        <p:nvSpPr>
          <p:cNvPr id="4091" name="Google Shape;4091;g39b3b63abc4_0_47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2" name="Google Shape;4092;g39b3b63abc4_0_47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7" name="Shape 4097"/>
        <p:cNvGrpSpPr/>
        <p:nvPr/>
      </p:nvGrpSpPr>
      <p:grpSpPr>
        <a:xfrm>
          <a:off x="0" y="0"/>
          <a:ext cx="0" cy="0"/>
          <a:chOff x="0" y="0"/>
          <a:chExt cx="0" cy="0"/>
        </a:xfrm>
      </p:grpSpPr>
      <p:sp>
        <p:nvSpPr>
          <p:cNvPr id="4098" name="Google Shape;4098;g39b3b63abc4_0_4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9" name="Google Shape;4099;g39b3b63abc4_0_47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4" name="Shape 4104"/>
        <p:cNvGrpSpPr/>
        <p:nvPr/>
      </p:nvGrpSpPr>
      <p:grpSpPr>
        <a:xfrm>
          <a:off x="0" y="0"/>
          <a:ext cx="0" cy="0"/>
          <a:chOff x="0" y="0"/>
          <a:chExt cx="0" cy="0"/>
        </a:xfrm>
      </p:grpSpPr>
      <p:sp>
        <p:nvSpPr>
          <p:cNvPr id="4105" name="Google Shape;4105;g39b3b63abc4_0_4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6" name="Google Shape;4106;g39b3b63abc4_0_47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1" name="Shape 4111"/>
        <p:cNvGrpSpPr/>
        <p:nvPr/>
      </p:nvGrpSpPr>
      <p:grpSpPr>
        <a:xfrm>
          <a:off x="0" y="0"/>
          <a:ext cx="0" cy="0"/>
          <a:chOff x="0" y="0"/>
          <a:chExt cx="0" cy="0"/>
        </a:xfrm>
      </p:grpSpPr>
      <p:sp>
        <p:nvSpPr>
          <p:cNvPr id="4112" name="Google Shape;4112;g39b3b63abc4_0_4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13" name="Google Shape;4113;g39b3b63abc4_0_47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0" name="Shape 4120"/>
        <p:cNvGrpSpPr/>
        <p:nvPr/>
      </p:nvGrpSpPr>
      <p:grpSpPr>
        <a:xfrm>
          <a:off x="0" y="0"/>
          <a:ext cx="0" cy="0"/>
          <a:chOff x="0" y="0"/>
          <a:chExt cx="0" cy="0"/>
        </a:xfrm>
      </p:grpSpPr>
      <p:sp>
        <p:nvSpPr>
          <p:cNvPr id="4121" name="Google Shape;4121;g39b3b63abc4_0_4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2" name="Google Shape;4122;g39b3b63abc4_0_47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9" name="Shape 4129"/>
        <p:cNvGrpSpPr/>
        <p:nvPr/>
      </p:nvGrpSpPr>
      <p:grpSpPr>
        <a:xfrm>
          <a:off x="0" y="0"/>
          <a:ext cx="0" cy="0"/>
          <a:chOff x="0" y="0"/>
          <a:chExt cx="0" cy="0"/>
        </a:xfrm>
      </p:grpSpPr>
      <p:sp>
        <p:nvSpPr>
          <p:cNvPr id="4130" name="Google Shape;4130;g39b3b63abc4_0_4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1" name="Google Shape;4131;g39b3b63abc4_0_47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7" name="Shape 4137"/>
        <p:cNvGrpSpPr/>
        <p:nvPr/>
      </p:nvGrpSpPr>
      <p:grpSpPr>
        <a:xfrm>
          <a:off x="0" y="0"/>
          <a:ext cx="0" cy="0"/>
          <a:chOff x="0" y="0"/>
          <a:chExt cx="0" cy="0"/>
        </a:xfrm>
      </p:grpSpPr>
      <p:sp>
        <p:nvSpPr>
          <p:cNvPr id="4138" name="Google Shape;4138;g39b3b63abc4_0_4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9" name="Google Shape;4139;g39b3b63abc4_0_47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5" name="Shape 4145"/>
        <p:cNvGrpSpPr/>
        <p:nvPr/>
      </p:nvGrpSpPr>
      <p:grpSpPr>
        <a:xfrm>
          <a:off x="0" y="0"/>
          <a:ext cx="0" cy="0"/>
          <a:chOff x="0" y="0"/>
          <a:chExt cx="0" cy="0"/>
        </a:xfrm>
      </p:grpSpPr>
      <p:sp>
        <p:nvSpPr>
          <p:cNvPr id="4146" name="Google Shape;4146;g39b3b63abc4_0_4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7" name="Google Shape;4147;g39b3b63abc4_0_4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713225" y="701700"/>
            <a:ext cx="4459800" cy="2528700"/>
          </a:xfrm>
          <a:prstGeom prst="rect">
            <a:avLst/>
          </a:prstGeom>
        </p:spPr>
        <p:txBody>
          <a:bodyPr anchorCtr="0" anchor="b" bIns="91425" lIns="91425" spcFirstLastPara="1" rIns="91425" wrap="square" tIns="91425">
            <a:noAutofit/>
          </a:bodyPr>
          <a:lstStyle>
            <a:lvl1pPr lvl="0" algn="l">
              <a:spcBef>
                <a:spcPts val="0"/>
              </a:spcBef>
              <a:spcAft>
                <a:spcPts val="0"/>
              </a:spcAft>
              <a:buSzPts val="5200"/>
              <a:buNone/>
              <a:defRPr sz="4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5" name="Google Shape;55;p14"/>
          <p:cNvSpPr txBox="1"/>
          <p:nvPr>
            <p:ph idx="1" type="subTitle"/>
          </p:nvPr>
        </p:nvSpPr>
        <p:spPr>
          <a:xfrm>
            <a:off x="713225" y="3191175"/>
            <a:ext cx="4459800" cy="415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grpSp>
        <p:nvGrpSpPr>
          <p:cNvPr id="56" name="Google Shape;56;p14"/>
          <p:cNvGrpSpPr/>
          <p:nvPr/>
        </p:nvGrpSpPr>
        <p:grpSpPr>
          <a:xfrm>
            <a:off x="6844224" y="991907"/>
            <a:ext cx="2528583" cy="3403880"/>
            <a:chOff x="3074425" y="836100"/>
            <a:chExt cx="1472075" cy="1981650"/>
          </a:xfrm>
        </p:grpSpPr>
        <p:sp>
          <p:nvSpPr>
            <p:cNvPr id="57" name="Google Shape;57;p14"/>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 name="Google Shape;65;p14"/>
          <p:cNvGrpSpPr/>
          <p:nvPr/>
        </p:nvGrpSpPr>
        <p:grpSpPr>
          <a:xfrm>
            <a:off x="5353357" y="1166011"/>
            <a:ext cx="1511499" cy="3290861"/>
            <a:chOff x="1622025" y="238125"/>
            <a:chExt cx="746825" cy="1626000"/>
          </a:xfrm>
        </p:grpSpPr>
        <p:sp>
          <p:nvSpPr>
            <p:cNvPr id="66" name="Google Shape;66;p14"/>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4"/>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4"/>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14"/>
          <p:cNvGrpSpPr/>
          <p:nvPr/>
        </p:nvGrpSpPr>
        <p:grpSpPr>
          <a:xfrm>
            <a:off x="7189504" y="2296000"/>
            <a:ext cx="954842" cy="1856849"/>
            <a:chOff x="4087800" y="723675"/>
            <a:chExt cx="700750" cy="1362725"/>
          </a:xfrm>
        </p:grpSpPr>
        <p:sp>
          <p:nvSpPr>
            <p:cNvPr id="72" name="Google Shape;72;p14"/>
            <p:cNvSpPr/>
            <p:nvPr/>
          </p:nvSpPr>
          <p:spPr>
            <a:xfrm>
              <a:off x="4255125" y="723675"/>
              <a:ext cx="342125" cy="111600"/>
            </a:xfrm>
            <a:custGeom>
              <a:rect b="b" l="l" r="r" t="t"/>
              <a:pathLst>
                <a:path extrusionOk="0" h="4464" w="13685">
                  <a:moveTo>
                    <a:pt x="1" y="1"/>
                  </a:moveTo>
                  <a:lnTo>
                    <a:pt x="1" y="4463"/>
                  </a:lnTo>
                  <a:lnTo>
                    <a:pt x="13685" y="4463"/>
                  </a:lnTo>
                  <a:lnTo>
                    <a:pt x="13685"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4"/>
            <p:cNvSpPr/>
            <p:nvPr/>
          </p:nvSpPr>
          <p:spPr>
            <a:xfrm>
              <a:off x="4512250" y="723675"/>
              <a:ext cx="85000" cy="111600"/>
            </a:xfrm>
            <a:custGeom>
              <a:rect b="b" l="l" r="r" t="t"/>
              <a:pathLst>
                <a:path extrusionOk="0" h="4464" w="3400">
                  <a:moveTo>
                    <a:pt x="0" y="1"/>
                  </a:moveTo>
                  <a:lnTo>
                    <a:pt x="0" y="4463"/>
                  </a:lnTo>
                  <a:lnTo>
                    <a:pt x="3400" y="4463"/>
                  </a:lnTo>
                  <a:lnTo>
                    <a:pt x="340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a:off x="4087800" y="816075"/>
              <a:ext cx="700750" cy="1270325"/>
            </a:xfrm>
            <a:custGeom>
              <a:rect b="b" l="l" r="r" t="t"/>
              <a:pathLst>
                <a:path extrusionOk="0" h="50813" w="28030">
                  <a:moveTo>
                    <a:pt x="0" y="0"/>
                  </a:moveTo>
                  <a:lnTo>
                    <a:pt x="0" y="50812"/>
                  </a:lnTo>
                  <a:lnTo>
                    <a:pt x="28030" y="50812"/>
                  </a:lnTo>
                  <a:lnTo>
                    <a:pt x="28030" y="0"/>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4"/>
            <p:cNvSpPr/>
            <p:nvPr/>
          </p:nvSpPr>
          <p:spPr>
            <a:xfrm>
              <a:off x="4582400" y="816075"/>
              <a:ext cx="206150" cy="1270325"/>
            </a:xfrm>
            <a:custGeom>
              <a:rect b="b" l="l" r="r" t="t"/>
              <a:pathLst>
                <a:path extrusionOk="0" h="50813" w="8246">
                  <a:moveTo>
                    <a:pt x="1" y="0"/>
                  </a:moveTo>
                  <a:lnTo>
                    <a:pt x="1" y="50812"/>
                  </a:lnTo>
                  <a:lnTo>
                    <a:pt x="8246" y="50812"/>
                  </a:lnTo>
                  <a:lnTo>
                    <a:pt x="824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p:nvPr/>
          </p:nvSpPr>
          <p:spPr>
            <a:xfrm>
              <a:off x="4138350" y="942875"/>
              <a:ext cx="68450" cy="68875"/>
            </a:xfrm>
            <a:custGeom>
              <a:rect b="b" l="l" r="r" t="t"/>
              <a:pathLst>
                <a:path extrusionOk="0" h="2755"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a:off x="4297850" y="942875"/>
              <a:ext cx="68875" cy="68875"/>
            </a:xfrm>
            <a:custGeom>
              <a:rect b="b" l="l" r="r" t="t"/>
              <a:pathLst>
                <a:path extrusionOk="0" h="2755"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a:off x="4456475" y="942875"/>
              <a:ext cx="68425" cy="68875"/>
            </a:xfrm>
            <a:custGeom>
              <a:rect b="b" l="l" r="r" t="t"/>
              <a:pathLst>
                <a:path extrusionOk="0" h="2755"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a:off x="4138350" y="1088425"/>
              <a:ext cx="68450" cy="68875"/>
            </a:xfrm>
            <a:custGeom>
              <a:rect b="b" l="l" r="r" t="t"/>
              <a:pathLst>
                <a:path extrusionOk="0" h="2755"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p:nvPr/>
          </p:nvSpPr>
          <p:spPr>
            <a:xfrm>
              <a:off x="4297850" y="1088425"/>
              <a:ext cx="68875" cy="68875"/>
            </a:xfrm>
            <a:custGeom>
              <a:rect b="b" l="l" r="r" t="t"/>
              <a:pathLst>
                <a:path extrusionOk="0" h="2755"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p:nvPr/>
          </p:nvSpPr>
          <p:spPr>
            <a:xfrm>
              <a:off x="4456475" y="1088425"/>
              <a:ext cx="68425" cy="68875"/>
            </a:xfrm>
            <a:custGeom>
              <a:rect b="b" l="l" r="r" t="t"/>
              <a:pathLst>
                <a:path extrusionOk="0" h="2755"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p:nvPr/>
          </p:nvSpPr>
          <p:spPr>
            <a:xfrm>
              <a:off x="4138350" y="1233975"/>
              <a:ext cx="68450" cy="68450"/>
            </a:xfrm>
            <a:custGeom>
              <a:rect b="b" l="l" r="r" t="t"/>
              <a:pathLst>
                <a:path extrusionOk="0" h="2738" w="2738">
                  <a:moveTo>
                    <a:pt x="0" y="1"/>
                  </a:moveTo>
                  <a:lnTo>
                    <a:pt x="0" y="2737"/>
                  </a:lnTo>
                  <a:lnTo>
                    <a:pt x="2737" y="2737"/>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4"/>
            <p:cNvSpPr/>
            <p:nvPr/>
          </p:nvSpPr>
          <p:spPr>
            <a:xfrm>
              <a:off x="4297850" y="1233975"/>
              <a:ext cx="68875" cy="68450"/>
            </a:xfrm>
            <a:custGeom>
              <a:rect b="b" l="l" r="r" t="t"/>
              <a:pathLst>
                <a:path extrusionOk="0" h="2738" w="2755">
                  <a:moveTo>
                    <a:pt x="0" y="1"/>
                  </a:moveTo>
                  <a:lnTo>
                    <a:pt x="0" y="2737"/>
                  </a:lnTo>
                  <a:lnTo>
                    <a:pt x="2754" y="2737"/>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a:off x="4456475" y="1233975"/>
              <a:ext cx="68425" cy="68450"/>
            </a:xfrm>
            <a:custGeom>
              <a:rect b="b" l="l" r="r" t="t"/>
              <a:pathLst>
                <a:path extrusionOk="0" h="2738" w="2737">
                  <a:moveTo>
                    <a:pt x="0" y="1"/>
                  </a:moveTo>
                  <a:lnTo>
                    <a:pt x="0" y="2737"/>
                  </a:lnTo>
                  <a:lnTo>
                    <a:pt x="2737" y="2737"/>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4"/>
            <p:cNvSpPr/>
            <p:nvPr/>
          </p:nvSpPr>
          <p:spPr>
            <a:xfrm>
              <a:off x="4138350" y="1379100"/>
              <a:ext cx="68450" cy="68875"/>
            </a:xfrm>
            <a:custGeom>
              <a:rect b="b" l="l" r="r" t="t"/>
              <a:pathLst>
                <a:path extrusionOk="0" h="2755" w="2738">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p:nvPr/>
          </p:nvSpPr>
          <p:spPr>
            <a:xfrm>
              <a:off x="4297850" y="1379100"/>
              <a:ext cx="68875" cy="68875"/>
            </a:xfrm>
            <a:custGeom>
              <a:rect b="b" l="l" r="r" t="t"/>
              <a:pathLst>
                <a:path extrusionOk="0" h="2755" w="2755">
                  <a:moveTo>
                    <a:pt x="0" y="0"/>
                  </a:moveTo>
                  <a:lnTo>
                    <a:pt x="0" y="2754"/>
                  </a:lnTo>
                  <a:lnTo>
                    <a:pt x="2754" y="2754"/>
                  </a:lnTo>
                  <a:lnTo>
                    <a:pt x="275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4"/>
            <p:cNvSpPr/>
            <p:nvPr/>
          </p:nvSpPr>
          <p:spPr>
            <a:xfrm>
              <a:off x="4456475" y="1379100"/>
              <a:ext cx="68425" cy="68875"/>
            </a:xfrm>
            <a:custGeom>
              <a:rect b="b" l="l" r="r" t="t"/>
              <a:pathLst>
                <a:path extrusionOk="0" h="2755" w="2737">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a:off x="4138350" y="1524650"/>
              <a:ext cx="68450" cy="68875"/>
            </a:xfrm>
            <a:custGeom>
              <a:rect b="b" l="l" r="r" t="t"/>
              <a:pathLst>
                <a:path extrusionOk="0" h="2755" w="2738">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4297850" y="1524650"/>
              <a:ext cx="68875" cy="68875"/>
            </a:xfrm>
            <a:custGeom>
              <a:rect b="b" l="l" r="r" t="t"/>
              <a:pathLst>
                <a:path extrusionOk="0" h="2755" w="2755">
                  <a:moveTo>
                    <a:pt x="0" y="0"/>
                  </a:moveTo>
                  <a:lnTo>
                    <a:pt x="0" y="2754"/>
                  </a:lnTo>
                  <a:lnTo>
                    <a:pt x="2754" y="2754"/>
                  </a:lnTo>
                  <a:lnTo>
                    <a:pt x="275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a:off x="4456475" y="1524650"/>
              <a:ext cx="68425" cy="68875"/>
            </a:xfrm>
            <a:custGeom>
              <a:rect b="b" l="l" r="r" t="t"/>
              <a:pathLst>
                <a:path extrusionOk="0" h="2755" w="2737">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4"/>
            <p:cNvSpPr/>
            <p:nvPr/>
          </p:nvSpPr>
          <p:spPr>
            <a:xfrm>
              <a:off x="4138350" y="1668875"/>
              <a:ext cx="68450" cy="68900"/>
            </a:xfrm>
            <a:custGeom>
              <a:rect b="b" l="l" r="r" t="t"/>
              <a:pathLst>
                <a:path extrusionOk="0" h="2756"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4297850" y="1668875"/>
              <a:ext cx="68875" cy="68900"/>
            </a:xfrm>
            <a:custGeom>
              <a:rect b="b" l="l" r="r" t="t"/>
              <a:pathLst>
                <a:path extrusionOk="0" h="2756"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4456475" y="1668875"/>
              <a:ext cx="68425" cy="68900"/>
            </a:xfrm>
            <a:custGeom>
              <a:rect b="b" l="l" r="r" t="t"/>
              <a:pathLst>
                <a:path extrusionOk="0" h="2756"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 name="Google Shape;94;p14"/>
          <p:cNvGrpSpPr/>
          <p:nvPr/>
        </p:nvGrpSpPr>
        <p:grpSpPr>
          <a:xfrm>
            <a:off x="6125063" y="2365317"/>
            <a:ext cx="1004134" cy="1939934"/>
            <a:chOff x="3308625" y="459175"/>
            <a:chExt cx="736925" cy="1423700"/>
          </a:xfrm>
        </p:grpSpPr>
        <p:sp>
          <p:nvSpPr>
            <p:cNvPr id="95" name="Google Shape;95;p14"/>
            <p:cNvSpPr/>
            <p:nvPr/>
          </p:nvSpPr>
          <p:spPr>
            <a:xfrm>
              <a:off x="3308625" y="459175"/>
              <a:ext cx="736925" cy="1423700"/>
            </a:xfrm>
            <a:custGeom>
              <a:rect b="b" l="l" r="r" t="t"/>
              <a:pathLst>
                <a:path extrusionOk="0" h="56948" w="29477">
                  <a:moveTo>
                    <a:pt x="0" y="0"/>
                  </a:moveTo>
                  <a:lnTo>
                    <a:pt x="0" y="56948"/>
                  </a:lnTo>
                  <a:lnTo>
                    <a:pt x="29477" y="56948"/>
                  </a:lnTo>
                  <a:lnTo>
                    <a:pt x="29477" y="0"/>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a:off x="3352625" y="748525"/>
              <a:ext cx="109850" cy="148175"/>
            </a:xfrm>
            <a:custGeom>
              <a:rect b="b" l="l" r="r" t="t"/>
              <a:pathLst>
                <a:path extrusionOk="0" h="5927" w="4394">
                  <a:moveTo>
                    <a:pt x="2197" y="0"/>
                  </a:moveTo>
                  <a:cubicBezTo>
                    <a:pt x="977" y="0"/>
                    <a:pt x="1" y="994"/>
                    <a:pt x="1" y="2214"/>
                  </a:cubicBezTo>
                  <a:lnTo>
                    <a:pt x="1" y="5927"/>
                  </a:lnTo>
                  <a:lnTo>
                    <a:pt x="4394" y="5927"/>
                  </a:lnTo>
                  <a:lnTo>
                    <a:pt x="4394" y="2197"/>
                  </a:lnTo>
                  <a:cubicBezTo>
                    <a:pt x="4394"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3499500" y="748525"/>
              <a:ext cx="109825" cy="148175"/>
            </a:xfrm>
            <a:custGeom>
              <a:rect b="b" l="l" r="r" t="t"/>
              <a:pathLst>
                <a:path extrusionOk="0" h="5927" w="4393">
                  <a:moveTo>
                    <a:pt x="2197" y="0"/>
                  </a:moveTo>
                  <a:cubicBezTo>
                    <a:pt x="994" y="0"/>
                    <a:pt x="0" y="994"/>
                    <a:pt x="0" y="2214"/>
                  </a:cubicBezTo>
                  <a:lnTo>
                    <a:pt x="0" y="5927"/>
                  </a:lnTo>
                  <a:lnTo>
                    <a:pt x="4393" y="5927"/>
                  </a:lnTo>
                  <a:lnTo>
                    <a:pt x="4393" y="2214"/>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p:nvPr/>
          </p:nvSpPr>
          <p:spPr>
            <a:xfrm>
              <a:off x="3646350" y="748525"/>
              <a:ext cx="110275" cy="148175"/>
            </a:xfrm>
            <a:custGeom>
              <a:rect b="b" l="l" r="r" t="t"/>
              <a:pathLst>
                <a:path extrusionOk="0" h="5927" w="4411">
                  <a:moveTo>
                    <a:pt x="2214" y="0"/>
                  </a:moveTo>
                  <a:cubicBezTo>
                    <a:pt x="994" y="0"/>
                    <a:pt x="1" y="994"/>
                    <a:pt x="1" y="2214"/>
                  </a:cubicBezTo>
                  <a:lnTo>
                    <a:pt x="1" y="5927"/>
                  </a:lnTo>
                  <a:lnTo>
                    <a:pt x="4411" y="5927"/>
                  </a:lnTo>
                  <a:lnTo>
                    <a:pt x="4411" y="2214"/>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a:off x="3352625" y="554600"/>
              <a:ext cx="109850" cy="148200"/>
            </a:xfrm>
            <a:custGeom>
              <a:rect b="b" l="l" r="r" t="t"/>
              <a:pathLst>
                <a:path extrusionOk="0" h="5928" w="4394">
                  <a:moveTo>
                    <a:pt x="2197" y="0"/>
                  </a:moveTo>
                  <a:cubicBezTo>
                    <a:pt x="977" y="0"/>
                    <a:pt x="1" y="994"/>
                    <a:pt x="1" y="2197"/>
                  </a:cubicBezTo>
                  <a:lnTo>
                    <a:pt x="1" y="5927"/>
                  </a:lnTo>
                  <a:lnTo>
                    <a:pt x="4394" y="5927"/>
                  </a:lnTo>
                  <a:lnTo>
                    <a:pt x="4394" y="2197"/>
                  </a:lnTo>
                  <a:cubicBezTo>
                    <a:pt x="4394" y="977"/>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3499500" y="554600"/>
              <a:ext cx="109825" cy="148200"/>
            </a:xfrm>
            <a:custGeom>
              <a:rect b="b" l="l" r="r" t="t"/>
              <a:pathLst>
                <a:path extrusionOk="0" h="5928" w="4393">
                  <a:moveTo>
                    <a:pt x="2197" y="0"/>
                  </a:moveTo>
                  <a:cubicBezTo>
                    <a:pt x="994"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a:off x="3646350" y="554600"/>
              <a:ext cx="110275" cy="148200"/>
            </a:xfrm>
            <a:custGeom>
              <a:rect b="b" l="l" r="r" t="t"/>
              <a:pathLst>
                <a:path extrusionOk="0" h="5928" w="4411">
                  <a:moveTo>
                    <a:pt x="2214" y="0"/>
                  </a:moveTo>
                  <a:cubicBezTo>
                    <a:pt x="994" y="0"/>
                    <a:pt x="1" y="994"/>
                    <a:pt x="1" y="2197"/>
                  </a:cubicBezTo>
                  <a:lnTo>
                    <a:pt x="1"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a:off x="3352625" y="956825"/>
              <a:ext cx="109850" cy="148200"/>
            </a:xfrm>
            <a:custGeom>
              <a:rect b="b" l="l" r="r" t="t"/>
              <a:pathLst>
                <a:path extrusionOk="0" h="5928" w="4394">
                  <a:moveTo>
                    <a:pt x="2197" y="0"/>
                  </a:moveTo>
                  <a:cubicBezTo>
                    <a:pt x="977" y="0"/>
                    <a:pt x="1" y="994"/>
                    <a:pt x="1" y="2197"/>
                  </a:cubicBezTo>
                  <a:lnTo>
                    <a:pt x="1" y="5927"/>
                  </a:lnTo>
                  <a:lnTo>
                    <a:pt x="4394" y="5927"/>
                  </a:lnTo>
                  <a:lnTo>
                    <a:pt x="4394" y="2197"/>
                  </a:lnTo>
                  <a:cubicBezTo>
                    <a:pt x="4394" y="977"/>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3499500" y="956825"/>
              <a:ext cx="109825" cy="148200"/>
            </a:xfrm>
            <a:custGeom>
              <a:rect b="b" l="l" r="r" t="t"/>
              <a:pathLst>
                <a:path extrusionOk="0" h="5928" w="4393">
                  <a:moveTo>
                    <a:pt x="2197" y="0"/>
                  </a:moveTo>
                  <a:cubicBezTo>
                    <a:pt x="994"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a:off x="3646350" y="956825"/>
              <a:ext cx="110275" cy="148200"/>
            </a:xfrm>
            <a:custGeom>
              <a:rect b="b" l="l" r="r" t="t"/>
              <a:pathLst>
                <a:path extrusionOk="0" h="5928" w="4411">
                  <a:moveTo>
                    <a:pt x="2214" y="0"/>
                  </a:moveTo>
                  <a:cubicBezTo>
                    <a:pt x="994" y="0"/>
                    <a:pt x="1" y="994"/>
                    <a:pt x="1" y="2197"/>
                  </a:cubicBezTo>
                  <a:lnTo>
                    <a:pt x="1"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p:nvPr/>
          </p:nvSpPr>
          <p:spPr>
            <a:xfrm>
              <a:off x="3354825" y="1356000"/>
              <a:ext cx="110275" cy="148175"/>
            </a:xfrm>
            <a:custGeom>
              <a:rect b="b" l="l" r="r" t="t"/>
              <a:pathLst>
                <a:path extrusionOk="0" h="5927" w="4411">
                  <a:moveTo>
                    <a:pt x="2196" y="0"/>
                  </a:moveTo>
                  <a:cubicBezTo>
                    <a:pt x="994" y="0"/>
                    <a:pt x="0" y="994"/>
                    <a:pt x="0" y="2197"/>
                  </a:cubicBezTo>
                  <a:lnTo>
                    <a:pt x="0" y="5927"/>
                  </a:lnTo>
                  <a:lnTo>
                    <a:pt x="4410" y="5927"/>
                  </a:lnTo>
                  <a:lnTo>
                    <a:pt x="4410" y="2197"/>
                  </a:lnTo>
                  <a:cubicBezTo>
                    <a:pt x="4410" y="994"/>
                    <a:pt x="3417" y="0"/>
                    <a:pt x="2196"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a:off x="3501675" y="1356000"/>
              <a:ext cx="110275" cy="148175"/>
            </a:xfrm>
            <a:custGeom>
              <a:rect b="b" l="l" r="r" t="t"/>
              <a:pathLst>
                <a:path extrusionOk="0" h="5927" w="4411">
                  <a:moveTo>
                    <a:pt x="2214" y="0"/>
                  </a:moveTo>
                  <a:cubicBezTo>
                    <a:pt x="994" y="0"/>
                    <a:pt x="0" y="994"/>
                    <a:pt x="18" y="2197"/>
                  </a:cubicBezTo>
                  <a:lnTo>
                    <a:pt x="18"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3648975" y="1356000"/>
              <a:ext cx="109825" cy="148175"/>
            </a:xfrm>
            <a:custGeom>
              <a:rect b="b" l="l" r="r" t="t"/>
              <a:pathLst>
                <a:path extrusionOk="0" h="5927" w="4393">
                  <a:moveTo>
                    <a:pt x="2197" y="0"/>
                  </a:moveTo>
                  <a:cubicBezTo>
                    <a:pt x="976"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p:nvPr/>
          </p:nvSpPr>
          <p:spPr>
            <a:xfrm>
              <a:off x="3354825" y="1562125"/>
              <a:ext cx="110275" cy="148175"/>
            </a:xfrm>
            <a:custGeom>
              <a:rect b="b" l="l" r="r" t="t"/>
              <a:pathLst>
                <a:path extrusionOk="0" h="5927" w="4411">
                  <a:moveTo>
                    <a:pt x="2196" y="0"/>
                  </a:moveTo>
                  <a:cubicBezTo>
                    <a:pt x="994" y="0"/>
                    <a:pt x="0" y="976"/>
                    <a:pt x="0" y="2197"/>
                  </a:cubicBezTo>
                  <a:lnTo>
                    <a:pt x="0" y="5927"/>
                  </a:lnTo>
                  <a:lnTo>
                    <a:pt x="4410" y="5927"/>
                  </a:lnTo>
                  <a:lnTo>
                    <a:pt x="4410" y="2197"/>
                  </a:lnTo>
                  <a:cubicBezTo>
                    <a:pt x="4410" y="976"/>
                    <a:pt x="3417" y="0"/>
                    <a:pt x="2196"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p:nvPr/>
          </p:nvSpPr>
          <p:spPr>
            <a:xfrm>
              <a:off x="3501675" y="1562125"/>
              <a:ext cx="110275" cy="148175"/>
            </a:xfrm>
            <a:custGeom>
              <a:rect b="b" l="l" r="r" t="t"/>
              <a:pathLst>
                <a:path extrusionOk="0" h="5927" w="4411">
                  <a:moveTo>
                    <a:pt x="2214" y="0"/>
                  </a:moveTo>
                  <a:cubicBezTo>
                    <a:pt x="994" y="0"/>
                    <a:pt x="0" y="976"/>
                    <a:pt x="18" y="2197"/>
                  </a:cubicBezTo>
                  <a:lnTo>
                    <a:pt x="18" y="5927"/>
                  </a:lnTo>
                  <a:lnTo>
                    <a:pt x="4411" y="5927"/>
                  </a:lnTo>
                  <a:lnTo>
                    <a:pt x="4411" y="2197"/>
                  </a:lnTo>
                  <a:cubicBezTo>
                    <a:pt x="4411" y="976"/>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p:nvPr/>
          </p:nvSpPr>
          <p:spPr>
            <a:xfrm>
              <a:off x="3648975" y="1562125"/>
              <a:ext cx="109825" cy="148175"/>
            </a:xfrm>
            <a:custGeom>
              <a:rect b="b" l="l" r="r" t="t"/>
              <a:pathLst>
                <a:path extrusionOk="0" h="5927" w="4393">
                  <a:moveTo>
                    <a:pt x="2197" y="0"/>
                  </a:moveTo>
                  <a:cubicBezTo>
                    <a:pt x="976" y="0"/>
                    <a:pt x="0" y="976"/>
                    <a:pt x="0" y="2197"/>
                  </a:cubicBezTo>
                  <a:lnTo>
                    <a:pt x="0" y="5927"/>
                  </a:lnTo>
                  <a:lnTo>
                    <a:pt x="4393" y="5927"/>
                  </a:lnTo>
                  <a:lnTo>
                    <a:pt x="4393" y="2197"/>
                  </a:lnTo>
                  <a:cubicBezTo>
                    <a:pt x="4393" y="976"/>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p:cNvSpPr/>
            <p:nvPr/>
          </p:nvSpPr>
          <p:spPr>
            <a:xfrm>
              <a:off x="3352625" y="1156400"/>
              <a:ext cx="109850" cy="148200"/>
            </a:xfrm>
            <a:custGeom>
              <a:rect b="b" l="l" r="r" t="t"/>
              <a:pathLst>
                <a:path extrusionOk="0" h="5928" w="4394">
                  <a:moveTo>
                    <a:pt x="2197" y="1"/>
                  </a:moveTo>
                  <a:cubicBezTo>
                    <a:pt x="977" y="1"/>
                    <a:pt x="1" y="994"/>
                    <a:pt x="1" y="2197"/>
                  </a:cubicBezTo>
                  <a:lnTo>
                    <a:pt x="1" y="5927"/>
                  </a:lnTo>
                  <a:lnTo>
                    <a:pt x="4394" y="5927"/>
                  </a:lnTo>
                  <a:lnTo>
                    <a:pt x="4394" y="2197"/>
                  </a:lnTo>
                  <a:cubicBezTo>
                    <a:pt x="4394" y="977"/>
                    <a:pt x="3417" y="1"/>
                    <a:pt x="2197"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4"/>
            <p:cNvSpPr/>
            <p:nvPr/>
          </p:nvSpPr>
          <p:spPr>
            <a:xfrm>
              <a:off x="3499500" y="1156400"/>
              <a:ext cx="109825" cy="148200"/>
            </a:xfrm>
            <a:custGeom>
              <a:rect b="b" l="l" r="r" t="t"/>
              <a:pathLst>
                <a:path extrusionOk="0" h="5928" w="4393">
                  <a:moveTo>
                    <a:pt x="2197" y="1"/>
                  </a:moveTo>
                  <a:cubicBezTo>
                    <a:pt x="994" y="1"/>
                    <a:pt x="0" y="994"/>
                    <a:pt x="0" y="2197"/>
                  </a:cubicBezTo>
                  <a:lnTo>
                    <a:pt x="0" y="5927"/>
                  </a:lnTo>
                  <a:lnTo>
                    <a:pt x="4393" y="5927"/>
                  </a:lnTo>
                  <a:lnTo>
                    <a:pt x="4393" y="2197"/>
                  </a:lnTo>
                  <a:cubicBezTo>
                    <a:pt x="4393" y="994"/>
                    <a:pt x="3417" y="1"/>
                    <a:pt x="2197"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4"/>
            <p:cNvSpPr/>
            <p:nvPr/>
          </p:nvSpPr>
          <p:spPr>
            <a:xfrm>
              <a:off x="3646350" y="1156400"/>
              <a:ext cx="110275" cy="148200"/>
            </a:xfrm>
            <a:custGeom>
              <a:rect b="b" l="l" r="r" t="t"/>
              <a:pathLst>
                <a:path extrusionOk="0" h="5928" w="4411">
                  <a:moveTo>
                    <a:pt x="2214" y="1"/>
                  </a:moveTo>
                  <a:cubicBezTo>
                    <a:pt x="994" y="1"/>
                    <a:pt x="1" y="994"/>
                    <a:pt x="1" y="2197"/>
                  </a:cubicBezTo>
                  <a:lnTo>
                    <a:pt x="1" y="5927"/>
                  </a:lnTo>
                  <a:lnTo>
                    <a:pt x="4411" y="5927"/>
                  </a:lnTo>
                  <a:lnTo>
                    <a:pt x="4411" y="2197"/>
                  </a:lnTo>
                  <a:cubicBezTo>
                    <a:pt x="4411" y="994"/>
                    <a:pt x="3417" y="1"/>
                    <a:pt x="2214"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4"/>
            <p:cNvSpPr/>
            <p:nvPr/>
          </p:nvSpPr>
          <p:spPr>
            <a:xfrm>
              <a:off x="3813700" y="459175"/>
              <a:ext cx="231850" cy="1423700"/>
            </a:xfrm>
            <a:custGeom>
              <a:rect b="b" l="l" r="r" t="t"/>
              <a:pathLst>
                <a:path extrusionOk="0" h="56948" w="9274">
                  <a:moveTo>
                    <a:pt x="0" y="0"/>
                  </a:moveTo>
                  <a:lnTo>
                    <a:pt x="0" y="56948"/>
                  </a:lnTo>
                  <a:lnTo>
                    <a:pt x="9274" y="56948"/>
                  </a:lnTo>
                  <a:lnTo>
                    <a:pt x="927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4"/>
          <p:cNvGrpSpPr/>
          <p:nvPr/>
        </p:nvGrpSpPr>
        <p:grpSpPr>
          <a:xfrm>
            <a:off x="5172958" y="2730008"/>
            <a:ext cx="891924" cy="1726789"/>
            <a:chOff x="2607875" y="643925"/>
            <a:chExt cx="654575" cy="1267275"/>
          </a:xfrm>
        </p:grpSpPr>
        <p:sp>
          <p:nvSpPr>
            <p:cNvPr id="116" name="Google Shape;116;p14"/>
            <p:cNvSpPr/>
            <p:nvPr/>
          </p:nvSpPr>
          <p:spPr>
            <a:xfrm>
              <a:off x="2607875" y="643925"/>
              <a:ext cx="654575" cy="1267275"/>
            </a:xfrm>
            <a:custGeom>
              <a:rect b="b" l="l" r="r" t="t"/>
              <a:pathLst>
                <a:path extrusionOk="0" h="50691" w="26183">
                  <a:moveTo>
                    <a:pt x="1" y="1"/>
                  </a:moveTo>
                  <a:lnTo>
                    <a:pt x="1" y="50691"/>
                  </a:lnTo>
                  <a:lnTo>
                    <a:pt x="26183" y="50691"/>
                  </a:lnTo>
                  <a:lnTo>
                    <a:pt x="26183"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4"/>
            <p:cNvSpPr/>
            <p:nvPr/>
          </p:nvSpPr>
          <p:spPr>
            <a:xfrm>
              <a:off x="2667150" y="718450"/>
              <a:ext cx="51875" cy="210500"/>
            </a:xfrm>
            <a:custGeom>
              <a:rect b="b" l="l" r="r" t="t"/>
              <a:pathLst>
                <a:path extrusionOk="0" h="8420" w="2075">
                  <a:moveTo>
                    <a:pt x="1" y="1"/>
                  </a:moveTo>
                  <a:lnTo>
                    <a:pt x="1" y="8420"/>
                  </a:lnTo>
                  <a:lnTo>
                    <a:pt x="2075" y="8420"/>
                  </a:lnTo>
                  <a:lnTo>
                    <a:pt x="2075"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4"/>
            <p:cNvSpPr/>
            <p:nvPr/>
          </p:nvSpPr>
          <p:spPr>
            <a:xfrm>
              <a:off x="2765200" y="718450"/>
              <a:ext cx="51450" cy="210500"/>
            </a:xfrm>
            <a:custGeom>
              <a:rect b="b" l="l" r="r" t="t"/>
              <a:pathLst>
                <a:path extrusionOk="0" h="8420"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4"/>
            <p:cNvSpPr/>
            <p:nvPr/>
          </p:nvSpPr>
          <p:spPr>
            <a:xfrm>
              <a:off x="2863250" y="718450"/>
              <a:ext cx="51450" cy="210500"/>
            </a:xfrm>
            <a:custGeom>
              <a:rect b="b" l="l" r="r" t="t"/>
              <a:pathLst>
                <a:path extrusionOk="0" h="8420"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4"/>
            <p:cNvSpPr/>
            <p:nvPr/>
          </p:nvSpPr>
          <p:spPr>
            <a:xfrm>
              <a:off x="2960875" y="7184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4"/>
            <p:cNvSpPr/>
            <p:nvPr/>
          </p:nvSpPr>
          <p:spPr>
            <a:xfrm>
              <a:off x="2667150" y="1012175"/>
              <a:ext cx="51875" cy="210500"/>
            </a:xfrm>
            <a:custGeom>
              <a:rect b="b" l="l" r="r" t="t"/>
              <a:pathLst>
                <a:path extrusionOk="0" h="8420" w="2075">
                  <a:moveTo>
                    <a:pt x="1" y="0"/>
                  </a:moveTo>
                  <a:lnTo>
                    <a:pt x="1" y="8419"/>
                  </a:lnTo>
                  <a:lnTo>
                    <a:pt x="2075" y="8419"/>
                  </a:lnTo>
                  <a:lnTo>
                    <a:pt x="207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4"/>
            <p:cNvSpPr/>
            <p:nvPr/>
          </p:nvSpPr>
          <p:spPr>
            <a:xfrm>
              <a:off x="2765200" y="1012175"/>
              <a:ext cx="51450" cy="210500"/>
            </a:xfrm>
            <a:custGeom>
              <a:rect b="b" l="l" r="r" t="t"/>
              <a:pathLst>
                <a:path extrusionOk="0" h="8420" w="2058">
                  <a:moveTo>
                    <a:pt x="1" y="0"/>
                  </a:moveTo>
                  <a:lnTo>
                    <a:pt x="1" y="8419"/>
                  </a:lnTo>
                  <a:lnTo>
                    <a:pt x="2058" y="8419"/>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4"/>
            <p:cNvSpPr/>
            <p:nvPr/>
          </p:nvSpPr>
          <p:spPr>
            <a:xfrm>
              <a:off x="2863250" y="1012175"/>
              <a:ext cx="51450" cy="210500"/>
            </a:xfrm>
            <a:custGeom>
              <a:rect b="b" l="l" r="r" t="t"/>
              <a:pathLst>
                <a:path extrusionOk="0" h="8420" w="2058">
                  <a:moveTo>
                    <a:pt x="1" y="0"/>
                  </a:moveTo>
                  <a:lnTo>
                    <a:pt x="1" y="8419"/>
                  </a:lnTo>
                  <a:lnTo>
                    <a:pt x="2058" y="8419"/>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4"/>
            <p:cNvSpPr/>
            <p:nvPr/>
          </p:nvSpPr>
          <p:spPr>
            <a:xfrm>
              <a:off x="2960875" y="1012175"/>
              <a:ext cx="51450" cy="210500"/>
            </a:xfrm>
            <a:custGeom>
              <a:rect b="b" l="l" r="r" t="t"/>
              <a:pathLst>
                <a:path extrusionOk="0" h="8420" w="2058">
                  <a:moveTo>
                    <a:pt x="0" y="0"/>
                  </a:moveTo>
                  <a:lnTo>
                    <a:pt x="0" y="8419"/>
                  </a:lnTo>
                  <a:lnTo>
                    <a:pt x="2057" y="8419"/>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4"/>
            <p:cNvSpPr/>
            <p:nvPr/>
          </p:nvSpPr>
          <p:spPr>
            <a:xfrm>
              <a:off x="2667150" y="1294125"/>
              <a:ext cx="51875" cy="210050"/>
            </a:xfrm>
            <a:custGeom>
              <a:rect b="b" l="l" r="r" t="t"/>
              <a:pathLst>
                <a:path extrusionOk="0" h="8402" w="2075">
                  <a:moveTo>
                    <a:pt x="1" y="0"/>
                  </a:moveTo>
                  <a:lnTo>
                    <a:pt x="1" y="8402"/>
                  </a:lnTo>
                  <a:lnTo>
                    <a:pt x="2075" y="8402"/>
                  </a:lnTo>
                  <a:lnTo>
                    <a:pt x="207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4"/>
            <p:cNvSpPr/>
            <p:nvPr/>
          </p:nvSpPr>
          <p:spPr>
            <a:xfrm>
              <a:off x="2765200" y="1294125"/>
              <a:ext cx="51450" cy="210050"/>
            </a:xfrm>
            <a:custGeom>
              <a:rect b="b" l="l" r="r" t="t"/>
              <a:pathLst>
                <a:path extrusionOk="0" h="8402" w="2058">
                  <a:moveTo>
                    <a:pt x="1" y="0"/>
                  </a:moveTo>
                  <a:lnTo>
                    <a:pt x="1" y="8402"/>
                  </a:lnTo>
                  <a:lnTo>
                    <a:pt x="2058" y="8402"/>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4"/>
            <p:cNvSpPr/>
            <p:nvPr/>
          </p:nvSpPr>
          <p:spPr>
            <a:xfrm>
              <a:off x="2863250" y="1294125"/>
              <a:ext cx="51450" cy="210050"/>
            </a:xfrm>
            <a:custGeom>
              <a:rect b="b" l="l" r="r" t="t"/>
              <a:pathLst>
                <a:path extrusionOk="0" h="8402" w="2058">
                  <a:moveTo>
                    <a:pt x="1" y="0"/>
                  </a:moveTo>
                  <a:lnTo>
                    <a:pt x="1" y="8402"/>
                  </a:lnTo>
                  <a:lnTo>
                    <a:pt x="2058" y="8402"/>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4"/>
            <p:cNvSpPr/>
            <p:nvPr/>
          </p:nvSpPr>
          <p:spPr>
            <a:xfrm>
              <a:off x="2960875" y="1294125"/>
              <a:ext cx="51450" cy="210050"/>
            </a:xfrm>
            <a:custGeom>
              <a:rect b="b" l="l" r="r" t="t"/>
              <a:pathLst>
                <a:path extrusionOk="0" h="8402" w="2058">
                  <a:moveTo>
                    <a:pt x="0" y="0"/>
                  </a:moveTo>
                  <a:lnTo>
                    <a:pt x="0" y="8402"/>
                  </a:lnTo>
                  <a:lnTo>
                    <a:pt x="2057" y="8402"/>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4"/>
            <p:cNvSpPr/>
            <p:nvPr/>
          </p:nvSpPr>
          <p:spPr>
            <a:xfrm>
              <a:off x="2667150" y="1568650"/>
              <a:ext cx="51875" cy="210525"/>
            </a:xfrm>
            <a:custGeom>
              <a:rect b="b" l="l" r="r" t="t"/>
              <a:pathLst>
                <a:path extrusionOk="0" h="8421" w="2075">
                  <a:moveTo>
                    <a:pt x="1" y="1"/>
                  </a:moveTo>
                  <a:lnTo>
                    <a:pt x="1" y="8420"/>
                  </a:lnTo>
                  <a:lnTo>
                    <a:pt x="2075" y="8420"/>
                  </a:lnTo>
                  <a:lnTo>
                    <a:pt x="2075"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4"/>
            <p:cNvSpPr/>
            <p:nvPr/>
          </p:nvSpPr>
          <p:spPr>
            <a:xfrm>
              <a:off x="2765200" y="1568650"/>
              <a:ext cx="51450" cy="210525"/>
            </a:xfrm>
            <a:custGeom>
              <a:rect b="b" l="l" r="r" t="t"/>
              <a:pathLst>
                <a:path extrusionOk="0" h="8421"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4"/>
            <p:cNvSpPr/>
            <p:nvPr/>
          </p:nvSpPr>
          <p:spPr>
            <a:xfrm>
              <a:off x="2863250" y="1568650"/>
              <a:ext cx="51450" cy="210525"/>
            </a:xfrm>
            <a:custGeom>
              <a:rect b="b" l="l" r="r" t="t"/>
              <a:pathLst>
                <a:path extrusionOk="0" h="8421"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4"/>
            <p:cNvSpPr/>
            <p:nvPr/>
          </p:nvSpPr>
          <p:spPr>
            <a:xfrm>
              <a:off x="2960875" y="1568650"/>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4"/>
            <p:cNvSpPr/>
            <p:nvPr/>
          </p:nvSpPr>
          <p:spPr>
            <a:xfrm>
              <a:off x="3099450" y="643925"/>
              <a:ext cx="163000" cy="1267275"/>
            </a:xfrm>
            <a:custGeom>
              <a:rect b="b" l="l" r="r" t="t"/>
              <a:pathLst>
                <a:path extrusionOk="0" h="50691" w="6520">
                  <a:moveTo>
                    <a:pt x="0" y="1"/>
                  </a:moveTo>
                  <a:lnTo>
                    <a:pt x="0" y="50691"/>
                  </a:lnTo>
                  <a:lnTo>
                    <a:pt x="6520" y="50691"/>
                  </a:lnTo>
                  <a:lnTo>
                    <a:pt x="652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 name="Google Shape;134;p14"/>
          <p:cNvGrpSpPr/>
          <p:nvPr/>
        </p:nvGrpSpPr>
        <p:grpSpPr>
          <a:xfrm>
            <a:off x="8195375" y="1969419"/>
            <a:ext cx="891345" cy="1727368"/>
            <a:chOff x="4826000" y="484000"/>
            <a:chExt cx="654150" cy="1267700"/>
          </a:xfrm>
        </p:grpSpPr>
        <p:sp>
          <p:nvSpPr>
            <p:cNvPr id="135" name="Google Shape;135;p14"/>
            <p:cNvSpPr/>
            <p:nvPr/>
          </p:nvSpPr>
          <p:spPr>
            <a:xfrm>
              <a:off x="4826000" y="484000"/>
              <a:ext cx="654150" cy="1267700"/>
            </a:xfrm>
            <a:custGeom>
              <a:rect b="b" l="l" r="r" t="t"/>
              <a:pathLst>
                <a:path extrusionOk="0" h="50708" w="26166">
                  <a:moveTo>
                    <a:pt x="1" y="1"/>
                  </a:moveTo>
                  <a:lnTo>
                    <a:pt x="1" y="50708"/>
                  </a:lnTo>
                  <a:lnTo>
                    <a:pt x="26165" y="50708"/>
                  </a:lnTo>
                  <a:lnTo>
                    <a:pt x="26165"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4"/>
            <p:cNvSpPr/>
            <p:nvPr/>
          </p:nvSpPr>
          <p:spPr>
            <a:xfrm>
              <a:off x="4885275" y="558950"/>
              <a:ext cx="51450" cy="210500"/>
            </a:xfrm>
            <a:custGeom>
              <a:rect b="b" l="l" r="r" t="t"/>
              <a:pathLst>
                <a:path extrusionOk="0" h="8420" w="2058">
                  <a:moveTo>
                    <a:pt x="1" y="1"/>
                  </a:moveTo>
                  <a:lnTo>
                    <a:pt x="1"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
            <p:cNvSpPr/>
            <p:nvPr/>
          </p:nvSpPr>
          <p:spPr>
            <a:xfrm>
              <a:off x="498290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4"/>
            <p:cNvSpPr/>
            <p:nvPr/>
          </p:nvSpPr>
          <p:spPr>
            <a:xfrm>
              <a:off x="508095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4"/>
            <p:cNvSpPr/>
            <p:nvPr/>
          </p:nvSpPr>
          <p:spPr>
            <a:xfrm>
              <a:off x="517900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4"/>
            <p:cNvSpPr/>
            <p:nvPr/>
          </p:nvSpPr>
          <p:spPr>
            <a:xfrm>
              <a:off x="4885275" y="852675"/>
              <a:ext cx="51450" cy="210500"/>
            </a:xfrm>
            <a:custGeom>
              <a:rect b="b" l="l" r="r" t="t"/>
              <a:pathLst>
                <a:path extrusionOk="0" h="8420" w="2058">
                  <a:moveTo>
                    <a:pt x="1" y="0"/>
                  </a:moveTo>
                  <a:lnTo>
                    <a:pt x="1"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4"/>
            <p:cNvSpPr/>
            <p:nvPr/>
          </p:nvSpPr>
          <p:spPr>
            <a:xfrm>
              <a:off x="498290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4"/>
            <p:cNvSpPr/>
            <p:nvPr/>
          </p:nvSpPr>
          <p:spPr>
            <a:xfrm>
              <a:off x="508095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4"/>
            <p:cNvSpPr/>
            <p:nvPr/>
          </p:nvSpPr>
          <p:spPr>
            <a:xfrm>
              <a:off x="517900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4"/>
            <p:cNvSpPr/>
            <p:nvPr/>
          </p:nvSpPr>
          <p:spPr>
            <a:xfrm>
              <a:off x="4885275" y="1134175"/>
              <a:ext cx="51450" cy="210525"/>
            </a:xfrm>
            <a:custGeom>
              <a:rect b="b" l="l" r="r" t="t"/>
              <a:pathLst>
                <a:path extrusionOk="0" h="8421" w="2058">
                  <a:moveTo>
                    <a:pt x="1" y="1"/>
                  </a:moveTo>
                  <a:lnTo>
                    <a:pt x="1"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4"/>
            <p:cNvSpPr/>
            <p:nvPr/>
          </p:nvSpPr>
          <p:spPr>
            <a:xfrm>
              <a:off x="498290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4"/>
            <p:cNvSpPr/>
            <p:nvPr/>
          </p:nvSpPr>
          <p:spPr>
            <a:xfrm>
              <a:off x="508095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4"/>
            <p:cNvSpPr/>
            <p:nvPr/>
          </p:nvSpPr>
          <p:spPr>
            <a:xfrm>
              <a:off x="517900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4"/>
            <p:cNvSpPr/>
            <p:nvPr/>
          </p:nvSpPr>
          <p:spPr>
            <a:xfrm>
              <a:off x="4885275" y="1409150"/>
              <a:ext cx="51450" cy="210075"/>
            </a:xfrm>
            <a:custGeom>
              <a:rect b="b" l="l" r="r" t="t"/>
              <a:pathLst>
                <a:path extrusionOk="0" h="8403" w="2058">
                  <a:moveTo>
                    <a:pt x="1" y="1"/>
                  </a:moveTo>
                  <a:lnTo>
                    <a:pt x="1"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4"/>
            <p:cNvSpPr/>
            <p:nvPr/>
          </p:nvSpPr>
          <p:spPr>
            <a:xfrm>
              <a:off x="498290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4"/>
            <p:cNvSpPr/>
            <p:nvPr/>
          </p:nvSpPr>
          <p:spPr>
            <a:xfrm>
              <a:off x="508095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4"/>
            <p:cNvSpPr/>
            <p:nvPr/>
          </p:nvSpPr>
          <p:spPr>
            <a:xfrm>
              <a:off x="517900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4"/>
            <p:cNvSpPr/>
            <p:nvPr/>
          </p:nvSpPr>
          <p:spPr>
            <a:xfrm>
              <a:off x="5317575" y="484000"/>
              <a:ext cx="162575" cy="1267700"/>
            </a:xfrm>
            <a:custGeom>
              <a:rect b="b" l="l" r="r" t="t"/>
              <a:pathLst>
                <a:path extrusionOk="0" h="50708" w="6503">
                  <a:moveTo>
                    <a:pt x="0" y="1"/>
                  </a:moveTo>
                  <a:lnTo>
                    <a:pt x="0" y="50708"/>
                  </a:lnTo>
                  <a:lnTo>
                    <a:pt x="6502" y="50708"/>
                  </a:lnTo>
                  <a:lnTo>
                    <a:pt x="650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 name="Google Shape;153;p14"/>
          <p:cNvGrpSpPr/>
          <p:nvPr/>
        </p:nvGrpSpPr>
        <p:grpSpPr>
          <a:xfrm>
            <a:off x="6157382" y="2265586"/>
            <a:ext cx="1184079" cy="2130184"/>
            <a:chOff x="5195125" y="2889950"/>
            <a:chExt cx="787025" cy="1415875"/>
          </a:xfrm>
        </p:grpSpPr>
        <p:sp>
          <p:nvSpPr>
            <p:cNvPr id="154" name="Google Shape;154;p14"/>
            <p:cNvSpPr/>
            <p:nvPr/>
          </p:nvSpPr>
          <p:spPr>
            <a:xfrm>
              <a:off x="5291425" y="3540550"/>
              <a:ext cx="25" cy="692925"/>
            </a:xfrm>
            <a:custGeom>
              <a:rect b="b" l="l" r="r" t="t"/>
              <a:pathLst>
                <a:path extrusionOk="0" fill="none" h="27717" w="1">
                  <a:moveTo>
                    <a:pt x="0" y="1"/>
                  </a:moveTo>
                  <a:lnTo>
                    <a:pt x="0" y="27716"/>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4"/>
            <p:cNvSpPr/>
            <p:nvPr/>
          </p:nvSpPr>
          <p:spPr>
            <a:xfrm>
              <a:off x="5345900" y="3298700"/>
              <a:ext cx="25" cy="934775"/>
            </a:xfrm>
            <a:custGeom>
              <a:rect b="b" l="l" r="r" t="t"/>
              <a:pathLst>
                <a:path extrusionOk="0" fill="none" h="37391" w="1">
                  <a:moveTo>
                    <a:pt x="0" y="1"/>
                  </a:moveTo>
                  <a:lnTo>
                    <a:pt x="0" y="3739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
            <p:cNvSpPr/>
            <p:nvPr/>
          </p:nvSpPr>
          <p:spPr>
            <a:xfrm>
              <a:off x="5238250" y="3536200"/>
              <a:ext cx="25" cy="755675"/>
            </a:xfrm>
            <a:custGeom>
              <a:rect b="b" l="l" r="r" t="t"/>
              <a:pathLst>
                <a:path extrusionOk="0" fill="none" h="30227" w="1">
                  <a:moveTo>
                    <a:pt x="1" y="1"/>
                  </a:moveTo>
                  <a:lnTo>
                    <a:pt x="1" y="30226"/>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4"/>
            <p:cNvSpPr/>
            <p:nvPr/>
          </p:nvSpPr>
          <p:spPr>
            <a:xfrm>
              <a:off x="5433925"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4"/>
            <p:cNvSpPr/>
            <p:nvPr/>
          </p:nvSpPr>
          <p:spPr>
            <a:xfrm>
              <a:off x="5504075" y="2970550"/>
              <a:ext cx="25" cy="1335275"/>
            </a:xfrm>
            <a:custGeom>
              <a:rect b="b" l="l" r="r" t="t"/>
              <a:pathLst>
                <a:path extrusionOk="0" fill="none" h="53411" w="1">
                  <a:moveTo>
                    <a:pt x="1" y="1"/>
                  </a:moveTo>
                  <a:lnTo>
                    <a:pt x="1" y="5341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
            <p:cNvSpPr/>
            <p:nvPr/>
          </p:nvSpPr>
          <p:spPr>
            <a:xfrm>
              <a:off x="557425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4"/>
            <p:cNvSpPr/>
            <p:nvPr/>
          </p:nvSpPr>
          <p:spPr>
            <a:xfrm>
              <a:off x="557425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4"/>
            <p:cNvSpPr/>
            <p:nvPr/>
          </p:nvSpPr>
          <p:spPr>
            <a:xfrm>
              <a:off x="5643975" y="2937000"/>
              <a:ext cx="25" cy="1335250"/>
            </a:xfrm>
            <a:custGeom>
              <a:rect b="b" l="l" r="r" t="t"/>
              <a:pathLst>
                <a:path extrusionOk="0" fill="none" h="53410" w="1">
                  <a:moveTo>
                    <a:pt x="0" y="1"/>
                  </a:moveTo>
                  <a:lnTo>
                    <a:pt x="0" y="5341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
            <p:cNvSpPr/>
            <p:nvPr/>
          </p:nvSpPr>
          <p:spPr>
            <a:xfrm>
              <a:off x="5714125" y="2889950"/>
              <a:ext cx="25" cy="1335250"/>
            </a:xfrm>
            <a:custGeom>
              <a:rect b="b" l="l" r="r" t="t"/>
              <a:pathLst>
                <a:path extrusionOk="0" fill="none" h="53410" w="1">
                  <a:moveTo>
                    <a:pt x="1" y="0"/>
                  </a:moveTo>
                  <a:lnTo>
                    <a:pt x="1"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4"/>
            <p:cNvSpPr/>
            <p:nvPr/>
          </p:nvSpPr>
          <p:spPr>
            <a:xfrm>
              <a:off x="578430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4"/>
            <p:cNvSpPr/>
            <p:nvPr/>
          </p:nvSpPr>
          <p:spPr>
            <a:xfrm>
              <a:off x="5827425" y="3031575"/>
              <a:ext cx="25" cy="1210175"/>
            </a:xfrm>
            <a:custGeom>
              <a:rect b="b" l="l" r="r" t="t"/>
              <a:pathLst>
                <a:path extrusionOk="0" fill="none" h="48407" w="1">
                  <a:moveTo>
                    <a:pt x="1" y="0"/>
                  </a:moveTo>
                  <a:lnTo>
                    <a:pt x="1" y="48407"/>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4"/>
            <p:cNvSpPr/>
            <p:nvPr/>
          </p:nvSpPr>
          <p:spPr>
            <a:xfrm>
              <a:off x="5897600" y="3273425"/>
              <a:ext cx="25" cy="970950"/>
            </a:xfrm>
            <a:custGeom>
              <a:rect b="b" l="l" r="r" t="t"/>
              <a:pathLst>
                <a:path extrusionOk="0" fill="none" h="38838" w="1">
                  <a:moveTo>
                    <a:pt x="0" y="1"/>
                  </a:moveTo>
                  <a:lnTo>
                    <a:pt x="0" y="38837"/>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4"/>
            <p:cNvSpPr/>
            <p:nvPr/>
          </p:nvSpPr>
          <p:spPr>
            <a:xfrm>
              <a:off x="5407350" y="3131800"/>
              <a:ext cx="466300" cy="25"/>
            </a:xfrm>
            <a:custGeom>
              <a:rect b="b" l="l" r="r" t="t"/>
              <a:pathLst>
                <a:path extrusionOk="0" fill="none" h="1" w="18652">
                  <a:moveTo>
                    <a:pt x="0" y="0"/>
                  </a:moveTo>
                  <a:lnTo>
                    <a:pt x="18652"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4"/>
            <p:cNvSpPr/>
            <p:nvPr/>
          </p:nvSpPr>
          <p:spPr>
            <a:xfrm>
              <a:off x="5332825" y="3201075"/>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4"/>
            <p:cNvSpPr/>
            <p:nvPr/>
          </p:nvSpPr>
          <p:spPr>
            <a:xfrm>
              <a:off x="5332825" y="325120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4"/>
            <p:cNvSpPr/>
            <p:nvPr/>
          </p:nvSpPr>
          <p:spPr>
            <a:xfrm>
              <a:off x="5332825" y="3304375"/>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4"/>
            <p:cNvSpPr/>
            <p:nvPr/>
          </p:nvSpPr>
          <p:spPr>
            <a:xfrm>
              <a:off x="5332825" y="340415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4"/>
            <p:cNvSpPr/>
            <p:nvPr/>
          </p:nvSpPr>
          <p:spPr>
            <a:xfrm>
              <a:off x="5332825" y="340415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
            <p:cNvSpPr/>
            <p:nvPr/>
          </p:nvSpPr>
          <p:spPr>
            <a:xfrm>
              <a:off x="5332825" y="3504400"/>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4"/>
            <p:cNvSpPr/>
            <p:nvPr/>
          </p:nvSpPr>
          <p:spPr>
            <a:xfrm>
              <a:off x="5332825" y="3504400"/>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4"/>
            <p:cNvSpPr/>
            <p:nvPr/>
          </p:nvSpPr>
          <p:spPr>
            <a:xfrm>
              <a:off x="5332825" y="3604625"/>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4"/>
            <p:cNvSpPr/>
            <p:nvPr/>
          </p:nvSpPr>
          <p:spPr>
            <a:xfrm>
              <a:off x="5195125" y="36046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4"/>
            <p:cNvSpPr/>
            <p:nvPr/>
          </p:nvSpPr>
          <p:spPr>
            <a:xfrm>
              <a:off x="5195125" y="3704850"/>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4"/>
            <p:cNvSpPr/>
            <p:nvPr/>
          </p:nvSpPr>
          <p:spPr>
            <a:xfrm>
              <a:off x="5195125" y="37911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4"/>
            <p:cNvSpPr/>
            <p:nvPr/>
          </p:nvSpPr>
          <p:spPr>
            <a:xfrm>
              <a:off x="5195125" y="37911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4"/>
            <p:cNvSpPr/>
            <p:nvPr/>
          </p:nvSpPr>
          <p:spPr>
            <a:xfrm>
              <a:off x="5195125" y="38774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4"/>
            <p:cNvSpPr/>
            <p:nvPr/>
          </p:nvSpPr>
          <p:spPr>
            <a:xfrm>
              <a:off x="5195125" y="38774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4"/>
            <p:cNvSpPr/>
            <p:nvPr/>
          </p:nvSpPr>
          <p:spPr>
            <a:xfrm>
              <a:off x="5195125" y="396370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4"/>
            <p:cNvSpPr/>
            <p:nvPr/>
          </p:nvSpPr>
          <p:spPr>
            <a:xfrm>
              <a:off x="5195125" y="396370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4"/>
            <p:cNvSpPr/>
            <p:nvPr/>
          </p:nvSpPr>
          <p:spPr>
            <a:xfrm>
              <a:off x="5195125" y="404955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4"/>
            <p:cNvSpPr/>
            <p:nvPr/>
          </p:nvSpPr>
          <p:spPr>
            <a:xfrm>
              <a:off x="5195125" y="404955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4"/>
            <p:cNvSpPr/>
            <p:nvPr/>
          </p:nvSpPr>
          <p:spPr>
            <a:xfrm>
              <a:off x="5195125" y="41358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 name="Google Shape;186;p14"/>
          <p:cNvGrpSpPr/>
          <p:nvPr/>
        </p:nvGrpSpPr>
        <p:grpSpPr>
          <a:xfrm>
            <a:off x="7341438" y="1489938"/>
            <a:ext cx="1782332" cy="2212156"/>
            <a:chOff x="5932450" y="2691225"/>
            <a:chExt cx="1445525" cy="1794125"/>
          </a:xfrm>
        </p:grpSpPr>
        <p:sp>
          <p:nvSpPr>
            <p:cNvPr id="187" name="Google Shape;187;p14"/>
            <p:cNvSpPr/>
            <p:nvPr/>
          </p:nvSpPr>
          <p:spPr>
            <a:xfrm>
              <a:off x="6817975" y="3120900"/>
              <a:ext cx="0" cy="1364450"/>
            </a:xfrm>
            <a:custGeom>
              <a:rect b="b" l="l" r="r" t="t"/>
              <a:pathLst>
                <a:path extrusionOk="0" fill="none" h="54578" w="0">
                  <a:moveTo>
                    <a:pt x="0" y="1"/>
                  </a:moveTo>
                  <a:lnTo>
                    <a:pt x="0" y="54578"/>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4"/>
            <p:cNvSpPr/>
            <p:nvPr/>
          </p:nvSpPr>
          <p:spPr>
            <a:xfrm>
              <a:off x="6775700" y="3120900"/>
              <a:ext cx="25" cy="1364450"/>
            </a:xfrm>
            <a:custGeom>
              <a:rect b="b" l="l" r="r" t="t"/>
              <a:pathLst>
                <a:path extrusionOk="0" fill="none" h="54578" w="1">
                  <a:moveTo>
                    <a:pt x="0" y="1"/>
                  </a:moveTo>
                  <a:lnTo>
                    <a:pt x="0" y="54578"/>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
            <p:cNvSpPr/>
            <p:nvPr/>
          </p:nvSpPr>
          <p:spPr>
            <a:xfrm>
              <a:off x="6776125" y="315357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
            <p:cNvSpPr/>
            <p:nvPr/>
          </p:nvSpPr>
          <p:spPr>
            <a:xfrm>
              <a:off x="6776125" y="3209375"/>
              <a:ext cx="41850" cy="54500"/>
            </a:xfrm>
            <a:custGeom>
              <a:rect b="b" l="l" r="r" t="t"/>
              <a:pathLst>
                <a:path extrusionOk="0" fill="none" h="2180" w="1674">
                  <a:moveTo>
                    <a:pt x="1569" y="70"/>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4"/>
            <p:cNvSpPr/>
            <p:nvPr/>
          </p:nvSpPr>
          <p:spPr>
            <a:xfrm>
              <a:off x="6776125" y="3209375"/>
              <a:ext cx="41850" cy="54500"/>
            </a:xfrm>
            <a:custGeom>
              <a:rect b="b" l="l" r="r" t="t"/>
              <a:pathLst>
                <a:path extrusionOk="0" fill="none" h="2180" w="1674">
                  <a:moveTo>
                    <a:pt x="1569" y="70"/>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4"/>
            <p:cNvSpPr/>
            <p:nvPr/>
          </p:nvSpPr>
          <p:spPr>
            <a:xfrm>
              <a:off x="6776125" y="326557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4"/>
            <p:cNvSpPr/>
            <p:nvPr/>
          </p:nvSpPr>
          <p:spPr>
            <a:xfrm>
              <a:off x="6776125" y="326557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4"/>
            <p:cNvSpPr/>
            <p:nvPr/>
          </p:nvSpPr>
          <p:spPr>
            <a:xfrm>
              <a:off x="6776125" y="3321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
            <p:cNvSpPr/>
            <p:nvPr/>
          </p:nvSpPr>
          <p:spPr>
            <a:xfrm>
              <a:off x="6776125" y="3321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4"/>
            <p:cNvSpPr/>
            <p:nvPr/>
          </p:nvSpPr>
          <p:spPr>
            <a:xfrm>
              <a:off x="6776125" y="337715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4"/>
            <p:cNvSpPr/>
            <p:nvPr/>
          </p:nvSpPr>
          <p:spPr>
            <a:xfrm>
              <a:off x="6776125" y="337715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4"/>
            <p:cNvSpPr/>
            <p:nvPr/>
          </p:nvSpPr>
          <p:spPr>
            <a:xfrm>
              <a:off x="6776125" y="3433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4"/>
            <p:cNvSpPr/>
            <p:nvPr/>
          </p:nvSpPr>
          <p:spPr>
            <a:xfrm>
              <a:off x="6776125" y="3433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
            <p:cNvSpPr/>
            <p:nvPr/>
          </p:nvSpPr>
          <p:spPr>
            <a:xfrm>
              <a:off x="6776125" y="34891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4"/>
            <p:cNvSpPr/>
            <p:nvPr/>
          </p:nvSpPr>
          <p:spPr>
            <a:xfrm>
              <a:off x="6776125" y="34891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4"/>
            <p:cNvSpPr/>
            <p:nvPr/>
          </p:nvSpPr>
          <p:spPr>
            <a:xfrm>
              <a:off x="6776125" y="354492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4"/>
            <p:cNvSpPr/>
            <p:nvPr/>
          </p:nvSpPr>
          <p:spPr>
            <a:xfrm>
              <a:off x="6776125" y="354492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4"/>
            <p:cNvSpPr/>
            <p:nvPr/>
          </p:nvSpPr>
          <p:spPr>
            <a:xfrm>
              <a:off x="6776125" y="360112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4"/>
            <p:cNvSpPr/>
            <p:nvPr/>
          </p:nvSpPr>
          <p:spPr>
            <a:xfrm>
              <a:off x="6776125" y="360112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4"/>
            <p:cNvSpPr/>
            <p:nvPr/>
          </p:nvSpPr>
          <p:spPr>
            <a:xfrm>
              <a:off x="6776125" y="36569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4"/>
            <p:cNvSpPr/>
            <p:nvPr/>
          </p:nvSpPr>
          <p:spPr>
            <a:xfrm>
              <a:off x="6776125" y="36569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
            <p:cNvSpPr/>
            <p:nvPr/>
          </p:nvSpPr>
          <p:spPr>
            <a:xfrm>
              <a:off x="6776125" y="371270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4"/>
            <p:cNvSpPr/>
            <p:nvPr/>
          </p:nvSpPr>
          <p:spPr>
            <a:xfrm>
              <a:off x="6776125" y="371270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4"/>
            <p:cNvSpPr/>
            <p:nvPr/>
          </p:nvSpPr>
          <p:spPr>
            <a:xfrm>
              <a:off x="6776125" y="376847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4"/>
            <p:cNvSpPr/>
            <p:nvPr/>
          </p:nvSpPr>
          <p:spPr>
            <a:xfrm>
              <a:off x="6776125" y="376847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4"/>
            <p:cNvSpPr/>
            <p:nvPr/>
          </p:nvSpPr>
          <p:spPr>
            <a:xfrm>
              <a:off x="6776125" y="382470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4"/>
            <p:cNvSpPr/>
            <p:nvPr/>
          </p:nvSpPr>
          <p:spPr>
            <a:xfrm>
              <a:off x="6776125" y="382470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4"/>
            <p:cNvSpPr/>
            <p:nvPr/>
          </p:nvSpPr>
          <p:spPr>
            <a:xfrm>
              <a:off x="6776125" y="388047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4"/>
            <p:cNvSpPr/>
            <p:nvPr/>
          </p:nvSpPr>
          <p:spPr>
            <a:xfrm>
              <a:off x="6776125" y="388047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4"/>
            <p:cNvSpPr/>
            <p:nvPr/>
          </p:nvSpPr>
          <p:spPr>
            <a:xfrm>
              <a:off x="6776125" y="3936250"/>
              <a:ext cx="41850" cy="54925"/>
            </a:xfrm>
            <a:custGeom>
              <a:rect b="b" l="l" r="r" t="t"/>
              <a:pathLst>
                <a:path extrusionOk="0" fill="none" h="2197" w="1674">
                  <a:moveTo>
                    <a:pt x="1569" y="70"/>
                  </a:moveTo>
                  <a:lnTo>
                    <a:pt x="1" y="2197"/>
                  </a:lnTo>
                  <a:lnTo>
                    <a:pt x="1674" y="2197"/>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4"/>
            <p:cNvSpPr/>
            <p:nvPr/>
          </p:nvSpPr>
          <p:spPr>
            <a:xfrm>
              <a:off x="6776125" y="3936250"/>
              <a:ext cx="41850" cy="54925"/>
            </a:xfrm>
            <a:custGeom>
              <a:rect b="b" l="l" r="r" t="t"/>
              <a:pathLst>
                <a:path extrusionOk="0" fill="none" h="2197" w="1674">
                  <a:moveTo>
                    <a:pt x="1569" y="70"/>
                  </a:moveTo>
                  <a:lnTo>
                    <a:pt x="1" y="2197"/>
                  </a:lnTo>
                  <a:lnTo>
                    <a:pt x="1674" y="2197"/>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4"/>
            <p:cNvSpPr/>
            <p:nvPr/>
          </p:nvSpPr>
          <p:spPr>
            <a:xfrm>
              <a:off x="6776125" y="399247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4"/>
            <p:cNvSpPr/>
            <p:nvPr/>
          </p:nvSpPr>
          <p:spPr>
            <a:xfrm>
              <a:off x="6776125" y="399247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4"/>
            <p:cNvSpPr/>
            <p:nvPr/>
          </p:nvSpPr>
          <p:spPr>
            <a:xfrm>
              <a:off x="6776125" y="399247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4"/>
            <p:cNvSpPr/>
            <p:nvPr/>
          </p:nvSpPr>
          <p:spPr>
            <a:xfrm>
              <a:off x="6776125" y="404825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4"/>
            <p:cNvSpPr/>
            <p:nvPr/>
          </p:nvSpPr>
          <p:spPr>
            <a:xfrm>
              <a:off x="6776125" y="404825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4"/>
            <p:cNvSpPr/>
            <p:nvPr/>
          </p:nvSpPr>
          <p:spPr>
            <a:xfrm>
              <a:off x="6776125" y="4104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4"/>
            <p:cNvSpPr/>
            <p:nvPr/>
          </p:nvSpPr>
          <p:spPr>
            <a:xfrm>
              <a:off x="6776125" y="4104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4"/>
            <p:cNvSpPr/>
            <p:nvPr/>
          </p:nvSpPr>
          <p:spPr>
            <a:xfrm>
              <a:off x="6776125" y="41602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4"/>
            <p:cNvSpPr/>
            <p:nvPr/>
          </p:nvSpPr>
          <p:spPr>
            <a:xfrm>
              <a:off x="6776125" y="41602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4"/>
            <p:cNvSpPr/>
            <p:nvPr/>
          </p:nvSpPr>
          <p:spPr>
            <a:xfrm>
              <a:off x="6776125" y="4216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4"/>
            <p:cNvSpPr/>
            <p:nvPr/>
          </p:nvSpPr>
          <p:spPr>
            <a:xfrm>
              <a:off x="6776125" y="4216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4"/>
            <p:cNvSpPr/>
            <p:nvPr/>
          </p:nvSpPr>
          <p:spPr>
            <a:xfrm>
              <a:off x="6776125" y="427180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4"/>
            <p:cNvSpPr/>
            <p:nvPr/>
          </p:nvSpPr>
          <p:spPr>
            <a:xfrm>
              <a:off x="6776125" y="427180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4"/>
            <p:cNvSpPr/>
            <p:nvPr/>
          </p:nvSpPr>
          <p:spPr>
            <a:xfrm>
              <a:off x="6776125" y="43280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4"/>
            <p:cNvSpPr/>
            <p:nvPr/>
          </p:nvSpPr>
          <p:spPr>
            <a:xfrm>
              <a:off x="6776125" y="43280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4"/>
            <p:cNvSpPr/>
            <p:nvPr/>
          </p:nvSpPr>
          <p:spPr>
            <a:xfrm>
              <a:off x="6776125" y="438380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4"/>
            <p:cNvSpPr/>
            <p:nvPr/>
          </p:nvSpPr>
          <p:spPr>
            <a:xfrm>
              <a:off x="6722100" y="2980150"/>
              <a:ext cx="118550" cy="144700"/>
            </a:xfrm>
            <a:custGeom>
              <a:rect b="b" l="l" r="r" t="t"/>
              <a:pathLst>
                <a:path extrusionOk="0" h="5788" w="4742">
                  <a:moveTo>
                    <a:pt x="0" y="0"/>
                  </a:moveTo>
                  <a:lnTo>
                    <a:pt x="0" y="5788"/>
                  </a:lnTo>
                  <a:lnTo>
                    <a:pt x="4741" y="5788"/>
                  </a:lnTo>
                  <a:lnTo>
                    <a:pt x="474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4"/>
            <p:cNvSpPr/>
            <p:nvPr/>
          </p:nvSpPr>
          <p:spPr>
            <a:xfrm>
              <a:off x="6227050" y="2692975"/>
              <a:ext cx="686375" cy="264100"/>
            </a:xfrm>
            <a:custGeom>
              <a:rect b="b" l="l" r="r" t="t"/>
              <a:pathLst>
                <a:path extrusionOk="0" fill="none" h="10564" w="27455">
                  <a:moveTo>
                    <a:pt x="27454" y="0"/>
                  </a:moveTo>
                  <a:lnTo>
                    <a:pt x="0" y="10564"/>
                  </a:lnTo>
                </a:path>
              </a:pathLst>
            </a:custGeom>
            <a:noFill/>
            <a:ln cap="flat" cmpd="sng" w="2625">
              <a:solidFill>
                <a:schemeClr val="lt1"/>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4"/>
            <p:cNvSpPr/>
            <p:nvPr/>
          </p:nvSpPr>
          <p:spPr>
            <a:xfrm>
              <a:off x="6454525" y="2692975"/>
              <a:ext cx="460200" cy="237525"/>
            </a:xfrm>
            <a:custGeom>
              <a:rect b="b" l="l" r="r" t="t"/>
              <a:pathLst>
                <a:path extrusionOk="0" fill="none" h="9501" w="18408">
                  <a:moveTo>
                    <a:pt x="18408" y="0"/>
                  </a:moveTo>
                  <a:lnTo>
                    <a:pt x="1691" y="9500"/>
                  </a:lnTo>
                  <a:lnTo>
                    <a:pt x="0" y="7060"/>
                  </a:lnTo>
                </a:path>
              </a:pathLst>
            </a:custGeom>
            <a:noFill/>
            <a:ln cap="flat" cmpd="sng" w="2625">
              <a:solidFill>
                <a:schemeClr val="lt1"/>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4"/>
            <p:cNvSpPr/>
            <p:nvPr/>
          </p:nvSpPr>
          <p:spPr>
            <a:xfrm>
              <a:off x="6912525" y="2691225"/>
              <a:ext cx="160400" cy="232300"/>
            </a:xfrm>
            <a:custGeom>
              <a:rect b="b" l="l" r="r" t="t"/>
              <a:pathLst>
                <a:path extrusionOk="0" fill="none" h="9292" w="6416">
                  <a:moveTo>
                    <a:pt x="1" y="1"/>
                  </a:moveTo>
                  <a:lnTo>
                    <a:pt x="6415" y="9291"/>
                  </a:lnTo>
                </a:path>
              </a:pathLst>
            </a:custGeom>
            <a:noFill/>
            <a:ln cap="flat" cmpd="sng" w="2625">
              <a:solidFill>
                <a:schemeClr val="lt1"/>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4"/>
            <p:cNvSpPr/>
            <p:nvPr/>
          </p:nvSpPr>
          <p:spPr>
            <a:xfrm>
              <a:off x="5932450" y="2897775"/>
              <a:ext cx="1445525" cy="86325"/>
            </a:xfrm>
            <a:custGeom>
              <a:rect b="b" l="l" r="r" t="t"/>
              <a:pathLst>
                <a:path extrusionOk="0" h="3453" w="57821">
                  <a:moveTo>
                    <a:pt x="39796" y="175"/>
                  </a:moveTo>
                  <a:lnTo>
                    <a:pt x="44119" y="977"/>
                  </a:lnTo>
                  <a:lnTo>
                    <a:pt x="44241" y="994"/>
                  </a:lnTo>
                  <a:lnTo>
                    <a:pt x="48059" y="1709"/>
                  </a:lnTo>
                  <a:lnTo>
                    <a:pt x="48163" y="1727"/>
                  </a:lnTo>
                  <a:lnTo>
                    <a:pt x="51998" y="2441"/>
                  </a:lnTo>
                  <a:lnTo>
                    <a:pt x="52103" y="2459"/>
                  </a:lnTo>
                  <a:lnTo>
                    <a:pt x="57193" y="3348"/>
                  </a:lnTo>
                  <a:lnTo>
                    <a:pt x="1343" y="3348"/>
                  </a:lnTo>
                  <a:lnTo>
                    <a:pt x="7374" y="2825"/>
                  </a:lnTo>
                  <a:lnTo>
                    <a:pt x="7496" y="2825"/>
                  </a:lnTo>
                  <a:lnTo>
                    <a:pt x="11767" y="2476"/>
                  </a:lnTo>
                  <a:lnTo>
                    <a:pt x="11871" y="2476"/>
                  </a:lnTo>
                  <a:lnTo>
                    <a:pt x="15619" y="2162"/>
                  </a:lnTo>
                  <a:lnTo>
                    <a:pt x="15724" y="2162"/>
                  </a:lnTo>
                  <a:lnTo>
                    <a:pt x="19576" y="1831"/>
                  </a:lnTo>
                  <a:lnTo>
                    <a:pt x="19698" y="1831"/>
                  </a:lnTo>
                  <a:lnTo>
                    <a:pt x="23620" y="1500"/>
                  </a:lnTo>
                  <a:lnTo>
                    <a:pt x="23725" y="1500"/>
                  </a:lnTo>
                  <a:lnTo>
                    <a:pt x="27368" y="1186"/>
                  </a:lnTo>
                  <a:lnTo>
                    <a:pt x="27472" y="1186"/>
                  </a:lnTo>
                  <a:lnTo>
                    <a:pt x="31377" y="855"/>
                  </a:lnTo>
                  <a:lnTo>
                    <a:pt x="31482" y="855"/>
                  </a:lnTo>
                  <a:lnTo>
                    <a:pt x="35386" y="524"/>
                  </a:lnTo>
                  <a:lnTo>
                    <a:pt x="35491" y="524"/>
                  </a:lnTo>
                  <a:lnTo>
                    <a:pt x="39692" y="175"/>
                  </a:lnTo>
                  <a:close/>
                  <a:moveTo>
                    <a:pt x="39692" y="1"/>
                  </a:moveTo>
                  <a:lnTo>
                    <a:pt x="35491" y="350"/>
                  </a:lnTo>
                  <a:lnTo>
                    <a:pt x="35386" y="350"/>
                  </a:lnTo>
                  <a:lnTo>
                    <a:pt x="31499" y="681"/>
                  </a:lnTo>
                  <a:lnTo>
                    <a:pt x="31377" y="698"/>
                  </a:lnTo>
                  <a:lnTo>
                    <a:pt x="27490" y="1012"/>
                  </a:lnTo>
                  <a:lnTo>
                    <a:pt x="27385" y="1012"/>
                  </a:lnTo>
                  <a:lnTo>
                    <a:pt x="11837" y="2319"/>
                  </a:lnTo>
                  <a:lnTo>
                    <a:pt x="11767" y="2319"/>
                  </a:lnTo>
                  <a:lnTo>
                    <a:pt x="7461" y="2685"/>
                  </a:lnTo>
                  <a:lnTo>
                    <a:pt x="7392" y="2685"/>
                  </a:lnTo>
                  <a:lnTo>
                    <a:pt x="53" y="3348"/>
                  </a:lnTo>
                  <a:cubicBezTo>
                    <a:pt x="36" y="3348"/>
                    <a:pt x="1" y="3365"/>
                    <a:pt x="1" y="3400"/>
                  </a:cubicBezTo>
                  <a:cubicBezTo>
                    <a:pt x="1" y="3417"/>
                    <a:pt x="36" y="3452"/>
                    <a:pt x="53" y="3452"/>
                  </a:cubicBezTo>
                  <a:lnTo>
                    <a:pt x="57768" y="3452"/>
                  </a:lnTo>
                  <a:cubicBezTo>
                    <a:pt x="57803" y="3452"/>
                    <a:pt x="57820" y="3417"/>
                    <a:pt x="57820" y="3400"/>
                  </a:cubicBezTo>
                  <a:cubicBezTo>
                    <a:pt x="57820" y="3365"/>
                    <a:pt x="57803" y="3348"/>
                    <a:pt x="57785" y="3348"/>
                  </a:cubicBezTo>
                  <a:lnTo>
                    <a:pt x="52120" y="2284"/>
                  </a:lnTo>
                  <a:lnTo>
                    <a:pt x="51998" y="2267"/>
                  </a:lnTo>
                  <a:lnTo>
                    <a:pt x="48181" y="1552"/>
                  </a:lnTo>
                  <a:lnTo>
                    <a:pt x="48076" y="1535"/>
                  </a:lnTo>
                  <a:lnTo>
                    <a:pt x="44259" y="820"/>
                  </a:lnTo>
                  <a:lnTo>
                    <a:pt x="44137" y="803"/>
                  </a:lnTo>
                  <a:lnTo>
                    <a:pt x="3981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
            <p:cNvSpPr/>
            <p:nvPr/>
          </p:nvSpPr>
          <p:spPr>
            <a:xfrm>
              <a:off x="6117225" y="2965325"/>
              <a:ext cx="2650" cy="18325"/>
            </a:xfrm>
            <a:custGeom>
              <a:rect b="b" l="l" r="r" t="t"/>
              <a:pathLst>
                <a:path extrusionOk="0" h="733" w="106">
                  <a:moveTo>
                    <a:pt x="53" y="1"/>
                  </a:moveTo>
                  <a:cubicBezTo>
                    <a:pt x="27" y="1"/>
                    <a:pt x="1" y="18"/>
                    <a:pt x="1" y="53"/>
                  </a:cubicBezTo>
                  <a:lnTo>
                    <a:pt x="1" y="663"/>
                  </a:lnTo>
                  <a:cubicBezTo>
                    <a:pt x="1" y="698"/>
                    <a:pt x="18" y="733"/>
                    <a:pt x="53" y="733"/>
                  </a:cubicBezTo>
                  <a:cubicBezTo>
                    <a:pt x="88" y="733"/>
                    <a:pt x="105" y="698"/>
                    <a:pt x="105" y="663"/>
                  </a:cubicBezTo>
                  <a:lnTo>
                    <a:pt x="105" y="53"/>
                  </a:lnTo>
                  <a:cubicBezTo>
                    <a:pt x="105" y="18"/>
                    <a:pt x="79" y="1"/>
                    <a:pt x="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4"/>
            <p:cNvSpPr/>
            <p:nvPr/>
          </p:nvSpPr>
          <p:spPr>
            <a:xfrm>
              <a:off x="6226400" y="2956175"/>
              <a:ext cx="3075" cy="26600"/>
            </a:xfrm>
            <a:custGeom>
              <a:rect b="b" l="l" r="r" t="t"/>
              <a:pathLst>
                <a:path extrusionOk="0" h="1064" w="123">
                  <a:moveTo>
                    <a:pt x="61" y="1"/>
                  </a:moveTo>
                  <a:cubicBezTo>
                    <a:pt x="31" y="1"/>
                    <a:pt x="0" y="18"/>
                    <a:pt x="9" y="53"/>
                  </a:cubicBezTo>
                  <a:lnTo>
                    <a:pt x="9" y="1012"/>
                  </a:lnTo>
                  <a:cubicBezTo>
                    <a:pt x="9" y="1047"/>
                    <a:pt x="26" y="1064"/>
                    <a:pt x="61" y="1064"/>
                  </a:cubicBezTo>
                  <a:cubicBezTo>
                    <a:pt x="96" y="1064"/>
                    <a:pt x="113" y="1047"/>
                    <a:pt x="113" y="1012"/>
                  </a:cubicBezTo>
                  <a:lnTo>
                    <a:pt x="113" y="53"/>
                  </a:lnTo>
                  <a:cubicBezTo>
                    <a:pt x="122" y="18"/>
                    <a:pt x="92" y="1"/>
                    <a:pt x="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4"/>
            <p:cNvSpPr/>
            <p:nvPr/>
          </p:nvSpPr>
          <p:spPr>
            <a:xfrm>
              <a:off x="6322925" y="2948775"/>
              <a:ext cx="2625" cy="34000"/>
            </a:xfrm>
            <a:custGeom>
              <a:rect b="b" l="l" r="r" t="t"/>
              <a:pathLst>
                <a:path extrusionOk="0" h="1360" w="105">
                  <a:moveTo>
                    <a:pt x="52" y="0"/>
                  </a:moveTo>
                  <a:cubicBezTo>
                    <a:pt x="35" y="0"/>
                    <a:pt x="0" y="18"/>
                    <a:pt x="0" y="53"/>
                  </a:cubicBezTo>
                  <a:lnTo>
                    <a:pt x="0" y="1308"/>
                  </a:lnTo>
                  <a:cubicBezTo>
                    <a:pt x="0" y="1343"/>
                    <a:pt x="35" y="1360"/>
                    <a:pt x="52" y="1360"/>
                  </a:cubicBezTo>
                  <a:cubicBezTo>
                    <a:pt x="87" y="1360"/>
                    <a:pt x="105" y="1343"/>
                    <a:pt x="105" y="1308"/>
                  </a:cubicBezTo>
                  <a:lnTo>
                    <a:pt x="105" y="53"/>
                  </a:lnTo>
                  <a:cubicBezTo>
                    <a:pt x="105" y="18"/>
                    <a:pt x="87" y="0"/>
                    <a:pt x="5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4"/>
            <p:cNvSpPr/>
            <p:nvPr/>
          </p:nvSpPr>
          <p:spPr>
            <a:xfrm>
              <a:off x="6422275" y="2940500"/>
              <a:ext cx="2650" cy="42275"/>
            </a:xfrm>
            <a:custGeom>
              <a:rect b="b" l="l" r="r" t="t"/>
              <a:pathLst>
                <a:path extrusionOk="0" h="1691" w="106">
                  <a:moveTo>
                    <a:pt x="53" y="0"/>
                  </a:moveTo>
                  <a:cubicBezTo>
                    <a:pt x="27" y="0"/>
                    <a:pt x="0" y="18"/>
                    <a:pt x="0" y="52"/>
                  </a:cubicBezTo>
                  <a:lnTo>
                    <a:pt x="0" y="1639"/>
                  </a:lnTo>
                  <a:cubicBezTo>
                    <a:pt x="0" y="1674"/>
                    <a:pt x="18" y="1691"/>
                    <a:pt x="53" y="1691"/>
                  </a:cubicBezTo>
                  <a:cubicBezTo>
                    <a:pt x="88" y="1691"/>
                    <a:pt x="105" y="1674"/>
                    <a:pt x="105" y="1639"/>
                  </a:cubicBezTo>
                  <a:lnTo>
                    <a:pt x="105" y="52"/>
                  </a:lnTo>
                  <a:cubicBezTo>
                    <a:pt x="105" y="18"/>
                    <a:pt x="79" y="0"/>
                    <a:pt x="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4"/>
            <p:cNvSpPr/>
            <p:nvPr/>
          </p:nvSpPr>
          <p:spPr>
            <a:xfrm>
              <a:off x="6523150" y="2932200"/>
              <a:ext cx="3075" cy="50575"/>
            </a:xfrm>
            <a:custGeom>
              <a:rect b="b" l="l" r="r" t="t"/>
              <a:pathLst>
                <a:path extrusionOk="0" h="2023" w="123">
                  <a:moveTo>
                    <a:pt x="62" y="1"/>
                  </a:moveTo>
                  <a:cubicBezTo>
                    <a:pt x="31" y="1"/>
                    <a:pt x="1" y="18"/>
                    <a:pt x="10" y="53"/>
                  </a:cubicBezTo>
                  <a:lnTo>
                    <a:pt x="10" y="1971"/>
                  </a:lnTo>
                  <a:cubicBezTo>
                    <a:pt x="10" y="2006"/>
                    <a:pt x="27" y="2023"/>
                    <a:pt x="62" y="2023"/>
                  </a:cubicBezTo>
                  <a:cubicBezTo>
                    <a:pt x="79" y="2023"/>
                    <a:pt x="114" y="2006"/>
                    <a:pt x="114" y="1971"/>
                  </a:cubicBezTo>
                  <a:lnTo>
                    <a:pt x="114" y="53"/>
                  </a:lnTo>
                  <a:cubicBezTo>
                    <a:pt x="123" y="18"/>
                    <a:pt x="92" y="1"/>
                    <a:pt x="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4"/>
            <p:cNvSpPr/>
            <p:nvPr/>
          </p:nvSpPr>
          <p:spPr>
            <a:xfrm>
              <a:off x="6617075" y="2923500"/>
              <a:ext cx="2625" cy="59275"/>
            </a:xfrm>
            <a:custGeom>
              <a:rect b="b" l="l" r="r" t="t"/>
              <a:pathLst>
                <a:path extrusionOk="0" h="2371" w="105">
                  <a:moveTo>
                    <a:pt x="105" y="0"/>
                  </a:moveTo>
                  <a:lnTo>
                    <a:pt x="0" y="18"/>
                  </a:lnTo>
                  <a:lnTo>
                    <a:pt x="0" y="2319"/>
                  </a:lnTo>
                  <a:cubicBezTo>
                    <a:pt x="9" y="2354"/>
                    <a:pt x="35" y="2371"/>
                    <a:pt x="59" y="2371"/>
                  </a:cubicBezTo>
                  <a:cubicBezTo>
                    <a:pt x="83" y="2371"/>
                    <a:pt x="105" y="2354"/>
                    <a:pt x="105" y="2319"/>
                  </a:cubicBezTo>
                  <a:lnTo>
                    <a:pt x="1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4"/>
            <p:cNvSpPr/>
            <p:nvPr/>
          </p:nvSpPr>
          <p:spPr>
            <a:xfrm>
              <a:off x="6717300" y="2915225"/>
              <a:ext cx="2625" cy="67900"/>
            </a:xfrm>
            <a:custGeom>
              <a:rect b="b" l="l" r="r" t="t"/>
              <a:pathLst>
                <a:path extrusionOk="0" h="2716" w="105">
                  <a:moveTo>
                    <a:pt x="105" y="0"/>
                  </a:moveTo>
                  <a:lnTo>
                    <a:pt x="0" y="18"/>
                  </a:lnTo>
                  <a:lnTo>
                    <a:pt x="0" y="2650"/>
                  </a:lnTo>
                  <a:cubicBezTo>
                    <a:pt x="0" y="2693"/>
                    <a:pt x="27" y="2715"/>
                    <a:pt x="53" y="2715"/>
                  </a:cubicBezTo>
                  <a:cubicBezTo>
                    <a:pt x="79" y="2715"/>
                    <a:pt x="105" y="2693"/>
                    <a:pt x="105" y="2650"/>
                  </a:cubicBezTo>
                  <a:lnTo>
                    <a:pt x="1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4"/>
            <p:cNvSpPr/>
            <p:nvPr/>
          </p:nvSpPr>
          <p:spPr>
            <a:xfrm>
              <a:off x="6717300" y="2915225"/>
              <a:ext cx="2625" cy="67900"/>
            </a:xfrm>
            <a:custGeom>
              <a:rect b="b" l="l" r="r" t="t"/>
              <a:pathLst>
                <a:path extrusionOk="0" h="2716" w="105">
                  <a:moveTo>
                    <a:pt x="105" y="0"/>
                  </a:moveTo>
                  <a:lnTo>
                    <a:pt x="0" y="18"/>
                  </a:lnTo>
                  <a:lnTo>
                    <a:pt x="0" y="2650"/>
                  </a:lnTo>
                  <a:cubicBezTo>
                    <a:pt x="0" y="2693"/>
                    <a:pt x="27" y="2715"/>
                    <a:pt x="53" y="2715"/>
                  </a:cubicBezTo>
                  <a:cubicBezTo>
                    <a:pt x="79" y="2715"/>
                    <a:pt x="105" y="2693"/>
                    <a:pt x="105" y="2650"/>
                  </a:cubicBezTo>
                  <a:lnTo>
                    <a:pt x="1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4"/>
            <p:cNvSpPr/>
            <p:nvPr/>
          </p:nvSpPr>
          <p:spPr>
            <a:xfrm>
              <a:off x="6817525" y="2906925"/>
              <a:ext cx="2650" cy="75850"/>
            </a:xfrm>
            <a:custGeom>
              <a:rect b="b" l="l" r="r" t="t"/>
              <a:pathLst>
                <a:path extrusionOk="0" h="3034" w="106">
                  <a:moveTo>
                    <a:pt x="1" y="1"/>
                  </a:moveTo>
                  <a:lnTo>
                    <a:pt x="1" y="2982"/>
                  </a:lnTo>
                  <a:cubicBezTo>
                    <a:pt x="1" y="3017"/>
                    <a:pt x="18" y="3034"/>
                    <a:pt x="53" y="3034"/>
                  </a:cubicBezTo>
                  <a:cubicBezTo>
                    <a:pt x="70" y="3034"/>
                    <a:pt x="105" y="3017"/>
                    <a:pt x="105" y="2982"/>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4"/>
            <p:cNvSpPr/>
            <p:nvPr/>
          </p:nvSpPr>
          <p:spPr>
            <a:xfrm>
              <a:off x="6817525" y="2906925"/>
              <a:ext cx="2650" cy="75850"/>
            </a:xfrm>
            <a:custGeom>
              <a:rect b="b" l="l" r="r" t="t"/>
              <a:pathLst>
                <a:path extrusionOk="0" h="3034" w="106">
                  <a:moveTo>
                    <a:pt x="1" y="1"/>
                  </a:moveTo>
                  <a:lnTo>
                    <a:pt x="1" y="2982"/>
                  </a:lnTo>
                  <a:cubicBezTo>
                    <a:pt x="1" y="3017"/>
                    <a:pt x="18" y="3034"/>
                    <a:pt x="53" y="3034"/>
                  </a:cubicBezTo>
                  <a:cubicBezTo>
                    <a:pt x="70" y="3034"/>
                    <a:pt x="105" y="3017"/>
                    <a:pt x="105" y="2982"/>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4"/>
            <p:cNvSpPr/>
            <p:nvPr/>
          </p:nvSpPr>
          <p:spPr>
            <a:xfrm>
              <a:off x="7036300" y="2917825"/>
              <a:ext cx="2625" cy="64950"/>
            </a:xfrm>
            <a:custGeom>
              <a:rect b="b" l="l" r="r" t="t"/>
              <a:pathLst>
                <a:path extrusionOk="0" h="2598" w="105">
                  <a:moveTo>
                    <a:pt x="0" y="1"/>
                  </a:moveTo>
                  <a:lnTo>
                    <a:pt x="0" y="2546"/>
                  </a:lnTo>
                  <a:cubicBezTo>
                    <a:pt x="0" y="2581"/>
                    <a:pt x="17" y="2598"/>
                    <a:pt x="52" y="2598"/>
                  </a:cubicBezTo>
                  <a:cubicBezTo>
                    <a:pt x="87" y="2598"/>
                    <a:pt x="105" y="2581"/>
                    <a:pt x="105" y="2546"/>
                  </a:cubicBezTo>
                  <a:lnTo>
                    <a:pt x="105" y="1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4"/>
            <p:cNvSpPr/>
            <p:nvPr/>
          </p:nvSpPr>
          <p:spPr>
            <a:xfrm>
              <a:off x="7134350" y="2936125"/>
              <a:ext cx="3075" cy="46650"/>
            </a:xfrm>
            <a:custGeom>
              <a:rect b="b" l="l" r="r" t="t"/>
              <a:pathLst>
                <a:path extrusionOk="0" h="1866" w="123">
                  <a:moveTo>
                    <a:pt x="0" y="1"/>
                  </a:moveTo>
                  <a:lnTo>
                    <a:pt x="0" y="1814"/>
                  </a:lnTo>
                  <a:cubicBezTo>
                    <a:pt x="9" y="1849"/>
                    <a:pt x="35" y="1866"/>
                    <a:pt x="61" y="1866"/>
                  </a:cubicBezTo>
                  <a:cubicBezTo>
                    <a:pt x="87" y="1866"/>
                    <a:pt x="113" y="1849"/>
                    <a:pt x="122" y="1814"/>
                  </a:cubicBezTo>
                  <a:lnTo>
                    <a:pt x="122" y="1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4"/>
            <p:cNvSpPr/>
            <p:nvPr/>
          </p:nvSpPr>
          <p:spPr>
            <a:xfrm>
              <a:off x="7134350" y="2936125"/>
              <a:ext cx="3075" cy="46650"/>
            </a:xfrm>
            <a:custGeom>
              <a:rect b="b" l="l" r="r" t="t"/>
              <a:pathLst>
                <a:path extrusionOk="0" h="1866" w="123">
                  <a:moveTo>
                    <a:pt x="0" y="1"/>
                  </a:moveTo>
                  <a:lnTo>
                    <a:pt x="0" y="1814"/>
                  </a:lnTo>
                  <a:cubicBezTo>
                    <a:pt x="9" y="1849"/>
                    <a:pt x="35" y="1866"/>
                    <a:pt x="61" y="1866"/>
                  </a:cubicBezTo>
                  <a:cubicBezTo>
                    <a:pt x="87" y="1866"/>
                    <a:pt x="113" y="1849"/>
                    <a:pt x="122" y="1814"/>
                  </a:cubicBezTo>
                  <a:lnTo>
                    <a:pt x="122" y="1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4"/>
            <p:cNvSpPr/>
            <p:nvPr/>
          </p:nvSpPr>
          <p:spPr>
            <a:xfrm>
              <a:off x="7232825" y="2954425"/>
              <a:ext cx="2650" cy="28350"/>
            </a:xfrm>
            <a:custGeom>
              <a:rect b="b" l="l" r="r" t="t"/>
              <a:pathLst>
                <a:path extrusionOk="0" h="1134" w="106">
                  <a:moveTo>
                    <a:pt x="1" y="1"/>
                  </a:moveTo>
                  <a:lnTo>
                    <a:pt x="1" y="1082"/>
                  </a:lnTo>
                  <a:cubicBezTo>
                    <a:pt x="1" y="1117"/>
                    <a:pt x="18" y="1134"/>
                    <a:pt x="53" y="1134"/>
                  </a:cubicBezTo>
                  <a:cubicBezTo>
                    <a:pt x="88" y="1134"/>
                    <a:pt x="105" y="1117"/>
                    <a:pt x="105" y="1082"/>
                  </a:cubicBezTo>
                  <a:lnTo>
                    <a:pt x="105" y="18"/>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4"/>
            <p:cNvSpPr/>
            <p:nvPr/>
          </p:nvSpPr>
          <p:spPr>
            <a:xfrm>
              <a:off x="6925175" y="2897775"/>
              <a:ext cx="2625" cy="85000"/>
            </a:xfrm>
            <a:custGeom>
              <a:rect b="b" l="l" r="r" t="t"/>
              <a:pathLst>
                <a:path extrusionOk="0" h="3400" w="105">
                  <a:moveTo>
                    <a:pt x="0" y="1"/>
                  </a:moveTo>
                  <a:lnTo>
                    <a:pt x="0" y="3348"/>
                  </a:lnTo>
                  <a:cubicBezTo>
                    <a:pt x="0" y="3383"/>
                    <a:pt x="18" y="3400"/>
                    <a:pt x="52" y="3400"/>
                  </a:cubicBezTo>
                  <a:cubicBezTo>
                    <a:pt x="70" y="3400"/>
                    <a:pt x="105" y="3383"/>
                    <a:pt x="105" y="3348"/>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4"/>
            <p:cNvSpPr/>
            <p:nvPr/>
          </p:nvSpPr>
          <p:spPr>
            <a:xfrm>
              <a:off x="6925175" y="2897775"/>
              <a:ext cx="2625" cy="85000"/>
            </a:xfrm>
            <a:custGeom>
              <a:rect b="b" l="l" r="r" t="t"/>
              <a:pathLst>
                <a:path extrusionOk="0" h="3400" w="105">
                  <a:moveTo>
                    <a:pt x="0" y="1"/>
                  </a:moveTo>
                  <a:lnTo>
                    <a:pt x="0" y="3348"/>
                  </a:lnTo>
                  <a:cubicBezTo>
                    <a:pt x="0" y="3383"/>
                    <a:pt x="18" y="3400"/>
                    <a:pt x="52" y="3400"/>
                  </a:cubicBezTo>
                  <a:cubicBezTo>
                    <a:pt x="70" y="3400"/>
                    <a:pt x="105" y="3383"/>
                    <a:pt x="105" y="3348"/>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4"/>
            <p:cNvSpPr/>
            <p:nvPr/>
          </p:nvSpPr>
          <p:spPr>
            <a:xfrm>
              <a:off x="6224425" y="2983200"/>
              <a:ext cx="122475" cy="346900"/>
            </a:xfrm>
            <a:custGeom>
              <a:rect b="b" l="l" r="r" t="t"/>
              <a:pathLst>
                <a:path extrusionOk="0" fill="none" h="13876" w="4899">
                  <a:moveTo>
                    <a:pt x="4899" y="0"/>
                  </a:moveTo>
                  <a:lnTo>
                    <a:pt x="4899" y="5822"/>
                  </a:lnTo>
                  <a:lnTo>
                    <a:pt x="1" y="13876"/>
                  </a:lnTo>
                </a:path>
              </a:pathLst>
            </a:custGeom>
            <a:noFill/>
            <a:ln cap="rnd" cmpd="sng" w="26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4"/>
            <p:cNvSpPr/>
            <p:nvPr/>
          </p:nvSpPr>
          <p:spPr>
            <a:xfrm>
              <a:off x="6346875" y="3128750"/>
              <a:ext cx="96350" cy="195250"/>
            </a:xfrm>
            <a:custGeom>
              <a:rect b="b" l="l" r="r" t="t"/>
              <a:pathLst>
                <a:path extrusionOk="0" fill="none" h="7810" w="3854">
                  <a:moveTo>
                    <a:pt x="1" y="0"/>
                  </a:moveTo>
                  <a:lnTo>
                    <a:pt x="3853" y="7810"/>
                  </a:lnTo>
                </a:path>
              </a:pathLst>
            </a:custGeom>
            <a:noFill/>
            <a:ln cap="rnd" cmpd="sng" w="26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4"/>
            <p:cNvSpPr/>
            <p:nvPr/>
          </p:nvSpPr>
          <p:spPr>
            <a:xfrm>
              <a:off x="6177800" y="3308300"/>
              <a:ext cx="331225" cy="178250"/>
            </a:xfrm>
            <a:custGeom>
              <a:rect b="b" l="l" r="r" t="t"/>
              <a:pathLst>
                <a:path extrusionOk="0" h="7130" w="13249">
                  <a:moveTo>
                    <a:pt x="1" y="0"/>
                  </a:moveTo>
                  <a:lnTo>
                    <a:pt x="1" y="7129"/>
                  </a:lnTo>
                  <a:lnTo>
                    <a:pt x="13248" y="7129"/>
                  </a:lnTo>
                  <a:lnTo>
                    <a:pt x="1324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4"/>
            <p:cNvSpPr/>
            <p:nvPr/>
          </p:nvSpPr>
          <p:spPr>
            <a:xfrm>
              <a:off x="6438400" y="3308300"/>
              <a:ext cx="70625" cy="178250"/>
            </a:xfrm>
            <a:custGeom>
              <a:rect b="b" l="l" r="r" t="t"/>
              <a:pathLst>
                <a:path extrusionOk="0" h="7130" w="2825">
                  <a:moveTo>
                    <a:pt x="0" y="0"/>
                  </a:moveTo>
                  <a:lnTo>
                    <a:pt x="0" y="7129"/>
                  </a:lnTo>
                  <a:lnTo>
                    <a:pt x="2824" y="7129"/>
                  </a:lnTo>
                  <a:lnTo>
                    <a:pt x="282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4"/>
          <p:cNvGrpSpPr/>
          <p:nvPr/>
        </p:nvGrpSpPr>
        <p:grpSpPr>
          <a:xfrm>
            <a:off x="-381000" y="3714140"/>
            <a:ext cx="9870375" cy="1455000"/>
            <a:chOff x="-381000" y="2758675"/>
            <a:chExt cx="9870375" cy="1455000"/>
          </a:xfrm>
        </p:grpSpPr>
        <p:sp>
          <p:nvSpPr>
            <p:cNvPr id="260" name="Google Shape;260;p14"/>
            <p:cNvSpPr/>
            <p:nvPr/>
          </p:nvSpPr>
          <p:spPr>
            <a:xfrm>
              <a:off x="152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4"/>
            <p:cNvSpPr/>
            <p:nvPr/>
          </p:nvSpPr>
          <p:spPr>
            <a:xfrm>
              <a:off x="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4"/>
            <p:cNvSpPr/>
            <p:nvPr/>
          </p:nvSpPr>
          <p:spPr>
            <a:xfrm>
              <a:off x="76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4"/>
            <p:cNvSpPr/>
            <p:nvPr/>
          </p:nvSpPr>
          <p:spPr>
            <a:xfrm>
              <a:off x="381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4"/>
            <p:cNvSpPr/>
            <p:nvPr/>
          </p:nvSpPr>
          <p:spPr>
            <a:xfrm>
              <a:off x="228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4"/>
            <p:cNvSpPr/>
            <p:nvPr/>
          </p:nvSpPr>
          <p:spPr>
            <a:xfrm>
              <a:off x="304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4"/>
            <p:cNvSpPr/>
            <p:nvPr/>
          </p:nvSpPr>
          <p:spPr>
            <a:xfrm>
              <a:off x="609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4"/>
            <p:cNvSpPr/>
            <p:nvPr/>
          </p:nvSpPr>
          <p:spPr>
            <a:xfrm>
              <a:off x="457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4"/>
            <p:cNvSpPr/>
            <p:nvPr/>
          </p:nvSpPr>
          <p:spPr>
            <a:xfrm>
              <a:off x="533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4"/>
            <p:cNvSpPr/>
            <p:nvPr/>
          </p:nvSpPr>
          <p:spPr>
            <a:xfrm>
              <a:off x="762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4"/>
            <p:cNvSpPr/>
            <p:nvPr/>
          </p:nvSpPr>
          <p:spPr>
            <a:xfrm>
              <a:off x="685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4"/>
            <p:cNvSpPr/>
            <p:nvPr/>
          </p:nvSpPr>
          <p:spPr>
            <a:xfrm>
              <a:off x="838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4"/>
            <p:cNvSpPr/>
            <p:nvPr/>
          </p:nvSpPr>
          <p:spPr>
            <a:xfrm>
              <a:off x="186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4"/>
            <p:cNvSpPr/>
            <p:nvPr/>
          </p:nvSpPr>
          <p:spPr>
            <a:xfrm>
              <a:off x="3764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4"/>
            <p:cNvSpPr/>
            <p:nvPr/>
          </p:nvSpPr>
          <p:spPr>
            <a:xfrm>
              <a:off x="110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4"/>
            <p:cNvSpPr/>
            <p:nvPr/>
          </p:nvSpPr>
          <p:spPr>
            <a:xfrm>
              <a:off x="415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4"/>
            <p:cNvSpPr/>
            <p:nvPr/>
          </p:nvSpPr>
          <p:spPr>
            <a:xfrm>
              <a:off x="263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4"/>
            <p:cNvSpPr/>
            <p:nvPr/>
          </p:nvSpPr>
          <p:spPr>
            <a:xfrm>
              <a:off x="339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4"/>
            <p:cNvSpPr/>
            <p:nvPr/>
          </p:nvSpPr>
          <p:spPr>
            <a:xfrm>
              <a:off x="644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4"/>
            <p:cNvSpPr/>
            <p:nvPr/>
          </p:nvSpPr>
          <p:spPr>
            <a:xfrm>
              <a:off x="491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4"/>
            <p:cNvSpPr/>
            <p:nvPr/>
          </p:nvSpPr>
          <p:spPr>
            <a:xfrm>
              <a:off x="567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4"/>
            <p:cNvSpPr/>
            <p:nvPr/>
          </p:nvSpPr>
          <p:spPr>
            <a:xfrm>
              <a:off x="796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4"/>
            <p:cNvSpPr/>
            <p:nvPr/>
          </p:nvSpPr>
          <p:spPr>
            <a:xfrm>
              <a:off x="720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4"/>
            <p:cNvSpPr/>
            <p:nvPr/>
          </p:nvSpPr>
          <p:spPr>
            <a:xfrm>
              <a:off x="872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4"/>
            <p:cNvSpPr/>
            <p:nvPr/>
          </p:nvSpPr>
          <p:spPr>
            <a:xfrm>
              <a:off x="-381000"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4"/>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4"/>
            <p:cNvSpPr/>
            <p:nvPr/>
          </p:nvSpPr>
          <p:spPr>
            <a:xfrm>
              <a:off x="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4"/>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4"/>
            <p:cNvSpPr/>
            <p:nvPr/>
          </p:nvSpPr>
          <p:spPr>
            <a:xfrm>
              <a:off x="381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
            <p:cNvSpPr/>
            <p:nvPr/>
          </p:nvSpPr>
          <p:spPr>
            <a:xfrm>
              <a:off x="2286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
            <p:cNvSpPr/>
            <p:nvPr/>
          </p:nvSpPr>
          <p:spPr>
            <a:xfrm>
              <a:off x="304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4"/>
            <p:cNvSpPr/>
            <p:nvPr/>
          </p:nvSpPr>
          <p:spPr>
            <a:xfrm>
              <a:off x="6096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4"/>
            <p:cNvSpPr/>
            <p:nvPr/>
          </p:nvSpPr>
          <p:spPr>
            <a:xfrm>
              <a:off x="457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4"/>
            <p:cNvSpPr/>
            <p:nvPr/>
          </p:nvSpPr>
          <p:spPr>
            <a:xfrm>
              <a:off x="533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4"/>
            <p:cNvSpPr/>
            <p:nvPr/>
          </p:nvSpPr>
          <p:spPr>
            <a:xfrm>
              <a:off x="762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4"/>
            <p:cNvSpPr/>
            <p:nvPr/>
          </p:nvSpPr>
          <p:spPr>
            <a:xfrm>
              <a:off x="685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4"/>
            <p:cNvSpPr/>
            <p:nvPr/>
          </p:nvSpPr>
          <p:spPr>
            <a:xfrm>
              <a:off x="838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4"/>
            <p:cNvSpPr/>
            <p:nvPr/>
          </p:nvSpPr>
          <p:spPr>
            <a:xfrm>
              <a:off x="1869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4"/>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4"/>
            <p:cNvSpPr/>
            <p:nvPr/>
          </p:nvSpPr>
          <p:spPr>
            <a:xfrm>
              <a:off x="110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4"/>
            <p:cNvSpPr/>
            <p:nvPr/>
          </p:nvSpPr>
          <p:spPr>
            <a:xfrm>
              <a:off x="2631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4"/>
            <p:cNvSpPr/>
            <p:nvPr/>
          </p:nvSpPr>
          <p:spPr>
            <a:xfrm>
              <a:off x="6441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4"/>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4"/>
            <p:cNvSpPr/>
            <p:nvPr/>
          </p:nvSpPr>
          <p:spPr>
            <a:xfrm>
              <a:off x="7203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4"/>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4"/>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4"/>
            <p:cNvSpPr/>
            <p:nvPr/>
          </p:nvSpPr>
          <p:spPr>
            <a:xfrm>
              <a:off x="7620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4"/>
            <p:cNvSpPr/>
            <p:nvPr/>
          </p:nvSpPr>
          <p:spPr>
            <a:xfrm>
              <a:off x="6858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4"/>
            <p:cNvSpPr/>
            <p:nvPr/>
          </p:nvSpPr>
          <p:spPr>
            <a:xfrm>
              <a:off x="8382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4"/>
            <p:cNvSpPr/>
            <p:nvPr/>
          </p:nvSpPr>
          <p:spPr>
            <a:xfrm>
              <a:off x="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0" name="Google Shape;310;p14"/>
          <p:cNvSpPr/>
          <p:nvPr/>
        </p:nvSpPr>
        <p:spPr>
          <a:xfrm>
            <a:off x="0" y="3714150"/>
            <a:ext cx="2898900" cy="11745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4"/>
          <p:cNvSpPr/>
          <p:nvPr/>
        </p:nvSpPr>
        <p:spPr>
          <a:xfrm>
            <a:off x="0" y="4879925"/>
            <a:ext cx="9144000" cy="29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4"/>
          <p:cNvSpPr/>
          <p:nvPr/>
        </p:nvSpPr>
        <p:spPr>
          <a:xfrm>
            <a:off x="0" y="4521719"/>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4"/>
          <p:cNvSpPr/>
          <p:nvPr/>
        </p:nvSpPr>
        <p:spPr>
          <a:xfrm>
            <a:off x="2742610" y="4791913"/>
            <a:ext cx="2036911" cy="361376"/>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4"/>
          <p:cNvSpPr/>
          <p:nvPr/>
        </p:nvSpPr>
        <p:spPr>
          <a:xfrm>
            <a:off x="0" y="5025282"/>
            <a:ext cx="653285" cy="235097"/>
          </a:xfrm>
          <a:custGeom>
            <a:rect b="b" l="l" r="r" t="t"/>
            <a:pathLst>
              <a:path extrusionOk="0" h="3187" w="8856">
                <a:moveTo>
                  <a:pt x="4158" y="1"/>
                </a:moveTo>
                <a:cubicBezTo>
                  <a:pt x="2578" y="1"/>
                  <a:pt x="1059" y="686"/>
                  <a:pt x="0" y="1896"/>
                </a:cubicBezTo>
                <a:lnTo>
                  <a:pt x="0" y="3186"/>
                </a:lnTo>
                <a:lnTo>
                  <a:pt x="8855" y="3186"/>
                </a:lnTo>
                <a:cubicBezTo>
                  <a:pt x="8140" y="1530"/>
                  <a:pt x="6659" y="362"/>
                  <a:pt x="4881" y="49"/>
                </a:cubicBezTo>
                <a:cubicBezTo>
                  <a:pt x="4639" y="16"/>
                  <a:pt x="4398" y="1"/>
                  <a:pt x="4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4"/>
          <p:cNvSpPr/>
          <p:nvPr/>
        </p:nvSpPr>
        <p:spPr>
          <a:xfrm>
            <a:off x="370767" y="326051"/>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4"/>
          <p:cNvSpPr/>
          <p:nvPr/>
        </p:nvSpPr>
        <p:spPr>
          <a:xfrm>
            <a:off x="6716384" y="1142647"/>
            <a:ext cx="1422800" cy="201218"/>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 name="Google Shape;317;p14"/>
          <p:cNvGrpSpPr/>
          <p:nvPr/>
        </p:nvGrpSpPr>
        <p:grpSpPr>
          <a:xfrm>
            <a:off x="6258499" y="4642"/>
            <a:ext cx="1874021" cy="991923"/>
            <a:chOff x="3927875" y="2818025"/>
            <a:chExt cx="1071175" cy="566975"/>
          </a:xfrm>
        </p:grpSpPr>
        <p:sp>
          <p:nvSpPr>
            <p:cNvPr id="318" name="Google Shape;318;p14"/>
            <p:cNvSpPr/>
            <p:nvPr/>
          </p:nvSpPr>
          <p:spPr>
            <a:xfrm>
              <a:off x="3927875" y="3269075"/>
              <a:ext cx="1071175" cy="115925"/>
            </a:xfrm>
            <a:custGeom>
              <a:rect b="b" l="l" r="r" t="t"/>
              <a:pathLst>
                <a:path extrusionOk="0" h="4637" w="42847">
                  <a:moveTo>
                    <a:pt x="0" y="192"/>
                  </a:moveTo>
                  <a:cubicBezTo>
                    <a:pt x="0" y="192"/>
                    <a:pt x="0" y="192"/>
                    <a:pt x="0" y="192"/>
                  </a:cubicBezTo>
                  <a:lnTo>
                    <a:pt x="0" y="192"/>
                  </a:lnTo>
                  <a:lnTo>
                    <a:pt x="0" y="192"/>
                  </a:lnTo>
                  <a:close/>
                  <a:moveTo>
                    <a:pt x="42846" y="0"/>
                  </a:moveTo>
                  <a:lnTo>
                    <a:pt x="40005" y="35"/>
                  </a:lnTo>
                  <a:cubicBezTo>
                    <a:pt x="32108" y="87"/>
                    <a:pt x="10093" y="227"/>
                    <a:pt x="2563" y="227"/>
                  </a:cubicBezTo>
                  <a:cubicBezTo>
                    <a:pt x="973" y="227"/>
                    <a:pt x="18" y="210"/>
                    <a:pt x="0" y="192"/>
                  </a:cubicBezTo>
                  <a:lnTo>
                    <a:pt x="0" y="192"/>
                  </a:lnTo>
                  <a:lnTo>
                    <a:pt x="2022" y="4236"/>
                  </a:lnTo>
                  <a:lnTo>
                    <a:pt x="2231" y="4637"/>
                  </a:lnTo>
                  <a:lnTo>
                    <a:pt x="40719" y="4637"/>
                  </a:lnTo>
                  <a:lnTo>
                    <a:pt x="42375" y="1029"/>
                  </a:lnTo>
                  <a:lnTo>
                    <a:pt x="4284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4"/>
            <p:cNvSpPr/>
            <p:nvPr/>
          </p:nvSpPr>
          <p:spPr>
            <a:xfrm>
              <a:off x="3947050" y="3252075"/>
              <a:ext cx="1032825" cy="25"/>
            </a:xfrm>
            <a:custGeom>
              <a:rect b="b" l="l" r="r" t="t"/>
              <a:pathLst>
                <a:path extrusionOk="0" fill="none" h="1" w="41313">
                  <a:moveTo>
                    <a:pt x="0" y="0"/>
                  </a:moveTo>
                  <a:lnTo>
                    <a:pt x="41312" y="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4"/>
            <p:cNvSpPr/>
            <p:nvPr/>
          </p:nvSpPr>
          <p:spPr>
            <a:xfrm>
              <a:off x="3991925" y="3253375"/>
              <a:ext cx="25" cy="35775"/>
            </a:xfrm>
            <a:custGeom>
              <a:rect b="b" l="l" r="r" t="t"/>
              <a:pathLst>
                <a:path extrusionOk="0" fill="none" h="1431" w="1">
                  <a:moveTo>
                    <a:pt x="1" y="1"/>
                  </a:moveTo>
                  <a:lnTo>
                    <a:pt x="1" y="143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4"/>
            <p:cNvSpPr/>
            <p:nvPr/>
          </p:nvSpPr>
          <p:spPr>
            <a:xfrm>
              <a:off x="4927550" y="3253375"/>
              <a:ext cx="25" cy="35775"/>
            </a:xfrm>
            <a:custGeom>
              <a:rect b="b" l="l" r="r" t="t"/>
              <a:pathLst>
                <a:path extrusionOk="0" fill="none" h="1431" w="1">
                  <a:moveTo>
                    <a:pt x="0" y="1"/>
                  </a:moveTo>
                  <a:lnTo>
                    <a:pt x="0" y="143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4"/>
            <p:cNvSpPr/>
            <p:nvPr/>
          </p:nvSpPr>
          <p:spPr>
            <a:xfrm>
              <a:off x="3978425" y="3294775"/>
              <a:ext cx="1008850" cy="90225"/>
            </a:xfrm>
            <a:custGeom>
              <a:rect b="b" l="l" r="r" t="t"/>
              <a:pathLst>
                <a:path extrusionOk="0" h="3609" w="40354">
                  <a:moveTo>
                    <a:pt x="40353" y="1"/>
                  </a:moveTo>
                  <a:lnTo>
                    <a:pt x="0" y="3208"/>
                  </a:lnTo>
                  <a:lnTo>
                    <a:pt x="209" y="3609"/>
                  </a:lnTo>
                  <a:lnTo>
                    <a:pt x="38680" y="3609"/>
                  </a:lnTo>
                  <a:lnTo>
                    <a:pt x="4035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4"/>
            <p:cNvSpPr/>
            <p:nvPr/>
          </p:nvSpPr>
          <p:spPr>
            <a:xfrm>
              <a:off x="4044225" y="2940925"/>
              <a:ext cx="152975" cy="335575"/>
            </a:xfrm>
            <a:custGeom>
              <a:rect b="b" l="l" r="r" t="t"/>
              <a:pathLst>
                <a:path extrusionOk="0" fill="none" h="13423" w="6119">
                  <a:moveTo>
                    <a:pt x="0" y="13423"/>
                  </a:moveTo>
                  <a:lnTo>
                    <a:pt x="4131" y="1"/>
                  </a:lnTo>
                  <a:lnTo>
                    <a:pt x="6119" y="13423"/>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4"/>
            <p:cNvSpPr/>
            <p:nvPr/>
          </p:nvSpPr>
          <p:spPr>
            <a:xfrm>
              <a:off x="4133550" y="2913900"/>
              <a:ext cx="28350" cy="28350"/>
            </a:xfrm>
            <a:custGeom>
              <a:rect b="b" l="l" r="r" t="t"/>
              <a:pathLst>
                <a:path extrusionOk="0" fill="none" h="1134" w="1134">
                  <a:moveTo>
                    <a:pt x="1134" y="559"/>
                  </a:moveTo>
                  <a:cubicBezTo>
                    <a:pt x="1134" y="872"/>
                    <a:pt x="872" y="1134"/>
                    <a:pt x="558" y="1134"/>
                  </a:cubicBezTo>
                  <a:cubicBezTo>
                    <a:pt x="245" y="1134"/>
                    <a:pt x="1" y="872"/>
                    <a:pt x="1" y="559"/>
                  </a:cubicBezTo>
                  <a:cubicBezTo>
                    <a:pt x="1" y="245"/>
                    <a:pt x="245" y="1"/>
                    <a:pt x="558" y="1"/>
                  </a:cubicBezTo>
                  <a:cubicBezTo>
                    <a:pt x="872" y="1"/>
                    <a:pt x="1134" y="245"/>
                    <a:pt x="1134" y="559"/>
                  </a:cubicBezTo>
                  <a:close/>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4"/>
            <p:cNvSpPr/>
            <p:nvPr/>
          </p:nvSpPr>
          <p:spPr>
            <a:xfrm>
              <a:off x="4146625" y="2818025"/>
              <a:ext cx="900" cy="95900"/>
            </a:xfrm>
            <a:custGeom>
              <a:rect b="b" l="l" r="r" t="t"/>
              <a:pathLst>
                <a:path extrusionOk="0" fill="none" h="3836" w="36">
                  <a:moveTo>
                    <a:pt x="35" y="3836"/>
                  </a:moveTo>
                  <a:lnTo>
                    <a:pt x="1" y="1"/>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4"/>
            <p:cNvSpPr/>
            <p:nvPr/>
          </p:nvSpPr>
          <p:spPr>
            <a:xfrm>
              <a:off x="4736675" y="2938300"/>
              <a:ext cx="153425" cy="335575"/>
            </a:xfrm>
            <a:custGeom>
              <a:rect b="b" l="l" r="r" t="t"/>
              <a:pathLst>
                <a:path extrusionOk="0" fill="none" h="13423" w="6137">
                  <a:moveTo>
                    <a:pt x="6136" y="13423"/>
                  </a:moveTo>
                  <a:lnTo>
                    <a:pt x="2005" y="1"/>
                  </a:lnTo>
                  <a:lnTo>
                    <a:pt x="0" y="13423"/>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4"/>
            <p:cNvSpPr/>
            <p:nvPr/>
          </p:nvSpPr>
          <p:spPr>
            <a:xfrm>
              <a:off x="4771975" y="2911300"/>
              <a:ext cx="28775" cy="28775"/>
            </a:xfrm>
            <a:custGeom>
              <a:rect b="b" l="l" r="r" t="t"/>
              <a:pathLst>
                <a:path extrusionOk="0" fill="none" h="1151" w="1151">
                  <a:moveTo>
                    <a:pt x="1151" y="575"/>
                  </a:moveTo>
                  <a:cubicBezTo>
                    <a:pt x="1151" y="889"/>
                    <a:pt x="889" y="1151"/>
                    <a:pt x="576" y="1151"/>
                  </a:cubicBezTo>
                  <a:cubicBezTo>
                    <a:pt x="262" y="1151"/>
                    <a:pt x="0" y="889"/>
                    <a:pt x="0" y="575"/>
                  </a:cubicBezTo>
                  <a:cubicBezTo>
                    <a:pt x="0" y="262"/>
                    <a:pt x="262" y="0"/>
                    <a:pt x="576" y="0"/>
                  </a:cubicBezTo>
                  <a:cubicBezTo>
                    <a:pt x="889" y="0"/>
                    <a:pt x="1151" y="262"/>
                    <a:pt x="1151" y="575"/>
                  </a:cubicBezTo>
                  <a:close/>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4"/>
            <p:cNvSpPr/>
            <p:nvPr/>
          </p:nvSpPr>
          <p:spPr>
            <a:xfrm>
              <a:off x="4786350" y="2818900"/>
              <a:ext cx="900" cy="92425"/>
            </a:xfrm>
            <a:custGeom>
              <a:rect b="b" l="l" r="r" t="t"/>
              <a:pathLst>
                <a:path extrusionOk="0" fill="none" h="3697" w="36">
                  <a:moveTo>
                    <a:pt x="1" y="3696"/>
                  </a:moveTo>
                  <a:lnTo>
                    <a:pt x="36" y="1"/>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9" name="Google Shape;329;p14"/>
          <p:cNvSpPr/>
          <p:nvPr/>
        </p:nvSpPr>
        <p:spPr>
          <a:xfrm>
            <a:off x="8244388" y="4530058"/>
            <a:ext cx="928204" cy="430572"/>
          </a:xfrm>
          <a:custGeom>
            <a:rect b="b" l="l" r="r" t="t"/>
            <a:pathLst>
              <a:path extrusionOk="0" h="5143" w="11087">
                <a:moveTo>
                  <a:pt x="11087" y="0"/>
                </a:moveTo>
                <a:cubicBezTo>
                  <a:pt x="10790" y="35"/>
                  <a:pt x="10511" y="105"/>
                  <a:pt x="10232" y="192"/>
                </a:cubicBezTo>
                <a:cubicBezTo>
                  <a:pt x="8611" y="715"/>
                  <a:pt x="7164" y="1813"/>
                  <a:pt x="6084" y="3121"/>
                </a:cubicBezTo>
                <a:cubicBezTo>
                  <a:pt x="5658" y="2742"/>
                  <a:pt x="5079" y="2596"/>
                  <a:pt x="4490" y="2596"/>
                </a:cubicBezTo>
                <a:cubicBezTo>
                  <a:pt x="4211" y="2596"/>
                  <a:pt x="3930" y="2629"/>
                  <a:pt x="3661" y="2685"/>
                </a:cubicBezTo>
                <a:cubicBezTo>
                  <a:pt x="2179" y="3016"/>
                  <a:pt x="872" y="3887"/>
                  <a:pt x="0" y="5143"/>
                </a:cubicBezTo>
                <a:lnTo>
                  <a:pt x="11087" y="5143"/>
                </a:lnTo>
                <a:lnTo>
                  <a:pt x="1108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0" name="Shape 330"/>
        <p:cNvGrpSpPr/>
        <p:nvPr/>
      </p:nvGrpSpPr>
      <p:grpSpPr>
        <a:xfrm>
          <a:off x="0" y="0"/>
          <a:ext cx="0" cy="0"/>
          <a:chOff x="0" y="0"/>
          <a:chExt cx="0" cy="0"/>
        </a:xfrm>
      </p:grpSpPr>
      <p:sp>
        <p:nvSpPr>
          <p:cNvPr id="331" name="Google Shape;331;p15"/>
          <p:cNvSpPr txBox="1"/>
          <p:nvPr>
            <p:ph type="title"/>
          </p:nvPr>
        </p:nvSpPr>
        <p:spPr>
          <a:xfrm>
            <a:off x="699125" y="2979600"/>
            <a:ext cx="3296400" cy="694200"/>
          </a:xfrm>
          <a:prstGeom prst="rect">
            <a:avLst/>
          </a:prstGeom>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32" name="Google Shape;332;p15"/>
          <p:cNvSpPr txBox="1"/>
          <p:nvPr>
            <p:ph idx="1" type="subTitle"/>
          </p:nvPr>
        </p:nvSpPr>
        <p:spPr>
          <a:xfrm>
            <a:off x="699125" y="3798600"/>
            <a:ext cx="3296400" cy="632400"/>
          </a:xfrm>
          <a:prstGeom prst="rect">
            <a:avLst/>
          </a:prstGeom>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33" name="Google Shape;333;p15"/>
          <p:cNvSpPr txBox="1"/>
          <p:nvPr>
            <p:ph hasCustomPrompt="1" idx="2" type="title"/>
          </p:nvPr>
        </p:nvSpPr>
        <p:spPr>
          <a:xfrm>
            <a:off x="1506575" y="1533602"/>
            <a:ext cx="1681500" cy="1321200"/>
          </a:xfrm>
          <a:prstGeom prst="rect">
            <a:avLst/>
          </a:prstGeom>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lvl1pPr lvl="0">
              <a:spcBef>
                <a:spcPts val="0"/>
              </a:spcBef>
              <a:spcAft>
                <a:spcPts val="0"/>
              </a:spcAft>
              <a:buSzPts val="12000"/>
              <a:buNone/>
              <a:defRPr sz="8000">
                <a:solidFill>
                  <a:schemeClr val="accent3"/>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grpSp>
        <p:nvGrpSpPr>
          <p:cNvPr id="334" name="Google Shape;334;p15"/>
          <p:cNvGrpSpPr/>
          <p:nvPr/>
        </p:nvGrpSpPr>
        <p:grpSpPr>
          <a:xfrm>
            <a:off x="6085954" y="2272387"/>
            <a:ext cx="2581452" cy="3335997"/>
            <a:chOff x="2784353" y="929598"/>
            <a:chExt cx="2843322" cy="3674410"/>
          </a:xfrm>
        </p:grpSpPr>
        <p:sp>
          <p:nvSpPr>
            <p:cNvPr id="335" name="Google Shape;335;p15"/>
            <p:cNvSpPr/>
            <p:nvPr/>
          </p:nvSpPr>
          <p:spPr>
            <a:xfrm>
              <a:off x="2805900" y="2220450"/>
              <a:ext cx="2800122" cy="2383558"/>
            </a:xfrm>
            <a:custGeom>
              <a:rect b="b" l="l" r="r" t="t"/>
              <a:pathLst>
                <a:path extrusionOk="0" h="28861" w="23843">
                  <a:moveTo>
                    <a:pt x="1" y="0"/>
                  </a:moveTo>
                  <a:lnTo>
                    <a:pt x="1" y="28860"/>
                  </a:lnTo>
                  <a:lnTo>
                    <a:pt x="23842" y="28860"/>
                  </a:lnTo>
                  <a:lnTo>
                    <a:pt x="2384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5"/>
            <p:cNvSpPr/>
            <p:nvPr/>
          </p:nvSpPr>
          <p:spPr>
            <a:xfrm>
              <a:off x="2819866" y="929598"/>
              <a:ext cx="61445" cy="1345763"/>
            </a:xfrm>
            <a:custGeom>
              <a:rect b="b" l="l" r="r" t="t"/>
              <a:pathLst>
                <a:path extrusionOk="0" h="16295" w="744">
                  <a:moveTo>
                    <a:pt x="1" y="1"/>
                  </a:moveTo>
                  <a:lnTo>
                    <a:pt x="1" y="16295"/>
                  </a:lnTo>
                  <a:lnTo>
                    <a:pt x="744" y="16295"/>
                  </a:lnTo>
                  <a:lnTo>
                    <a:pt x="74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5"/>
            <p:cNvSpPr/>
            <p:nvPr/>
          </p:nvSpPr>
          <p:spPr>
            <a:xfrm>
              <a:off x="3537964" y="929598"/>
              <a:ext cx="60371" cy="1345763"/>
            </a:xfrm>
            <a:custGeom>
              <a:rect b="b" l="l" r="r" t="t"/>
              <a:pathLst>
                <a:path extrusionOk="0" h="16295" w="731">
                  <a:moveTo>
                    <a:pt x="0" y="1"/>
                  </a:moveTo>
                  <a:lnTo>
                    <a:pt x="0" y="16295"/>
                  </a:lnTo>
                  <a:lnTo>
                    <a:pt x="730" y="16295"/>
                  </a:lnTo>
                  <a:lnTo>
                    <a:pt x="7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5"/>
            <p:cNvSpPr/>
            <p:nvPr/>
          </p:nvSpPr>
          <p:spPr>
            <a:xfrm>
              <a:off x="4777107" y="929598"/>
              <a:ext cx="60371" cy="1345763"/>
            </a:xfrm>
            <a:custGeom>
              <a:rect b="b" l="l" r="r" t="t"/>
              <a:pathLst>
                <a:path extrusionOk="0" h="16295" w="731">
                  <a:moveTo>
                    <a:pt x="0" y="1"/>
                  </a:moveTo>
                  <a:lnTo>
                    <a:pt x="0" y="16295"/>
                  </a:lnTo>
                  <a:lnTo>
                    <a:pt x="730" y="16295"/>
                  </a:lnTo>
                  <a:lnTo>
                    <a:pt x="7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5"/>
            <p:cNvSpPr/>
            <p:nvPr/>
          </p:nvSpPr>
          <p:spPr>
            <a:xfrm>
              <a:off x="5494049" y="929598"/>
              <a:ext cx="61445" cy="1345763"/>
            </a:xfrm>
            <a:custGeom>
              <a:rect b="b" l="l" r="r" t="t"/>
              <a:pathLst>
                <a:path extrusionOk="0" h="16295" w="744">
                  <a:moveTo>
                    <a:pt x="1" y="1"/>
                  </a:moveTo>
                  <a:lnTo>
                    <a:pt x="1" y="16295"/>
                  </a:lnTo>
                  <a:lnTo>
                    <a:pt x="744" y="16295"/>
                  </a:lnTo>
                  <a:lnTo>
                    <a:pt x="74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5"/>
            <p:cNvSpPr/>
            <p:nvPr/>
          </p:nvSpPr>
          <p:spPr>
            <a:xfrm>
              <a:off x="2805909" y="2220441"/>
              <a:ext cx="1003438" cy="2383558"/>
            </a:xfrm>
            <a:custGeom>
              <a:rect b="b" l="l" r="r" t="t"/>
              <a:pathLst>
                <a:path extrusionOk="0" h="28861" w="12150">
                  <a:moveTo>
                    <a:pt x="0" y="0"/>
                  </a:moveTo>
                  <a:lnTo>
                    <a:pt x="0" y="28860"/>
                  </a:lnTo>
                  <a:lnTo>
                    <a:pt x="12149" y="28860"/>
                  </a:lnTo>
                  <a:lnTo>
                    <a:pt x="12149"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5"/>
            <p:cNvSpPr/>
            <p:nvPr/>
          </p:nvSpPr>
          <p:spPr>
            <a:xfrm>
              <a:off x="2784353" y="2194447"/>
              <a:ext cx="2843322" cy="94810"/>
            </a:xfrm>
            <a:custGeom>
              <a:rect b="b" l="l" r="r" t="t"/>
              <a:pathLst>
                <a:path extrusionOk="0" h="1148" w="34428">
                  <a:moveTo>
                    <a:pt x="1" y="1"/>
                  </a:moveTo>
                  <a:lnTo>
                    <a:pt x="1" y="1148"/>
                  </a:lnTo>
                  <a:lnTo>
                    <a:pt x="34427" y="1148"/>
                  </a:lnTo>
                  <a:lnTo>
                    <a:pt x="3442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5"/>
            <p:cNvSpPr/>
            <p:nvPr/>
          </p:nvSpPr>
          <p:spPr>
            <a:xfrm>
              <a:off x="2784353" y="2948119"/>
              <a:ext cx="2843322" cy="87295"/>
            </a:xfrm>
            <a:custGeom>
              <a:rect b="b" l="l" r="r" t="t"/>
              <a:pathLst>
                <a:path extrusionOk="0" h="1057" w="34428">
                  <a:moveTo>
                    <a:pt x="1" y="1"/>
                  </a:moveTo>
                  <a:lnTo>
                    <a:pt x="1" y="1057"/>
                  </a:lnTo>
                  <a:lnTo>
                    <a:pt x="34427" y="1057"/>
                  </a:lnTo>
                  <a:lnTo>
                    <a:pt x="3442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5"/>
            <p:cNvSpPr/>
            <p:nvPr/>
          </p:nvSpPr>
          <p:spPr>
            <a:xfrm>
              <a:off x="2784353" y="3723285"/>
              <a:ext cx="2843322" cy="87295"/>
            </a:xfrm>
            <a:custGeom>
              <a:rect b="b" l="l" r="r" t="t"/>
              <a:pathLst>
                <a:path extrusionOk="0" h="1057" w="34428">
                  <a:moveTo>
                    <a:pt x="1" y="0"/>
                  </a:moveTo>
                  <a:lnTo>
                    <a:pt x="1" y="1056"/>
                  </a:lnTo>
                  <a:lnTo>
                    <a:pt x="34427" y="1056"/>
                  </a:lnTo>
                  <a:lnTo>
                    <a:pt x="3442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5"/>
            <p:cNvSpPr/>
            <p:nvPr/>
          </p:nvSpPr>
          <p:spPr>
            <a:xfrm>
              <a:off x="4300164" y="2402298"/>
              <a:ext cx="235870" cy="441513"/>
            </a:xfrm>
            <a:custGeom>
              <a:rect b="b" l="l" r="r" t="t"/>
              <a:pathLst>
                <a:path extrusionOk="0" h="5346" w="2856">
                  <a:moveTo>
                    <a:pt x="0" y="1"/>
                  </a:moveTo>
                  <a:lnTo>
                    <a:pt x="0" y="5345"/>
                  </a:lnTo>
                  <a:lnTo>
                    <a:pt x="2855" y="5345"/>
                  </a:lnTo>
                  <a:lnTo>
                    <a:pt x="285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5"/>
            <p:cNvSpPr/>
            <p:nvPr/>
          </p:nvSpPr>
          <p:spPr>
            <a:xfrm>
              <a:off x="4755552" y="2402298"/>
              <a:ext cx="236944" cy="441513"/>
            </a:xfrm>
            <a:custGeom>
              <a:rect b="b" l="l" r="r" t="t"/>
              <a:pathLst>
                <a:path extrusionOk="0" h="5346" w="2869">
                  <a:moveTo>
                    <a:pt x="0" y="1"/>
                  </a:moveTo>
                  <a:lnTo>
                    <a:pt x="0" y="5345"/>
                  </a:lnTo>
                  <a:lnTo>
                    <a:pt x="2868" y="5345"/>
                  </a:lnTo>
                  <a:lnTo>
                    <a:pt x="286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
            <p:cNvSpPr/>
            <p:nvPr/>
          </p:nvSpPr>
          <p:spPr>
            <a:xfrm>
              <a:off x="3841556" y="2402298"/>
              <a:ext cx="235870" cy="441513"/>
            </a:xfrm>
            <a:custGeom>
              <a:rect b="b" l="l" r="r" t="t"/>
              <a:pathLst>
                <a:path extrusionOk="0" h="5346" w="2856">
                  <a:moveTo>
                    <a:pt x="0" y="1"/>
                  </a:moveTo>
                  <a:lnTo>
                    <a:pt x="0" y="5345"/>
                  </a:lnTo>
                  <a:lnTo>
                    <a:pt x="2855" y="5345"/>
                  </a:lnTo>
                  <a:lnTo>
                    <a:pt x="285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5"/>
            <p:cNvSpPr/>
            <p:nvPr/>
          </p:nvSpPr>
          <p:spPr>
            <a:xfrm>
              <a:off x="5197973" y="2402298"/>
              <a:ext cx="235870" cy="441513"/>
            </a:xfrm>
            <a:custGeom>
              <a:rect b="b" l="l" r="r" t="t"/>
              <a:pathLst>
                <a:path extrusionOk="0" h="5346" w="2856">
                  <a:moveTo>
                    <a:pt x="1" y="1"/>
                  </a:moveTo>
                  <a:lnTo>
                    <a:pt x="1" y="5345"/>
                  </a:lnTo>
                  <a:lnTo>
                    <a:pt x="2856" y="5345"/>
                  </a:lnTo>
                  <a:lnTo>
                    <a:pt x="285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5"/>
            <p:cNvSpPr/>
            <p:nvPr/>
          </p:nvSpPr>
          <p:spPr>
            <a:xfrm>
              <a:off x="3284999" y="2402298"/>
              <a:ext cx="192759" cy="441513"/>
            </a:xfrm>
            <a:custGeom>
              <a:rect b="b" l="l" r="r" t="t"/>
              <a:pathLst>
                <a:path extrusionOk="0" h="5346" w="2334">
                  <a:moveTo>
                    <a:pt x="0" y="1"/>
                  </a:moveTo>
                  <a:lnTo>
                    <a:pt x="0" y="5345"/>
                  </a:lnTo>
                  <a:lnTo>
                    <a:pt x="2333" y="5345"/>
                  </a:lnTo>
                  <a:lnTo>
                    <a:pt x="233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5"/>
            <p:cNvSpPr/>
            <p:nvPr/>
          </p:nvSpPr>
          <p:spPr>
            <a:xfrm>
              <a:off x="2930781" y="2402298"/>
              <a:ext cx="191686" cy="441513"/>
            </a:xfrm>
            <a:custGeom>
              <a:rect b="b" l="l" r="r" t="t"/>
              <a:pathLst>
                <a:path extrusionOk="0" h="5346" w="2321">
                  <a:moveTo>
                    <a:pt x="0" y="1"/>
                  </a:moveTo>
                  <a:lnTo>
                    <a:pt x="0" y="5345"/>
                  </a:lnTo>
                  <a:lnTo>
                    <a:pt x="2321" y="5345"/>
                  </a:lnTo>
                  <a:lnTo>
                    <a:pt x="232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5"/>
            <p:cNvSpPr/>
            <p:nvPr/>
          </p:nvSpPr>
          <p:spPr>
            <a:xfrm>
              <a:off x="4300164" y="3155909"/>
              <a:ext cx="235870" cy="442586"/>
            </a:xfrm>
            <a:custGeom>
              <a:rect b="b" l="l" r="r" t="t"/>
              <a:pathLst>
                <a:path extrusionOk="0" h="5359" w="2856">
                  <a:moveTo>
                    <a:pt x="0" y="1"/>
                  </a:moveTo>
                  <a:lnTo>
                    <a:pt x="0" y="5358"/>
                  </a:lnTo>
                  <a:lnTo>
                    <a:pt x="2855" y="5358"/>
                  </a:lnTo>
                  <a:lnTo>
                    <a:pt x="285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5"/>
            <p:cNvSpPr/>
            <p:nvPr/>
          </p:nvSpPr>
          <p:spPr>
            <a:xfrm>
              <a:off x="4755552" y="3155909"/>
              <a:ext cx="236944" cy="442586"/>
            </a:xfrm>
            <a:custGeom>
              <a:rect b="b" l="l" r="r" t="t"/>
              <a:pathLst>
                <a:path extrusionOk="0" h="5359" w="2869">
                  <a:moveTo>
                    <a:pt x="0" y="1"/>
                  </a:moveTo>
                  <a:lnTo>
                    <a:pt x="0" y="5358"/>
                  </a:lnTo>
                  <a:lnTo>
                    <a:pt x="2868" y="5358"/>
                  </a:lnTo>
                  <a:lnTo>
                    <a:pt x="286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5"/>
            <p:cNvSpPr/>
            <p:nvPr/>
          </p:nvSpPr>
          <p:spPr>
            <a:xfrm>
              <a:off x="3841556" y="3155909"/>
              <a:ext cx="235870" cy="442586"/>
            </a:xfrm>
            <a:custGeom>
              <a:rect b="b" l="l" r="r" t="t"/>
              <a:pathLst>
                <a:path extrusionOk="0" h="5359" w="2856">
                  <a:moveTo>
                    <a:pt x="0" y="1"/>
                  </a:moveTo>
                  <a:lnTo>
                    <a:pt x="0" y="5358"/>
                  </a:lnTo>
                  <a:lnTo>
                    <a:pt x="2855" y="5358"/>
                  </a:lnTo>
                  <a:lnTo>
                    <a:pt x="285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5"/>
            <p:cNvSpPr/>
            <p:nvPr/>
          </p:nvSpPr>
          <p:spPr>
            <a:xfrm>
              <a:off x="5197973" y="3155909"/>
              <a:ext cx="235870" cy="442586"/>
            </a:xfrm>
            <a:custGeom>
              <a:rect b="b" l="l" r="r" t="t"/>
              <a:pathLst>
                <a:path extrusionOk="0" h="5359" w="2856">
                  <a:moveTo>
                    <a:pt x="1" y="1"/>
                  </a:moveTo>
                  <a:lnTo>
                    <a:pt x="1" y="5358"/>
                  </a:lnTo>
                  <a:lnTo>
                    <a:pt x="2856" y="5358"/>
                  </a:lnTo>
                  <a:lnTo>
                    <a:pt x="285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5"/>
            <p:cNvSpPr/>
            <p:nvPr/>
          </p:nvSpPr>
          <p:spPr>
            <a:xfrm>
              <a:off x="3284999" y="3155909"/>
              <a:ext cx="192759" cy="442586"/>
            </a:xfrm>
            <a:custGeom>
              <a:rect b="b" l="l" r="r" t="t"/>
              <a:pathLst>
                <a:path extrusionOk="0" h="5359" w="2334">
                  <a:moveTo>
                    <a:pt x="0" y="1"/>
                  </a:moveTo>
                  <a:lnTo>
                    <a:pt x="0" y="5358"/>
                  </a:lnTo>
                  <a:lnTo>
                    <a:pt x="2333" y="5358"/>
                  </a:lnTo>
                  <a:lnTo>
                    <a:pt x="233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5"/>
            <p:cNvSpPr/>
            <p:nvPr/>
          </p:nvSpPr>
          <p:spPr>
            <a:xfrm>
              <a:off x="2930781" y="3155909"/>
              <a:ext cx="191686" cy="442586"/>
            </a:xfrm>
            <a:custGeom>
              <a:rect b="b" l="l" r="r" t="t"/>
              <a:pathLst>
                <a:path extrusionOk="0" h="5359" w="2321">
                  <a:moveTo>
                    <a:pt x="0" y="1"/>
                  </a:moveTo>
                  <a:lnTo>
                    <a:pt x="0" y="5358"/>
                  </a:lnTo>
                  <a:lnTo>
                    <a:pt x="2321" y="5358"/>
                  </a:lnTo>
                  <a:lnTo>
                    <a:pt x="232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5"/>
            <p:cNvSpPr/>
            <p:nvPr/>
          </p:nvSpPr>
          <p:spPr>
            <a:xfrm>
              <a:off x="4300164" y="3975177"/>
              <a:ext cx="717107" cy="628821"/>
            </a:xfrm>
            <a:custGeom>
              <a:rect b="b" l="l" r="r" t="t"/>
              <a:pathLst>
                <a:path extrusionOk="0" h="7614" w="8683">
                  <a:moveTo>
                    <a:pt x="0" y="1"/>
                  </a:moveTo>
                  <a:lnTo>
                    <a:pt x="0" y="7613"/>
                  </a:lnTo>
                  <a:lnTo>
                    <a:pt x="8682" y="7613"/>
                  </a:lnTo>
                  <a:lnTo>
                    <a:pt x="868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5"/>
            <p:cNvSpPr/>
            <p:nvPr/>
          </p:nvSpPr>
          <p:spPr>
            <a:xfrm>
              <a:off x="3841556" y="3975177"/>
              <a:ext cx="235870" cy="446881"/>
            </a:xfrm>
            <a:custGeom>
              <a:rect b="b" l="l" r="r" t="t"/>
              <a:pathLst>
                <a:path extrusionOk="0" h="5411" w="2856">
                  <a:moveTo>
                    <a:pt x="0" y="1"/>
                  </a:moveTo>
                  <a:lnTo>
                    <a:pt x="0" y="5410"/>
                  </a:lnTo>
                  <a:lnTo>
                    <a:pt x="2855" y="5410"/>
                  </a:lnTo>
                  <a:lnTo>
                    <a:pt x="285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5"/>
            <p:cNvSpPr/>
            <p:nvPr/>
          </p:nvSpPr>
          <p:spPr>
            <a:xfrm>
              <a:off x="5197973" y="3975177"/>
              <a:ext cx="235870" cy="446881"/>
            </a:xfrm>
            <a:custGeom>
              <a:rect b="b" l="l" r="r" t="t"/>
              <a:pathLst>
                <a:path extrusionOk="0" h="5411" w="2856">
                  <a:moveTo>
                    <a:pt x="1" y="1"/>
                  </a:moveTo>
                  <a:lnTo>
                    <a:pt x="1" y="5410"/>
                  </a:lnTo>
                  <a:lnTo>
                    <a:pt x="2856" y="5410"/>
                  </a:lnTo>
                  <a:lnTo>
                    <a:pt x="285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5"/>
            <p:cNvSpPr/>
            <p:nvPr/>
          </p:nvSpPr>
          <p:spPr>
            <a:xfrm>
              <a:off x="3284999" y="3975177"/>
              <a:ext cx="192759" cy="446881"/>
            </a:xfrm>
            <a:custGeom>
              <a:rect b="b" l="l" r="r" t="t"/>
              <a:pathLst>
                <a:path extrusionOk="0" h="5411" w="2334">
                  <a:moveTo>
                    <a:pt x="0" y="1"/>
                  </a:moveTo>
                  <a:lnTo>
                    <a:pt x="0" y="5410"/>
                  </a:lnTo>
                  <a:lnTo>
                    <a:pt x="2333" y="5410"/>
                  </a:lnTo>
                  <a:lnTo>
                    <a:pt x="233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5"/>
            <p:cNvSpPr/>
            <p:nvPr/>
          </p:nvSpPr>
          <p:spPr>
            <a:xfrm>
              <a:off x="2930781" y="3975177"/>
              <a:ext cx="191686" cy="446881"/>
            </a:xfrm>
            <a:custGeom>
              <a:rect b="b" l="l" r="r" t="t"/>
              <a:pathLst>
                <a:path extrusionOk="0" h="5411" w="2321">
                  <a:moveTo>
                    <a:pt x="0" y="1"/>
                  </a:moveTo>
                  <a:lnTo>
                    <a:pt x="0" y="5410"/>
                  </a:lnTo>
                  <a:lnTo>
                    <a:pt x="2321" y="5410"/>
                  </a:lnTo>
                  <a:lnTo>
                    <a:pt x="232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 name="Google Shape;361;p15"/>
          <p:cNvGrpSpPr/>
          <p:nvPr/>
        </p:nvGrpSpPr>
        <p:grpSpPr>
          <a:xfrm flipH="1">
            <a:off x="4397008" y="859355"/>
            <a:ext cx="3285468" cy="5265540"/>
            <a:chOff x="5212325" y="1924475"/>
            <a:chExt cx="1870250" cy="2997575"/>
          </a:xfrm>
        </p:grpSpPr>
        <p:sp>
          <p:nvSpPr>
            <p:cNvPr id="362" name="Google Shape;362;p15"/>
            <p:cNvSpPr/>
            <p:nvPr/>
          </p:nvSpPr>
          <p:spPr>
            <a:xfrm>
              <a:off x="5239925" y="1945525"/>
              <a:ext cx="1828150" cy="497875"/>
            </a:xfrm>
            <a:custGeom>
              <a:rect b="b" l="l" r="r" t="t"/>
              <a:pathLst>
                <a:path extrusionOk="0" fill="none" h="19915" w="73126">
                  <a:moveTo>
                    <a:pt x="0" y="19915"/>
                  </a:moveTo>
                  <a:lnTo>
                    <a:pt x="51639" y="1"/>
                  </a:lnTo>
                  <a:lnTo>
                    <a:pt x="73126" y="19915"/>
                  </a:lnTo>
                </a:path>
              </a:pathLst>
            </a:custGeom>
            <a:noFill/>
            <a:ln cap="flat" cmpd="sng" w="6550">
              <a:solidFill>
                <a:schemeClr val="lt1"/>
              </a:solidFill>
              <a:prstDash val="solid"/>
              <a:miter lim="1871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5"/>
            <p:cNvSpPr/>
            <p:nvPr/>
          </p:nvSpPr>
          <p:spPr>
            <a:xfrm>
              <a:off x="6549602" y="2055479"/>
              <a:ext cx="26703" cy="2866571"/>
            </a:xfrm>
            <a:custGeom>
              <a:rect b="b" l="l" r="r" t="t"/>
              <a:pathLst>
                <a:path extrusionOk="0" h="91263" w="1068">
                  <a:moveTo>
                    <a:pt x="1" y="1"/>
                  </a:moveTo>
                  <a:lnTo>
                    <a:pt x="1" y="91263"/>
                  </a:lnTo>
                  <a:lnTo>
                    <a:pt x="1068" y="91263"/>
                  </a:lnTo>
                  <a:lnTo>
                    <a:pt x="10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5"/>
            <p:cNvSpPr/>
            <p:nvPr/>
          </p:nvSpPr>
          <p:spPr>
            <a:xfrm>
              <a:off x="6484570" y="2055479"/>
              <a:ext cx="26678" cy="2866571"/>
            </a:xfrm>
            <a:custGeom>
              <a:rect b="b" l="l" r="r" t="t"/>
              <a:pathLst>
                <a:path extrusionOk="0" h="91263" w="1067">
                  <a:moveTo>
                    <a:pt x="0" y="1"/>
                  </a:moveTo>
                  <a:lnTo>
                    <a:pt x="0" y="91263"/>
                  </a:lnTo>
                  <a:lnTo>
                    <a:pt x="1067" y="91263"/>
                  </a:lnTo>
                  <a:lnTo>
                    <a:pt x="106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5"/>
            <p:cNvSpPr/>
            <p:nvPr/>
          </p:nvSpPr>
          <p:spPr>
            <a:xfrm>
              <a:off x="6443850" y="2364425"/>
              <a:ext cx="174575" cy="158875"/>
            </a:xfrm>
            <a:custGeom>
              <a:rect b="b" l="l" r="r" t="t"/>
              <a:pathLst>
                <a:path extrusionOk="0" h="6355" w="6983">
                  <a:moveTo>
                    <a:pt x="3497" y="1"/>
                  </a:moveTo>
                  <a:cubicBezTo>
                    <a:pt x="3252" y="1"/>
                    <a:pt x="3002" y="30"/>
                    <a:pt x="2752" y="89"/>
                  </a:cubicBezTo>
                  <a:cubicBezTo>
                    <a:pt x="1049" y="482"/>
                    <a:pt x="1" y="2204"/>
                    <a:pt x="394" y="3908"/>
                  </a:cubicBezTo>
                  <a:cubicBezTo>
                    <a:pt x="746" y="5363"/>
                    <a:pt x="2041" y="6354"/>
                    <a:pt x="3474" y="6354"/>
                  </a:cubicBezTo>
                  <a:cubicBezTo>
                    <a:pt x="3717" y="6354"/>
                    <a:pt x="3965" y="6326"/>
                    <a:pt x="4212" y="6266"/>
                  </a:cubicBezTo>
                  <a:cubicBezTo>
                    <a:pt x="5915" y="5873"/>
                    <a:pt x="6982" y="4151"/>
                    <a:pt x="6570" y="2448"/>
                  </a:cubicBezTo>
                  <a:cubicBezTo>
                    <a:pt x="6234" y="992"/>
                    <a:pt x="4941" y="1"/>
                    <a:pt x="34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5"/>
            <p:cNvSpPr/>
            <p:nvPr/>
          </p:nvSpPr>
          <p:spPr>
            <a:xfrm>
              <a:off x="6464925" y="2041925"/>
              <a:ext cx="132425" cy="13575"/>
            </a:xfrm>
            <a:custGeom>
              <a:rect b="b" l="l" r="r" t="t"/>
              <a:pathLst>
                <a:path extrusionOk="0" h="543" w="5297">
                  <a:moveTo>
                    <a:pt x="0" y="0"/>
                  </a:moveTo>
                  <a:lnTo>
                    <a:pt x="0" y="543"/>
                  </a:lnTo>
                  <a:lnTo>
                    <a:pt x="5297" y="543"/>
                  </a:lnTo>
                  <a:lnTo>
                    <a:pt x="52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5"/>
            <p:cNvSpPr/>
            <p:nvPr/>
          </p:nvSpPr>
          <p:spPr>
            <a:xfrm>
              <a:off x="6511700" y="1991375"/>
              <a:ext cx="38875" cy="50575"/>
            </a:xfrm>
            <a:custGeom>
              <a:rect b="b" l="l" r="r" t="t"/>
              <a:pathLst>
                <a:path extrusionOk="0" h="2023" w="1555">
                  <a:moveTo>
                    <a:pt x="1" y="1"/>
                  </a:moveTo>
                  <a:lnTo>
                    <a:pt x="1" y="2022"/>
                  </a:lnTo>
                  <a:lnTo>
                    <a:pt x="1554" y="2022"/>
                  </a:lnTo>
                  <a:lnTo>
                    <a:pt x="155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5"/>
            <p:cNvSpPr/>
            <p:nvPr/>
          </p:nvSpPr>
          <p:spPr>
            <a:xfrm>
              <a:off x="6521525" y="1966125"/>
              <a:ext cx="19225" cy="25275"/>
            </a:xfrm>
            <a:custGeom>
              <a:rect b="b" l="l" r="r" t="t"/>
              <a:pathLst>
                <a:path extrusionOk="0" h="1011" w="769">
                  <a:moveTo>
                    <a:pt x="1" y="0"/>
                  </a:moveTo>
                  <a:lnTo>
                    <a:pt x="1" y="1011"/>
                  </a:lnTo>
                  <a:lnTo>
                    <a:pt x="768" y="1011"/>
                  </a:lnTo>
                  <a:lnTo>
                    <a:pt x="76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5"/>
            <p:cNvSpPr/>
            <p:nvPr/>
          </p:nvSpPr>
          <p:spPr>
            <a:xfrm>
              <a:off x="6510300" y="1924475"/>
              <a:ext cx="48700" cy="41800"/>
            </a:xfrm>
            <a:custGeom>
              <a:rect b="b" l="l" r="r" t="t"/>
              <a:pathLst>
                <a:path extrusionOk="0" h="1672" w="1948">
                  <a:moveTo>
                    <a:pt x="824" y="0"/>
                  </a:moveTo>
                  <a:cubicBezTo>
                    <a:pt x="375" y="0"/>
                    <a:pt x="1" y="375"/>
                    <a:pt x="1" y="843"/>
                  </a:cubicBezTo>
                  <a:cubicBezTo>
                    <a:pt x="1" y="1346"/>
                    <a:pt x="407" y="1672"/>
                    <a:pt x="832" y="1672"/>
                  </a:cubicBezTo>
                  <a:cubicBezTo>
                    <a:pt x="1040" y="1672"/>
                    <a:pt x="1251" y="1594"/>
                    <a:pt x="1423" y="1423"/>
                  </a:cubicBezTo>
                  <a:cubicBezTo>
                    <a:pt x="1947" y="899"/>
                    <a:pt x="1573" y="0"/>
                    <a:pt x="8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5"/>
            <p:cNvSpPr/>
            <p:nvPr/>
          </p:nvSpPr>
          <p:spPr>
            <a:xfrm>
              <a:off x="5212325" y="2429350"/>
              <a:ext cx="1870250" cy="28100"/>
            </a:xfrm>
            <a:custGeom>
              <a:rect b="b" l="l" r="r" t="t"/>
              <a:pathLst>
                <a:path extrusionOk="0" h="1124" w="74810">
                  <a:moveTo>
                    <a:pt x="0" y="0"/>
                  </a:moveTo>
                  <a:lnTo>
                    <a:pt x="0" y="1123"/>
                  </a:lnTo>
                  <a:lnTo>
                    <a:pt x="74810" y="1123"/>
                  </a:lnTo>
                  <a:lnTo>
                    <a:pt x="7481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5"/>
            <p:cNvSpPr/>
            <p:nvPr/>
          </p:nvSpPr>
          <p:spPr>
            <a:xfrm>
              <a:off x="5212325" y="2457425"/>
              <a:ext cx="335050" cy="98275"/>
            </a:xfrm>
            <a:custGeom>
              <a:rect b="b" l="l" r="r" t="t"/>
              <a:pathLst>
                <a:path extrusionOk="0" h="3931" w="13402">
                  <a:moveTo>
                    <a:pt x="0" y="0"/>
                  </a:moveTo>
                  <a:lnTo>
                    <a:pt x="0" y="3931"/>
                  </a:lnTo>
                  <a:lnTo>
                    <a:pt x="13401" y="3931"/>
                  </a:lnTo>
                  <a:lnTo>
                    <a:pt x="13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5"/>
            <p:cNvSpPr/>
            <p:nvPr/>
          </p:nvSpPr>
          <p:spPr>
            <a:xfrm>
              <a:off x="5894075" y="2457425"/>
              <a:ext cx="167050" cy="32300"/>
            </a:xfrm>
            <a:custGeom>
              <a:rect b="b" l="l" r="r" t="t"/>
              <a:pathLst>
                <a:path extrusionOk="0" h="1292" w="6682">
                  <a:moveTo>
                    <a:pt x="0" y="0"/>
                  </a:moveTo>
                  <a:lnTo>
                    <a:pt x="0" y="1292"/>
                  </a:lnTo>
                  <a:lnTo>
                    <a:pt x="6682" y="1292"/>
                  </a:lnTo>
                  <a:lnTo>
                    <a:pt x="66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5"/>
            <p:cNvSpPr/>
            <p:nvPr/>
          </p:nvSpPr>
          <p:spPr>
            <a:xfrm>
              <a:off x="6333425" y="2635225"/>
              <a:ext cx="151175" cy="281700"/>
            </a:xfrm>
            <a:custGeom>
              <a:rect b="b" l="l" r="r" t="t"/>
              <a:pathLst>
                <a:path extrusionOk="0" h="11268" w="6047">
                  <a:moveTo>
                    <a:pt x="1" y="1"/>
                  </a:moveTo>
                  <a:lnTo>
                    <a:pt x="1" y="11268"/>
                  </a:lnTo>
                  <a:lnTo>
                    <a:pt x="6046" y="11268"/>
                  </a:lnTo>
                  <a:lnTo>
                    <a:pt x="604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5"/>
            <p:cNvSpPr/>
            <p:nvPr/>
          </p:nvSpPr>
          <p:spPr>
            <a:xfrm>
              <a:off x="6793850" y="2457425"/>
              <a:ext cx="288725" cy="78625"/>
            </a:xfrm>
            <a:custGeom>
              <a:rect b="b" l="l" r="r" t="t"/>
              <a:pathLst>
                <a:path extrusionOk="0" h="3145" w="11549">
                  <a:moveTo>
                    <a:pt x="1" y="0"/>
                  </a:moveTo>
                  <a:lnTo>
                    <a:pt x="1" y="3145"/>
                  </a:lnTo>
                  <a:lnTo>
                    <a:pt x="11549" y="3145"/>
                  </a:lnTo>
                  <a:lnTo>
                    <a:pt x="1154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5"/>
            <p:cNvSpPr/>
            <p:nvPr/>
          </p:nvSpPr>
          <p:spPr>
            <a:xfrm>
              <a:off x="6926275" y="2429350"/>
              <a:ext cx="156300" cy="28100"/>
            </a:xfrm>
            <a:custGeom>
              <a:rect b="b" l="l" r="r" t="t"/>
              <a:pathLst>
                <a:path extrusionOk="0" h="1124" w="6252">
                  <a:moveTo>
                    <a:pt x="0" y="0"/>
                  </a:moveTo>
                  <a:lnTo>
                    <a:pt x="0" y="1123"/>
                  </a:lnTo>
                  <a:lnTo>
                    <a:pt x="6252" y="1123"/>
                  </a:lnTo>
                  <a:lnTo>
                    <a:pt x="625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5"/>
            <p:cNvSpPr/>
            <p:nvPr/>
          </p:nvSpPr>
          <p:spPr>
            <a:xfrm>
              <a:off x="6479875" y="2397325"/>
              <a:ext cx="102050" cy="92800"/>
            </a:xfrm>
            <a:custGeom>
              <a:rect b="b" l="l" r="r" t="t"/>
              <a:pathLst>
                <a:path extrusionOk="0" h="3712" w="4082">
                  <a:moveTo>
                    <a:pt x="2040" y="0"/>
                  </a:moveTo>
                  <a:cubicBezTo>
                    <a:pt x="1904" y="0"/>
                    <a:pt x="1767" y="15"/>
                    <a:pt x="1629" y="46"/>
                  </a:cubicBezTo>
                  <a:cubicBezTo>
                    <a:pt x="619" y="289"/>
                    <a:pt x="1" y="1281"/>
                    <a:pt x="244" y="2292"/>
                  </a:cubicBezTo>
                  <a:cubicBezTo>
                    <a:pt x="436" y="3138"/>
                    <a:pt x="1199" y="3711"/>
                    <a:pt x="2034" y="3711"/>
                  </a:cubicBezTo>
                  <a:cubicBezTo>
                    <a:pt x="2179" y="3711"/>
                    <a:pt x="2325" y="3694"/>
                    <a:pt x="2472" y="3658"/>
                  </a:cubicBezTo>
                  <a:cubicBezTo>
                    <a:pt x="3464" y="3434"/>
                    <a:pt x="4081" y="2423"/>
                    <a:pt x="3857" y="1431"/>
                  </a:cubicBezTo>
                  <a:cubicBezTo>
                    <a:pt x="3647" y="577"/>
                    <a:pt x="2882" y="0"/>
                    <a:pt x="20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7" name="Google Shape;377;p15"/>
          <p:cNvSpPr/>
          <p:nvPr/>
        </p:nvSpPr>
        <p:spPr>
          <a:xfrm>
            <a:off x="342967" y="820051"/>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5"/>
          <p:cNvSpPr/>
          <p:nvPr/>
        </p:nvSpPr>
        <p:spPr>
          <a:xfrm>
            <a:off x="3364775" y="350693"/>
            <a:ext cx="1247188" cy="176383"/>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9" name="Google Shape;379;p15"/>
          <p:cNvGrpSpPr/>
          <p:nvPr/>
        </p:nvGrpSpPr>
        <p:grpSpPr>
          <a:xfrm>
            <a:off x="6715699" y="4642"/>
            <a:ext cx="1874021" cy="991923"/>
            <a:chOff x="3927875" y="2818025"/>
            <a:chExt cx="1071175" cy="566975"/>
          </a:xfrm>
        </p:grpSpPr>
        <p:sp>
          <p:nvSpPr>
            <p:cNvPr id="380" name="Google Shape;380;p15"/>
            <p:cNvSpPr/>
            <p:nvPr/>
          </p:nvSpPr>
          <p:spPr>
            <a:xfrm>
              <a:off x="3927875" y="3269075"/>
              <a:ext cx="1071175" cy="115925"/>
            </a:xfrm>
            <a:custGeom>
              <a:rect b="b" l="l" r="r" t="t"/>
              <a:pathLst>
                <a:path extrusionOk="0" h="4637" w="42847">
                  <a:moveTo>
                    <a:pt x="0" y="192"/>
                  </a:moveTo>
                  <a:cubicBezTo>
                    <a:pt x="0" y="192"/>
                    <a:pt x="0" y="192"/>
                    <a:pt x="0" y="192"/>
                  </a:cubicBezTo>
                  <a:lnTo>
                    <a:pt x="0" y="192"/>
                  </a:lnTo>
                  <a:lnTo>
                    <a:pt x="0" y="192"/>
                  </a:lnTo>
                  <a:close/>
                  <a:moveTo>
                    <a:pt x="42846" y="0"/>
                  </a:moveTo>
                  <a:lnTo>
                    <a:pt x="40005" y="35"/>
                  </a:lnTo>
                  <a:cubicBezTo>
                    <a:pt x="32108" y="87"/>
                    <a:pt x="10093" y="227"/>
                    <a:pt x="2563" y="227"/>
                  </a:cubicBezTo>
                  <a:cubicBezTo>
                    <a:pt x="973" y="227"/>
                    <a:pt x="18" y="210"/>
                    <a:pt x="0" y="192"/>
                  </a:cubicBezTo>
                  <a:lnTo>
                    <a:pt x="0" y="192"/>
                  </a:lnTo>
                  <a:lnTo>
                    <a:pt x="2022" y="4236"/>
                  </a:lnTo>
                  <a:lnTo>
                    <a:pt x="2231" y="4637"/>
                  </a:lnTo>
                  <a:lnTo>
                    <a:pt x="40719" y="4637"/>
                  </a:lnTo>
                  <a:lnTo>
                    <a:pt x="42375" y="1029"/>
                  </a:lnTo>
                  <a:lnTo>
                    <a:pt x="4284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5"/>
            <p:cNvSpPr/>
            <p:nvPr/>
          </p:nvSpPr>
          <p:spPr>
            <a:xfrm>
              <a:off x="3947050" y="3252075"/>
              <a:ext cx="1032825" cy="25"/>
            </a:xfrm>
            <a:custGeom>
              <a:rect b="b" l="l" r="r" t="t"/>
              <a:pathLst>
                <a:path extrusionOk="0" fill="none" h="1" w="41313">
                  <a:moveTo>
                    <a:pt x="0" y="0"/>
                  </a:moveTo>
                  <a:lnTo>
                    <a:pt x="41312" y="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5"/>
            <p:cNvSpPr/>
            <p:nvPr/>
          </p:nvSpPr>
          <p:spPr>
            <a:xfrm>
              <a:off x="3991925" y="3253375"/>
              <a:ext cx="25" cy="35775"/>
            </a:xfrm>
            <a:custGeom>
              <a:rect b="b" l="l" r="r" t="t"/>
              <a:pathLst>
                <a:path extrusionOk="0" fill="none" h="1431" w="1">
                  <a:moveTo>
                    <a:pt x="1" y="1"/>
                  </a:moveTo>
                  <a:lnTo>
                    <a:pt x="1" y="143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5"/>
            <p:cNvSpPr/>
            <p:nvPr/>
          </p:nvSpPr>
          <p:spPr>
            <a:xfrm>
              <a:off x="4927550" y="3253375"/>
              <a:ext cx="25" cy="35775"/>
            </a:xfrm>
            <a:custGeom>
              <a:rect b="b" l="l" r="r" t="t"/>
              <a:pathLst>
                <a:path extrusionOk="0" fill="none" h="1431" w="1">
                  <a:moveTo>
                    <a:pt x="0" y="1"/>
                  </a:moveTo>
                  <a:lnTo>
                    <a:pt x="0" y="143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5"/>
            <p:cNvSpPr/>
            <p:nvPr/>
          </p:nvSpPr>
          <p:spPr>
            <a:xfrm>
              <a:off x="3978425" y="3294775"/>
              <a:ext cx="1008850" cy="90225"/>
            </a:xfrm>
            <a:custGeom>
              <a:rect b="b" l="l" r="r" t="t"/>
              <a:pathLst>
                <a:path extrusionOk="0" h="3609" w="40354">
                  <a:moveTo>
                    <a:pt x="40353" y="1"/>
                  </a:moveTo>
                  <a:lnTo>
                    <a:pt x="0" y="3208"/>
                  </a:lnTo>
                  <a:lnTo>
                    <a:pt x="209" y="3609"/>
                  </a:lnTo>
                  <a:lnTo>
                    <a:pt x="38680" y="3609"/>
                  </a:lnTo>
                  <a:lnTo>
                    <a:pt x="4035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5"/>
            <p:cNvSpPr/>
            <p:nvPr/>
          </p:nvSpPr>
          <p:spPr>
            <a:xfrm>
              <a:off x="4044225" y="2940925"/>
              <a:ext cx="152975" cy="335575"/>
            </a:xfrm>
            <a:custGeom>
              <a:rect b="b" l="l" r="r" t="t"/>
              <a:pathLst>
                <a:path extrusionOk="0" fill="none" h="13423" w="6119">
                  <a:moveTo>
                    <a:pt x="0" y="13423"/>
                  </a:moveTo>
                  <a:lnTo>
                    <a:pt x="4131" y="1"/>
                  </a:lnTo>
                  <a:lnTo>
                    <a:pt x="6119" y="13423"/>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5"/>
            <p:cNvSpPr/>
            <p:nvPr/>
          </p:nvSpPr>
          <p:spPr>
            <a:xfrm>
              <a:off x="4133550" y="2913900"/>
              <a:ext cx="28350" cy="28350"/>
            </a:xfrm>
            <a:custGeom>
              <a:rect b="b" l="l" r="r" t="t"/>
              <a:pathLst>
                <a:path extrusionOk="0" fill="none" h="1134" w="1134">
                  <a:moveTo>
                    <a:pt x="1134" y="559"/>
                  </a:moveTo>
                  <a:cubicBezTo>
                    <a:pt x="1134" y="872"/>
                    <a:pt x="872" y="1134"/>
                    <a:pt x="558" y="1134"/>
                  </a:cubicBezTo>
                  <a:cubicBezTo>
                    <a:pt x="245" y="1134"/>
                    <a:pt x="1" y="872"/>
                    <a:pt x="1" y="559"/>
                  </a:cubicBezTo>
                  <a:cubicBezTo>
                    <a:pt x="1" y="245"/>
                    <a:pt x="245" y="1"/>
                    <a:pt x="558" y="1"/>
                  </a:cubicBezTo>
                  <a:cubicBezTo>
                    <a:pt x="872" y="1"/>
                    <a:pt x="1134" y="245"/>
                    <a:pt x="1134" y="559"/>
                  </a:cubicBezTo>
                  <a:close/>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5"/>
            <p:cNvSpPr/>
            <p:nvPr/>
          </p:nvSpPr>
          <p:spPr>
            <a:xfrm>
              <a:off x="4146625" y="2818025"/>
              <a:ext cx="900" cy="95900"/>
            </a:xfrm>
            <a:custGeom>
              <a:rect b="b" l="l" r="r" t="t"/>
              <a:pathLst>
                <a:path extrusionOk="0" fill="none" h="3836" w="36">
                  <a:moveTo>
                    <a:pt x="35" y="3836"/>
                  </a:moveTo>
                  <a:lnTo>
                    <a:pt x="1" y="1"/>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5"/>
            <p:cNvSpPr/>
            <p:nvPr/>
          </p:nvSpPr>
          <p:spPr>
            <a:xfrm>
              <a:off x="4736675" y="2938300"/>
              <a:ext cx="153425" cy="335575"/>
            </a:xfrm>
            <a:custGeom>
              <a:rect b="b" l="l" r="r" t="t"/>
              <a:pathLst>
                <a:path extrusionOk="0" fill="none" h="13423" w="6137">
                  <a:moveTo>
                    <a:pt x="6136" y="13423"/>
                  </a:moveTo>
                  <a:lnTo>
                    <a:pt x="2005" y="1"/>
                  </a:lnTo>
                  <a:lnTo>
                    <a:pt x="0" y="13423"/>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5"/>
            <p:cNvSpPr/>
            <p:nvPr/>
          </p:nvSpPr>
          <p:spPr>
            <a:xfrm>
              <a:off x="4771975" y="2911300"/>
              <a:ext cx="28775" cy="28775"/>
            </a:xfrm>
            <a:custGeom>
              <a:rect b="b" l="l" r="r" t="t"/>
              <a:pathLst>
                <a:path extrusionOk="0" fill="none" h="1151" w="1151">
                  <a:moveTo>
                    <a:pt x="1151" y="575"/>
                  </a:moveTo>
                  <a:cubicBezTo>
                    <a:pt x="1151" y="889"/>
                    <a:pt x="889" y="1151"/>
                    <a:pt x="576" y="1151"/>
                  </a:cubicBezTo>
                  <a:cubicBezTo>
                    <a:pt x="262" y="1151"/>
                    <a:pt x="0" y="889"/>
                    <a:pt x="0" y="575"/>
                  </a:cubicBezTo>
                  <a:cubicBezTo>
                    <a:pt x="0" y="262"/>
                    <a:pt x="262" y="0"/>
                    <a:pt x="576" y="0"/>
                  </a:cubicBezTo>
                  <a:cubicBezTo>
                    <a:pt x="889" y="0"/>
                    <a:pt x="1151" y="262"/>
                    <a:pt x="1151" y="575"/>
                  </a:cubicBezTo>
                  <a:close/>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5"/>
            <p:cNvSpPr/>
            <p:nvPr/>
          </p:nvSpPr>
          <p:spPr>
            <a:xfrm>
              <a:off x="4786350" y="2818900"/>
              <a:ext cx="900" cy="92425"/>
            </a:xfrm>
            <a:custGeom>
              <a:rect b="b" l="l" r="r" t="t"/>
              <a:pathLst>
                <a:path extrusionOk="0" fill="none" h="3697" w="36">
                  <a:moveTo>
                    <a:pt x="1" y="3696"/>
                  </a:moveTo>
                  <a:lnTo>
                    <a:pt x="36" y="1"/>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1" name="Google Shape;391;p15"/>
          <p:cNvSpPr/>
          <p:nvPr/>
        </p:nvSpPr>
        <p:spPr>
          <a:xfrm>
            <a:off x="8228600" y="1615293"/>
            <a:ext cx="1247188" cy="176383"/>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5"/>
          <p:cNvSpPr/>
          <p:nvPr/>
        </p:nvSpPr>
        <p:spPr>
          <a:xfrm>
            <a:off x="439041" y="1246900"/>
            <a:ext cx="3816600" cy="403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5"/>
          <p:cNvSpPr/>
          <p:nvPr/>
        </p:nvSpPr>
        <p:spPr>
          <a:xfrm>
            <a:off x="594116" y="1408900"/>
            <a:ext cx="3506400" cy="38739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5"/>
          <p:cNvSpPr/>
          <p:nvPr/>
        </p:nvSpPr>
        <p:spPr>
          <a:xfrm flipH="1" rot="-652027">
            <a:off x="3879724" y="4023259"/>
            <a:ext cx="2659815" cy="2478903"/>
          </a:xfrm>
          <a:custGeom>
            <a:rect b="b" l="l" r="r" t="t"/>
            <a:pathLst>
              <a:path extrusionOk="0" h="16247" w="17433">
                <a:moveTo>
                  <a:pt x="10686" y="0"/>
                </a:moveTo>
                <a:cubicBezTo>
                  <a:pt x="10372" y="157"/>
                  <a:pt x="7653" y="3382"/>
                  <a:pt x="5893" y="5038"/>
                </a:cubicBezTo>
                <a:cubicBezTo>
                  <a:pt x="4115" y="6694"/>
                  <a:pt x="1" y="9256"/>
                  <a:pt x="1" y="9256"/>
                </a:cubicBezTo>
                <a:lnTo>
                  <a:pt x="1622" y="16246"/>
                </a:lnTo>
                <a:cubicBezTo>
                  <a:pt x="1622" y="16246"/>
                  <a:pt x="6259" y="11906"/>
                  <a:pt x="6991" y="11226"/>
                </a:cubicBezTo>
                <a:cubicBezTo>
                  <a:pt x="7723" y="10529"/>
                  <a:pt x="9205" y="10163"/>
                  <a:pt x="11087" y="8420"/>
                </a:cubicBezTo>
                <a:cubicBezTo>
                  <a:pt x="12307" y="7304"/>
                  <a:pt x="12883" y="5369"/>
                  <a:pt x="12883" y="5369"/>
                </a:cubicBezTo>
                <a:cubicBezTo>
                  <a:pt x="13283" y="4829"/>
                  <a:pt x="13754" y="4323"/>
                  <a:pt x="14260" y="3853"/>
                </a:cubicBezTo>
                <a:cubicBezTo>
                  <a:pt x="15061" y="3138"/>
                  <a:pt x="17432" y="872"/>
                  <a:pt x="16805" y="349"/>
                </a:cubicBezTo>
                <a:cubicBezTo>
                  <a:pt x="16745" y="301"/>
                  <a:pt x="16658" y="279"/>
                  <a:pt x="16549" y="279"/>
                </a:cubicBezTo>
                <a:cubicBezTo>
                  <a:pt x="15517" y="279"/>
                  <a:pt x="12534" y="2249"/>
                  <a:pt x="12534" y="2249"/>
                </a:cubicBezTo>
                <a:cubicBezTo>
                  <a:pt x="12290" y="1796"/>
                  <a:pt x="10686" y="0"/>
                  <a:pt x="106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5"/>
          <p:cNvSpPr/>
          <p:nvPr/>
        </p:nvSpPr>
        <p:spPr>
          <a:xfrm flipH="1" rot="591853">
            <a:off x="4214334" y="4065228"/>
            <a:ext cx="464060" cy="469830"/>
          </a:xfrm>
          <a:prstGeom prst="roundRect">
            <a:avLst>
              <a:gd fmla="val 780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96" name="Shape 396"/>
        <p:cNvGrpSpPr/>
        <p:nvPr/>
      </p:nvGrpSpPr>
      <p:grpSpPr>
        <a:xfrm>
          <a:off x="0" y="0"/>
          <a:ext cx="0" cy="0"/>
          <a:chOff x="0" y="0"/>
          <a:chExt cx="0" cy="0"/>
        </a:xfrm>
      </p:grpSpPr>
      <p:sp>
        <p:nvSpPr>
          <p:cNvPr id="397" name="Google Shape;397;p16"/>
          <p:cNvSpPr txBox="1"/>
          <p:nvPr>
            <p:ph type="title"/>
          </p:nvPr>
        </p:nvSpPr>
        <p:spPr>
          <a:xfrm>
            <a:off x="713250" y="539500"/>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398" name="Google Shape;398;p16"/>
          <p:cNvSpPr txBox="1"/>
          <p:nvPr>
            <p:ph idx="1" type="body"/>
          </p:nvPr>
        </p:nvSpPr>
        <p:spPr>
          <a:xfrm>
            <a:off x="713250" y="1187600"/>
            <a:ext cx="77175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99" name="Google Shape;399;p16"/>
          <p:cNvSpPr/>
          <p:nvPr/>
        </p:nvSpPr>
        <p:spPr>
          <a:xfrm>
            <a:off x="279167" y="628976"/>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6"/>
          <p:cNvSpPr/>
          <p:nvPr/>
        </p:nvSpPr>
        <p:spPr>
          <a:xfrm>
            <a:off x="7618077" y="205549"/>
            <a:ext cx="1248134" cy="176527"/>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6"/>
          <p:cNvSpPr/>
          <p:nvPr/>
        </p:nvSpPr>
        <p:spPr>
          <a:xfrm>
            <a:off x="4668974" y="406772"/>
            <a:ext cx="882209" cy="124776"/>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2" name="Google Shape;402;p16"/>
          <p:cNvGrpSpPr/>
          <p:nvPr/>
        </p:nvGrpSpPr>
        <p:grpSpPr>
          <a:xfrm flipH="1">
            <a:off x="-13955" y="1343012"/>
            <a:ext cx="2889683" cy="3889979"/>
            <a:chOff x="3074425" y="836100"/>
            <a:chExt cx="1472075" cy="1981650"/>
          </a:xfrm>
        </p:grpSpPr>
        <p:sp>
          <p:nvSpPr>
            <p:cNvPr id="403" name="Google Shape;403;p16"/>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6"/>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6"/>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6"/>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6"/>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6"/>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6"/>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6"/>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 name="Google Shape;411;p16"/>
          <p:cNvGrpSpPr/>
          <p:nvPr/>
        </p:nvGrpSpPr>
        <p:grpSpPr>
          <a:xfrm flipH="1">
            <a:off x="6921757" y="461100"/>
            <a:ext cx="2222252" cy="4838326"/>
            <a:chOff x="1622025" y="238125"/>
            <a:chExt cx="746825" cy="1626000"/>
          </a:xfrm>
        </p:grpSpPr>
        <p:sp>
          <p:nvSpPr>
            <p:cNvPr id="412" name="Google Shape;412;p16"/>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6"/>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6"/>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6"/>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6"/>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 name="Google Shape;417;p16"/>
          <p:cNvGrpSpPr/>
          <p:nvPr/>
        </p:nvGrpSpPr>
        <p:grpSpPr>
          <a:xfrm>
            <a:off x="3060821" y="1495402"/>
            <a:ext cx="3675652" cy="3889979"/>
            <a:chOff x="3074425" y="836100"/>
            <a:chExt cx="1863732" cy="1981650"/>
          </a:xfrm>
        </p:grpSpPr>
        <p:sp>
          <p:nvSpPr>
            <p:cNvPr id="418" name="Google Shape;418;p16"/>
            <p:cNvSpPr/>
            <p:nvPr/>
          </p:nvSpPr>
          <p:spPr>
            <a:xfrm>
              <a:off x="4381317" y="1606358"/>
              <a:ext cx="556840" cy="1211366"/>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6"/>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6"/>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6"/>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6"/>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6"/>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6"/>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6"/>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26" name="Shape 426"/>
        <p:cNvGrpSpPr/>
        <p:nvPr/>
      </p:nvGrpSpPr>
      <p:grpSpPr>
        <a:xfrm>
          <a:off x="0" y="0"/>
          <a:ext cx="0" cy="0"/>
          <a:chOff x="0" y="0"/>
          <a:chExt cx="0" cy="0"/>
        </a:xfrm>
      </p:grpSpPr>
      <p:sp>
        <p:nvSpPr>
          <p:cNvPr id="427" name="Google Shape;427;p17"/>
          <p:cNvSpPr txBox="1"/>
          <p:nvPr>
            <p:ph type="title"/>
          </p:nvPr>
        </p:nvSpPr>
        <p:spPr>
          <a:xfrm>
            <a:off x="713250" y="539500"/>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428" name="Google Shape;428;p17"/>
          <p:cNvSpPr txBox="1"/>
          <p:nvPr>
            <p:ph idx="1" type="body"/>
          </p:nvPr>
        </p:nvSpPr>
        <p:spPr>
          <a:xfrm>
            <a:off x="1613889" y="2128150"/>
            <a:ext cx="2626500" cy="8250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9" name="Google Shape;429;p17"/>
          <p:cNvSpPr txBox="1"/>
          <p:nvPr>
            <p:ph idx="2" type="body"/>
          </p:nvPr>
        </p:nvSpPr>
        <p:spPr>
          <a:xfrm>
            <a:off x="4903609" y="2128150"/>
            <a:ext cx="2626500" cy="8250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0" name="Google Shape;430;p17"/>
          <p:cNvSpPr txBox="1"/>
          <p:nvPr>
            <p:ph idx="3" type="title"/>
          </p:nvPr>
        </p:nvSpPr>
        <p:spPr>
          <a:xfrm>
            <a:off x="1613889" y="1815249"/>
            <a:ext cx="2626500" cy="4275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1800"/>
            </a:lvl1pPr>
            <a:lvl2pPr lvl="1" algn="r">
              <a:spcBef>
                <a:spcPts val="0"/>
              </a:spcBef>
              <a:spcAft>
                <a:spcPts val="0"/>
              </a:spcAft>
              <a:buSzPts val="3400"/>
              <a:buNone/>
              <a:defRPr>
                <a:latin typeface="Asap"/>
                <a:ea typeface="Asap"/>
                <a:cs typeface="Asap"/>
                <a:sym typeface="Asap"/>
              </a:defRPr>
            </a:lvl2pPr>
            <a:lvl3pPr lvl="2" algn="r">
              <a:spcBef>
                <a:spcPts val="0"/>
              </a:spcBef>
              <a:spcAft>
                <a:spcPts val="0"/>
              </a:spcAft>
              <a:buSzPts val="3400"/>
              <a:buNone/>
              <a:defRPr>
                <a:latin typeface="Asap"/>
                <a:ea typeface="Asap"/>
                <a:cs typeface="Asap"/>
                <a:sym typeface="Asap"/>
              </a:defRPr>
            </a:lvl3pPr>
            <a:lvl4pPr lvl="3" algn="r">
              <a:spcBef>
                <a:spcPts val="0"/>
              </a:spcBef>
              <a:spcAft>
                <a:spcPts val="0"/>
              </a:spcAft>
              <a:buSzPts val="3400"/>
              <a:buNone/>
              <a:defRPr>
                <a:latin typeface="Asap"/>
                <a:ea typeface="Asap"/>
                <a:cs typeface="Asap"/>
                <a:sym typeface="Asap"/>
              </a:defRPr>
            </a:lvl4pPr>
            <a:lvl5pPr lvl="4" algn="r">
              <a:spcBef>
                <a:spcPts val="0"/>
              </a:spcBef>
              <a:spcAft>
                <a:spcPts val="0"/>
              </a:spcAft>
              <a:buSzPts val="3400"/>
              <a:buNone/>
              <a:defRPr>
                <a:latin typeface="Asap"/>
                <a:ea typeface="Asap"/>
                <a:cs typeface="Asap"/>
                <a:sym typeface="Asap"/>
              </a:defRPr>
            </a:lvl5pPr>
            <a:lvl6pPr lvl="5" algn="r">
              <a:spcBef>
                <a:spcPts val="0"/>
              </a:spcBef>
              <a:spcAft>
                <a:spcPts val="0"/>
              </a:spcAft>
              <a:buSzPts val="3400"/>
              <a:buNone/>
              <a:defRPr>
                <a:latin typeface="Asap"/>
                <a:ea typeface="Asap"/>
                <a:cs typeface="Asap"/>
                <a:sym typeface="Asap"/>
              </a:defRPr>
            </a:lvl6pPr>
            <a:lvl7pPr lvl="6" algn="r">
              <a:spcBef>
                <a:spcPts val="0"/>
              </a:spcBef>
              <a:spcAft>
                <a:spcPts val="0"/>
              </a:spcAft>
              <a:buSzPts val="3400"/>
              <a:buNone/>
              <a:defRPr>
                <a:latin typeface="Asap"/>
                <a:ea typeface="Asap"/>
                <a:cs typeface="Asap"/>
                <a:sym typeface="Asap"/>
              </a:defRPr>
            </a:lvl7pPr>
            <a:lvl8pPr lvl="7" algn="r">
              <a:spcBef>
                <a:spcPts val="0"/>
              </a:spcBef>
              <a:spcAft>
                <a:spcPts val="0"/>
              </a:spcAft>
              <a:buSzPts val="3400"/>
              <a:buNone/>
              <a:defRPr>
                <a:latin typeface="Asap"/>
                <a:ea typeface="Asap"/>
                <a:cs typeface="Asap"/>
                <a:sym typeface="Asap"/>
              </a:defRPr>
            </a:lvl8pPr>
            <a:lvl9pPr lvl="8" algn="r">
              <a:spcBef>
                <a:spcPts val="0"/>
              </a:spcBef>
              <a:spcAft>
                <a:spcPts val="0"/>
              </a:spcAft>
              <a:buSzPts val="3400"/>
              <a:buNone/>
              <a:defRPr>
                <a:latin typeface="Asap"/>
                <a:ea typeface="Asap"/>
                <a:cs typeface="Asap"/>
                <a:sym typeface="Asap"/>
              </a:defRPr>
            </a:lvl9pPr>
          </a:lstStyle>
          <a:p/>
        </p:txBody>
      </p:sp>
      <p:sp>
        <p:nvSpPr>
          <p:cNvPr id="431" name="Google Shape;431;p17"/>
          <p:cNvSpPr txBox="1"/>
          <p:nvPr>
            <p:ph idx="4" type="title"/>
          </p:nvPr>
        </p:nvSpPr>
        <p:spPr>
          <a:xfrm>
            <a:off x="4903611" y="1815249"/>
            <a:ext cx="2626500" cy="4275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1800"/>
            </a:lvl1pPr>
            <a:lvl2pPr lvl="1" algn="r">
              <a:spcBef>
                <a:spcPts val="0"/>
              </a:spcBef>
              <a:spcAft>
                <a:spcPts val="0"/>
              </a:spcAft>
              <a:buSzPts val="3400"/>
              <a:buNone/>
              <a:defRPr>
                <a:latin typeface="Asap"/>
                <a:ea typeface="Asap"/>
                <a:cs typeface="Asap"/>
                <a:sym typeface="Asap"/>
              </a:defRPr>
            </a:lvl2pPr>
            <a:lvl3pPr lvl="2" algn="r">
              <a:spcBef>
                <a:spcPts val="0"/>
              </a:spcBef>
              <a:spcAft>
                <a:spcPts val="0"/>
              </a:spcAft>
              <a:buSzPts val="3400"/>
              <a:buNone/>
              <a:defRPr>
                <a:latin typeface="Asap"/>
                <a:ea typeface="Asap"/>
                <a:cs typeface="Asap"/>
                <a:sym typeface="Asap"/>
              </a:defRPr>
            </a:lvl3pPr>
            <a:lvl4pPr lvl="3" algn="r">
              <a:spcBef>
                <a:spcPts val="0"/>
              </a:spcBef>
              <a:spcAft>
                <a:spcPts val="0"/>
              </a:spcAft>
              <a:buSzPts val="3400"/>
              <a:buNone/>
              <a:defRPr>
                <a:latin typeface="Asap"/>
                <a:ea typeface="Asap"/>
                <a:cs typeface="Asap"/>
                <a:sym typeface="Asap"/>
              </a:defRPr>
            </a:lvl4pPr>
            <a:lvl5pPr lvl="4" algn="r">
              <a:spcBef>
                <a:spcPts val="0"/>
              </a:spcBef>
              <a:spcAft>
                <a:spcPts val="0"/>
              </a:spcAft>
              <a:buSzPts val="3400"/>
              <a:buNone/>
              <a:defRPr>
                <a:latin typeface="Asap"/>
                <a:ea typeface="Asap"/>
                <a:cs typeface="Asap"/>
                <a:sym typeface="Asap"/>
              </a:defRPr>
            </a:lvl5pPr>
            <a:lvl6pPr lvl="5" algn="r">
              <a:spcBef>
                <a:spcPts val="0"/>
              </a:spcBef>
              <a:spcAft>
                <a:spcPts val="0"/>
              </a:spcAft>
              <a:buSzPts val="3400"/>
              <a:buNone/>
              <a:defRPr>
                <a:latin typeface="Asap"/>
                <a:ea typeface="Asap"/>
                <a:cs typeface="Asap"/>
                <a:sym typeface="Asap"/>
              </a:defRPr>
            </a:lvl6pPr>
            <a:lvl7pPr lvl="6" algn="r">
              <a:spcBef>
                <a:spcPts val="0"/>
              </a:spcBef>
              <a:spcAft>
                <a:spcPts val="0"/>
              </a:spcAft>
              <a:buSzPts val="3400"/>
              <a:buNone/>
              <a:defRPr>
                <a:latin typeface="Asap"/>
                <a:ea typeface="Asap"/>
                <a:cs typeface="Asap"/>
                <a:sym typeface="Asap"/>
              </a:defRPr>
            </a:lvl7pPr>
            <a:lvl8pPr lvl="7" algn="r">
              <a:spcBef>
                <a:spcPts val="0"/>
              </a:spcBef>
              <a:spcAft>
                <a:spcPts val="0"/>
              </a:spcAft>
              <a:buSzPts val="3400"/>
              <a:buNone/>
              <a:defRPr>
                <a:latin typeface="Asap"/>
                <a:ea typeface="Asap"/>
                <a:cs typeface="Asap"/>
                <a:sym typeface="Asap"/>
              </a:defRPr>
            </a:lvl8pPr>
            <a:lvl9pPr lvl="8" algn="r">
              <a:spcBef>
                <a:spcPts val="0"/>
              </a:spcBef>
              <a:spcAft>
                <a:spcPts val="0"/>
              </a:spcAft>
              <a:buSzPts val="3400"/>
              <a:buNone/>
              <a:defRPr>
                <a:latin typeface="Asap"/>
                <a:ea typeface="Asap"/>
                <a:cs typeface="Asap"/>
                <a:sym typeface="Asap"/>
              </a:defRPr>
            </a:lvl9pPr>
          </a:lstStyle>
          <a:p/>
        </p:txBody>
      </p:sp>
      <p:grpSp>
        <p:nvGrpSpPr>
          <p:cNvPr id="432" name="Google Shape;432;p17"/>
          <p:cNvGrpSpPr/>
          <p:nvPr/>
        </p:nvGrpSpPr>
        <p:grpSpPr>
          <a:xfrm flipH="1">
            <a:off x="1975003" y="1458991"/>
            <a:ext cx="4045976" cy="3889979"/>
            <a:chOff x="3074425" y="836100"/>
            <a:chExt cx="1863732" cy="1981650"/>
          </a:xfrm>
        </p:grpSpPr>
        <p:sp>
          <p:nvSpPr>
            <p:cNvPr id="433" name="Google Shape;433;p17"/>
            <p:cNvSpPr/>
            <p:nvPr/>
          </p:nvSpPr>
          <p:spPr>
            <a:xfrm>
              <a:off x="4381317" y="1606358"/>
              <a:ext cx="556840" cy="1211366"/>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7"/>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7"/>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7"/>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7"/>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7"/>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7"/>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7"/>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 name="Google Shape;441;p17"/>
          <p:cNvGrpSpPr/>
          <p:nvPr/>
        </p:nvGrpSpPr>
        <p:grpSpPr>
          <a:xfrm flipH="1">
            <a:off x="7416682" y="86363"/>
            <a:ext cx="2222252" cy="4838326"/>
            <a:chOff x="1622025" y="238125"/>
            <a:chExt cx="746825" cy="1626000"/>
          </a:xfrm>
        </p:grpSpPr>
        <p:sp>
          <p:nvSpPr>
            <p:cNvPr id="442" name="Google Shape;442;p17"/>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7"/>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7"/>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7"/>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7"/>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 name="Google Shape;447;p17"/>
          <p:cNvGrpSpPr/>
          <p:nvPr/>
        </p:nvGrpSpPr>
        <p:grpSpPr>
          <a:xfrm flipH="1">
            <a:off x="-195446" y="905495"/>
            <a:ext cx="1941800" cy="3493159"/>
            <a:chOff x="3074425" y="1038250"/>
            <a:chExt cx="989200" cy="1779500"/>
          </a:xfrm>
        </p:grpSpPr>
        <p:sp>
          <p:nvSpPr>
            <p:cNvPr id="448" name="Google Shape;448;p17"/>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7"/>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7"/>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7"/>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7"/>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3" name="Google Shape;453;p17"/>
          <p:cNvSpPr/>
          <p:nvPr/>
        </p:nvSpPr>
        <p:spPr>
          <a:xfrm flipH="1">
            <a:off x="7322708" y="539501"/>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7"/>
          <p:cNvSpPr/>
          <p:nvPr/>
        </p:nvSpPr>
        <p:spPr>
          <a:xfrm flipH="1">
            <a:off x="481192" y="198967"/>
            <a:ext cx="1625922" cy="229945"/>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7"/>
          <p:cNvSpPr/>
          <p:nvPr/>
        </p:nvSpPr>
        <p:spPr>
          <a:xfrm>
            <a:off x="0" y="4879925"/>
            <a:ext cx="9144000" cy="263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6" name="Google Shape;456;p17"/>
          <p:cNvGrpSpPr/>
          <p:nvPr/>
        </p:nvGrpSpPr>
        <p:grpSpPr>
          <a:xfrm>
            <a:off x="-381000" y="3162504"/>
            <a:ext cx="9870375" cy="1746000"/>
            <a:chOff x="-381000" y="2898432"/>
            <a:chExt cx="9870375" cy="1746000"/>
          </a:xfrm>
        </p:grpSpPr>
        <p:grpSp>
          <p:nvGrpSpPr>
            <p:cNvPr id="457" name="Google Shape;457;p17"/>
            <p:cNvGrpSpPr/>
            <p:nvPr/>
          </p:nvGrpSpPr>
          <p:grpSpPr>
            <a:xfrm>
              <a:off x="-381000" y="3189432"/>
              <a:ext cx="9870375" cy="1455000"/>
              <a:chOff x="-381000" y="3189432"/>
              <a:chExt cx="9870375" cy="1455000"/>
            </a:xfrm>
          </p:grpSpPr>
          <p:grpSp>
            <p:nvGrpSpPr>
              <p:cNvPr id="458" name="Google Shape;458;p17"/>
              <p:cNvGrpSpPr/>
              <p:nvPr/>
            </p:nvGrpSpPr>
            <p:grpSpPr>
              <a:xfrm>
                <a:off x="-381000" y="3189432"/>
                <a:ext cx="9870375" cy="1455000"/>
                <a:chOff x="-381000" y="2758675"/>
                <a:chExt cx="9870375" cy="1455000"/>
              </a:xfrm>
            </p:grpSpPr>
            <p:sp>
              <p:nvSpPr>
                <p:cNvPr id="459" name="Google Shape;459;p17"/>
                <p:cNvSpPr/>
                <p:nvPr/>
              </p:nvSpPr>
              <p:spPr>
                <a:xfrm>
                  <a:off x="152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7"/>
                <p:cNvSpPr/>
                <p:nvPr/>
              </p:nvSpPr>
              <p:spPr>
                <a:xfrm>
                  <a:off x="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7"/>
                <p:cNvSpPr/>
                <p:nvPr/>
              </p:nvSpPr>
              <p:spPr>
                <a:xfrm>
                  <a:off x="76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7"/>
                <p:cNvSpPr/>
                <p:nvPr/>
              </p:nvSpPr>
              <p:spPr>
                <a:xfrm>
                  <a:off x="381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7"/>
                <p:cNvSpPr/>
                <p:nvPr/>
              </p:nvSpPr>
              <p:spPr>
                <a:xfrm>
                  <a:off x="228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7"/>
                <p:cNvSpPr/>
                <p:nvPr/>
              </p:nvSpPr>
              <p:spPr>
                <a:xfrm>
                  <a:off x="304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7"/>
                <p:cNvSpPr/>
                <p:nvPr/>
              </p:nvSpPr>
              <p:spPr>
                <a:xfrm>
                  <a:off x="609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7"/>
                <p:cNvSpPr/>
                <p:nvPr/>
              </p:nvSpPr>
              <p:spPr>
                <a:xfrm>
                  <a:off x="457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7"/>
                <p:cNvSpPr/>
                <p:nvPr/>
              </p:nvSpPr>
              <p:spPr>
                <a:xfrm>
                  <a:off x="533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7"/>
                <p:cNvSpPr/>
                <p:nvPr/>
              </p:nvSpPr>
              <p:spPr>
                <a:xfrm>
                  <a:off x="762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7"/>
                <p:cNvSpPr/>
                <p:nvPr/>
              </p:nvSpPr>
              <p:spPr>
                <a:xfrm>
                  <a:off x="685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7"/>
                <p:cNvSpPr/>
                <p:nvPr/>
              </p:nvSpPr>
              <p:spPr>
                <a:xfrm>
                  <a:off x="838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7"/>
                <p:cNvSpPr/>
                <p:nvPr/>
              </p:nvSpPr>
              <p:spPr>
                <a:xfrm>
                  <a:off x="186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7"/>
                <p:cNvSpPr/>
                <p:nvPr/>
              </p:nvSpPr>
              <p:spPr>
                <a:xfrm>
                  <a:off x="3764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7"/>
                <p:cNvSpPr/>
                <p:nvPr/>
              </p:nvSpPr>
              <p:spPr>
                <a:xfrm>
                  <a:off x="110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7"/>
                <p:cNvSpPr/>
                <p:nvPr/>
              </p:nvSpPr>
              <p:spPr>
                <a:xfrm>
                  <a:off x="415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7"/>
                <p:cNvSpPr/>
                <p:nvPr/>
              </p:nvSpPr>
              <p:spPr>
                <a:xfrm>
                  <a:off x="263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7"/>
                <p:cNvSpPr/>
                <p:nvPr/>
              </p:nvSpPr>
              <p:spPr>
                <a:xfrm>
                  <a:off x="339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7"/>
                <p:cNvSpPr/>
                <p:nvPr/>
              </p:nvSpPr>
              <p:spPr>
                <a:xfrm>
                  <a:off x="644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7"/>
                <p:cNvSpPr/>
                <p:nvPr/>
              </p:nvSpPr>
              <p:spPr>
                <a:xfrm>
                  <a:off x="491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7"/>
                <p:cNvSpPr/>
                <p:nvPr/>
              </p:nvSpPr>
              <p:spPr>
                <a:xfrm>
                  <a:off x="567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7"/>
                <p:cNvSpPr/>
                <p:nvPr/>
              </p:nvSpPr>
              <p:spPr>
                <a:xfrm>
                  <a:off x="796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7"/>
                <p:cNvSpPr/>
                <p:nvPr/>
              </p:nvSpPr>
              <p:spPr>
                <a:xfrm>
                  <a:off x="720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7"/>
                <p:cNvSpPr/>
                <p:nvPr/>
              </p:nvSpPr>
              <p:spPr>
                <a:xfrm>
                  <a:off x="872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7"/>
                <p:cNvSpPr/>
                <p:nvPr/>
              </p:nvSpPr>
              <p:spPr>
                <a:xfrm>
                  <a:off x="-381000"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7"/>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7"/>
                <p:cNvSpPr/>
                <p:nvPr/>
              </p:nvSpPr>
              <p:spPr>
                <a:xfrm>
                  <a:off x="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7"/>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7"/>
                <p:cNvSpPr/>
                <p:nvPr/>
              </p:nvSpPr>
              <p:spPr>
                <a:xfrm>
                  <a:off x="381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7"/>
                <p:cNvSpPr/>
                <p:nvPr/>
              </p:nvSpPr>
              <p:spPr>
                <a:xfrm>
                  <a:off x="2286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7"/>
                <p:cNvSpPr/>
                <p:nvPr/>
              </p:nvSpPr>
              <p:spPr>
                <a:xfrm>
                  <a:off x="304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7"/>
                <p:cNvSpPr/>
                <p:nvPr/>
              </p:nvSpPr>
              <p:spPr>
                <a:xfrm>
                  <a:off x="6096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7"/>
                <p:cNvSpPr/>
                <p:nvPr/>
              </p:nvSpPr>
              <p:spPr>
                <a:xfrm>
                  <a:off x="457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7"/>
                <p:cNvSpPr/>
                <p:nvPr/>
              </p:nvSpPr>
              <p:spPr>
                <a:xfrm>
                  <a:off x="533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7"/>
                <p:cNvSpPr/>
                <p:nvPr/>
              </p:nvSpPr>
              <p:spPr>
                <a:xfrm>
                  <a:off x="762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7"/>
                <p:cNvSpPr/>
                <p:nvPr/>
              </p:nvSpPr>
              <p:spPr>
                <a:xfrm>
                  <a:off x="685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7"/>
                <p:cNvSpPr/>
                <p:nvPr/>
              </p:nvSpPr>
              <p:spPr>
                <a:xfrm>
                  <a:off x="838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7"/>
                <p:cNvSpPr/>
                <p:nvPr/>
              </p:nvSpPr>
              <p:spPr>
                <a:xfrm>
                  <a:off x="1869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7"/>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7"/>
                <p:cNvSpPr/>
                <p:nvPr/>
              </p:nvSpPr>
              <p:spPr>
                <a:xfrm>
                  <a:off x="110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7"/>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7"/>
                <p:cNvSpPr/>
                <p:nvPr/>
              </p:nvSpPr>
              <p:spPr>
                <a:xfrm>
                  <a:off x="7203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7"/>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7"/>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7"/>
                <p:cNvSpPr/>
                <p:nvPr/>
              </p:nvSpPr>
              <p:spPr>
                <a:xfrm>
                  <a:off x="7620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7"/>
                <p:cNvSpPr/>
                <p:nvPr/>
              </p:nvSpPr>
              <p:spPr>
                <a:xfrm>
                  <a:off x="8382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7"/>
                <p:cNvSpPr/>
                <p:nvPr/>
              </p:nvSpPr>
              <p:spPr>
                <a:xfrm>
                  <a:off x="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 name="Google Shape;506;p17"/>
              <p:cNvGrpSpPr/>
              <p:nvPr/>
            </p:nvGrpSpPr>
            <p:grpSpPr>
              <a:xfrm>
                <a:off x="762000" y="3189432"/>
                <a:ext cx="1524000" cy="291000"/>
                <a:chOff x="762000" y="3340675"/>
                <a:chExt cx="1524000" cy="291000"/>
              </a:xfrm>
            </p:grpSpPr>
            <p:sp>
              <p:nvSpPr>
                <p:cNvPr id="507" name="Google Shape;507;p17"/>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7"/>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09" name="Google Shape;509;p17"/>
            <p:cNvGrpSpPr/>
            <p:nvPr/>
          </p:nvGrpSpPr>
          <p:grpSpPr>
            <a:xfrm>
              <a:off x="7965375" y="2898432"/>
              <a:ext cx="1524000" cy="291000"/>
              <a:chOff x="7965375" y="3049675"/>
              <a:chExt cx="1524000" cy="291000"/>
            </a:xfrm>
          </p:grpSpPr>
          <p:sp>
            <p:nvSpPr>
              <p:cNvPr id="510" name="Google Shape;510;p17"/>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7"/>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2" name="Google Shape;512;p17"/>
            <p:cNvGrpSpPr/>
            <p:nvPr/>
          </p:nvGrpSpPr>
          <p:grpSpPr>
            <a:xfrm>
              <a:off x="-381000" y="2902607"/>
              <a:ext cx="1519475" cy="291000"/>
              <a:chOff x="-381000" y="3049675"/>
              <a:chExt cx="1519475" cy="291000"/>
            </a:xfrm>
          </p:grpSpPr>
          <p:sp>
            <p:nvSpPr>
              <p:cNvPr id="513" name="Google Shape;513;p17"/>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7"/>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15" name="Google Shape;515;p17"/>
          <p:cNvSpPr/>
          <p:nvPr/>
        </p:nvSpPr>
        <p:spPr>
          <a:xfrm>
            <a:off x="0" y="3178097"/>
            <a:ext cx="3621300" cy="17460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7"/>
          <p:cNvSpPr/>
          <p:nvPr/>
        </p:nvSpPr>
        <p:spPr>
          <a:xfrm flipH="1">
            <a:off x="0" y="4427347"/>
            <a:ext cx="1060721" cy="492044"/>
          </a:xfrm>
          <a:custGeom>
            <a:rect b="b" l="l" r="r" t="t"/>
            <a:pathLst>
              <a:path extrusionOk="0" h="5143" w="11087">
                <a:moveTo>
                  <a:pt x="11087" y="0"/>
                </a:moveTo>
                <a:cubicBezTo>
                  <a:pt x="10790" y="35"/>
                  <a:pt x="10511" y="105"/>
                  <a:pt x="10232" y="192"/>
                </a:cubicBezTo>
                <a:cubicBezTo>
                  <a:pt x="8611" y="715"/>
                  <a:pt x="7164" y="1813"/>
                  <a:pt x="6084" y="3121"/>
                </a:cubicBezTo>
                <a:cubicBezTo>
                  <a:pt x="5658" y="2742"/>
                  <a:pt x="5079" y="2596"/>
                  <a:pt x="4490" y="2596"/>
                </a:cubicBezTo>
                <a:cubicBezTo>
                  <a:pt x="4211" y="2596"/>
                  <a:pt x="3930" y="2629"/>
                  <a:pt x="3661" y="2685"/>
                </a:cubicBezTo>
                <a:cubicBezTo>
                  <a:pt x="2179" y="3016"/>
                  <a:pt x="872" y="3887"/>
                  <a:pt x="0" y="5143"/>
                </a:cubicBezTo>
                <a:lnTo>
                  <a:pt x="11087" y="5143"/>
                </a:lnTo>
                <a:lnTo>
                  <a:pt x="1108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7"/>
          <p:cNvSpPr/>
          <p:nvPr/>
        </p:nvSpPr>
        <p:spPr>
          <a:xfrm flipH="1">
            <a:off x="2306815" y="4820290"/>
            <a:ext cx="2036911" cy="361376"/>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7"/>
          <p:cNvSpPr/>
          <p:nvPr/>
        </p:nvSpPr>
        <p:spPr>
          <a:xfrm flipH="1">
            <a:off x="7416684" y="4603997"/>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9" name="Google Shape;519;p17"/>
          <p:cNvGrpSpPr/>
          <p:nvPr/>
        </p:nvGrpSpPr>
        <p:grpSpPr>
          <a:xfrm>
            <a:off x="4885811" y="4153655"/>
            <a:ext cx="678436" cy="831316"/>
            <a:chOff x="2876954" y="198975"/>
            <a:chExt cx="2854169" cy="3497334"/>
          </a:xfrm>
        </p:grpSpPr>
        <p:sp>
          <p:nvSpPr>
            <p:cNvPr id="520" name="Google Shape;520;p17"/>
            <p:cNvSpPr/>
            <p:nvPr/>
          </p:nvSpPr>
          <p:spPr>
            <a:xfrm>
              <a:off x="2876954" y="3420731"/>
              <a:ext cx="2854169" cy="275579"/>
            </a:xfrm>
            <a:custGeom>
              <a:rect b="b" l="l" r="r" t="t"/>
              <a:pathLst>
                <a:path extrusionOk="0" h="535" w="5541">
                  <a:moveTo>
                    <a:pt x="1" y="0"/>
                  </a:moveTo>
                  <a:lnTo>
                    <a:pt x="1" y="535"/>
                  </a:lnTo>
                  <a:lnTo>
                    <a:pt x="5541" y="535"/>
                  </a:lnTo>
                  <a:lnTo>
                    <a:pt x="55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7"/>
            <p:cNvSpPr/>
            <p:nvPr/>
          </p:nvSpPr>
          <p:spPr>
            <a:xfrm>
              <a:off x="3091750" y="198975"/>
              <a:ext cx="2424576" cy="3236888"/>
            </a:xfrm>
            <a:custGeom>
              <a:rect b="b" l="l" r="r" t="t"/>
              <a:pathLst>
                <a:path extrusionOk="0" h="6284" w="4707">
                  <a:moveTo>
                    <a:pt x="2360" y="0"/>
                  </a:moveTo>
                  <a:lnTo>
                    <a:pt x="1" y="6283"/>
                  </a:lnTo>
                  <a:lnTo>
                    <a:pt x="4707" y="6283"/>
                  </a:lnTo>
                  <a:lnTo>
                    <a:pt x="236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7"/>
            <p:cNvSpPr/>
            <p:nvPr/>
          </p:nvSpPr>
          <p:spPr>
            <a:xfrm>
              <a:off x="3568733" y="1810207"/>
              <a:ext cx="1471126" cy="356449"/>
            </a:xfrm>
            <a:custGeom>
              <a:rect b="b" l="l" r="r" t="t"/>
              <a:pathLst>
                <a:path extrusionOk="0" h="692" w="2856">
                  <a:moveTo>
                    <a:pt x="261" y="1"/>
                  </a:moveTo>
                  <a:lnTo>
                    <a:pt x="0" y="692"/>
                  </a:lnTo>
                  <a:lnTo>
                    <a:pt x="2855" y="692"/>
                  </a:lnTo>
                  <a:lnTo>
                    <a:pt x="260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7"/>
            <p:cNvSpPr/>
            <p:nvPr/>
          </p:nvSpPr>
          <p:spPr>
            <a:xfrm>
              <a:off x="3803618" y="1172513"/>
              <a:ext cx="1000839" cy="356449"/>
            </a:xfrm>
            <a:custGeom>
              <a:rect b="b" l="l" r="r" t="t"/>
              <a:pathLst>
                <a:path extrusionOk="0" h="692" w="1943">
                  <a:moveTo>
                    <a:pt x="261" y="0"/>
                  </a:moveTo>
                  <a:lnTo>
                    <a:pt x="1" y="691"/>
                  </a:lnTo>
                  <a:lnTo>
                    <a:pt x="1943" y="691"/>
                  </a:lnTo>
                  <a:lnTo>
                    <a:pt x="168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4" name="Google Shape;524;p17"/>
          <p:cNvGrpSpPr/>
          <p:nvPr/>
        </p:nvGrpSpPr>
        <p:grpSpPr>
          <a:xfrm>
            <a:off x="5657936" y="4223030"/>
            <a:ext cx="678436" cy="831316"/>
            <a:chOff x="2876954" y="198975"/>
            <a:chExt cx="2854169" cy="3497334"/>
          </a:xfrm>
        </p:grpSpPr>
        <p:sp>
          <p:nvSpPr>
            <p:cNvPr id="525" name="Google Shape;525;p17"/>
            <p:cNvSpPr/>
            <p:nvPr/>
          </p:nvSpPr>
          <p:spPr>
            <a:xfrm>
              <a:off x="2876954" y="3420731"/>
              <a:ext cx="2854169" cy="275579"/>
            </a:xfrm>
            <a:custGeom>
              <a:rect b="b" l="l" r="r" t="t"/>
              <a:pathLst>
                <a:path extrusionOk="0" h="535" w="5541">
                  <a:moveTo>
                    <a:pt x="1" y="0"/>
                  </a:moveTo>
                  <a:lnTo>
                    <a:pt x="1" y="535"/>
                  </a:lnTo>
                  <a:lnTo>
                    <a:pt x="5541" y="535"/>
                  </a:lnTo>
                  <a:lnTo>
                    <a:pt x="55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7"/>
            <p:cNvSpPr/>
            <p:nvPr/>
          </p:nvSpPr>
          <p:spPr>
            <a:xfrm>
              <a:off x="3091750" y="198975"/>
              <a:ext cx="2424576" cy="3236888"/>
            </a:xfrm>
            <a:custGeom>
              <a:rect b="b" l="l" r="r" t="t"/>
              <a:pathLst>
                <a:path extrusionOk="0" h="6284" w="4707">
                  <a:moveTo>
                    <a:pt x="2360" y="0"/>
                  </a:moveTo>
                  <a:lnTo>
                    <a:pt x="1" y="6283"/>
                  </a:lnTo>
                  <a:lnTo>
                    <a:pt x="4707" y="6283"/>
                  </a:lnTo>
                  <a:lnTo>
                    <a:pt x="236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7"/>
            <p:cNvSpPr/>
            <p:nvPr/>
          </p:nvSpPr>
          <p:spPr>
            <a:xfrm>
              <a:off x="3568733" y="1810207"/>
              <a:ext cx="1471126" cy="356449"/>
            </a:xfrm>
            <a:custGeom>
              <a:rect b="b" l="l" r="r" t="t"/>
              <a:pathLst>
                <a:path extrusionOk="0" h="692" w="2856">
                  <a:moveTo>
                    <a:pt x="261" y="1"/>
                  </a:moveTo>
                  <a:lnTo>
                    <a:pt x="0" y="692"/>
                  </a:lnTo>
                  <a:lnTo>
                    <a:pt x="2855" y="692"/>
                  </a:lnTo>
                  <a:lnTo>
                    <a:pt x="260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7"/>
            <p:cNvSpPr/>
            <p:nvPr/>
          </p:nvSpPr>
          <p:spPr>
            <a:xfrm>
              <a:off x="3803618" y="1172513"/>
              <a:ext cx="1000839" cy="356449"/>
            </a:xfrm>
            <a:custGeom>
              <a:rect b="b" l="l" r="r" t="t"/>
              <a:pathLst>
                <a:path extrusionOk="0" h="692" w="1943">
                  <a:moveTo>
                    <a:pt x="261" y="0"/>
                  </a:moveTo>
                  <a:lnTo>
                    <a:pt x="1" y="691"/>
                  </a:lnTo>
                  <a:lnTo>
                    <a:pt x="1943" y="691"/>
                  </a:lnTo>
                  <a:lnTo>
                    <a:pt x="168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9" name="Shape 529"/>
        <p:cNvGrpSpPr/>
        <p:nvPr/>
      </p:nvGrpSpPr>
      <p:grpSpPr>
        <a:xfrm>
          <a:off x="0" y="0"/>
          <a:ext cx="0" cy="0"/>
          <a:chOff x="0" y="0"/>
          <a:chExt cx="0" cy="0"/>
        </a:xfrm>
      </p:grpSpPr>
      <p:grpSp>
        <p:nvGrpSpPr>
          <p:cNvPr id="530" name="Google Shape;530;p18"/>
          <p:cNvGrpSpPr/>
          <p:nvPr/>
        </p:nvGrpSpPr>
        <p:grpSpPr>
          <a:xfrm>
            <a:off x="52927" y="1509533"/>
            <a:ext cx="1727332" cy="3760613"/>
            <a:chOff x="1622025" y="238125"/>
            <a:chExt cx="746825" cy="1626000"/>
          </a:xfrm>
        </p:grpSpPr>
        <p:sp>
          <p:nvSpPr>
            <p:cNvPr id="531" name="Google Shape;531;p18"/>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8"/>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8"/>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8"/>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8"/>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 name="Google Shape;536;p18"/>
          <p:cNvGrpSpPr/>
          <p:nvPr/>
        </p:nvGrpSpPr>
        <p:grpSpPr>
          <a:xfrm>
            <a:off x="7356613" y="1210295"/>
            <a:ext cx="1941800" cy="3493159"/>
            <a:chOff x="3074425" y="1038250"/>
            <a:chExt cx="989200" cy="1779500"/>
          </a:xfrm>
        </p:grpSpPr>
        <p:sp>
          <p:nvSpPr>
            <p:cNvPr id="537" name="Google Shape;537;p18"/>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8"/>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8"/>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8"/>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8"/>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 name="Google Shape;542;p18"/>
          <p:cNvGrpSpPr/>
          <p:nvPr/>
        </p:nvGrpSpPr>
        <p:grpSpPr>
          <a:xfrm flipH="1">
            <a:off x="5406654" y="1683636"/>
            <a:ext cx="1511499" cy="3290861"/>
            <a:chOff x="1622025" y="238125"/>
            <a:chExt cx="746825" cy="1626000"/>
          </a:xfrm>
        </p:grpSpPr>
        <p:sp>
          <p:nvSpPr>
            <p:cNvPr id="543" name="Google Shape;543;p18"/>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8"/>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8"/>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8"/>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8"/>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8" name="Google Shape;548;p18"/>
          <p:cNvSpPr/>
          <p:nvPr/>
        </p:nvSpPr>
        <p:spPr>
          <a:xfrm>
            <a:off x="-4478" y="4879925"/>
            <a:ext cx="9144000" cy="29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8"/>
          <p:cNvSpPr txBox="1"/>
          <p:nvPr>
            <p:ph type="title"/>
          </p:nvPr>
        </p:nvSpPr>
        <p:spPr>
          <a:xfrm>
            <a:off x="713250" y="539500"/>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grpSp>
        <p:nvGrpSpPr>
          <p:cNvPr id="550" name="Google Shape;550;p18"/>
          <p:cNvGrpSpPr/>
          <p:nvPr/>
        </p:nvGrpSpPr>
        <p:grpSpPr>
          <a:xfrm flipH="1">
            <a:off x="2147753" y="1328282"/>
            <a:ext cx="2528583" cy="3403880"/>
            <a:chOff x="3074425" y="836100"/>
            <a:chExt cx="1472075" cy="1981650"/>
          </a:xfrm>
        </p:grpSpPr>
        <p:sp>
          <p:nvSpPr>
            <p:cNvPr id="551" name="Google Shape;551;p18"/>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8"/>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8"/>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8"/>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8"/>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8"/>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8"/>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8"/>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 name="Google Shape;559;p18"/>
          <p:cNvGrpSpPr/>
          <p:nvPr/>
        </p:nvGrpSpPr>
        <p:grpSpPr>
          <a:xfrm>
            <a:off x="-385478" y="3712365"/>
            <a:ext cx="9870375" cy="1176260"/>
            <a:chOff x="-385478" y="3712365"/>
            <a:chExt cx="9870375" cy="1176260"/>
          </a:xfrm>
        </p:grpSpPr>
        <p:grpSp>
          <p:nvGrpSpPr>
            <p:cNvPr id="560" name="Google Shape;560;p18"/>
            <p:cNvGrpSpPr/>
            <p:nvPr/>
          </p:nvGrpSpPr>
          <p:grpSpPr>
            <a:xfrm>
              <a:off x="-385478" y="3712365"/>
              <a:ext cx="9870375" cy="1176260"/>
              <a:chOff x="-385478" y="3712365"/>
              <a:chExt cx="9870375" cy="1176260"/>
            </a:xfrm>
          </p:grpSpPr>
          <p:grpSp>
            <p:nvGrpSpPr>
              <p:cNvPr id="561" name="Google Shape;561;p18"/>
              <p:cNvGrpSpPr/>
              <p:nvPr/>
            </p:nvGrpSpPr>
            <p:grpSpPr>
              <a:xfrm>
                <a:off x="-385478" y="4005140"/>
                <a:ext cx="9870375" cy="883485"/>
                <a:chOff x="-381000" y="4005140"/>
                <a:chExt cx="9870375" cy="883485"/>
              </a:xfrm>
            </p:grpSpPr>
            <p:sp>
              <p:nvSpPr>
                <p:cNvPr id="562" name="Google Shape;562;p18"/>
                <p:cNvSpPr/>
                <p:nvPr/>
              </p:nvSpPr>
              <p:spPr>
                <a:xfrm>
                  <a:off x="1869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8"/>
                <p:cNvSpPr/>
                <p:nvPr/>
              </p:nvSpPr>
              <p:spPr>
                <a:xfrm>
                  <a:off x="3764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8"/>
                <p:cNvSpPr/>
                <p:nvPr/>
              </p:nvSpPr>
              <p:spPr>
                <a:xfrm>
                  <a:off x="110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8"/>
                <p:cNvSpPr/>
                <p:nvPr/>
              </p:nvSpPr>
              <p:spPr>
                <a:xfrm>
                  <a:off x="4155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8"/>
                <p:cNvSpPr/>
                <p:nvPr/>
              </p:nvSpPr>
              <p:spPr>
                <a:xfrm>
                  <a:off x="2631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8"/>
                <p:cNvSpPr/>
                <p:nvPr/>
              </p:nvSpPr>
              <p:spPr>
                <a:xfrm>
                  <a:off x="3393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8"/>
                <p:cNvSpPr/>
                <p:nvPr/>
              </p:nvSpPr>
              <p:spPr>
                <a:xfrm>
                  <a:off x="6441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8"/>
                <p:cNvSpPr/>
                <p:nvPr/>
              </p:nvSpPr>
              <p:spPr>
                <a:xfrm>
                  <a:off x="491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8"/>
                <p:cNvSpPr/>
                <p:nvPr/>
              </p:nvSpPr>
              <p:spPr>
                <a:xfrm>
                  <a:off x="5679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8"/>
                <p:cNvSpPr/>
                <p:nvPr/>
              </p:nvSpPr>
              <p:spPr>
                <a:xfrm>
                  <a:off x="7965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8"/>
                <p:cNvSpPr/>
                <p:nvPr/>
              </p:nvSpPr>
              <p:spPr>
                <a:xfrm>
                  <a:off x="7203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8"/>
                <p:cNvSpPr/>
                <p:nvPr/>
              </p:nvSpPr>
              <p:spPr>
                <a:xfrm>
                  <a:off x="872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8"/>
                <p:cNvSpPr/>
                <p:nvPr/>
              </p:nvSpPr>
              <p:spPr>
                <a:xfrm>
                  <a:off x="-381000"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8"/>
                <p:cNvSpPr/>
                <p:nvPr/>
              </p:nvSpPr>
              <p:spPr>
                <a:xfrm>
                  <a:off x="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8"/>
                <p:cNvSpPr/>
                <p:nvPr/>
              </p:nvSpPr>
              <p:spPr>
                <a:xfrm>
                  <a:off x="8382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8"/>
                <p:cNvSpPr/>
                <p:nvPr/>
              </p:nvSpPr>
              <p:spPr>
                <a:xfrm>
                  <a:off x="87273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8"/>
                <p:cNvSpPr/>
                <p:nvPr/>
              </p:nvSpPr>
              <p:spPr>
                <a:xfrm>
                  <a:off x="-381000"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8"/>
                <p:cNvSpPr/>
                <p:nvPr/>
              </p:nvSpPr>
              <p:spPr>
                <a:xfrm>
                  <a:off x="-22" y="4128425"/>
                  <a:ext cx="1524000" cy="7602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0" name="Google Shape;580;p18"/>
              <p:cNvSpPr/>
              <p:nvPr/>
            </p:nvSpPr>
            <p:spPr>
              <a:xfrm>
                <a:off x="-9003" y="371236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1" name="Google Shape;581;p18"/>
            <p:cNvSpPr/>
            <p:nvPr/>
          </p:nvSpPr>
          <p:spPr>
            <a:xfrm>
              <a:off x="8377522" y="371236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2" name="Google Shape;582;p18"/>
          <p:cNvSpPr/>
          <p:nvPr/>
        </p:nvSpPr>
        <p:spPr>
          <a:xfrm>
            <a:off x="3883548" y="4785649"/>
            <a:ext cx="1136568" cy="201654"/>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8"/>
          <p:cNvSpPr/>
          <p:nvPr/>
        </p:nvSpPr>
        <p:spPr>
          <a:xfrm>
            <a:off x="-4465" y="4603894"/>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8"/>
          <p:cNvSpPr/>
          <p:nvPr/>
        </p:nvSpPr>
        <p:spPr>
          <a:xfrm flipH="1">
            <a:off x="8191274" y="4720209"/>
            <a:ext cx="963896" cy="201648"/>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8"/>
          <p:cNvSpPr/>
          <p:nvPr/>
        </p:nvSpPr>
        <p:spPr>
          <a:xfrm flipH="1">
            <a:off x="963412" y="223192"/>
            <a:ext cx="1625922" cy="229945"/>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8"/>
          <p:cNvSpPr/>
          <p:nvPr/>
        </p:nvSpPr>
        <p:spPr>
          <a:xfrm flipH="1">
            <a:off x="7354378" y="539501"/>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87" name="Shape 587"/>
        <p:cNvGrpSpPr/>
        <p:nvPr/>
      </p:nvGrpSpPr>
      <p:grpSpPr>
        <a:xfrm>
          <a:off x="0" y="0"/>
          <a:ext cx="0" cy="0"/>
          <a:chOff x="0" y="0"/>
          <a:chExt cx="0" cy="0"/>
        </a:xfrm>
      </p:grpSpPr>
      <p:sp>
        <p:nvSpPr>
          <p:cNvPr id="588" name="Google Shape;588;p19"/>
          <p:cNvSpPr txBox="1"/>
          <p:nvPr>
            <p:ph type="title"/>
          </p:nvPr>
        </p:nvSpPr>
        <p:spPr>
          <a:xfrm>
            <a:off x="713225" y="539500"/>
            <a:ext cx="7717500" cy="5760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89" name="Google Shape;589;p19"/>
          <p:cNvSpPr txBox="1"/>
          <p:nvPr>
            <p:ph idx="1" type="body"/>
          </p:nvPr>
        </p:nvSpPr>
        <p:spPr>
          <a:xfrm>
            <a:off x="713225" y="1242750"/>
            <a:ext cx="3630000" cy="2320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grpSp>
        <p:nvGrpSpPr>
          <p:cNvPr id="590" name="Google Shape;590;p19"/>
          <p:cNvGrpSpPr/>
          <p:nvPr/>
        </p:nvGrpSpPr>
        <p:grpSpPr>
          <a:xfrm>
            <a:off x="3" y="1253641"/>
            <a:ext cx="4045976" cy="3889979"/>
            <a:chOff x="3074425" y="836100"/>
            <a:chExt cx="1863732" cy="1981650"/>
          </a:xfrm>
        </p:grpSpPr>
        <p:sp>
          <p:nvSpPr>
            <p:cNvPr id="591" name="Google Shape;591;p19"/>
            <p:cNvSpPr/>
            <p:nvPr/>
          </p:nvSpPr>
          <p:spPr>
            <a:xfrm>
              <a:off x="4381317" y="1606358"/>
              <a:ext cx="556840" cy="1211366"/>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9"/>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9"/>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9"/>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9"/>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9"/>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9"/>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9"/>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9" name="Google Shape;599;p19"/>
          <p:cNvGrpSpPr/>
          <p:nvPr/>
        </p:nvGrpSpPr>
        <p:grpSpPr>
          <a:xfrm flipH="1">
            <a:off x="-587592" y="-795558"/>
            <a:ext cx="3285468" cy="5265540"/>
            <a:chOff x="5212325" y="1924475"/>
            <a:chExt cx="1870250" cy="2997575"/>
          </a:xfrm>
        </p:grpSpPr>
        <p:sp>
          <p:nvSpPr>
            <p:cNvPr id="600" name="Google Shape;600;p19"/>
            <p:cNvSpPr/>
            <p:nvPr/>
          </p:nvSpPr>
          <p:spPr>
            <a:xfrm>
              <a:off x="5239925" y="1945525"/>
              <a:ext cx="1828150" cy="497875"/>
            </a:xfrm>
            <a:custGeom>
              <a:rect b="b" l="l" r="r" t="t"/>
              <a:pathLst>
                <a:path extrusionOk="0" fill="none" h="19915" w="73126">
                  <a:moveTo>
                    <a:pt x="0" y="19915"/>
                  </a:moveTo>
                  <a:lnTo>
                    <a:pt x="51639" y="1"/>
                  </a:lnTo>
                  <a:lnTo>
                    <a:pt x="73126" y="19915"/>
                  </a:lnTo>
                </a:path>
              </a:pathLst>
            </a:custGeom>
            <a:noFill/>
            <a:ln cap="flat" cmpd="sng" w="6550">
              <a:solidFill>
                <a:schemeClr val="lt1"/>
              </a:solidFill>
              <a:prstDash val="solid"/>
              <a:miter lim="1871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9"/>
            <p:cNvSpPr/>
            <p:nvPr/>
          </p:nvSpPr>
          <p:spPr>
            <a:xfrm>
              <a:off x="6549602" y="2055479"/>
              <a:ext cx="26703" cy="2866571"/>
            </a:xfrm>
            <a:custGeom>
              <a:rect b="b" l="l" r="r" t="t"/>
              <a:pathLst>
                <a:path extrusionOk="0" h="91263" w="1068">
                  <a:moveTo>
                    <a:pt x="1" y="1"/>
                  </a:moveTo>
                  <a:lnTo>
                    <a:pt x="1" y="91263"/>
                  </a:lnTo>
                  <a:lnTo>
                    <a:pt x="1068" y="91263"/>
                  </a:lnTo>
                  <a:lnTo>
                    <a:pt x="10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9"/>
            <p:cNvSpPr/>
            <p:nvPr/>
          </p:nvSpPr>
          <p:spPr>
            <a:xfrm>
              <a:off x="6484570" y="2055479"/>
              <a:ext cx="26678" cy="2866571"/>
            </a:xfrm>
            <a:custGeom>
              <a:rect b="b" l="l" r="r" t="t"/>
              <a:pathLst>
                <a:path extrusionOk="0" h="91263" w="1067">
                  <a:moveTo>
                    <a:pt x="0" y="1"/>
                  </a:moveTo>
                  <a:lnTo>
                    <a:pt x="0" y="91263"/>
                  </a:lnTo>
                  <a:lnTo>
                    <a:pt x="1067" y="91263"/>
                  </a:lnTo>
                  <a:lnTo>
                    <a:pt x="106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9"/>
            <p:cNvSpPr/>
            <p:nvPr/>
          </p:nvSpPr>
          <p:spPr>
            <a:xfrm>
              <a:off x="6443850" y="2364425"/>
              <a:ext cx="174575" cy="158875"/>
            </a:xfrm>
            <a:custGeom>
              <a:rect b="b" l="l" r="r" t="t"/>
              <a:pathLst>
                <a:path extrusionOk="0" h="6355" w="6983">
                  <a:moveTo>
                    <a:pt x="3497" y="1"/>
                  </a:moveTo>
                  <a:cubicBezTo>
                    <a:pt x="3252" y="1"/>
                    <a:pt x="3002" y="30"/>
                    <a:pt x="2752" y="89"/>
                  </a:cubicBezTo>
                  <a:cubicBezTo>
                    <a:pt x="1049" y="482"/>
                    <a:pt x="1" y="2204"/>
                    <a:pt x="394" y="3908"/>
                  </a:cubicBezTo>
                  <a:cubicBezTo>
                    <a:pt x="746" y="5363"/>
                    <a:pt x="2041" y="6354"/>
                    <a:pt x="3474" y="6354"/>
                  </a:cubicBezTo>
                  <a:cubicBezTo>
                    <a:pt x="3717" y="6354"/>
                    <a:pt x="3965" y="6326"/>
                    <a:pt x="4212" y="6266"/>
                  </a:cubicBezTo>
                  <a:cubicBezTo>
                    <a:pt x="5915" y="5873"/>
                    <a:pt x="6982" y="4151"/>
                    <a:pt x="6570" y="2448"/>
                  </a:cubicBezTo>
                  <a:cubicBezTo>
                    <a:pt x="6234" y="992"/>
                    <a:pt x="4941" y="1"/>
                    <a:pt x="34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9"/>
            <p:cNvSpPr/>
            <p:nvPr/>
          </p:nvSpPr>
          <p:spPr>
            <a:xfrm>
              <a:off x="6464925" y="2041925"/>
              <a:ext cx="132425" cy="13575"/>
            </a:xfrm>
            <a:custGeom>
              <a:rect b="b" l="l" r="r" t="t"/>
              <a:pathLst>
                <a:path extrusionOk="0" h="543" w="5297">
                  <a:moveTo>
                    <a:pt x="0" y="0"/>
                  </a:moveTo>
                  <a:lnTo>
                    <a:pt x="0" y="543"/>
                  </a:lnTo>
                  <a:lnTo>
                    <a:pt x="5297" y="543"/>
                  </a:lnTo>
                  <a:lnTo>
                    <a:pt x="52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9"/>
            <p:cNvSpPr/>
            <p:nvPr/>
          </p:nvSpPr>
          <p:spPr>
            <a:xfrm>
              <a:off x="6511700" y="1991375"/>
              <a:ext cx="38875" cy="50575"/>
            </a:xfrm>
            <a:custGeom>
              <a:rect b="b" l="l" r="r" t="t"/>
              <a:pathLst>
                <a:path extrusionOk="0" h="2023" w="1555">
                  <a:moveTo>
                    <a:pt x="1" y="1"/>
                  </a:moveTo>
                  <a:lnTo>
                    <a:pt x="1" y="2022"/>
                  </a:lnTo>
                  <a:lnTo>
                    <a:pt x="1554" y="2022"/>
                  </a:lnTo>
                  <a:lnTo>
                    <a:pt x="155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9"/>
            <p:cNvSpPr/>
            <p:nvPr/>
          </p:nvSpPr>
          <p:spPr>
            <a:xfrm>
              <a:off x="6521525" y="1966125"/>
              <a:ext cx="19225" cy="25275"/>
            </a:xfrm>
            <a:custGeom>
              <a:rect b="b" l="l" r="r" t="t"/>
              <a:pathLst>
                <a:path extrusionOk="0" h="1011" w="769">
                  <a:moveTo>
                    <a:pt x="1" y="0"/>
                  </a:moveTo>
                  <a:lnTo>
                    <a:pt x="1" y="1011"/>
                  </a:lnTo>
                  <a:lnTo>
                    <a:pt x="768" y="1011"/>
                  </a:lnTo>
                  <a:lnTo>
                    <a:pt x="76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9"/>
            <p:cNvSpPr/>
            <p:nvPr/>
          </p:nvSpPr>
          <p:spPr>
            <a:xfrm>
              <a:off x="6510300" y="1924475"/>
              <a:ext cx="48700" cy="41800"/>
            </a:xfrm>
            <a:custGeom>
              <a:rect b="b" l="l" r="r" t="t"/>
              <a:pathLst>
                <a:path extrusionOk="0" h="1672" w="1948">
                  <a:moveTo>
                    <a:pt x="824" y="0"/>
                  </a:moveTo>
                  <a:cubicBezTo>
                    <a:pt x="375" y="0"/>
                    <a:pt x="1" y="375"/>
                    <a:pt x="1" y="843"/>
                  </a:cubicBezTo>
                  <a:cubicBezTo>
                    <a:pt x="1" y="1346"/>
                    <a:pt x="407" y="1672"/>
                    <a:pt x="832" y="1672"/>
                  </a:cubicBezTo>
                  <a:cubicBezTo>
                    <a:pt x="1040" y="1672"/>
                    <a:pt x="1251" y="1594"/>
                    <a:pt x="1423" y="1423"/>
                  </a:cubicBezTo>
                  <a:cubicBezTo>
                    <a:pt x="1947" y="899"/>
                    <a:pt x="1573" y="0"/>
                    <a:pt x="8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9"/>
            <p:cNvSpPr/>
            <p:nvPr/>
          </p:nvSpPr>
          <p:spPr>
            <a:xfrm>
              <a:off x="5212325" y="2429350"/>
              <a:ext cx="1870250" cy="28100"/>
            </a:xfrm>
            <a:custGeom>
              <a:rect b="b" l="l" r="r" t="t"/>
              <a:pathLst>
                <a:path extrusionOk="0" h="1124" w="74810">
                  <a:moveTo>
                    <a:pt x="0" y="0"/>
                  </a:moveTo>
                  <a:lnTo>
                    <a:pt x="0" y="1123"/>
                  </a:lnTo>
                  <a:lnTo>
                    <a:pt x="74810" y="1123"/>
                  </a:lnTo>
                  <a:lnTo>
                    <a:pt x="7481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9"/>
            <p:cNvSpPr/>
            <p:nvPr/>
          </p:nvSpPr>
          <p:spPr>
            <a:xfrm>
              <a:off x="5212325" y="2457425"/>
              <a:ext cx="335050" cy="98275"/>
            </a:xfrm>
            <a:custGeom>
              <a:rect b="b" l="l" r="r" t="t"/>
              <a:pathLst>
                <a:path extrusionOk="0" h="3931" w="13402">
                  <a:moveTo>
                    <a:pt x="0" y="0"/>
                  </a:moveTo>
                  <a:lnTo>
                    <a:pt x="0" y="3931"/>
                  </a:lnTo>
                  <a:lnTo>
                    <a:pt x="13401" y="3931"/>
                  </a:lnTo>
                  <a:lnTo>
                    <a:pt x="13401"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9"/>
            <p:cNvSpPr/>
            <p:nvPr/>
          </p:nvSpPr>
          <p:spPr>
            <a:xfrm>
              <a:off x="5894075" y="2457425"/>
              <a:ext cx="167050" cy="32300"/>
            </a:xfrm>
            <a:custGeom>
              <a:rect b="b" l="l" r="r" t="t"/>
              <a:pathLst>
                <a:path extrusionOk="0" h="1292" w="6682">
                  <a:moveTo>
                    <a:pt x="0" y="0"/>
                  </a:moveTo>
                  <a:lnTo>
                    <a:pt x="0" y="1292"/>
                  </a:lnTo>
                  <a:lnTo>
                    <a:pt x="6682" y="1292"/>
                  </a:lnTo>
                  <a:lnTo>
                    <a:pt x="6682"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9"/>
            <p:cNvSpPr/>
            <p:nvPr/>
          </p:nvSpPr>
          <p:spPr>
            <a:xfrm>
              <a:off x="6333425" y="2635225"/>
              <a:ext cx="151175" cy="281700"/>
            </a:xfrm>
            <a:custGeom>
              <a:rect b="b" l="l" r="r" t="t"/>
              <a:pathLst>
                <a:path extrusionOk="0" h="11268" w="6047">
                  <a:moveTo>
                    <a:pt x="1" y="1"/>
                  </a:moveTo>
                  <a:lnTo>
                    <a:pt x="1" y="11268"/>
                  </a:lnTo>
                  <a:lnTo>
                    <a:pt x="6046" y="11268"/>
                  </a:lnTo>
                  <a:lnTo>
                    <a:pt x="604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9"/>
            <p:cNvSpPr/>
            <p:nvPr/>
          </p:nvSpPr>
          <p:spPr>
            <a:xfrm>
              <a:off x="6793850" y="2457425"/>
              <a:ext cx="288725" cy="78625"/>
            </a:xfrm>
            <a:custGeom>
              <a:rect b="b" l="l" r="r" t="t"/>
              <a:pathLst>
                <a:path extrusionOk="0" h="3145" w="11549">
                  <a:moveTo>
                    <a:pt x="1" y="0"/>
                  </a:moveTo>
                  <a:lnTo>
                    <a:pt x="1" y="3145"/>
                  </a:lnTo>
                  <a:lnTo>
                    <a:pt x="11549" y="3145"/>
                  </a:lnTo>
                  <a:lnTo>
                    <a:pt x="1154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9"/>
            <p:cNvSpPr/>
            <p:nvPr/>
          </p:nvSpPr>
          <p:spPr>
            <a:xfrm>
              <a:off x="6926275" y="2429350"/>
              <a:ext cx="156300" cy="28100"/>
            </a:xfrm>
            <a:custGeom>
              <a:rect b="b" l="l" r="r" t="t"/>
              <a:pathLst>
                <a:path extrusionOk="0" h="1124" w="6252">
                  <a:moveTo>
                    <a:pt x="0" y="0"/>
                  </a:moveTo>
                  <a:lnTo>
                    <a:pt x="0" y="1123"/>
                  </a:lnTo>
                  <a:lnTo>
                    <a:pt x="6252" y="1123"/>
                  </a:lnTo>
                  <a:lnTo>
                    <a:pt x="625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9"/>
            <p:cNvSpPr/>
            <p:nvPr/>
          </p:nvSpPr>
          <p:spPr>
            <a:xfrm>
              <a:off x="6479875" y="2397325"/>
              <a:ext cx="102050" cy="92800"/>
            </a:xfrm>
            <a:custGeom>
              <a:rect b="b" l="l" r="r" t="t"/>
              <a:pathLst>
                <a:path extrusionOk="0" h="3712" w="4082">
                  <a:moveTo>
                    <a:pt x="2040" y="0"/>
                  </a:moveTo>
                  <a:cubicBezTo>
                    <a:pt x="1904" y="0"/>
                    <a:pt x="1767" y="15"/>
                    <a:pt x="1629" y="46"/>
                  </a:cubicBezTo>
                  <a:cubicBezTo>
                    <a:pt x="619" y="289"/>
                    <a:pt x="1" y="1281"/>
                    <a:pt x="244" y="2292"/>
                  </a:cubicBezTo>
                  <a:cubicBezTo>
                    <a:pt x="436" y="3138"/>
                    <a:pt x="1199" y="3711"/>
                    <a:pt x="2034" y="3711"/>
                  </a:cubicBezTo>
                  <a:cubicBezTo>
                    <a:pt x="2179" y="3711"/>
                    <a:pt x="2325" y="3694"/>
                    <a:pt x="2472" y="3658"/>
                  </a:cubicBezTo>
                  <a:cubicBezTo>
                    <a:pt x="3464" y="3434"/>
                    <a:pt x="4081" y="2423"/>
                    <a:pt x="3857" y="1431"/>
                  </a:cubicBezTo>
                  <a:cubicBezTo>
                    <a:pt x="3647" y="577"/>
                    <a:pt x="2882" y="0"/>
                    <a:pt x="204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5" name="Google Shape;615;p19"/>
          <p:cNvGrpSpPr/>
          <p:nvPr/>
        </p:nvGrpSpPr>
        <p:grpSpPr>
          <a:xfrm>
            <a:off x="4874370" y="2347112"/>
            <a:ext cx="1185173" cy="2294528"/>
            <a:chOff x="2607875" y="643925"/>
            <a:chExt cx="654575" cy="1267275"/>
          </a:xfrm>
        </p:grpSpPr>
        <p:sp>
          <p:nvSpPr>
            <p:cNvPr id="616" name="Google Shape;616;p19"/>
            <p:cNvSpPr/>
            <p:nvPr/>
          </p:nvSpPr>
          <p:spPr>
            <a:xfrm>
              <a:off x="2607875" y="643925"/>
              <a:ext cx="654575" cy="1267275"/>
            </a:xfrm>
            <a:custGeom>
              <a:rect b="b" l="l" r="r" t="t"/>
              <a:pathLst>
                <a:path extrusionOk="0" h="50691" w="26183">
                  <a:moveTo>
                    <a:pt x="1" y="1"/>
                  </a:moveTo>
                  <a:lnTo>
                    <a:pt x="1" y="50691"/>
                  </a:lnTo>
                  <a:lnTo>
                    <a:pt x="26183" y="50691"/>
                  </a:lnTo>
                  <a:lnTo>
                    <a:pt x="26183"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9"/>
            <p:cNvSpPr/>
            <p:nvPr/>
          </p:nvSpPr>
          <p:spPr>
            <a:xfrm>
              <a:off x="2667150" y="718450"/>
              <a:ext cx="51875" cy="210500"/>
            </a:xfrm>
            <a:custGeom>
              <a:rect b="b" l="l" r="r" t="t"/>
              <a:pathLst>
                <a:path extrusionOk="0" h="8420" w="2075">
                  <a:moveTo>
                    <a:pt x="1" y="1"/>
                  </a:moveTo>
                  <a:lnTo>
                    <a:pt x="1" y="8420"/>
                  </a:lnTo>
                  <a:lnTo>
                    <a:pt x="2075" y="8420"/>
                  </a:lnTo>
                  <a:lnTo>
                    <a:pt x="2075"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9"/>
            <p:cNvSpPr/>
            <p:nvPr/>
          </p:nvSpPr>
          <p:spPr>
            <a:xfrm>
              <a:off x="2765200" y="718450"/>
              <a:ext cx="51450" cy="210500"/>
            </a:xfrm>
            <a:custGeom>
              <a:rect b="b" l="l" r="r" t="t"/>
              <a:pathLst>
                <a:path extrusionOk="0" h="8420"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9"/>
            <p:cNvSpPr/>
            <p:nvPr/>
          </p:nvSpPr>
          <p:spPr>
            <a:xfrm>
              <a:off x="2863250" y="718450"/>
              <a:ext cx="51450" cy="210500"/>
            </a:xfrm>
            <a:custGeom>
              <a:rect b="b" l="l" r="r" t="t"/>
              <a:pathLst>
                <a:path extrusionOk="0" h="8420"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9"/>
            <p:cNvSpPr/>
            <p:nvPr/>
          </p:nvSpPr>
          <p:spPr>
            <a:xfrm>
              <a:off x="2960875" y="7184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9"/>
            <p:cNvSpPr/>
            <p:nvPr/>
          </p:nvSpPr>
          <p:spPr>
            <a:xfrm>
              <a:off x="2667150" y="1012175"/>
              <a:ext cx="51875" cy="210500"/>
            </a:xfrm>
            <a:custGeom>
              <a:rect b="b" l="l" r="r" t="t"/>
              <a:pathLst>
                <a:path extrusionOk="0" h="8420" w="2075">
                  <a:moveTo>
                    <a:pt x="1" y="0"/>
                  </a:moveTo>
                  <a:lnTo>
                    <a:pt x="1" y="8419"/>
                  </a:lnTo>
                  <a:lnTo>
                    <a:pt x="2075" y="8419"/>
                  </a:lnTo>
                  <a:lnTo>
                    <a:pt x="207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9"/>
            <p:cNvSpPr/>
            <p:nvPr/>
          </p:nvSpPr>
          <p:spPr>
            <a:xfrm>
              <a:off x="2765200" y="1012175"/>
              <a:ext cx="51450" cy="210500"/>
            </a:xfrm>
            <a:custGeom>
              <a:rect b="b" l="l" r="r" t="t"/>
              <a:pathLst>
                <a:path extrusionOk="0" h="8420" w="2058">
                  <a:moveTo>
                    <a:pt x="1" y="0"/>
                  </a:moveTo>
                  <a:lnTo>
                    <a:pt x="1" y="8419"/>
                  </a:lnTo>
                  <a:lnTo>
                    <a:pt x="2058" y="8419"/>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9"/>
            <p:cNvSpPr/>
            <p:nvPr/>
          </p:nvSpPr>
          <p:spPr>
            <a:xfrm>
              <a:off x="2863250" y="1012175"/>
              <a:ext cx="51450" cy="210500"/>
            </a:xfrm>
            <a:custGeom>
              <a:rect b="b" l="l" r="r" t="t"/>
              <a:pathLst>
                <a:path extrusionOk="0" h="8420" w="2058">
                  <a:moveTo>
                    <a:pt x="1" y="0"/>
                  </a:moveTo>
                  <a:lnTo>
                    <a:pt x="1" y="8419"/>
                  </a:lnTo>
                  <a:lnTo>
                    <a:pt x="2058" y="8419"/>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9"/>
            <p:cNvSpPr/>
            <p:nvPr/>
          </p:nvSpPr>
          <p:spPr>
            <a:xfrm>
              <a:off x="2960875" y="1012175"/>
              <a:ext cx="51450" cy="210500"/>
            </a:xfrm>
            <a:custGeom>
              <a:rect b="b" l="l" r="r" t="t"/>
              <a:pathLst>
                <a:path extrusionOk="0" h="8420" w="2058">
                  <a:moveTo>
                    <a:pt x="0" y="0"/>
                  </a:moveTo>
                  <a:lnTo>
                    <a:pt x="0" y="8419"/>
                  </a:lnTo>
                  <a:lnTo>
                    <a:pt x="2057" y="8419"/>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9"/>
            <p:cNvSpPr/>
            <p:nvPr/>
          </p:nvSpPr>
          <p:spPr>
            <a:xfrm>
              <a:off x="2667150" y="1294125"/>
              <a:ext cx="51875" cy="210050"/>
            </a:xfrm>
            <a:custGeom>
              <a:rect b="b" l="l" r="r" t="t"/>
              <a:pathLst>
                <a:path extrusionOk="0" h="8402" w="2075">
                  <a:moveTo>
                    <a:pt x="1" y="0"/>
                  </a:moveTo>
                  <a:lnTo>
                    <a:pt x="1" y="8402"/>
                  </a:lnTo>
                  <a:lnTo>
                    <a:pt x="2075" y="8402"/>
                  </a:lnTo>
                  <a:lnTo>
                    <a:pt x="207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9"/>
            <p:cNvSpPr/>
            <p:nvPr/>
          </p:nvSpPr>
          <p:spPr>
            <a:xfrm>
              <a:off x="2765200" y="1294125"/>
              <a:ext cx="51450" cy="210050"/>
            </a:xfrm>
            <a:custGeom>
              <a:rect b="b" l="l" r="r" t="t"/>
              <a:pathLst>
                <a:path extrusionOk="0" h="8402" w="2058">
                  <a:moveTo>
                    <a:pt x="1" y="0"/>
                  </a:moveTo>
                  <a:lnTo>
                    <a:pt x="1" y="8402"/>
                  </a:lnTo>
                  <a:lnTo>
                    <a:pt x="2058" y="8402"/>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9"/>
            <p:cNvSpPr/>
            <p:nvPr/>
          </p:nvSpPr>
          <p:spPr>
            <a:xfrm>
              <a:off x="2863250" y="1294125"/>
              <a:ext cx="51450" cy="210050"/>
            </a:xfrm>
            <a:custGeom>
              <a:rect b="b" l="l" r="r" t="t"/>
              <a:pathLst>
                <a:path extrusionOk="0" h="8402" w="2058">
                  <a:moveTo>
                    <a:pt x="1" y="0"/>
                  </a:moveTo>
                  <a:lnTo>
                    <a:pt x="1" y="8402"/>
                  </a:lnTo>
                  <a:lnTo>
                    <a:pt x="2058" y="8402"/>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9"/>
            <p:cNvSpPr/>
            <p:nvPr/>
          </p:nvSpPr>
          <p:spPr>
            <a:xfrm>
              <a:off x="2960875" y="1294125"/>
              <a:ext cx="51450" cy="210050"/>
            </a:xfrm>
            <a:custGeom>
              <a:rect b="b" l="l" r="r" t="t"/>
              <a:pathLst>
                <a:path extrusionOk="0" h="8402" w="2058">
                  <a:moveTo>
                    <a:pt x="0" y="0"/>
                  </a:moveTo>
                  <a:lnTo>
                    <a:pt x="0" y="8402"/>
                  </a:lnTo>
                  <a:lnTo>
                    <a:pt x="2057" y="8402"/>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9"/>
            <p:cNvSpPr/>
            <p:nvPr/>
          </p:nvSpPr>
          <p:spPr>
            <a:xfrm>
              <a:off x="2667150" y="1568650"/>
              <a:ext cx="51875" cy="210525"/>
            </a:xfrm>
            <a:custGeom>
              <a:rect b="b" l="l" r="r" t="t"/>
              <a:pathLst>
                <a:path extrusionOk="0" h="8421" w="2075">
                  <a:moveTo>
                    <a:pt x="1" y="1"/>
                  </a:moveTo>
                  <a:lnTo>
                    <a:pt x="1" y="8420"/>
                  </a:lnTo>
                  <a:lnTo>
                    <a:pt x="2075" y="8420"/>
                  </a:lnTo>
                  <a:lnTo>
                    <a:pt x="2075"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9"/>
            <p:cNvSpPr/>
            <p:nvPr/>
          </p:nvSpPr>
          <p:spPr>
            <a:xfrm>
              <a:off x="2765200" y="1568650"/>
              <a:ext cx="51450" cy="210525"/>
            </a:xfrm>
            <a:custGeom>
              <a:rect b="b" l="l" r="r" t="t"/>
              <a:pathLst>
                <a:path extrusionOk="0" h="8421"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9"/>
            <p:cNvSpPr/>
            <p:nvPr/>
          </p:nvSpPr>
          <p:spPr>
            <a:xfrm>
              <a:off x="2863250" y="1568650"/>
              <a:ext cx="51450" cy="210525"/>
            </a:xfrm>
            <a:custGeom>
              <a:rect b="b" l="l" r="r" t="t"/>
              <a:pathLst>
                <a:path extrusionOk="0" h="8421"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9"/>
            <p:cNvSpPr/>
            <p:nvPr/>
          </p:nvSpPr>
          <p:spPr>
            <a:xfrm>
              <a:off x="2960875" y="1568650"/>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9"/>
            <p:cNvSpPr/>
            <p:nvPr/>
          </p:nvSpPr>
          <p:spPr>
            <a:xfrm>
              <a:off x="3099450" y="643925"/>
              <a:ext cx="163000" cy="1267275"/>
            </a:xfrm>
            <a:custGeom>
              <a:rect b="b" l="l" r="r" t="t"/>
              <a:pathLst>
                <a:path extrusionOk="0" h="50691" w="6520">
                  <a:moveTo>
                    <a:pt x="0" y="1"/>
                  </a:moveTo>
                  <a:lnTo>
                    <a:pt x="0" y="50691"/>
                  </a:lnTo>
                  <a:lnTo>
                    <a:pt x="6520" y="50691"/>
                  </a:lnTo>
                  <a:lnTo>
                    <a:pt x="652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4" name="Google Shape;634;p19"/>
          <p:cNvGrpSpPr/>
          <p:nvPr/>
        </p:nvGrpSpPr>
        <p:grpSpPr>
          <a:xfrm flipH="1">
            <a:off x="6348546" y="900438"/>
            <a:ext cx="2795912" cy="3763748"/>
            <a:chOff x="3074425" y="836100"/>
            <a:chExt cx="1472075" cy="1981650"/>
          </a:xfrm>
        </p:grpSpPr>
        <p:sp>
          <p:nvSpPr>
            <p:cNvPr id="635" name="Google Shape;635;p19"/>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9"/>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9"/>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9"/>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9"/>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9"/>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9"/>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9"/>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3" name="Google Shape;643;p19"/>
          <p:cNvGrpSpPr/>
          <p:nvPr/>
        </p:nvGrpSpPr>
        <p:grpSpPr>
          <a:xfrm>
            <a:off x="-374325" y="3711777"/>
            <a:ext cx="9518700" cy="1164000"/>
            <a:chOff x="-374325" y="3711777"/>
            <a:chExt cx="9518700" cy="1164000"/>
          </a:xfrm>
        </p:grpSpPr>
        <p:sp>
          <p:nvSpPr>
            <p:cNvPr id="644" name="Google Shape;644;p19"/>
            <p:cNvSpPr/>
            <p:nvPr/>
          </p:nvSpPr>
          <p:spPr>
            <a:xfrm>
              <a:off x="38099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9"/>
            <p:cNvSpPr/>
            <p:nvPr/>
          </p:nvSpPr>
          <p:spPr>
            <a:xfrm>
              <a:off x="45719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9"/>
            <p:cNvSpPr/>
            <p:nvPr/>
          </p:nvSpPr>
          <p:spPr>
            <a:xfrm>
              <a:off x="22926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9"/>
            <p:cNvSpPr/>
            <p:nvPr/>
          </p:nvSpPr>
          <p:spPr>
            <a:xfrm>
              <a:off x="30546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9"/>
            <p:cNvSpPr/>
            <p:nvPr/>
          </p:nvSpPr>
          <p:spPr>
            <a:xfrm>
              <a:off x="1876050" y="4293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9"/>
            <p:cNvSpPr/>
            <p:nvPr/>
          </p:nvSpPr>
          <p:spPr>
            <a:xfrm>
              <a:off x="5330813"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9"/>
            <p:cNvSpPr/>
            <p:nvPr/>
          </p:nvSpPr>
          <p:spPr>
            <a:xfrm>
              <a:off x="60892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9"/>
            <p:cNvSpPr/>
            <p:nvPr/>
          </p:nvSpPr>
          <p:spPr>
            <a:xfrm>
              <a:off x="68516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9"/>
            <p:cNvSpPr/>
            <p:nvPr/>
          </p:nvSpPr>
          <p:spPr>
            <a:xfrm>
              <a:off x="76136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9"/>
            <p:cNvSpPr/>
            <p:nvPr/>
          </p:nvSpPr>
          <p:spPr>
            <a:xfrm>
              <a:off x="83823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9"/>
            <p:cNvSpPr/>
            <p:nvPr/>
          </p:nvSpPr>
          <p:spPr>
            <a:xfrm>
              <a:off x="15306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9"/>
            <p:cNvSpPr/>
            <p:nvPr/>
          </p:nvSpPr>
          <p:spPr>
            <a:xfrm>
              <a:off x="66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9"/>
            <p:cNvSpPr/>
            <p:nvPr/>
          </p:nvSpPr>
          <p:spPr>
            <a:xfrm>
              <a:off x="7686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9"/>
            <p:cNvSpPr/>
            <p:nvPr/>
          </p:nvSpPr>
          <p:spPr>
            <a:xfrm>
              <a:off x="383150" y="4293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9"/>
            <p:cNvSpPr/>
            <p:nvPr/>
          </p:nvSpPr>
          <p:spPr>
            <a:xfrm>
              <a:off x="1114050" y="4293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9"/>
            <p:cNvSpPr/>
            <p:nvPr/>
          </p:nvSpPr>
          <p:spPr>
            <a:xfrm>
              <a:off x="-374325" y="4293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9"/>
            <p:cNvSpPr/>
            <p:nvPr/>
          </p:nvSpPr>
          <p:spPr>
            <a:xfrm>
              <a:off x="6675" y="4002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9"/>
            <p:cNvSpPr/>
            <p:nvPr/>
          </p:nvSpPr>
          <p:spPr>
            <a:xfrm>
              <a:off x="-374325" y="3711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2" name="Google Shape;662;p19"/>
          <p:cNvSpPr/>
          <p:nvPr/>
        </p:nvSpPr>
        <p:spPr>
          <a:xfrm>
            <a:off x="6355" y="4161400"/>
            <a:ext cx="2952300" cy="7143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9"/>
          <p:cNvSpPr/>
          <p:nvPr/>
        </p:nvSpPr>
        <p:spPr>
          <a:xfrm>
            <a:off x="0" y="4879925"/>
            <a:ext cx="9144000" cy="263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9"/>
          <p:cNvSpPr/>
          <p:nvPr/>
        </p:nvSpPr>
        <p:spPr>
          <a:xfrm>
            <a:off x="0" y="4879925"/>
            <a:ext cx="9144000" cy="263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9"/>
          <p:cNvSpPr/>
          <p:nvPr/>
        </p:nvSpPr>
        <p:spPr>
          <a:xfrm flipH="1">
            <a:off x="2768716" y="4641654"/>
            <a:ext cx="1775536" cy="315005"/>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9"/>
          <p:cNvSpPr/>
          <p:nvPr/>
        </p:nvSpPr>
        <p:spPr>
          <a:xfrm flipH="1">
            <a:off x="8490726" y="4721557"/>
            <a:ext cx="653285" cy="235097"/>
          </a:xfrm>
          <a:custGeom>
            <a:rect b="b" l="l" r="r" t="t"/>
            <a:pathLst>
              <a:path extrusionOk="0" h="3187" w="8856">
                <a:moveTo>
                  <a:pt x="4158" y="1"/>
                </a:moveTo>
                <a:cubicBezTo>
                  <a:pt x="2578" y="1"/>
                  <a:pt x="1059" y="686"/>
                  <a:pt x="0" y="1896"/>
                </a:cubicBezTo>
                <a:lnTo>
                  <a:pt x="0" y="3186"/>
                </a:lnTo>
                <a:lnTo>
                  <a:pt x="8855" y="3186"/>
                </a:lnTo>
                <a:cubicBezTo>
                  <a:pt x="8140" y="1530"/>
                  <a:pt x="6659" y="362"/>
                  <a:pt x="4881" y="49"/>
                </a:cubicBezTo>
                <a:cubicBezTo>
                  <a:pt x="4639" y="16"/>
                  <a:pt x="4398" y="1"/>
                  <a:pt x="4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9"/>
          <p:cNvSpPr/>
          <p:nvPr/>
        </p:nvSpPr>
        <p:spPr>
          <a:xfrm flipH="1">
            <a:off x="6675" y="4546169"/>
            <a:ext cx="1060721" cy="492044"/>
          </a:xfrm>
          <a:custGeom>
            <a:rect b="b" l="l" r="r" t="t"/>
            <a:pathLst>
              <a:path extrusionOk="0" h="5143" w="11087">
                <a:moveTo>
                  <a:pt x="11087" y="0"/>
                </a:moveTo>
                <a:cubicBezTo>
                  <a:pt x="10790" y="35"/>
                  <a:pt x="10511" y="105"/>
                  <a:pt x="10232" y="192"/>
                </a:cubicBezTo>
                <a:cubicBezTo>
                  <a:pt x="8611" y="715"/>
                  <a:pt x="7164" y="1813"/>
                  <a:pt x="6084" y="3121"/>
                </a:cubicBezTo>
                <a:cubicBezTo>
                  <a:pt x="5658" y="2742"/>
                  <a:pt x="5079" y="2596"/>
                  <a:pt x="4490" y="2596"/>
                </a:cubicBezTo>
                <a:cubicBezTo>
                  <a:pt x="4211" y="2596"/>
                  <a:pt x="3930" y="2629"/>
                  <a:pt x="3661" y="2685"/>
                </a:cubicBezTo>
                <a:cubicBezTo>
                  <a:pt x="2179" y="3016"/>
                  <a:pt x="872" y="3887"/>
                  <a:pt x="0" y="5143"/>
                </a:cubicBezTo>
                <a:lnTo>
                  <a:pt x="11087" y="5143"/>
                </a:lnTo>
                <a:lnTo>
                  <a:pt x="1108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9"/>
          <p:cNvSpPr/>
          <p:nvPr/>
        </p:nvSpPr>
        <p:spPr>
          <a:xfrm flipH="1">
            <a:off x="7354378" y="539501"/>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9"/>
          <p:cNvSpPr/>
          <p:nvPr/>
        </p:nvSpPr>
        <p:spPr>
          <a:xfrm flipH="1">
            <a:off x="2958662" y="182317"/>
            <a:ext cx="1625922" cy="229945"/>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70" name="Shape 670"/>
        <p:cNvGrpSpPr/>
        <p:nvPr/>
      </p:nvGrpSpPr>
      <p:grpSpPr>
        <a:xfrm>
          <a:off x="0" y="0"/>
          <a:ext cx="0" cy="0"/>
          <a:chOff x="0" y="0"/>
          <a:chExt cx="0" cy="0"/>
        </a:xfrm>
      </p:grpSpPr>
      <p:sp>
        <p:nvSpPr>
          <p:cNvPr id="671" name="Google Shape;671;p20"/>
          <p:cNvSpPr txBox="1"/>
          <p:nvPr>
            <p:ph type="title"/>
          </p:nvPr>
        </p:nvSpPr>
        <p:spPr>
          <a:xfrm>
            <a:off x="1670925" y="1218850"/>
            <a:ext cx="5802000" cy="24384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672" name="Google Shape;672;p20"/>
          <p:cNvGrpSpPr/>
          <p:nvPr/>
        </p:nvGrpSpPr>
        <p:grpSpPr>
          <a:xfrm flipH="1">
            <a:off x="7158613" y="539493"/>
            <a:ext cx="2014112" cy="4385159"/>
            <a:chOff x="1622025" y="238125"/>
            <a:chExt cx="746825" cy="1626000"/>
          </a:xfrm>
        </p:grpSpPr>
        <p:sp>
          <p:nvSpPr>
            <p:cNvPr id="673" name="Google Shape;673;p20"/>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0"/>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0"/>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0"/>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0"/>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8" name="Google Shape;678;p20"/>
          <p:cNvGrpSpPr/>
          <p:nvPr/>
        </p:nvGrpSpPr>
        <p:grpSpPr>
          <a:xfrm>
            <a:off x="6508299" y="481650"/>
            <a:ext cx="2779311" cy="3449564"/>
            <a:chOff x="5932450" y="2691225"/>
            <a:chExt cx="1445525" cy="1794125"/>
          </a:xfrm>
        </p:grpSpPr>
        <p:sp>
          <p:nvSpPr>
            <p:cNvPr id="679" name="Google Shape;679;p20"/>
            <p:cNvSpPr/>
            <p:nvPr/>
          </p:nvSpPr>
          <p:spPr>
            <a:xfrm>
              <a:off x="6817975" y="3120900"/>
              <a:ext cx="0" cy="1364450"/>
            </a:xfrm>
            <a:custGeom>
              <a:rect b="b" l="l" r="r" t="t"/>
              <a:pathLst>
                <a:path extrusionOk="0" fill="none" h="54578" w="0">
                  <a:moveTo>
                    <a:pt x="0" y="1"/>
                  </a:moveTo>
                  <a:lnTo>
                    <a:pt x="0" y="54578"/>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0"/>
            <p:cNvSpPr/>
            <p:nvPr/>
          </p:nvSpPr>
          <p:spPr>
            <a:xfrm>
              <a:off x="6775700" y="3120900"/>
              <a:ext cx="25" cy="1364450"/>
            </a:xfrm>
            <a:custGeom>
              <a:rect b="b" l="l" r="r" t="t"/>
              <a:pathLst>
                <a:path extrusionOk="0" fill="none" h="54578" w="1">
                  <a:moveTo>
                    <a:pt x="0" y="1"/>
                  </a:moveTo>
                  <a:lnTo>
                    <a:pt x="0" y="54578"/>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0"/>
            <p:cNvSpPr/>
            <p:nvPr/>
          </p:nvSpPr>
          <p:spPr>
            <a:xfrm>
              <a:off x="6776125" y="315357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0"/>
            <p:cNvSpPr/>
            <p:nvPr/>
          </p:nvSpPr>
          <p:spPr>
            <a:xfrm>
              <a:off x="6776125" y="3209375"/>
              <a:ext cx="41850" cy="54500"/>
            </a:xfrm>
            <a:custGeom>
              <a:rect b="b" l="l" r="r" t="t"/>
              <a:pathLst>
                <a:path extrusionOk="0" fill="none" h="2180" w="1674">
                  <a:moveTo>
                    <a:pt x="1569" y="70"/>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0"/>
            <p:cNvSpPr/>
            <p:nvPr/>
          </p:nvSpPr>
          <p:spPr>
            <a:xfrm>
              <a:off x="6776125" y="3209375"/>
              <a:ext cx="41850" cy="54500"/>
            </a:xfrm>
            <a:custGeom>
              <a:rect b="b" l="l" r="r" t="t"/>
              <a:pathLst>
                <a:path extrusionOk="0" fill="none" h="2180" w="1674">
                  <a:moveTo>
                    <a:pt x="1569" y="70"/>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0"/>
            <p:cNvSpPr/>
            <p:nvPr/>
          </p:nvSpPr>
          <p:spPr>
            <a:xfrm>
              <a:off x="6776125" y="326557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0"/>
            <p:cNvSpPr/>
            <p:nvPr/>
          </p:nvSpPr>
          <p:spPr>
            <a:xfrm>
              <a:off x="6776125" y="326557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0"/>
            <p:cNvSpPr/>
            <p:nvPr/>
          </p:nvSpPr>
          <p:spPr>
            <a:xfrm>
              <a:off x="6776125" y="3321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0"/>
            <p:cNvSpPr/>
            <p:nvPr/>
          </p:nvSpPr>
          <p:spPr>
            <a:xfrm>
              <a:off x="6776125" y="3321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0"/>
            <p:cNvSpPr/>
            <p:nvPr/>
          </p:nvSpPr>
          <p:spPr>
            <a:xfrm>
              <a:off x="6776125" y="337715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0"/>
            <p:cNvSpPr/>
            <p:nvPr/>
          </p:nvSpPr>
          <p:spPr>
            <a:xfrm>
              <a:off x="6776125" y="337715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0"/>
            <p:cNvSpPr/>
            <p:nvPr/>
          </p:nvSpPr>
          <p:spPr>
            <a:xfrm>
              <a:off x="6776125" y="3433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0"/>
            <p:cNvSpPr/>
            <p:nvPr/>
          </p:nvSpPr>
          <p:spPr>
            <a:xfrm>
              <a:off x="6776125" y="3433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0"/>
            <p:cNvSpPr/>
            <p:nvPr/>
          </p:nvSpPr>
          <p:spPr>
            <a:xfrm>
              <a:off x="6776125" y="34891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0"/>
            <p:cNvSpPr/>
            <p:nvPr/>
          </p:nvSpPr>
          <p:spPr>
            <a:xfrm>
              <a:off x="6776125" y="34891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0"/>
            <p:cNvSpPr/>
            <p:nvPr/>
          </p:nvSpPr>
          <p:spPr>
            <a:xfrm>
              <a:off x="6776125" y="354492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0"/>
            <p:cNvSpPr/>
            <p:nvPr/>
          </p:nvSpPr>
          <p:spPr>
            <a:xfrm>
              <a:off x="6776125" y="354492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0"/>
            <p:cNvSpPr/>
            <p:nvPr/>
          </p:nvSpPr>
          <p:spPr>
            <a:xfrm>
              <a:off x="6776125" y="360112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0"/>
            <p:cNvSpPr/>
            <p:nvPr/>
          </p:nvSpPr>
          <p:spPr>
            <a:xfrm>
              <a:off x="6776125" y="360112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0"/>
            <p:cNvSpPr/>
            <p:nvPr/>
          </p:nvSpPr>
          <p:spPr>
            <a:xfrm>
              <a:off x="6776125" y="36569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0"/>
            <p:cNvSpPr/>
            <p:nvPr/>
          </p:nvSpPr>
          <p:spPr>
            <a:xfrm>
              <a:off x="6776125" y="36569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0"/>
            <p:cNvSpPr/>
            <p:nvPr/>
          </p:nvSpPr>
          <p:spPr>
            <a:xfrm>
              <a:off x="6776125" y="371270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0"/>
            <p:cNvSpPr/>
            <p:nvPr/>
          </p:nvSpPr>
          <p:spPr>
            <a:xfrm>
              <a:off x="6776125" y="371270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0"/>
            <p:cNvSpPr/>
            <p:nvPr/>
          </p:nvSpPr>
          <p:spPr>
            <a:xfrm>
              <a:off x="6776125" y="376847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0"/>
            <p:cNvSpPr/>
            <p:nvPr/>
          </p:nvSpPr>
          <p:spPr>
            <a:xfrm>
              <a:off x="6776125" y="376847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0"/>
            <p:cNvSpPr/>
            <p:nvPr/>
          </p:nvSpPr>
          <p:spPr>
            <a:xfrm>
              <a:off x="6776125" y="382470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0"/>
            <p:cNvSpPr/>
            <p:nvPr/>
          </p:nvSpPr>
          <p:spPr>
            <a:xfrm>
              <a:off x="6776125" y="382470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0"/>
            <p:cNvSpPr/>
            <p:nvPr/>
          </p:nvSpPr>
          <p:spPr>
            <a:xfrm>
              <a:off x="6776125" y="388047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0"/>
            <p:cNvSpPr/>
            <p:nvPr/>
          </p:nvSpPr>
          <p:spPr>
            <a:xfrm>
              <a:off x="6776125" y="388047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0"/>
            <p:cNvSpPr/>
            <p:nvPr/>
          </p:nvSpPr>
          <p:spPr>
            <a:xfrm>
              <a:off x="6776125" y="3936250"/>
              <a:ext cx="41850" cy="54925"/>
            </a:xfrm>
            <a:custGeom>
              <a:rect b="b" l="l" r="r" t="t"/>
              <a:pathLst>
                <a:path extrusionOk="0" fill="none" h="2197" w="1674">
                  <a:moveTo>
                    <a:pt x="1569" y="70"/>
                  </a:moveTo>
                  <a:lnTo>
                    <a:pt x="1" y="2197"/>
                  </a:lnTo>
                  <a:lnTo>
                    <a:pt x="1674" y="2197"/>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0"/>
            <p:cNvSpPr/>
            <p:nvPr/>
          </p:nvSpPr>
          <p:spPr>
            <a:xfrm>
              <a:off x="6776125" y="3936250"/>
              <a:ext cx="41850" cy="54925"/>
            </a:xfrm>
            <a:custGeom>
              <a:rect b="b" l="l" r="r" t="t"/>
              <a:pathLst>
                <a:path extrusionOk="0" fill="none" h="2197" w="1674">
                  <a:moveTo>
                    <a:pt x="1569" y="70"/>
                  </a:moveTo>
                  <a:lnTo>
                    <a:pt x="1" y="2197"/>
                  </a:lnTo>
                  <a:lnTo>
                    <a:pt x="1674" y="2197"/>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0"/>
            <p:cNvSpPr/>
            <p:nvPr/>
          </p:nvSpPr>
          <p:spPr>
            <a:xfrm>
              <a:off x="6776125" y="399247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0"/>
            <p:cNvSpPr/>
            <p:nvPr/>
          </p:nvSpPr>
          <p:spPr>
            <a:xfrm>
              <a:off x="6776125" y="399247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0"/>
            <p:cNvSpPr/>
            <p:nvPr/>
          </p:nvSpPr>
          <p:spPr>
            <a:xfrm>
              <a:off x="6776125" y="399247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0"/>
            <p:cNvSpPr/>
            <p:nvPr/>
          </p:nvSpPr>
          <p:spPr>
            <a:xfrm>
              <a:off x="6776125" y="404825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0"/>
            <p:cNvSpPr/>
            <p:nvPr/>
          </p:nvSpPr>
          <p:spPr>
            <a:xfrm>
              <a:off x="6776125" y="404825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0"/>
            <p:cNvSpPr/>
            <p:nvPr/>
          </p:nvSpPr>
          <p:spPr>
            <a:xfrm>
              <a:off x="6776125" y="4104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0"/>
            <p:cNvSpPr/>
            <p:nvPr/>
          </p:nvSpPr>
          <p:spPr>
            <a:xfrm>
              <a:off x="6776125" y="4104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0"/>
            <p:cNvSpPr/>
            <p:nvPr/>
          </p:nvSpPr>
          <p:spPr>
            <a:xfrm>
              <a:off x="6776125" y="41602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0"/>
            <p:cNvSpPr/>
            <p:nvPr/>
          </p:nvSpPr>
          <p:spPr>
            <a:xfrm>
              <a:off x="6776125" y="41602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0"/>
            <p:cNvSpPr/>
            <p:nvPr/>
          </p:nvSpPr>
          <p:spPr>
            <a:xfrm>
              <a:off x="6776125" y="4216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0"/>
            <p:cNvSpPr/>
            <p:nvPr/>
          </p:nvSpPr>
          <p:spPr>
            <a:xfrm>
              <a:off x="6776125" y="4216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0"/>
            <p:cNvSpPr/>
            <p:nvPr/>
          </p:nvSpPr>
          <p:spPr>
            <a:xfrm>
              <a:off x="6776125" y="427180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0"/>
            <p:cNvSpPr/>
            <p:nvPr/>
          </p:nvSpPr>
          <p:spPr>
            <a:xfrm>
              <a:off x="6776125" y="427180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0"/>
            <p:cNvSpPr/>
            <p:nvPr/>
          </p:nvSpPr>
          <p:spPr>
            <a:xfrm>
              <a:off x="6776125" y="43280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0"/>
            <p:cNvSpPr/>
            <p:nvPr/>
          </p:nvSpPr>
          <p:spPr>
            <a:xfrm>
              <a:off x="6776125" y="43280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0"/>
            <p:cNvSpPr/>
            <p:nvPr/>
          </p:nvSpPr>
          <p:spPr>
            <a:xfrm>
              <a:off x="6776125" y="438380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0"/>
            <p:cNvSpPr/>
            <p:nvPr/>
          </p:nvSpPr>
          <p:spPr>
            <a:xfrm>
              <a:off x="6722100" y="2980150"/>
              <a:ext cx="118550" cy="144700"/>
            </a:xfrm>
            <a:custGeom>
              <a:rect b="b" l="l" r="r" t="t"/>
              <a:pathLst>
                <a:path extrusionOk="0" h="5788" w="4742">
                  <a:moveTo>
                    <a:pt x="0" y="0"/>
                  </a:moveTo>
                  <a:lnTo>
                    <a:pt x="0" y="5788"/>
                  </a:lnTo>
                  <a:lnTo>
                    <a:pt x="4741" y="5788"/>
                  </a:lnTo>
                  <a:lnTo>
                    <a:pt x="474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0"/>
            <p:cNvSpPr/>
            <p:nvPr/>
          </p:nvSpPr>
          <p:spPr>
            <a:xfrm>
              <a:off x="6227050" y="2692975"/>
              <a:ext cx="686375" cy="264100"/>
            </a:xfrm>
            <a:custGeom>
              <a:rect b="b" l="l" r="r" t="t"/>
              <a:pathLst>
                <a:path extrusionOk="0" fill="none" h="10564" w="27455">
                  <a:moveTo>
                    <a:pt x="27454" y="0"/>
                  </a:moveTo>
                  <a:lnTo>
                    <a:pt x="0" y="10564"/>
                  </a:lnTo>
                </a:path>
              </a:pathLst>
            </a:custGeom>
            <a:noFill/>
            <a:ln cap="flat" cmpd="sng" w="2625">
              <a:solidFill>
                <a:schemeClr val="lt1"/>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0"/>
            <p:cNvSpPr/>
            <p:nvPr/>
          </p:nvSpPr>
          <p:spPr>
            <a:xfrm>
              <a:off x="6454525" y="2692975"/>
              <a:ext cx="460200" cy="237525"/>
            </a:xfrm>
            <a:custGeom>
              <a:rect b="b" l="l" r="r" t="t"/>
              <a:pathLst>
                <a:path extrusionOk="0" fill="none" h="9501" w="18408">
                  <a:moveTo>
                    <a:pt x="18408" y="0"/>
                  </a:moveTo>
                  <a:lnTo>
                    <a:pt x="1691" y="9500"/>
                  </a:lnTo>
                  <a:lnTo>
                    <a:pt x="0" y="7060"/>
                  </a:lnTo>
                </a:path>
              </a:pathLst>
            </a:custGeom>
            <a:noFill/>
            <a:ln cap="flat" cmpd="sng" w="2625">
              <a:solidFill>
                <a:schemeClr val="lt1"/>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0"/>
            <p:cNvSpPr/>
            <p:nvPr/>
          </p:nvSpPr>
          <p:spPr>
            <a:xfrm>
              <a:off x="6912525" y="2691225"/>
              <a:ext cx="160400" cy="232300"/>
            </a:xfrm>
            <a:custGeom>
              <a:rect b="b" l="l" r="r" t="t"/>
              <a:pathLst>
                <a:path extrusionOk="0" fill="none" h="9292" w="6416">
                  <a:moveTo>
                    <a:pt x="1" y="1"/>
                  </a:moveTo>
                  <a:lnTo>
                    <a:pt x="6415" y="9291"/>
                  </a:lnTo>
                </a:path>
              </a:pathLst>
            </a:custGeom>
            <a:noFill/>
            <a:ln cap="flat" cmpd="sng" w="2625">
              <a:solidFill>
                <a:schemeClr val="lt1"/>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0"/>
            <p:cNvSpPr/>
            <p:nvPr/>
          </p:nvSpPr>
          <p:spPr>
            <a:xfrm>
              <a:off x="5932450" y="2897775"/>
              <a:ext cx="1445525" cy="86325"/>
            </a:xfrm>
            <a:custGeom>
              <a:rect b="b" l="l" r="r" t="t"/>
              <a:pathLst>
                <a:path extrusionOk="0" h="3453" w="57821">
                  <a:moveTo>
                    <a:pt x="39796" y="175"/>
                  </a:moveTo>
                  <a:lnTo>
                    <a:pt x="44119" y="977"/>
                  </a:lnTo>
                  <a:lnTo>
                    <a:pt x="44241" y="994"/>
                  </a:lnTo>
                  <a:lnTo>
                    <a:pt x="48059" y="1709"/>
                  </a:lnTo>
                  <a:lnTo>
                    <a:pt x="48163" y="1727"/>
                  </a:lnTo>
                  <a:lnTo>
                    <a:pt x="51998" y="2441"/>
                  </a:lnTo>
                  <a:lnTo>
                    <a:pt x="52103" y="2459"/>
                  </a:lnTo>
                  <a:lnTo>
                    <a:pt x="57193" y="3348"/>
                  </a:lnTo>
                  <a:lnTo>
                    <a:pt x="1343" y="3348"/>
                  </a:lnTo>
                  <a:lnTo>
                    <a:pt x="7374" y="2825"/>
                  </a:lnTo>
                  <a:lnTo>
                    <a:pt x="7496" y="2825"/>
                  </a:lnTo>
                  <a:lnTo>
                    <a:pt x="11767" y="2476"/>
                  </a:lnTo>
                  <a:lnTo>
                    <a:pt x="11871" y="2476"/>
                  </a:lnTo>
                  <a:lnTo>
                    <a:pt x="15619" y="2162"/>
                  </a:lnTo>
                  <a:lnTo>
                    <a:pt x="15724" y="2162"/>
                  </a:lnTo>
                  <a:lnTo>
                    <a:pt x="19576" y="1831"/>
                  </a:lnTo>
                  <a:lnTo>
                    <a:pt x="19698" y="1831"/>
                  </a:lnTo>
                  <a:lnTo>
                    <a:pt x="23620" y="1500"/>
                  </a:lnTo>
                  <a:lnTo>
                    <a:pt x="23725" y="1500"/>
                  </a:lnTo>
                  <a:lnTo>
                    <a:pt x="27368" y="1186"/>
                  </a:lnTo>
                  <a:lnTo>
                    <a:pt x="27472" y="1186"/>
                  </a:lnTo>
                  <a:lnTo>
                    <a:pt x="31377" y="855"/>
                  </a:lnTo>
                  <a:lnTo>
                    <a:pt x="31482" y="855"/>
                  </a:lnTo>
                  <a:lnTo>
                    <a:pt x="35386" y="524"/>
                  </a:lnTo>
                  <a:lnTo>
                    <a:pt x="35491" y="524"/>
                  </a:lnTo>
                  <a:lnTo>
                    <a:pt x="39692" y="175"/>
                  </a:lnTo>
                  <a:close/>
                  <a:moveTo>
                    <a:pt x="39692" y="1"/>
                  </a:moveTo>
                  <a:lnTo>
                    <a:pt x="35491" y="350"/>
                  </a:lnTo>
                  <a:lnTo>
                    <a:pt x="35386" y="350"/>
                  </a:lnTo>
                  <a:lnTo>
                    <a:pt x="31499" y="681"/>
                  </a:lnTo>
                  <a:lnTo>
                    <a:pt x="31377" y="698"/>
                  </a:lnTo>
                  <a:lnTo>
                    <a:pt x="27490" y="1012"/>
                  </a:lnTo>
                  <a:lnTo>
                    <a:pt x="27385" y="1012"/>
                  </a:lnTo>
                  <a:lnTo>
                    <a:pt x="11837" y="2319"/>
                  </a:lnTo>
                  <a:lnTo>
                    <a:pt x="11767" y="2319"/>
                  </a:lnTo>
                  <a:lnTo>
                    <a:pt x="7461" y="2685"/>
                  </a:lnTo>
                  <a:lnTo>
                    <a:pt x="7392" y="2685"/>
                  </a:lnTo>
                  <a:lnTo>
                    <a:pt x="53" y="3348"/>
                  </a:lnTo>
                  <a:cubicBezTo>
                    <a:pt x="36" y="3348"/>
                    <a:pt x="1" y="3365"/>
                    <a:pt x="1" y="3400"/>
                  </a:cubicBezTo>
                  <a:cubicBezTo>
                    <a:pt x="1" y="3417"/>
                    <a:pt x="36" y="3452"/>
                    <a:pt x="53" y="3452"/>
                  </a:cubicBezTo>
                  <a:lnTo>
                    <a:pt x="57768" y="3452"/>
                  </a:lnTo>
                  <a:cubicBezTo>
                    <a:pt x="57803" y="3452"/>
                    <a:pt x="57820" y="3417"/>
                    <a:pt x="57820" y="3400"/>
                  </a:cubicBezTo>
                  <a:cubicBezTo>
                    <a:pt x="57820" y="3365"/>
                    <a:pt x="57803" y="3348"/>
                    <a:pt x="57785" y="3348"/>
                  </a:cubicBezTo>
                  <a:lnTo>
                    <a:pt x="52120" y="2284"/>
                  </a:lnTo>
                  <a:lnTo>
                    <a:pt x="51998" y="2267"/>
                  </a:lnTo>
                  <a:lnTo>
                    <a:pt x="48181" y="1552"/>
                  </a:lnTo>
                  <a:lnTo>
                    <a:pt x="48076" y="1535"/>
                  </a:lnTo>
                  <a:lnTo>
                    <a:pt x="44259" y="820"/>
                  </a:lnTo>
                  <a:lnTo>
                    <a:pt x="44137" y="803"/>
                  </a:lnTo>
                  <a:lnTo>
                    <a:pt x="3981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0"/>
            <p:cNvSpPr/>
            <p:nvPr/>
          </p:nvSpPr>
          <p:spPr>
            <a:xfrm>
              <a:off x="6117225" y="2965325"/>
              <a:ext cx="2650" cy="18325"/>
            </a:xfrm>
            <a:custGeom>
              <a:rect b="b" l="l" r="r" t="t"/>
              <a:pathLst>
                <a:path extrusionOk="0" h="733" w="106">
                  <a:moveTo>
                    <a:pt x="53" y="1"/>
                  </a:moveTo>
                  <a:cubicBezTo>
                    <a:pt x="27" y="1"/>
                    <a:pt x="1" y="18"/>
                    <a:pt x="1" y="53"/>
                  </a:cubicBezTo>
                  <a:lnTo>
                    <a:pt x="1" y="663"/>
                  </a:lnTo>
                  <a:cubicBezTo>
                    <a:pt x="1" y="698"/>
                    <a:pt x="18" y="733"/>
                    <a:pt x="53" y="733"/>
                  </a:cubicBezTo>
                  <a:cubicBezTo>
                    <a:pt x="88" y="733"/>
                    <a:pt x="105" y="698"/>
                    <a:pt x="105" y="663"/>
                  </a:cubicBezTo>
                  <a:lnTo>
                    <a:pt x="105" y="53"/>
                  </a:lnTo>
                  <a:cubicBezTo>
                    <a:pt x="105" y="18"/>
                    <a:pt x="79" y="1"/>
                    <a:pt x="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0"/>
            <p:cNvSpPr/>
            <p:nvPr/>
          </p:nvSpPr>
          <p:spPr>
            <a:xfrm>
              <a:off x="6226400" y="2956175"/>
              <a:ext cx="3075" cy="26600"/>
            </a:xfrm>
            <a:custGeom>
              <a:rect b="b" l="l" r="r" t="t"/>
              <a:pathLst>
                <a:path extrusionOk="0" h="1064" w="123">
                  <a:moveTo>
                    <a:pt x="61" y="1"/>
                  </a:moveTo>
                  <a:cubicBezTo>
                    <a:pt x="31" y="1"/>
                    <a:pt x="0" y="18"/>
                    <a:pt x="9" y="53"/>
                  </a:cubicBezTo>
                  <a:lnTo>
                    <a:pt x="9" y="1012"/>
                  </a:lnTo>
                  <a:cubicBezTo>
                    <a:pt x="9" y="1047"/>
                    <a:pt x="26" y="1064"/>
                    <a:pt x="61" y="1064"/>
                  </a:cubicBezTo>
                  <a:cubicBezTo>
                    <a:pt x="96" y="1064"/>
                    <a:pt x="113" y="1047"/>
                    <a:pt x="113" y="1012"/>
                  </a:cubicBezTo>
                  <a:lnTo>
                    <a:pt x="113" y="53"/>
                  </a:lnTo>
                  <a:cubicBezTo>
                    <a:pt x="122" y="18"/>
                    <a:pt x="92" y="1"/>
                    <a:pt x="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0"/>
            <p:cNvSpPr/>
            <p:nvPr/>
          </p:nvSpPr>
          <p:spPr>
            <a:xfrm>
              <a:off x="6322925" y="2948775"/>
              <a:ext cx="2625" cy="34000"/>
            </a:xfrm>
            <a:custGeom>
              <a:rect b="b" l="l" r="r" t="t"/>
              <a:pathLst>
                <a:path extrusionOk="0" h="1360" w="105">
                  <a:moveTo>
                    <a:pt x="52" y="0"/>
                  </a:moveTo>
                  <a:cubicBezTo>
                    <a:pt x="35" y="0"/>
                    <a:pt x="0" y="18"/>
                    <a:pt x="0" y="53"/>
                  </a:cubicBezTo>
                  <a:lnTo>
                    <a:pt x="0" y="1308"/>
                  </a:lnTo>
                  <a:cubicBezTo>
                    <a:pt x="0" y="1343"/>
                    <a:pt x="35" y="1360"/>
                    <a:pt x="52" y="1360"/>
                  </a:cubicBezTo>
                  <a:cubicBezTo>
                    <a:pt x="87" y="1360"/>
                    <a:pt x="105" y="1343"/>
                    <a:pt x="105" y="1308"/>
                  </a:cubicBezTo>
                  <a:lnTo>
                    <a:pt x="105" y="53"/>
                  </a:lnTo>
                  <a:cubicBezTo>
                    <a:pt x="105" y="18"/>
                    <a:pt x="87" y="0"/>
                    <a:pt x="5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0"/>
            <p:cNvSpPr/>
            <p:nvPr/>
          </p:nvSpPr>
          <p:spPr>
            <a:xfrm>
              <a:off x="6422275" y="2940500"/>
              <a:ext cx="2650" cy="42275"/>
            </a:xfrm>
            <a:custGeom>
              <a:rect b="b" l="l" r="r" t="t"/>
              <a:pathLst>
                <a:path extrusionOk="0" h="1691" w="106">
                  <a:moveTo>
                    <a:pt x="53" y="0"/>
                  </a:moveTo>
                  <a:cubicBezTo>
                    <a:pt x="27" y="0"/>
                    <a:pt x="0" y="18"/>
                    <a:pt x="0" y="52"/>
                  </a:cubicBezTo>
                  <a:lnTo>
                    <a:pt x="0" y="1639"/>
                  </a:lnTo>
                  <a:cubicBezTo>
                    <a:pt x="0" y="1674"/>
                    <a:pt x="18" y="1691"/>
                    <a:pt x="53" y="1691"/>
                  </a:cubicBezTo>
                  <a:cubicBezTo>
                    <a:pt x="88" y="1691"/>
                    <a:pt x="105" y="1674"/>
                    <a:pt x="105" y="1639"/>
                  </a:cubicBezTo>
                  <a:lnTo>
                    <a:pt x="105" y="52"/>
                  </a:lnTo>
                  <a:cubicBezTo>
                    <a:pt x="105" y="18"/>
                    <a:pt x="79" y="0"/>
                    <a:pt x="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0"/>
            <p:cNvSpPr/>
            <p:nvPr/>
          </p:nvSpPr>
          <p:spPr>
            <a:xfrm>
              <a:off x="6523150" y="2932200"/>
              <a:ext cx="3075" cy="50575"/>
            </a:xfrm>
            <a:custGeom>
              <a:rect b="b" l="l" r="r" t="t"/>
              <a:pathLst>
                <a:path extrusionOk="0" h="2023" w="123">
                  <a:moveTo>
                    <a:pt x="62" y="1"/>
                  </a:moveTo>
                  <a:cubicBezTo>
                    <a:pt x="31" y="1"/>
                    <a:pt x="1" y="18"/>
                    <a:pt x="10" y="53"/>
                  </a:cubicBezTo>
                  <a:lnTo>
                    <a:pt x="10" y="1971"/>
                  </a:lnTo>
                  <a:cubicBezTo>
                    <a:pt x="10" y="2006"/>
                    <a:pt x="27" y="2023"/>
                    <a:pt x="62" y="2023"/>
                  </a:cubicBezTo>
                  <a:cubicBezTo>
                    <a:pt x="79" y="2023"/>
                    <a:pt x="114" y="2006"/>
                    <a:pt x="114" y="1971"/>
                  </a:cubicBezTo>
                  <a:lnTo>
                    <a:pt x="114" y="53"/>
                  </a:lnTo>
                  <a:cubicBezTo>
                    <a:pt x="123" y="18"/>
                    <a:pt x="92" y="1"/>
                    <a:pt x="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0"/>
            <p:cNvSpPr/>
            <p:nvPr/>
          </p:nvSpPr>
          <p:spPr>
            <a:xfrm>
              <a:off x="6617075" y="2923500"/>
              <a:ext cx="2625" cy="59275"/>
            </a:xfrm>
            <a:custGeom>
              <a:rect b="b" l="l" r="r" t="t"/>
              <a:pathLst>
                <a:path extrusionOk="0" h="2371" w="105">
                  <a:moveTo>
                    <a:pt x="105" y="0"/>
                  </a:moveTo>
                  <a:lnTo>
                    <a:pt x="0" y="18"/>
                  </a:lnTo>
                  <a:lnTo>
                    <a:pt x="0" y="2319"/>
                  </a:lnTo>
                  <a:cubicBezTo>
                    <a:pt x="9" y="2354"/>
                    <a:pt x="35" y="2371"/>
                    <a:pt x="59" y="2371"/>
                  </a:cubicBezTo>
                  <a:cubicBezTo>
                    <a:pt x="83" y="2371"/>
                    <a:pt x="105" y="2354"/>
                    <a:pt x="105" y="2319"/>
                  </a:cubicBezTo>
                  <a:lnTo>
                    <a:pt x="1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0"/>
            <p:cNvSpPr/>
            <p:nvPr/>
          </p:nvSpPr>
          <p:spPr>
            <a:xfrm>
              <a:off x="6717300" y="2915225"/>
              <a:ext cx="2625" cy="67900"/>
            </a:xfrm>
            <a:custGeom>
              <a:rect b="b" l="l" r="r" t="t"/>
              <a:pathLst>
                <a:path extrusionOk="0" h="2716" w="105">
                  <a:moveTo>
                    <a:pt x="105" y="0"/>
                  </a:moveTo>
                  <a:lnTo>
                    <a:pt x="0" y="18"/>
                  </a:lnTo>
                  <a:lnTo>
                    <a:pt x="0" y="2650"/>
                  </a:lnTo>
                  <a:cubicBezTo>
                    <a:pt x="0" y="2693"/>
                    <a:pt x="27" y="2715"/>
                    <a:pt x="53" y="2715"/>
                  </a:cubicBezTo>
                  <a:cubicBezTo>
                    <a:pt x="79" y="2715"/>
                    <a:pt x="105" y="2693"/>
                    <a:pt x="105" y="2650"/>
                  </a:cubicBezTo>
                  <a:lnTo>
                    <a:pt x="1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0"/>
            <p:cNvSpPr/>
            <p:nvPr/>
          </p:nvSpPr>
          <p:spPr>
            <a:xfrm>
              <a:off x="6717300" y="2915225"/>
              <a:ext cx="2625" cy="67900"/>
            </a:xfrm>
            <a:custGeom>
              <a:rect b="b" l="l" r="r" t="t"/>
              <a:pathLst>
                <a:path extrusionOk="0" h="2716" w="105">
                  <a:moveTo>
                    <a:pt x="105" y="0"/>
                  </a:moveTo>
                  <a:lnTo>
                    <a:pt x="0" y="18"/>
                  </a:lnTo>
                  <a:lnTo>
                    <a:pt x="0" y="2650"/>
                  </a:lnTo>
                  <a:cubicBezTo>
                    <a:pt x="0" y="2693"/>
                    <a:pt x="27" y="2715"/>
                    <a:pt x="53" y="2715"/>
                  </a:cubicBezTo>
                  <a:cubicBezTo>
                    <a:pt x="79" y="2715"/>
                    <a:pt x="105" y="2693"/>
                    <a:pt x="105" y="2650"/>
                  </a:cubicBezTo>
                  <a:lnTo>
                    <a:pt x="1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0"/>
            <p:cNvSpPr/>
            <p:nvPr/>
          </p:nvSpPr>
          <p:spPr>
            <a:xfrm>
              <a:off x="6817525" y="2906925"/>
              <a:ext cx="2650" cy="75850"/>
            </a:xfrm>
            <a:custGeom>
              <a:rect b="b" l="l" r="r" t="t"/>
              <a:pathLst>
                <a:path extrusionOk="0" h="3034" w="106">
                  <a:moveTo>
                    <a:pt x="1" y="1"/>
                  </a:moveTo>
                  <a:lnTo>
                    <a:pt x="1" y="2982"/>
                  </a:lnTo>
                  <a:cubicBezTo>
                    <a:pt x="1" y="3017"/>
                    <a:pt x="18" y="3034"/>
                    <a:pt x="53" y="3034"/>
                  </a:cubicBezTo>
                  <a:cubicBezTo>
                    <a:pt x="70" y="3034"/>
                    <a:pt x="105" y="3017"/>
                    <a:pt x="105" y="2982"/>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0"/>
            <p:cNvSpPr/>
            <p:nvPr/>
          </p:nvSpPr>
          <p:spPr>
            <a:xfrm>
              <a:off x="6817525" y="2906925"/>
              <a:ext cx="2650" cy="75850"/>
            </a:xfrm>
            <a:custGeom>
              <a:rect b="b" l="l" r="r" t="t"/>
              <a:pathLst>
                <a:path extrusionOk="0" h="3034" w="106">
                  <a:moveTo>
                    <a:pt x="1" y="1"/>
                  </a:moveTo>
                  <a:lnTo>
                    <a:pt x="1" y="2982"/>
                  </a:lnTo>
                  <a:cubicBezTo>
                    <a:pt x="1" y="3017"/>
                    <a:pt x="18" y="3034"/>
                    <a:pt x="53" y="3034"/>
                  </a:cubicBezTo>
                  <a:cubicBezTo>
                    <a:pt x="70" y="3034"/>
                    <a:pt x="105" y="3017"/>
                    <a:pt x="105" y="2982"/>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0"/>
            <p:cNvSpPr/>
            <p:nvPr/>
          </p:nvSpPr>
          <p:spPr>
            <a:xfrm>
              <a:off x="7036300" y="2917825"/>
              <a:ext cx="2625" cy="64950"/>
            </a:xfrm>
            <a:custGeom>
              <a:rect b="b" l="l" r="r" t="t"/>
              <a:pathLst>
                <a:path extrusionOk="0" h="2598" w="105">
                  <a:moveTo>
                    <a:pt x="0" y="1"/>
                  </a:moveTo>
                  <a:lnTo>
                    <a:pt x="0" y="2546"/>
                  </a:lnTo>
                  <a:cubicBezTo>
                    <a:pt x="0" y="2581"/>
                    <a:pt x="17" y="2598"/>
                    <a:pt x="52" y="2598"/>
                  </a:cubicBezTo>
                  <a:cubicBezTo>
                    <a:pt x="87" y="2598"/>
                    <a:pt x="105" y="2581"/>
                    <a:pt x="105" y="2546"/>
                  </a:cubicBezTo>
                  <a:lnTo>
                    <a:pt x="105" y="1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0"/>
            <p:cNvSpPr/>
            <p:nvPr/>
          </p:nvSpPr>
          <p:spPr>
            <a:xfrm>
              <a:off x="7134350" y="2936125"/>
              <a:ext cx="3075" cy="46650"/>
            </a:xfrm>
            <a:custGeom>
              <a:rect b="b" l="l" r="r" t="t"/>
              <a:pathLst>
                <a:path extrusionOk="0" h="1866" w="123">
                  <a:moveTo>
                    <a:pt x="0" y="1"/>
                  </a:moveTo>
                  <a:lnTo>
                    <a:pt x="0" y="1814"/>
                  </a:lnTo>
                  <a:cubicBezTo>
                    <a:pt x="9" y="1849"/>
                    <a:pt x="35" y="1866"/>
                    <a:pt x="61" y="1866"/>
                  </a:cubicBezTo>
                  <a:cubicBezTo>
                    <a:pt x="87" y="1866"/>
                    <a:pt x="113" y="1849"/>
                    <a:pt x="122" y="1814"/>
                  </a:cubicBezTo>
                  <a:lnTo>
                    <a:pt x="122" y="1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0"/>
            <p:cNvSpPr/>
            <p:nvPr/>
          </p:nvSpPr>
          <p:spPr>
            <a:xfrm>
              <a:off x="7134350" y="2936125"/>
              <a:ext cx="3075" cy="46650"/>
            </a:xfrm>
            <a:custGeom>
              <a:rect b="b" l="l" r="r" t="t"/>
              <a:pathLst>
                <a:path extrusionOk="0" h="1866" w="123">
                  <a:moveTo>
                    <a:pt x="0" y="1"/>
                  </a:moveTo>
                  <a:lnTo>
                    <a:pt x="0" y="1814"/>
                  </a:lnTo>
                  <a:cubicBezTo>
                    <a:pt x="9" y="1849"/>
                    <a:pt x="35" y="1866"/>
                    <a:pt x="61" y="1866"/>
                  </a:cubicBezTo>
                  <a:cubicBezTo>
                    <a:pt x="87" y="1866"/>
                    <a:pt x="113" y="1849"/>
                    <a:pt x="122" y="1814"/>
                  </a:cubicBezTo>
                  <a:lnTo>
                    <a:pt x="122" y="1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0"/>
            <p:cNvSpPr/>
            <p:nvPr/>
          </p:nvSpPr>
          <p:spPr>
            <a:xfrm>
              <a:off x="7232825" y="2954425"/>
              <a:ext cx="2650" cy="28350"/>
            </a:xfrm>
            <a:custGeom>
              <a:rect b="b" l="l" r="r" t="t"/>
              <a:pathLst>
                <a:path extrusionOk="0" h="1134" w="106">
                  <a:moveTo>
                    <a:pt x="1" y="1"/>
                  </a:moveTo>
                  <a:lnTo>
                    <a:pt x="1" y="1082"/>
                  </a:lnTo>
                  <a:cubicBezTo>
                    <a:pt x="1" y="1117"/>
                    <a:pt x="18" y="1134"/>
                    <a:pt x="53" y="1134"/>
                  </a:cubicBezTo>
                  <a:cubicBezTo>
                    <a:pt x="88" y="1134"/>
                    <a:pt x="105" y="1117"/>
                    <a:pt x="105" y="1082"/>
                  </a:cubicBezTo>
                  <a:lnTo>
                    <a:pt x="105" y="18"/>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0"/>
            <p:cNvSpPr/>
            <p:nvPr/>
          </p:nvSpPr>
          <p:spPr>
            <a:xfrm>
              <a:off x="6925175" y="2897775"/>
              <a:ext cx="2625" cy="85000"/>
            </a:xfrm>
            <a:custGeom>
              <a:rect b="b" l="l" r="r" t="t"/>
              <a:pathLst>
                <a:path extrusionOk="0" h="3400" w="105">
                  <a:moveTo>
                    <a:pt x="0" y="1"/>
                  </a:moveTo>
                  <a:lnTo>
                    <a:pt x="0" y="3348"/>
                  </a:lnTo>
                  <a:cubicBezTo>
                    <a:pt x="0" y="3383"/>
                    <a:pt x="18" y="3400"/>
                    <a:pt x="52" y="3400"/>
                  </a:cubicBezTo>
                  <a:cubicBezTo>
                    <a:pt x="70" y="3400"/>
                    <a:pt x="105" y="3383"/>
                    <a:pt x="105" y="3348"/>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0"/>
            <p:cNvSpPr/>
            <p:nvPr/>
          </p:nvSpPr>
          <p:spPr>
            <a:xfrm>
              <a:off x="6925175" y="2897775"/>
              <a:ext cx="2625" cy="85000"/>
            </a:xfrm>
            <a:custGeom>
              <a:rect b="b" l="l" r="r" t="t"/>
              <a:pathLst>
                <a:path extrusionOk="0" h="3400" w="105">
                  <a:moveTo>
                    <a:pt x="0" y="1"/>
                  </a:moveTo>
                  <a:lnTo>
                    <a:pt x="0" y="3348"/>
                  </a:lnTo>
                  <a:cubicBezTo>
                    <a:pt x="0" y="3383"/>
                    <a:pt x="18" y="3400"/>
                    <a:pt x="52" y="3400"/>
                  </a:cubicBezTo>
                  <a:cubicBezTo>
                    <a:pt x="70" y="3400"/>
                    <a:pt x="105" y="3383"/>
                    <a:pt x="105" y="3348"/>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0"/>
            <p:cNvSpPr/>
            <p:nvPr/>
          </p:nvSpPr>
          <p:spPr>
            <a:xfrm>
              <a:off x="6224425" y="2983200"/>
              <a:ext cx="122475" cy="346900"/>
            </a:xfrm>
            <a:custGeom>
              <a:rect b="b" l="l" r="r" t="t"/>
              <a:pathLst>
                <a:path extrusionOk="0" fill="none" h="13876" w="4899">
                  <a:moveTo>
                    <a:pt x="4899" y="0"/>
                  </a:moveTo>
                  <a:lnTo>
                    <a:pt x="4899" y="5822"/>
                  </a:lnTo>
                  <a:lnTo>
                    <a:pt x="1" y="13876"/>
                  </a:lnTo>
                </a:path>
              </a:pathLst>
            </a:custGeom>
            <a:noFill/>
            <a:ln cap="rnd" cmpd="sng" w="26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0"/>
            <p:cNvSpPr/>
            <p:nvPr/>
          </p:nvSpPr>
          <p:spPr>
            <a:xfrm>
              <a:off x="6346875" y="3128750"/>
              <a:ext cx="96350" cy="195250"/>
            </a:xfrm>
            <a:custGeom>
              <a:rect b="b" l="l" r="r" t="t"/>
              <a:pathLst>
                <a:path extrusionOk="0" fill="none" h="7810" w="3854">
                  <a:moveTo>
                    <a:pt x="1" y="0"/>
                  </a:moveTo>
                  <a:lnTo>
                    <a:pt x="3853" y="7810"/>
                  </a:lnTo>
                </a:path>
              </a:pathLst>
            </a:custGeom>
            <a:noFill/>
            <a:ln cap="rnd" cmpd="sng" w="26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0"/>
            <p:cNvSpPr/>
            <p:nvPr/>
          </p:nvSpPr>
          <p:spPr>
            <a:xfrm>
              <a:off x="6177800" y="3308300"/>
              <a:ext cx="331225" cy="178250"/>
            </a:xfrm>
            <a:custGeom>
              <a:rect b="b" l="l" r="r" t="t"/>
              <a:pathLst>
                <a:path extrusionOk="0" h="7130" w="13249">
                  <a:moveTo>
                    <a:pt x="1" y="0"/>
                  </a:moveTo>
                  <a:lnTo>
                    <a:pt x="1" y="7129"/>
                  </a:lnTo>
                  <a:lnTo>
                    <a:pt x="13248" y="7129"/>
                  </a:lnTo>
                  <a:lnTo>
                    <a:pt x="1324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0"/>
            <p:cNvSpPr/>
            <p:nvPr/>
          </p:nvSpPr>
          <p:spPr>
            <a:xfrm>
              <a:off x="6438400" y="3308300"/>
              <a:ext cx="70625" cy="178250"/>
            </a:xfrm>
            <a:custGeom>
              <a:rect b="b" l="l" r="r" t="t"/>
              <a:pathLst>
                <a:path extrusionOk="0" h="7130" w="2825">
                  <a:moveTo>
                    <a:pt x="0" y="0"/>
                  </a:moveTo>
                  <a:lnTo>
                    <a:pt x="0" y="7129"/>
                  </a:lnTo>
                  <a:lnTo>
                    <a:pt x="2824" y="7129"/>
                  </a:lnTo>
                  <a:lnTo>
                    <a:pt x="282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 name="Google Shape;751;p20"/>
          <p:cNvGrpSpPr/>
          <p:nvPr/>
        </p:nvGrpSpPr>
        <p:grpSpPr>
          <a:xfrm>
            <a:off x="8356975" y="2063594"/>
            <a:ext cx="891345" cy="1727368"/>
            <a:chOff x="4826000" y="484000"/>
            <a:chExt cx="654150" cy="1267700"/>
          </a:xfrm>
        </p:grpSpPr>
        <p:sp>
          <p:nvSpPr>
            <p:cNvPr id="752" name="Google Shape;752;p20"/>
            <p:cNvSpPr/>
            <p:nvPr/>
          </p:nvSpPr>
          <p:spPr>
            <a:xfrm>
              <a:off x="4826000" y="484000"/>
              <a:ext cx="654150" cy="1267700"/>
            </a:xfrm>
            <a:custGeom>
              <a:rect b="b" l="l" r="r" t="t"/>
              <a:pathLst>
                <a:path extrusionOk="0" h="50708" w="26166">
                  <a:moveTo>
                    <a:pt x="1" y="1"/>
                  </a:moveTo>
                  <a:lnTo>
                    <a:pt x="1" y="50708"/>
                  </a:lnTo>
                  <a:lnTo>
                    <a:pt x="26165" y="50708"/>
                  </a:lnTo>
                  <a:lnTo>
                    <a:pt x="26165"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0"/>
            <p:cNvSpPr/>
            <p:nvPr/>
          </p:nvSpPr>
          <p:spPr>
            <a:xfrm>
              <a:off x="4885275" y="558950"/>
              <a:ext cx="51450" cy="210500"/>
            </a:xfrm>
            <a:custGeom>
              <a:rect b="b" l="l" r="r" t="t"/>
              <a:pathLst>
                <a:path extrusionOk="0" h="8420" w="2058">
                  <a:moveTo>
                    <a:pt x="1" y="1"/>
                  </a:moveTo>
                  <a:lnTo>
                    <a:pt x="1"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0"/>
            <p:cNvSpPr/>
            <p:nvPr/>
          </p:nvSpPr>
          <p:spPr>
            <a:xfrm>
              <a:off x="498290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0"/>
            <p:cNvSpPr/>
            <p:nvPr/>
          </p:nvSpPr>
          <p:spPr>
            <a:xfrm>
              <a:off x="508095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0"/>
            <p:cNvSpPr/>
            <p:nvPr/>
          </p:nvSpPr>
          <p:spPr>
            <a:xfrm>
              <a:off x="517900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0"/>
            <p:cNvSpPr/>
            <p:nvPr/>
          </p:nvSpPr>
          <p:spPr>
            <a:xfrm>
              <a:off x="4885275" y="852675"/>
              <a:ext cx="51450" cy="210500"/>
            </a:xfrm>
            <a:custGeom>
              <a:rect b="b" l="l" r="r" t="t"/>
              <a:pathLst>
                <a:path extrusionOk="0" h="8420" w="2058">
                  <a:moveTo>
                    <a:pt x="1" y="0"/>
                  </a:moveTo>
                  <a:lnTo>
                    <a:pt x="1"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0"/>
            <p:cNvSpPr/>
            <p:nvPr/>
          </p:nvSpPr>
          <p:spPr>
            <a:xfrm>
              <a:off x="498290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0"/>
            <p:cNvSpPr/>
            <p:nvPr/>
          </p:nvSpPr>
          <p:spPr>
            <a:xfrm>
              <a:off x="508095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0"/>
            <p:cNvSpPr/>
            <p:nvPr/>
          </p:nvSpPr>
          <p:spPr>
            <a:xfrm>
              <a:off x="517900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0"/>
            <p:cNvSpPr/>
            <p:nvPr/>
          </p:nvSpPr>
          <p:spPr>
            <a:xfrm>
              <a:off x="4885275" y="1134175"/>
              <a:ext cx="51450" cy="210525"/>
            </a:xfrm>
            <a:custGeom>
              <a:rect b="b" l="l" r="r" t="t"/>
              <a:pathLst>
                <a:path extrusionOk="0" h="8421" w="2058">
                  <a:moveTo>
                    <a:pt x="1" y="1"/>
                  </a:moveTo>
                  <a:lnTo>
                    <a:pt x="1"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0"/>
            <p:cNvSpPr/>
            <p:nvPr/>
          </p:nvSpPr>
          <p:spPr>
            <a:xfrm>
              <a:off x="498290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0"/>
            <p:cNvSpPr/>
            <p:nvPr/>
          </p:nvSpPr>
          <p:spPr>
            <a:xfrm>
              <a:off x="508095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0"/>
            <p:cNvSpPr/>
            <p:nvPr/>
          </p:nvSpPr>
          <p:spPr>
            <a:xfrm>
              <a:off x="517900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0"/>
            <p:cNvSpPr/>
            <p:nvPr/>
          </p:nvSpPr>
          <p:spPr>
            <a:xfrm>
              <a:off x="4885275" y="1409150"/>
              <a:ext cx="51450" cy="210075"/>
            </a:xfrm>
            <a:custGeom>
              <a:rect b="b" l="l" r="r" t="t"/>
              <a:pathLst>
                <a:path extrusionOk="0" h="8403" w="2058">
                  <a:moveTo>
                    <a:pt x="1" y="1"/>
                  </a:moveTo>
                  <a:lnTo>
                    <a:pt x="1"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0"/>
            <p:cNvSpPr/>
            <p:nvPr/>
          </p:nvSpPr>
          <p:spPr>
            <a:xfrm>
              <a:off x="498290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0"/>
            <p:cNvSpPr/>
            <p:nvPr/>
          </p:nvSpPr>
          <p:spPr>
            <a:xfrm>
              <a:off x="508095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0"/>
            <p:cNvSpPr/>
            <p:nvPr/>
          </p:nvSpPr>
          <p:spPr>
            <a:xfrm>
              <a:off x="517900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0"/>
            <p:cNvSpPr/>
            <p:nvPr/>
          </p:nvSpPr>
          <p:spPr>
            <a:xfrm>
              <a:off x="5317575" y="484000"/>
              <a:ext cx="162575" cy="1267700"/>
            </a:xfrm>
            <a:custGeom>
              <a:rect b="b" l="l" r="r" t="t"/>
              <a:pathLst>
                <a:path extrusionOk="0" h="50708" w="6503">
                  <a:moveTo>
                    <a:pt x="0" y="1"/>
                  </a:moveTo>
                  <a:lnTo>
                    <a:pt x="0" y="50708"/>
                  </a:lnTo>
                  <a:lnTo>
                    <a:pt x="6502" y="50708"/>
                  </a:lnTo>
                  <a:lnTo>
                    <a:pt x="650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0" name="Google Shape;770;p20"/>
          <p:cNvGrpSpPr/>
          <p:nvPr/>
        </p:nvGrpSpPr>
        <p:grpSpPr>
          <a:xfrm flipH="1">
            <a:off x="-22984" y="939791"/>
            <a:ext cx="4045976" cy="3889979"/>
            <a:chOff x="3074425" y="836100"/>
            <a:chExt cx="1863732" cy="1981650"/>
          </a:xfrm>
        </p:grpSpPr>
        <p:sp>
          <p:nvSpPr>
            <p:cNvPr id="771" name="Google Shape;771;p20"/>
            <p:cNvSpPr/>
            <p:nvPr/>
          </p:nvSpPr>
          <p:spPr>
            <a:xfrm>
              <a:off x="4381317" y="1606358"/>
              <a:ext cx="556840" cy="1211366"/>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0"/>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0"/>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0"/>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0"/>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0"/>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0"/>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0"/>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9" name="Google Shape;779;p20"/>
          <p:cNvGrpSpPr/>
          <p:nvPr/>
        </p:nvGrpSpPr>
        <p:grpSpPr>
          <a:xfrm>
            <a:off x="208171" y="1657850"/>
            <a:ext cx="1270164" cy="2453889"/>
            <a:chOff x="3308625" y="459175"/>
            <a:chExt cx="736925" cy="1423700"/>
          </a:xfrm>
        </p:grpSpPr>
        <p:sp>
          <p:nvSpPr>
            <p:cNvPr id="780" name="Google Shape;780;p20"/>
            <p:cNvSpPr/>
            <p:nvPr/>
          </p:nvSpPr>
          <p:spPr>
            <a:xfrm>
              <a:off x="3308625" y="459175"/>
              <a:ext cx="736925" cy="1423700"/>
            </a:xfrm>
            <a:custGeom>
              <a:rect b="b" l="l" r="r" t="t"/>
              <a:pathLst>
                <a:path extrusionOk="0" h="56948" w="29477">
                  <a:moveTo>
                    <a:pt x="0" y="0"/>
                  </a:moveTo>
                  <a:lnTo>
                    <a:pt x="0" y="56948"/>
                  </a:lnTo>
                  <a:lnTo>
                    <a:pt x="29477" y="56948"/>
                  </a:lnTo>
                  <a:lnTo>
                    <a:pt x="29477" y="0"/>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0"/>
            <p:cNvSpPr/>
            <p:nvPr/>
          </p:nvSpPr>
          <p:spPr>
            <a:xfrm>
              <a:off x="3352625" y="748525"/>
              <a:ext cx="109850" cy="148175"/>
            </a:xfrm>
            <a:custGeom>
              <a:rect b="b" l="l" r="r" t="t"/>
              <a:pathLst>
                <a:path extrusionOk="0" h="5927" w="4394">
                  <a:moveTo>
                    <a:pt x="2197" y="0"/>
                  </a:moveTo>
                  <a:cubicBezTo>
                    <a:pt x="977" y="0"/>
                    <a:pt x="1" y="994"/>
                    <a:pt x="1" y="2214"/>
                  </a:cubicBezTo>
                  <a:lnTo>
                    <a:pt x="1" y="5927"/>
                  </a:lnTo>
                  <a:lnTo>
                    <a:pt x="4394" y="5927"/>
                  </a:lnTo>
                  <a:lnTo>
                    <a:pt x="4394" y="2197"/>
                  </a:lnTo>
                  <a:cubicBezTo>
                    <a:pt x="4394"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0"/>
            <p:cNvSpPr/>
            <p:nvPr/>
          </p:nvSpPr>
          <p:spPr>
            <a:xfrm>
              <a:off x="3499500" y="748525"/>
              <a:ext cx="109825" cy="148175"/>
            </a:xfrm>
            <a:custGeom>
              <a:rect b="b" l="l" r="r" t="t"/>
              <a:pathLst>
                <a:path extrusionOk="0" h="5927" w="4393">
                  <a:moveTo>
                    <a:pt x="2197" y="0"/>
                  </a:moveTo>
                  <a:cubicBezTo>
                    <a:pt x="994" y="0"/>
                    <a:pt x="0" y="994"/>
                    <a:pt x="0" y="2214"/>
                  </a:cubicBezTo>
                  <a:lnTo>
                    <a:pt x="0" y="5927"/>
                  </a:lnTo>
                  <a:lnTo>
                    <a:pt x="4393" y="5927"/>
                  </a:lnTo>
                  <a:lnTo>
                    <a:pt x="4393" y="2214"/>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0"/>
            <p:cNvSpPr/>
            <p:nvPr/>
          </p:nvSpPr>
          <p:spPr>
            <a:xfrm>
              <a:off x="3646350" y="748525"/>
              <a:ext cx="110275" cy="148175"/>
            </a:xfrm>
            <a:custGeom>
              <a:rect b="b" l="l" r="r" t="t"/>
              <a:pathLst>
                <a:path extrusionOk="0" h="5927" w="4411">
                  <a:moveTo>
                    <a:pt x="2214" y="0"/>
                  </a:moveTo>
                  <a:cubicBezTo>
                    <a:pt x="994" y="0"/>
                    <a:pt x="1" y="994"/>
                    <a:pt x="1" y="2214"/>
                  </a:cubicBezTo>
                  <a:lnTo>
                    <a:pt x="1" y="5927"/>
                  </a:lnTo>
                  <a:lnTo>
                    <a:pt x="4411" y="5927"/>
                  </a:lnTo>
                  <a:lnTo>
                    <a:pt x="4411" y="2214"/>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0"/>
            <p:cNvSpPr/>
            <p:nvPr/>
          </p:nvSpPr>
          <p:spPr>
            <a:xfrm>
              <a:off x="3352625" y="554600"/>
              <a:ext cx="109850" cy="148200"/>
            </a:xfrm>
            <a:custGeom>
              <a:rect b="b" l="l" r="r" t="t"/>
              <a:pathLst>
                <a:path extrusionOk="0" h="5928" w="4394">
                  <a:moveTo>
                    <a:pt x="2197" y="0"/>
                  </a:moveTo>
                  <a:cubicBezTo>
                    <a:pt x="977" y="0"/>
                    <a:pt x="1" y="994"/>
                    <a:pt x="1" y="2197"/>
                  </a:cubicBezTo>
                  <a:lnTo>
                    <a:pt x="1" y="5927"/>
                  </a:lnTo>
                  <a:lnTo>
                    <a:pt x="4394" y="5927"/>
                  </a:lnTo>
                  <a:lnTo>
                    <a:pt x="4394" y="2197"/>
                  </a:lnTo>
                  <a:cubicBezTo>
                    <a:pt x="4394" y="977"/>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0"/>
            <p:cNvSpPr/>
            <p:nvPr/>
          </p:nvSpPr>
          <p:spPr>
            <a:xfrm>
              <a:off x="3499500" y="554600"/>
              <a:ext cx="109825" cy="148200"/>
            </a:xfrm>
            <a:custGeom>
              <a:rect b="b" l="l" r="r" t="t"/>
              <a:pathLst>
                <a:path extrusionOk="0" h="5928" w="4393">
                  <a:moveTo>
                    <a:pt x="2197" y="0"/>
                  </a:moveTo>
                  <a:cubicBezTo>
                    <a:pt x="994"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0"/>
            <p:cNvSpPr/>
            <p:nvPr/>
          </p:nvSpPr>
          <p:spPr>
            <a:xfrm>
              <a:off x="3646350" y="554600"/>
              <a:ext cx="110275" cy="148200"/>
            </a:xfrm>
            <a:custGeom>
              <a:rect b="b" l="l" r="r" t="t"/>
              <a:pathLst>
                <a:path extrusionOk="0" h="5928" w="4411">
                  <a:moveTo>
                    <a:pt x="2214" y="0"/>
                  </a:moveTo>
                  <a:cubicBezTo>
                    <a:pt x="994" y="0"/>
                    <a:pt x="1" y="994"/>
                    <a:pt x="1" y="2197"/>
                  </a:cubicBezTo>
                  <a:lnTo>
                    <a:pt x="1"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0"/>
            <p:cNvSpPr/>
            <p:nvPr/>
          </p:nvSpPr>
          <p:spPr>
            <a:xfrm>
              <a:off x="3352625" y="956825"/>
              <a:ext cx="109850" cy="148200"/>
            </a:xfrm>
            <a:custGeom>
              <a:rect b="b" l="l" r="r" t="t"/>
              <a:pathLst>
                <a:path extrusionOk="0" h="5928" w="4394">
                  <a:moveTo>
                    <a:pt x="2197" y="0"/>
                  </a:moveTo>
                  <a:cubicBezTo>
                    <a:pt x="977" y="0"/>
                    <a:pt x="1" y="994"/>
                    <a:pt x="1" y="2197"/>
                  </a:cubicBezTo>
                  <a:lnTo>
                    <a:pt x="1" y="5927"/>
                  </a:lnTo>
                  <a:lnTo>
                    <a:pt x="4394" y="5927"/>
                  </a:lnTo>
                  <a:lnTo>
                    <a:pt x="4394" y="2197"/>
                  </a:lnTo>
                  <a:cubicBezTo>
                    <a:pt x="4394" y="977"/>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0"/>
            <p:cNvSpPr/>
            <p:nvPr/>
          </p:nvSpPr>
          <p:spPr>
            <a:xfrm>
              <a:off x="3499500" y="956825"/>
              <a:ext cx="109825" cy="148200"/>
            </a:xfrm>
            <a:custGeom>
              <a:rect b="b" l="l" r="r" t="t"/>
              <a:pathLst>
                <a:path extrusionOk="0" h="5928" w="4393">
                  <a:moveTo>
                    <a:pt x="2197" y="0"/>
                  </a:moveTo>
                  <a:cubicBezTo>
                    <a:pt x="994"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0"/>
            <p:cNvSpPr/>
            <p:nvPr/>
          </p:nvSpPr>
          <p:spPr>
            <a:xfrm>
              <a:off x="3646350" y="956825"/>
              <a:ext cx="110275" cy="148200"/>
            </a:xfrm>
            <a:custGeom>
              <a:rect b="b" l="l" r="r" t="t"/>
              <a:pathLst>
                <a:path extrusionOk="0" h="5928" w="4411">
                  <a:moveTo>
                    <a:pt x="2214" y="0"/>
                  </a:moveTo>
                  <a:cubicBezTo>
                    <a:pt x="994" y="0"/>
                    <a:pt x="1" y="994"/>
                    <a:pt x="1" y="2197"/>
                  </a:cubicBezTo>
                  <a:lnTo>
                    <a:pt x="1"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0"/>
            <p:cNvSpPr/>
            <p:nvPr/>
          </p:nvSpPr>
          <p:spPr>
            <a:xfrm>
              <a:off x="3354825" y="1356000"/>
              <a:ext cx="110275" cy="148175"/>
            </a:xfrm>
            <a:custGeom>
              <a:rect b="b" l="l" r="r" t="t"/>
              <a:pathLst>
                <a:path extrusionOk="0" h="5927" w="4411">
                  <a:moveTo>
                    <a:pt x="2196" y="0"/>
                  </a:moveTo>
                  <a:cubicBezTo>
                    <a:pt x="994" y="0"/>
                    <a:pt x="0" y="994"/>
                    <a:pt x="0" y="2197"/>
                  </a:cubicBezTo>
                  <a:lnTo>
                    <a:pt x="0" y="5927"/>
                  </a:lnTo>
                  <a:lnTo>
                    <a:pt x="4410" y="5927"/>
                  </a:lnTo>
                  <a:lnTo>
                    <a:pt x="4410" y="2197"/>
                  </a:lnTo>
                  <a:cubicBezTo>
                    <a:pt x="4410" y="994"/>
                    <a:pt x="3417" y="0"/>
                    <a:pt x="2196"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0"/>
            <p:cNvSpPr/>
            <p:nvPr/>
          </p:nvSpPr>
          <p:spPr>
            <a:xfrm>
              <a:off x="3501675" y="1356000"/>
              <a:ext cx="110275" cy="148175"/>
            </a:xfrm>
            <a:custGeom>
              <a:rect b="b" l="l" r="r" t="t"/>
              <a:pathLst>
                <a:path extrusionOk="0" h="5927" w="4411">
                  <a:moveTo>
                    <a:pt x="2214" y="0"/>
                  </a:moveTo>
                  <a:cubicBezTo>
                    <a:pt x="994" y="0"/>
                    <a:pt x="0" y="994"/>
                    <a:pt x="18" y="2197"/>
                  </a:cubicBezTo>
                  <a:lnTo>
                    <a:pt x="18"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0"/>
            <p:cNvSpPr/>
            <p:nvPr/>
          </p:nvSpPr>
          <p:spPr>
            <a:xfrm>
              <a:off x="3648975" y="1356000"/>
              <a:ext cx="109825" cy="148175"/>
            </a:xfrm>
            <a:custGeom>
              <a:rect b="b" l="l" r="r" t="t"/>
              <a:pathLst>
                <a:path extrusionOk="0" h="5927" w="4393">
                  <a:moveTo>
                    <a:pt x="2197" y="0"/>
                  </a:moveTo>
                  <a:cubicBezTo>
                    <a:pt x="976"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0"/>
            <p:cNvSpPr/>
            <p:nvPr/>
          </p:nvSpPr>
          <p:spPr>
            <a:xfrm>
              <a:off x="3354825" y="1562125"/>
              <a:ext cx="110275" cy="148175"/>
            </a:xfrm>
            <a:custGeom>
              <a:rect b="b" l="l" r="r" t="t"/>
              <a:pathLst>
                <a:path extrusionOk="0" h="5927" w="4411">
                  <a:moveTo>
                    <a:pt x="2196" y="0"/>
                  </a:moveTo>
                  <a:cubicBezTo>
                    <a:pt x="994" y="0"/>
                    <a:pt x="0" y="976"/>
                    <a:pt x="0" y="2197"/>
                  </a:cubicBezTo>
                  <a:lnTo>
                    <a:pt x="0" y="5927"/>
                  </a:lnTo>
                  <a:lnTo>
                    <a:pt x="4410" y="5927"/>
                  </a:lnTo>
                  <a:lnTo>
                    <a:pt x="4410" y="2197"/>
                  </a:lnTo>
                  <a:cubicBezTo>
                    <a:pt x="4410" y="976"/>
                    <a:pt x="3417" y="0"/>
                    <a:pt x="2196"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0"/>
            <p:cNvSpPr/>
            <p:nvPr/>
          </p:nvSpPr>
          <p:spPr>
            <a:xfrm>
              <a:off x="3501675" y="1562125"/>
              <a:ext cx="110275" cy="148175"/>
            </a:xfrm>
            <a:custGeom>
              <a:rect b="b" l="l" r="r" t="t"/>
              <a:pathLst>
                <a:path extrusionOk="0" h="5927" w="4411">
                  <a:moveTo>
                    <a:pt x="2214" y="0"/>
                  </a:moveTo>
                  <a:cubicBezTo>
                    <a:pt x="994" y="0"/>
                    <a:pt x="0" y="976"/>
                    <a:pt x="18" y="2197"/>
                  </a:cubicBezTo>
                  <a:lnTo>
                    <a:pt x="18" y="5927"/>
                  </a:lnTo>
                  <a:lnTo>
                    <a:pt x="4411" y="5927"/>
                  </a:lnTo>
                  <a:lnTo>
                    <a:pt x="4411" y="2197"/>
                  </a:lnTo>
                  <a:cubicBezTo>
                    <a:pt x="4411" y="976"/>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0"/>
            <p:cNvSpPr/>
            <p:nvPr/>
          </p:nvSpPr>
          <p:spPr>
            <a:xfrm>
              <a:off x="3648975" y="1562125"/>
              <a:ext cx="109825" cy="148175"/>
            </a:xfrm>
            <a:custGeom>
              <a:rect b="b" l="l" r="r" t="t"/>
              <a:pathLst>
                <a:path extrusionOk="0" h="5927" w="4393">
                  <a:moveTo>
                    <a:pt x="2197" y="0"/>
                  </a:moveTo>
                  <a:cubicBezTo>
                    <a:pt x="976" y="0"/>
                    <a:pt x="0" y="976"/>
                    <a:pt x="0" y="2197"/>
                  </a:cubicBezTo>
                  <a:lnTo>
                    <a:pt x="0" y="5927"/>
                  </a:lnTo>
                  <a:lnTo>
                    <a:pt x="4393" y="5927"/>
                  </a:lnTo>
                  <a:lnTo>
                    <a:pt x="4393" y="2197"/>
                  </a:lnTo>
                  <a:cubicBezTo>
                    <a:pt x="4393" y="976"/>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0"/>
            <p:cNvSpPr/>
            <p:nvPr/>
          </p:nvSpPr>
          <p:spPr>
            <a:xfrm>
              <a:off x="3352625" y="1156400"/>
              <a:ext cx="109850" cy="148200"/>
            </a:xfrm>
            <a:custGeom>
              <a:rect b="b" l="l" r="r" t="t"/>
              <a:pathLst>
                <a:path extrusionOk="0" h="5928" w="4394">
                  <a:moveTo>
                    <a:pt x="2197" y="1"/>
                  </a:moveTo>
                  <a:cubicBezTo>
                    <a:pt x="977" y="1"/>
                    <a:pt x="1" y="994"/>
                    <a:pt x="1" y="2197"/>
                  </a:cubicBezTo>
                  <a:lnTo>
                    <a:pt x="1" y="5927"/>
                  </a:lnTo>
                  <a:lnTo>
                    <a:pt x="4394" y="5927"/>
                  </a:lnTo>
                  <a:lnTo>
                    <a:pt x="4394" y="2197"/>
                  </a:lnTo>
                  <a:cubicBezTo>
                    <a:pt x="4394" y="977"/>
                    <a:pt x="3417" y="1"/>
                    <a:pt x="2197"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0"/>
            <p:cNvSpPr/>
            <p:nvPr/>
          </p:nvSpPr>
          <p:spPr>
            <a:xfrm>
              <a:off x="3499500" y="1156400"/>
              <a:ext cx="109825" cy="148200"/>
            </a:xfrm>
            <a:custGeom>
              <a:rect b="b" l="l" r="r" t="t"/>
              <a:pathLst>
                <a:path extrusionOk="0" h="5928" w="4393">
                  <a:moveTo>
                    <a:pt x="2197" y="1"/>
                  </a:moveTo>
                  <a:cubicBezTo>
                    <a:pt x="994" y="1"/>
                    <a:pt x="0" y="994"/>
                    <a:pt x="0" y="2197"/>
                  </a:cubicBezTo>
                  <a:lnTo>
                    <a:pt x="0" y="5927"/>
                  </a:lnTo>
                  <a:lnTo>
                    <a:pt x="4393" y="5927"/>
                  </a:lnTo>
                  <a:lnTo>
                    <a:pt x="4393" y="2197"/>
                  </a:lnTo>
                  <a:cubicBezTo>
                    <a:pt x="4393" y="994"/>
                    <a:pt x="3417" y="1"/>
                    <a:pt x="2197"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0"/>
            <p:cNvSpPr/>
            <p:nvPr/>
          </p:nvSpPr>
          <p:spPr>
            <a:xfrm>
              <a:off x="3646350" y="1156400"/>
              <a:ext cx="110275" cy="148200"/>
            </a:xfrm>
            <a:custGeom>
              <a:rect b="b" l="l" r="r" t="t"/>
              <a:pathLst>
                <a:path extrusionOk="0" h="5928" w="4411">
                  <a:moveTo>
                    <a:pt x="2214" y="1"/>
                  </a:moveTo>
                  <a:cubicBezTo>
                    <a:pt x="994" y="1"/>
                    <a:pt x="1" y="994"/>
                    <a:pt x="1" y="2197"/>
                  </a:cubicBezTo>
                  <a:lnTo>
                    <a:pt x="1" y="5927"/>
                  </a:lnTo>
                  <a:lnTo>
                    <a:pt x="4411" y="5927"/>
                  </a:lnTo>
                  <a:lnTo>
                    <a:pt x="4411" y="2197"/>
                  </a:lnTo>
                  <a:cubicBezTo>
                    <a:pt x="4411" y="994"/>
                    <a:pt x="3417" y="1"/>
                    <a:pt x="2214"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0"/>
            <p:cNvSpPr/>
            <p:nvPr/>
          </p:nvSpPr>
          <p:spPr>
            <a:xfrm>
              <a:off x="3813700" y="459175"/>
              <a:ext cx="231850" cy="1423700"/>
            </a:xfrm>
            <a:custGeom>
              <a:rect b="b" l="l" r="r" t="t"/>
              <a:pathLst>
                <a:path extrusionOk="0" h="56948" w="9274">
                  <a:moveTo>
                    <a:pt x="0" y="0"/>
                  </a:moveTo>
                  <a:lnTo>
                    <a:pt x="0" y="56948"/>
                  </a:lnTo>
                  <a:lnTo>
                    <a:pt x="9274" y="56948"/>
                  </a:lnTo>
                  <a:lnTo>
                    <a:pt x="927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0" name="Google Shape;800;p20"/>
          <p:cNvGrpSpPr/>
          <p:nvPr/>
        </p:nvGrpSpPr>
        <p:grpSpPr>
          <a:xfrm>
            <a:off x="948457" y="2296036"/>
            <a:ext cx="1184079" cy="2130184"/>
            <a:chOff x="5195125" y="2889950"/>
            <a:chExt cx="787025" cy="1415875"/>
          </a:xfrm>
        </p:grpSpPr>
        <p:sp>
          <p:nvSpPr>
            <p:cNvPr id="801" name="Google Shape;801;p20"/>
            <p:cNvSpPr/>
            <p:nvPr/>
          </p:nvSpPr>
          <p:spPr>
            <a:xfrm>
              <a:off x="5291425" y="3540550"/>
              <a:ext cx="25" cy="692925"/>
            </a:xfrm>
            <a:custGeom>
              <a:rect b="b" l="l" r="r" t="t"/>
              <a:pathLst>
                <a:path extrusionOk="0" fill="none" h="27717" w="1">
                  <a:moveTo>
                    <a:pt x="0" y="1"/>
                  </a:moveTo>
                  <a:lnTo>
                    <a:pt x="0" y="27716"/>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0"/>
            <p:cNvSpPr/>
            <p:nvPr/>
          </p:nvSpPr>
          <p:spPr>
            <a:xfrm>
              <a:off x="5345900" y="3298700"/>
              <a:ext cx="25" cy="934775"/>
            </a:xfrm>
            <a:custGeom>
              <a:rect b="b" l="l" r="r" t="t"/>
              <a:pathLst>
                <a:path extrusionOk="0" fill="none" h="37391" w="1">
                  <a:moveTo>
                    <a:pt x="0" y="1"/>
                  </a:moveTo>
                  <a:lnTo>
                    <a:pt x="0" y="3739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0"/>
            <p:cNvSpPr/>
            <p:nvPr/>
          </p:nvSpPr>
          <p:spPr>
            <a:xfrm>
              <a:off x="5238250" y="3536200"/>
              <a:ext cx="25" cy="755675"/>
            </a:xfrm>
            <a:custGeom>
              <a:rect b="b" l="l" r="r" t="t"/>
              <a:pathLst>
                <a:path extrusionOk="0" fill="none" h="30227" w="1">
                  <a:moveTo>
                    <a:pt x="1" y="1"/>
                  </a:moveTo>
                  <a:lnTo>
                    <a:pt x="1" y="30226"/>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0"/>
            <p:cNvSpPr/>
            <p:nvPr/>
          </p:nvSpPr>
          <p:spPr>
            <a:xfrm>
              <a:off x="5433925"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0"/>
            <p:cNvSpPr/>
            <p:nvPr/>
          </p:nvSpPr>
          <p:spPr>
            <a:xfrm>
              <a:off x="5504075" y="2970550"/>
              <a:ext cx="25" cy="1335275"/>
            </a:xfrm>
            <a:custGeom>
              <a:rect b="b" l="l" r="r" t="t"/>
              <a:pathLst>
                <a:path extrusionOk="0" fill="none" h="53411" w="1">
                  <a:moveTo>
                    <a:pt x="1" y="1"/>
                  </a:moveTo>
                  <a:lnTo>
                    <a:pt x="1" y="5341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0"/>
            <p:cNvSpPr/>
            <p:nvPr/>
          </p:nvSpPr>
          <p:spPr>
            <a:xfrm>
              <a:off x="557425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0"/>
            <p:cNvSpPr/>
            <p:nvPr/>
          </p:nvSpPr>
          <p:spPr>
            <a:xfrm>
              <a:off x="557425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0"/>
            <p:cNvSpPr/>
            <p:nvPr/>
          </p:nvSpPr>
          <p:spPr>
            <a:xfrm>
              <a:off x="5643975" y="2937000"/>
              <a:ext cx="25" cy="1335250"/>
            </a:xfrm>
            <a:custGeom>
              <a:rect b="b" l="l" r="r" t="t"/>
              <a:pathLst>
                <a:path extrusionOk="0" fill="none" h="53410" w="1">
                  <a:moveTo>
                    <a:pt x="0" y="1"/>
                  </a:moveTo>
                  <a:lnTo>
                    <a:pt x="0" y="5341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0"/>
            <p:cNvSpPr/>
            <p:nvPr/>
          </p:nvSpPr>
          <p:spPr>
            <a:xfrm>
              <a:off x="5714125" y="2889950"/>
              <a:ext cx="25" cy="1335250"/>
            </a:xfrm>
            <a:custGeom>
              <a:rect b="b" l="l" r="r" t="t"/>
              <a:pathLst>
                <a:path extrusionOk="0" fill="none" h="53410" w="1">
                  <a:moveTo>
                    <a:pt x="1" y="0"/>
                  </a:moveTo>
                  <a:lnTo>
                    <a:pt x="1"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0"/>
            <p:cNvSpPr/>
            <p:nvPr/>
          </p:nvSpPr>
          <p:spPr>
            <a:xfrm>
              <a:off x="578430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0"/>
            <p:cNvSpPr/>
            <p:nvPr/>
          </p:nvSpPr>
          <p:spPr>
            <a:xfrm>
              <a:off x="5827425" y="3031575"/>
              <a:ext cx="25" cy="1210175"/>
            </a:xfrm>
            <a:custGeom>
              <a:rect b="b" l="l" r="r" t="t"/>
              <a:pathLst>
                <a:path extrusionOk="0" fill="none" h="48407" w="1">
                  <a:moveTo>
                    <a:pt x="1" y="0"/>
                  </a:moveTo>
                  <a:lnTo>
                    <a:pt x="1" y="48407"/>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0"/>
            <p:cNvSpPr/>
            <p:nvPr/>
          </p:nvSpPr>
          <p:spPr>
            <a:xfrm>
              <a:off x="5897600" y="3273425"/>
              <a:ext cx="25" cy="970950"/>
            </a:xfrm>
            <a:custGeom>
              <a:rect b="b" l="l" r="r" t="t"/>
              <a:pathLst>
                <a:path extrusionOk="0" fill="none" h="38838" w="1">
                  <a:moveTo>
                    <a:pt x="0" y="1"/>
                  </a:moveTo>
                  <a:lnTo>
                    <a:pt x="0" y="38837"/>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0"/>
            <p:cNvSpPr/>
            <p:nvPr/>
          </p:nvSpPr>
          <p:spPr>
            <a:xfrm>
              <a:off x="5407350" y="3131800"/>
              <a:ext cx="466300" cy="25"/>
            </a:xfrm>
            <a:custGeom>
              <a:rect b="b" l="l" r="r" t="t"/>
              <a:pathLst>
                <a:path extrusionOk="0" fill="none" h="1" w="18652">
                  <a:moveTo>
                    <a:pt x="0" y="0"/>
                  </a:moveTo>
                  <a:lnTo>
                    <a:pt x="18652"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0"/>
            <p:cNvSpPr/>
            <p:nvPr/>
          </p:nvSpPr>
          <p:spPr>
            <a:xfrm>
              <a:off x="5332825" y="3201075"/>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0"/>
            <p:cNvSpPr/>
            <p:nvPr/>
          </p:nvSpPr>
          <p:spPr>
            <a:xfrm>
              <a:off x="5332825" y="325120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0"/>
            <p:cNvSpPr/>
            <p:nvPr/>
          </p:nvSpPr>
          <p:spPr>
            <a:xfrm>
              <a:off x="5332825" y="3304375"/>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0"/>
            <p:cNvSpPr/>
            <p:nvPr/>
          </p:nvSpPr>
          <p:spPr>
            <a:xfrm>
              <a:off x="5332825" y="340415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0"/>
            <p:cNvSpPr/>
            <p:nvPr/>
          </p:nvSpPr>
          <p:spPr>
            <a:xfrm>
              <a:off x="5332825" y="340415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0"/>
            <p:cNvSpPr/>
            <p:nvPr/>
          </p:nvSpPr>
          <p:spPr>
            <a:xfrm>
              <a:off x="5332825" y="3504400"/>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0"/>
            <p:cNvSpPr/>
            <p:nvPr/>
          </p:nvSpPr>
          <p:spPr>
            <a:xfrm>
              <a:off x="5332825" y="3504400"/>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0"/>
            <p:cNvSpPr/>
            <p:nvPr/>
          </p:nvSpPr>
          <p:spPr>
            <a:xfrm>
              <a:off x="5332825" y="3604625"/>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0"/>
            <p:cNvSpPr/>
            <p:nvPr/>
          </p:nvSpPr>
          <p:spPr>
            <a:xfrm>
              <a:off x="5195125" y="36046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0"/>
            <p:cNvSpPr/>
            <p:nvPr/>
          </p:nvSpPr>
          <p:spPr>
            <a:xfrm>
              <a:off x="5195125" y="3704850"/>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0"/>
            <p:cNvSpPr/>
            <p:nvPr/>
          </p:nvSpPr>
          <p:spPr>
            <a:xfrm>
              <a:off x="5195125" y="37911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0"/>
            <p:cNvSpPr/>
            <p:nvPr/>
          </p:nvSpPr>
          <p:spPr>
            <a:xfrm>
              <a:off x="5195125" y="37911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0"/>
            <p:cNvSpPr/>
            <p:nvPr/>
          </p:nvSpPr>
          <p:spPr>
            <a:xfrm>
              <a:off x="5195125" y="38774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0"/>
            <p:cNvSpPr/>
            <p:nvPr/>
          </p:nvSpPr>
          <p:spPr>
            <a:xfrm>
              <a:off x="5195125" y="38774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0"/>
            <p:cNvSpPr/>
            <p:nvPr/>
          </p:nvSpPr>
          <p:spPr>
            <a:xfrm>
              <a:off x="5195125" y="396370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0"/>
            <p:cNvSpPr/>
            <p:nvPr/>
          </p:nvSpPr>
          <p:spPr>
            <a:xfrm>
              <a:off x="5195125" y="396370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0"/>
            <p:cNvSpPr/>
            <p:nvPr/>
          </p:nvSpPr>
          <p:spPr>
            <a:xfrm>
              <a:off x="5195125" y="404955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0"/>
            <p:cNvSpPr/>
            <p:nvPr/>
          </p:nvSpPr>
          <p:spPr>
            <a:xfrm>
              <a:off x="5195125" y="404955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0"/>
            <p:cNvSpPr/>
            <p:nvPr/>
          </p:nvSpPr>
          <p:spPr>
            <a:xfrm>
              <a:off x="5195125" y="41358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3" name="Google Shape;833;p20"/>
          <p:cNvSpPr/>
          <p:nvPr/>
        </p:nvSpPr>
        <p:spPr>
          <a:xfrm>
            <a:off x="33565" y="4879925"/>
            <a:ext cx="9144000" cy="29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4" name="Google Shape;834;p20"/>
          <p:cNvGrpSpPr/>
          <p:nvPr/>
        </p:nvGrpSpPr>
        <p:grpSpPr>
          <a:xfrm>
            <a:off x="-348848" y="3417837"/>
            <a:ext cx="9870375" cy="1455000"/>
            <a:chOff x="-381000" y="2758675"/>
            <a:chExt cx="9870375" cy="1455000"/>
          </a:xfrm>
        </p:grpSpPr>
        <p:sp>
          <p:nvSpPr>
            <p:cNvPr id="835" name="Google Shape;835;p20"/>
            <p:cNvSpPr/>
            <p:nvPr/>
          </p:nvSpPr>
          <p:spPr>
            <a:xfrm>
              <a:off x="152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0"/>
            <p:cNvSpPr/>
            <p:nvPr/>
          </p:nvSpPr>
          <p:spPr>
            <a:xfrm>
              <a:off x="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0"/>
            <p:cNvSpPr/>
            <p:nvPr/>
          </p:nvSpPr>
          <p:spPr>
            <a:xfrm>
              <a:off x="76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0"/>
            <p:cNvSpPr/>
            <p:nvPr/>
          </p:nvSpPr>
          <p:spPr>
            <a:xfrm>
              <a:off x="381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0"/>
            <p:cNvSpPr/>
            <p:nvPr/>
          </p:nvSpPr>
          <p:spPr>
            <a:xfrm>
              <a:off x="228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0"/>
            <p:cNvSpPr/>
            <p:nvPr/>
          </p:nvSpPr>
          <p:spPr>
            <a:xfrm>
              <a:off x="304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0"/>
            <p:cNvSpPr/>
            <p:nvPr/>
          </p:nvSpPr>
          <p:spPr>
            <a:xfrm>
              <a:off x="609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0"/>
            <p:cNvSpPr/>
            <p:nvPr/>
          </p:nvSpPr>
          <p:spPr>
            <a:xfrm>
              <a:off x="457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0"/>
            <p:cNvSpPr/>
            <p:nvPr/>
          </p:nvSpPr>
          <p:spPr>
            <a:xfrm>
              <a:off x="533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0"/>
            <p:cNvSpPr/>
            <p:nvPr/>
          </p:nvSpPr>
          <p:spPr>
            <a:xfrm>
              <a:off x="762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0"/>
            <p:cNvSpPr/>
            <p:nvPr/>
          </p:nvSpPr>
          <p:spPr>
            <a:xfrm>
              <a:off x="685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0"/>
            <p:cNvSpPr/>
            <p:nvPr/>
          </p:nvSpPr>
          <p:spPr>
            <a:xfrm>
              <a:off x="838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0"/>
            <p:cNvSpPr/>
            <p:nvPr/>
          </p:nvSpPr>
          <p:spPr>
            <a:xfrm>
              <a:off x="186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0"/>
            <p:cNvSpPr/>
            <p:nvPr/>
          </p:nvSpPr>
          <p:spPr>
            <a:xfrm>
              <a:off x="3764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0"/>
            <p:cNvSpPr/>
            <p:nvPr/>
          </p:nvSpPr>
          <p:spPr>
            <a:xfrm>
              <a:off x="110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0"/>
            <p:cNvSpPr/>
            <p:nvPr/>
          </p:nvSpPr>
          <p:spPr>
            <a:xfrm>
              <a:off x="415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0"/>
            <p:cNvSpPr/>
            <p:nvPr/>
          </p:nvSpPr>
          <p:spPr>
            <a:xfrm>
              <a:off x="263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0"/>
            <p:cNvSpPr/>
            <p:nvPr/>
          </p:nvSpPr>
          <p:spPr>
            <a:xfrm>
              <a:off x="339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0"/>
            <p:cNvSpPr/>
            <p:nvPr/>
          </p:nvSpPr>
          <p:spPr>
            <a:xfrm>
              <a:off x="644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0"/>
            <p:cNvSpPr/>
            <p:nvPr/>
          </p:nvSpPr>
          <p:spPr>
            <a:xfrm>
              <a:off x="491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0"/>
            <p:cNvSpPr/>
            <p:nvPr/>
          </p:nvSpPr>
          <p:spPr>
            <a:xfrm>
              <a:off x="567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0"/>
            <p:cNvSpPr/>
            <p:nvPr/>
          </p:nvSpPr>
          <p:spPr>
            <a:xfrm>
              <a:off x="796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0"/>
            <p:cNvSpPr/>
            <p:nvPr/>
          </p:nvSpPr>
          <p:spPr>
            <a:xfrm>
              <a:off x="720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0"/>
            <p:cNvSpPr/>
            <p:nvPr/>
          </p:nvSpPr>
          <p:spPr>
            <a:xfrm>
              <a:off x="872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0"/>
            <p:cNvSpPr/>
            <p:nvPr/>
          </p:nvSpPr>
          <p:spPr>
            <a:xfrm>
              <a:off x="-381000"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0"/>
            <p:cNvSpPr/>
            <p:nvPr/>
          </p:nvSpPr>
          <p:spPr>
            <a:xfrm>
              <a:off x="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0"/>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0"/>
            <p:cNvSpPr/>
            <p:nvPr/>
          </p:nvSpPr>
          <p:spPr>
            <a:xfrm>
              <a:off x="762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0"/>
            <p:cNvSpPr/>
            <p:nvPr/>
          </p:nvSpPr>
          <p:spPr>
            <a:xfrm>
              <a:off x="838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0"/>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0"/>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0"/>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0"/>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0"/>
            <p:cNvSpPr/>
            <p:nvPr/>
          </p:nvSpPr>
          <p:spPr>
            <a:xfrm>
              <a:off x="8382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9" name="Google Shape;869;p20"/>
          <p:cNvSpPr/>
          <p:nvPr/>
        </p:nvSpPr>
        <p:spPr>
          <a:xfrm>
            <a:off x="30738" y="3705650"/>
            <a:ext cx="3621300" cy="11742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0"/>
          <p:cNvSpPr/>
          <p:nvPr/>
        </p:nvSpPr>
        <p:spPr>
          <a:xfrm>
            <a:off x="28678" y="4518419"/>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0"/>
          <p:cNvSpPr/>
          <p:nvPr/>
        </p:nvSpPr>
        <p:spPr>
          <a:xfrm>
            <a:off x="8147568" y="4387869"/>
            <a:ext cx="1060721" cy="492044"/>
          </a:xfrm>
          <a:custGeom>
            <a:rect b="b" l="l" r="r" t="t"/>
            <a:pathLst>
              <a:path extrusionOk="0" h="5143" w="11087">
                <a:moveTo>
                  <a:pt x="11087" y="0"/>
                </a:moveTo>
                <a:cubicBezTo>
                  <a:pt x="10790" y="35"/>
                  <a:pt x="10511" y="105"/>
                  <a:pt x="10232" y="192"/>
                </a:cubicBezTo>
                <a:cubicBezTo>
                  <a:pt x="8611" y="715"/>
                  <a:pt x="7164" y="1813"/>
                  <a:pt x="6084" y="3121"/>
                </a:cubicBezTo>
                <a:cubicBezTo>
                  <a:pt x="5658" y="2742"/>
                  <a:pt x="5079" y="2596"/>
                  <a:pt x="4490" y="2596"/>
                </a:cubicBezTo>
                <a:cubicBezTo>
                  <a:pt x="4211" y="2596"/>
                  <a:pt x="3930" y="2629"/>
                  <a:pt x="3661" y="2685"/>
                </a:cubicBezTo>
                <a:cubicBezTo>
                  <a:pt x="2179" y="3016"/>
                  <a:pt x="872" y="3887"/>
                  <a:pt x="0" y="5143"/>
                </a:cubicBezTo>
                <a:lnTo>
                  <a:pt x="11087" y="5143"/>
                </a:lnTo>
                <a:lnTo>
                  <a:pt x="1108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0"/>
          <p:cNvSpPr/>
          <p:nvPr/>
        </p:nvSpPr>
        <p:spPr>
          <a:xfrm>
            <a:off x="4753580" y="4764700"/>
            <a:ext cx="1367043" cy="242556"/>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0"/>
          <p:cNvSpPr/>
          <p:nvPr/>
        </p:nvSpPr>
        <p:spPr>
          <a:xfrm flipH="1">
            <a:off x="6120626" y="362971"/>
            <a:ext cx="1727311" cy="244475"/>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0"/>
          <p:cNvSpPr/>
          <p:nvPr/>
        </p:nvSpPr>
        <p:spPr>
          <a:xfrm flipH="1">
            <a:off x="713213" y="252598"/>
            <a:ext cx="1248280" cy="176527"/>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0"/>
          <p:cNvSpPr/>
          <p:nvPr/>
        </p:nvSpPr>
        <p:spPr>
          <a:xfrm flipH="1">
            <a:off x="3652042" y="763275"/>
            <a:ext cx="1248280" cy="176527"/>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76" name="Shape 876"/>
        <p:cNvGrpSpPr/>
        <p:nvPr/>
      </p:nvGrpSpPr>
      <p:grpSpPr>
        <a:xfrm>
          <a:off x="0" y="0"/>
          <a:ext cx="0" cy="0"/>
          <a:chOff x="0" y="0"/>
          <a:chExt cx="0" cy="0"/>
        </a:xfrm>
      </p:grpSpPr>
      <p:sp>
        <p:nvSpPr>
          <p:cNvPr id="877" name="Google Shape;877;p21"/>
          <p:cNvSpPr txBox="1"/>
          <p:nvPr>
            <p:ph type="title"/>
          </p:nvPr>
        </p:nvSpPr>
        <p:spPr>
          <a:xfrm>
            <a:off x="2789900" y="1048050"/>
            <a:ext cx="3564300" cy="813900"/>
          </a:xfrm>
          <a:prstGeom prst="rect">
            <a:avLst/>
          </a:prstGeom>
        </p:spPr>
        <p:txBody>
          <a:bodyPr anchorCtr="0" anchor="t" bIns="91425" lIns="91425" spcFirstLastPara="1" rIns="91425" wrap="square" tIns="91425">
            <a:noAutofit/>
          </a:bodyPr>
          <a:lstStyle>
            <a:lvl1pPr lvl="0" algn="ctr">
              <a:spcBef>
                <a:spcPts val="0"/>
              </a:spcBef>
              <a:spcAft>
                <a:spcPts val="0"/>
              </a:spcAft>
              <a:buSzPts val="4200"/>
              <a:buNone/>
              <a:defRPr sz="4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78" name="Google Shape;878;p21"/>
          <p:cNvSpPr txBox="1"/>
          <p:nvPr>
            <p:ph idx="1" type="subTitle"/>
          </p:nvPr>
        </p:nvSpPr>
        <p:spPr>
          <a:xfrm>
            <a:off x="2010700" y="1807208"/>
            <a:ext cx="5122800" cy="1566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grpSp>
        <p:nvGrpSpPr>
          <p:cNvPr id="879" name="Google Shape;879;p21"/>
          <p:cNvGrpSpPr/>
          <p:nvPr/>
        </p:nvGrpSpPr>
        <p:grpSpPr>
          <a:xfrm flipH="1">
            <a:off x="7133607" y="152575"/>
            <a:ext cx="2222252" cy="4838326"/>
            <a:chOff x="1622025" y="238125"/>
            <a:chExt cx="746825" cy="1626000"/>
          </a:xfrm>
        </p:grpSpPr>
        <p:sp>
          <p:nvSpPr>
            <p:cNvPr id="880" name="Google Shape;880;p21"/>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1"/>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1"/>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1"/>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1"/>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5" name="Google Shape;885;p21"/>
          <p:cNvGrpSpPr/>
          <p:nvPr/>
        </p:nvGrpSpPr>
        <p:grpSpPr>
          <a:xfrm flipH="1">
            <a:off x="-480317" y="152570"/>
            <a:ext cx="2636192" cy="3548739"/>
            <a:chOff x="3074425" y="836100"/>
            <a:chExt cx="1472075" cy="1981650"/>
          </a:xfrm>
        </p:grpSpPr>
        <p:sp>
          <p:nvSpPr>
            <p:cNvPr id="886" name="Google Shape;886;p21"/>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1"/>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1"/>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1"/>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1"/>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1"/>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1"/>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1"/>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4" name="Google Shape;894;p21"/>
          <p:cNvGrpSpPr/>
          <p:nvPr/>
        </p:nvGrpSpPr>
        <p:grpSpPr>
          <a:xfrm>
            <a:off x="7230034" y="1972372"/>
            <a:ext cx="1091278" cy="2122172"/>
            <a:chOff x="4087800" y="723675"/>
            <a:chExt cx="700750" cy="1362725"/>
          </a:xfrm>
        </p:grpSpPr>
        <p:sp>
          <p:nvSpPr>
            <p:cNvPr id="895" name="Google Shape;895;p21"/>
            <p:cNvSpPr/>
            <p:nvPr/>
          </p:nvSpPr>
          <p:spPr>
            <a:xfrm>
              <a:off x="4255125" y="723675"/>
              <a:ext cx="342125" cy="111600"/>
            </a:xfrm>
            <a:custGeom>
              <a:rect b="b" l="l" r="r" t="t"/>
              <a:pathLst>
                <a:path extrusionOk="0" h="4464" w="13685">
                  <a:moveTo>
                    <a:pt x="1" y="1"/>
                  </a:moveTo>
                  <a:lnTo>
                    <a:pt x="1" y="4463"/>
                  </a:lnTo>
                  <a:lnTo>
                    <a:pt x="13685" y="4463"/>
                  </a:lnTo>
                  <a:lnTo>
                    <a:pt x="13685"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1"/>
            <p:cNvSpPr/>
            <p:nvPr/>
          </p:nvSpPr>
          <p:spPr>
            <a:xfrm>
              <a:off x="4512250" y="723675"/>
              <a:ext cx="85000" cy="111600"/>
            </a:xfrm>
            <a:custGeom>
              <a:rect b="b" l="l" r="r" t="t"/>
              <a:pathLst>
                <a:path extrusionOk="0" h="4464" w="3400">
                  <a:moveTo>
                    <a:pt x="0" y="1"/>
                  </a:moveTo>
                  <a:lnTo>
                    <a:pt x="0" y="4463"/>
                  </a:lnTo>
                  <a:lnTo>
                    <a:pt x="3400" y="4463"/>
                  </a:lnTo>
                  <a:lnTo>
                    <a:pt x="340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1"/>
            <p:cNvSpPr/>
            <p:nvPr/>
          </p:nvSpPr>
          <p:spPr>
            <a:xfrm>
              <a:off x="4087800" y="816075"/>
              <a:ext cx="700750" cy="1270325"/>
            </a:xfrm>
            <a:custGeom>
              <a:rect b="b" l="l" r="r" t="t"/>
              <a:pathLst>
                <a:path extrusionOk="0" h="50813" w="28030">
                  <a:moveTo>
                    <a:pt x="0" y="0"/>
                  </a:moveTo>
                  <a:lnTo>
                    <a:pt x="0" y="50812"/>
                  </a:lnTo>
                  <a:lnTo>
                    <a:pt x="28030" y="50812"/>
                  </a:lnTo>
                  <a:lnTo>
                    <a:pt x="28030" y="0"/>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1"/>
            <p:cNvSpPr/>
            <p:nvPr/>
          </p:nvSpPr>
          <p:spPr>
            <a:xfrm>
              <a:off x="4582400" y="816075"/>
              <a:ext cx="206150" cy="1270325"/>
            </a:xfrm>
            <a:custGeom>
              <a:rect b="b" l="l" r="r" t="t"/>
              <a:pathLst>
                <a:path extrusionOk="0" h="50813" w="8246">
                  <a:moveTo>
                    <a:pt x="1" y="0"/>
                  </a:moveTo>
                  <a:lnTo>
                    <a:pt x="1" y="50812"/>
                  </a:lnTo>
                  <a:lnTo>
                    <a:pt x="8246" y="50812"/>
                  </a:lnTo>
                  <a:lnTo>
                    <a:pt x="824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1"/>
            <p:cNvSpPr/>
            <p:nvPr/>
          </p:nvSpPr>
          <p:spPr>
            <a:xfrm>
              <a:off x="4138350" y="942875"/>
              <a:ext cx="68450" cy="68875"/>
            </a:xfrm>
            <a:custGeom>
              <a:rect b="b" l="l" r="r" t="t"/>
              <a:pathLst>
                <a:path extrusionOk="0" h="2755"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1"/>
            <p:cNvSpPr/>
            <p:nvPr/>
          </p:nvSpPr>
          <p:spPr>
            <a:xfrm>
              <a:off x="4297850" y="942875"/>
              <a:ext cx="68875" cy="68875"/>
            </a:xfrm>
            <a:custGeom>
              <a:rect b="b" l="l" r="r" t="t"/>
              <a:pathLst>
                <a:path extrusionOk="0" h="2755"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1"/>
            <p:cNvSpPr/>
            <p:nvPr/>
          </p:nvSpPr>
          <p:spPr>
            <a:xfrm>
              <a:off x="4456475" y="942875"/>
              <a:ext cx="68425" cy="68875"/>
            </a:xfrm>
            <a:custGeom>
              <a:rect b="b" l="l" r="r" t="t"/>
              <a:pathLst>
                <a:path extrusionOk="0" h="2755"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1"/>
            <p:cNvSpPr/>
            <p:nvPr/>
          </p:nvSpPr>
          <p:spPr>
            <a:xfrm>
              <a:off x="4138350" y="1088425"/>
              <a:ext cx="68450" cy="68875"/>
            </a:xfrm>
            <a:custGeom>
              <a:rect b="b" l="l" r="r" t="t"/>
              <a:pathLst>
                <a:path extrusionOk="0" h="2755"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1"/>
            <p:cNvSpPr/>
            <p:nvPr/>
          </p:nvSpPr>
          <p:spPr>
            <a:xfrm>
              <a:off x="4297850" y="1088425"/>
              <a:ext cx="68875" cy="68875"/>
            </a:xfrm>
            <a:custGeom>
              <a:rect b="b" l="l" r="r" t="t"/>
              <a:pathLst>
                <a:path extrusionOk="0" h="2755"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1"/>
            <p:cNvSpPr/>
            <p:nvPr/>
          </p:nvSpPr>
          <p:spPr>
            <a:xfrm>
              <a:off x="4456475" y="1088425"/>
              <a:ext cx="68425" cy="68875"/>
            </a:xfrm>
            <a:custGeom>
              <a:rect b="b" l="l" r="r" t="t"/>
              <a:pathLst>
                <a:path extrusionOk="0" h="2755"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1"/>
            <p:cNvSpPr/>
            <p:nvPr/>
          </p:nvSpPr>
          <p:spPr>
            <a:xfrm>
              <a:off x="4138350" y="1233975"/>
              <a:ext cx="68450" cy="68450"/>
            </a:xfrm>
            <a:custGeom>
              <a:rect b="b" l="l" r="r" t="t"/>
              <a:pathLst>
                <a:path extrusionOk="0" h="2738" w="2738">
                  <a:moveTo>
                    <a:pt x="0" y="1"/>
                  </a:moveTo>
                  <a:lnTo>
                    <a:pt x="0" y="2737"/>
                  </a:lnTo>
                  <a:lnTo>
                    <a:pt x="2737" y="2737"/>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1"/>
            <p:cNvSpPr/>
            <p:nvPr/>
          </p:nvSpPr>
          <p:spPr>
            <a:xfrm>
              <a:off x="4297850" y="1233975"/>
              <a:ext cx="68875" cy="68450"/>
            </a:xfrm>
            <a:custGeom>
              <a:rect b="b" l="l" r="r" t="t"/>
              <a:pathLst>
                <a:path extrusionOk="0" h="2738" w="2755">
                  <a:moveTo>
                    <a:pt x="0" y="1"/>
                  </a:moveTo>
                  <a:lnTo>
                    <a:pt x="0" y="2737"/>
                  </a:lnTo>
                  <a:lnTo>
                    <a:pt x="2754" y="2737"/>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1"/>
            <p:cNvSpPr/>
            <p:nvPr/>
          </p:nvSpPr>
          <p:spPr>
            <a:xfrm>
              <a:off x="4456475" y="1233975"/>
              <a:ext cx="68425" cy="68450"/>
            </a:xfrm>
            <a:custGeom>
              <a:rect b="b" l="l" r="r" t="t"/>
              <a:pathLst>
                <a:path extrusionOk="0" h="2738" w="2737">
                  <a:moveTo>
                    <a:pt x="0" y="1"/>
                  </a:moveTo>
                  <a:lnTo>
                    <a:pt x="0" y="2737"/>
                  </a:lnTo>
                  <a:lnTo>
                    <a:pt x="2737" y="2737"/>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1"/>
            <p:cNvSpPr/>
            <p:nvPr/>
          </p:nvSpPr>
          <p:spPr>
            <a:xfrm>
              <a:off x="4138350" y="1379100"/>
              <a:ext cx="68450" cy="68875"/>
            </a:xfrm>
            <a:custGeom>
              <a:rect b="b" l="l" r="r" t="t"/>
              <a:pathLst>
                <a:path extrusionOk="0" h="2755" w="2738">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1"/>
            <p:cNvSpPr/>
            <p:nvPr/>
          </p:nvSpPr>
          <p:spPr>
            <a:xfrm>
              <a:off x="4297850" y="1379100"/>
              <a:ext cx="68875" cy="68875"/>
            </a:xfrm>
            <a:custGeom>
              <a:rect b="b" l="l" r="r" t="t"/>
              <a:pathLst>
                <a:path extrusionOk="0" h="2755" w="2755">
                  <a:moveTo>
                    <a:pt x="0" y="0"/>
                  </a:moveTo>
                  <a:lnTo>
                    <a:pt x="0" y="2754"/>
                  </a:lnTo>
                  <a:lnTo>
                    <a:pt x="2754" y="2754"/>
                  </a:lnTo>
                  <a:lnTo>
                    <a:pt x="275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1"/>
            <p:cNvSpPr/>
            <p:nvPr/>
          </p:nvSpPr>
          <p:spPr>
            <a:xfrm>
              <a:off x="4456475" y="1379100"/>
              <a:ext cx="68425" cy="68875"/>
            </a:xfrm>
            <a:custGeom>
              <a:rect b="b" l="l" r="r" t="t"/>
              <a:pathLst>
                <a:path extrusionOk="0" h="2755" w="2737">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1"/>
            <p:cNvSpPr/>
            <p:nvPr/>
          </p:nvSpPr>
          <p:spPr>
            <a:xfrm>
              <a:off x="4138350" y="1524650"/>
              <a:ext cx="68450" cy="68875"/>
            </a:xfrm>
            <a:custGeom>
              <a:rect b="b" l="l" r="r" t="t"/>
              <a:pathLst>
                <a:path extrusionOk="0" h="2755" w="2738">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1"/>
            <p:cNvSpPr/>
            <p:nvPr/>
          </p:nvSpPr>
          <p:spPr>
            <a:xfrm>
              <a:off x="4297850" y="1524650"/>
              <a:ext cx="68875" cy="68875"/>
            </a:xfrm>
            <a:custGeom>
              <a:rect b="b" l="l" r="r" t="t"/>
              <a:pathLst>
                <a:path extrusionOk="0" h="2755" w="2755">
                  <a:moveTo>
                    <a:pt x="0" y="0"/>
                  </a:moveTo>
                  <a:lnTo>
                    <a:pt x="0" y="2754"/>
                  </a:lnTo>
                  <a:lnTo>
                    <a:pt x="2754" y="2754"/>
                  </a:lnTo>
                  <a:lnTo>
                    <a:pt x="275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1"/>
            <p:cNvSpPr/>
            <p:nvPr/>
          </p:nvSpPr>
          <p:spPr>
            <a:xfrm>
              <a:off x="4456475" y="1524650"/>
              <a:ext cx="68425" cy="68875"/>
            </a:xfrm>
            <a:custGeom>
              <a:rect b="b" l="l" r="r" t="t"/>
              <a:pathLst>
                <a:path extrusionOk="0" h="2755" w="2737">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1"/>
            <p:cNvSpPr/>
            <p:nvPr/>
          </p:nvSpPr>
          <p:spPr>
            <a:xfrm>
              <a:off x="4138350" y="1668875"/>
              <a:ext cx="68450" cy="68900"/>
            </a:xfrm>
            <a:custGeom>
              <a:rect b="b" l="l" r="r" t="t"/>
              <a:pathLst>
                <a:path extrusionOk="0" h="2756"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1"/>
            <p:cNvSpPr/>
            <p:nvPr/>
          </p:nvSpPr>
          <p:spPr>
            <a:xfrm>
              <a:off x="4297850" y="1668875"/>
              <a:ext cx="68875" cy="68900"/>
            </a:xfrm>
            <a:custGeom>
              <a:rect b="b" l="l" r="r" t="t"/>
              <a:pathLst>
                <a:path extrusionOk="0" h="2756"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1"/>
            <p:cNvSpPr/>
            <p:nvPr/>
          </p:nvSpPr>
          <p:spPr>
            <a:xfrm>
              <a:off x="4456475" y="1668875"/>
              <a:ext cx="68425" cy="68900"/>
            </a:xfrm>
            <a:custGeom>
              <a:rect b="b" l="l" r="r" t="t"/>
              <a:pathLst>
                <a:path extrusionOk="0" h="2756"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7" name="Google Shape;917;p21"/>
          <p:cNvGrpSpPr/>
          <p:nvPr/>
        </p:nvGrpSpPr>
        <p:grpSpPr>
          <a:xfrm>
            <a:off x="8485657" y="1833377"/>
            <a:ext cx="1018708" cy="1974189"/>
            <a:chOff x="4826000" y="484000"/>
            <a:chExt cx="654150" cy="1267700"/>
          </a:xfrm>
        </p:grpSpPr>
        <p:sp>
          <p:nvSpPr>
            <p:cNvPr id="918" name="Google Shape;918;p21"/>
            <p:cNvSpPr/>
            <p:nvPr/>
          </p:nvSpPr>
          <p:spPr>
            <a:xfrm>
              <a:off x="4826000" y="484000"/>
              <a:ext cx="654150" cy="1267700"/>
            </a:xfrm>
            <a:custGeom>
              <a:rect b="b" l="l" r="r" t="t"/>
              <a:pathLst>
                <a:path extrusionOk="0" h="50708" w="26166">
                  <a:moveTo>
                    <a:pt x="1" y="1"/>
                  </a:moveTo>
                  <a:lnTo>
                    <a:pt x="1" y="50708"/>
                  </a:lnTo>
                  <a:lnTo>
                    <a:pt x="26165" y="50708"/>
                  </a:lnTo>
                  <a:lnTo>
                    <a:pt x="26165"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1"/>
            <p:cNvSpPr/>
            <p:nvPr/>
          </p:nvSpPr>
          <p:spPr>
            <a:xfrm>
              <a:off x="4885275" y="558950"/>
              <a:ext cx="51450" cy="210500"/>
            </a:xfrm>
            <a:custGeom>
              <a:rect b="b" l="l" r="r" t="t"/>
              <a:pathLst>
                <a:path extrusionOk="0" h="8420" w="2058">
                  <a:moveTo>
                    <a:pt x="1" y="1"/>
                  </a:moveTo>
                  <a:lnTo>
                    <a:pt x="1"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1"/>
            <p:cNvSpPr/>
            <p:nvPr/>
          </p:nvSpPr>
          <p:spPr>
            <a:xfrm>
              <a:off x="498290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1"/>
            <p:cNvSpPr/>
            <p:nvPr/>
          </p:nvSpPr>
          <p:spPr>
            <a:xfrm>
              <a:off x="508095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1"/>
            <p:cNvSpPr/>
            <p:nvPr/>
          </p:nvSpPr>
          <p:spPr>
            <a:xfrm>
              <a:off x="517900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1"/>
            <p:cNvSpPr/>
            <p:nvPr/>
          </p:nvSpPr>
          <p:spPr>
            <a:xfrm>
              <a:off x="4885275" y="852675"/>
              <a:ext cx="51450" cy="210500"/>
            </a:xfrm>
            <a:custGeom>
              <a:rect b="b" l="l" r="r" t="t"/>
              <a:pathLst>
                <a:path extrusionOk="0" h="8420" w="2058">
                  <a:moveTo>
                    <a:pt x="1" y="0"/>
                  </a:moveTo>
                  <a:lnTo>
                    <a:pt x="1"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1"/>
            <p:cNvSpPr/>
            <p:nvPr/>
          </p:nvSpPr>
          <p:spPr>
            <a:xfrm>
              <a:off x="498290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1"/>
            <p:cNvSpPr/>
            <p:nvPr/>
          </p:nvSpPr>
          <p:spPr>
            <a:xfrm>
              <a:off x="508095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1"/>
            <p:cNvSpPr/>
            <p:nvPr/>
          </p:nvSpPr>
          <p:spPr>
            <a:xfrm>
              <a:off x="517900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1"/>
            <p:cNvSpPr/>
            <p:nvPr/>
          </p:nvSpPr>
          <p:spPr>
            <a:xfrm>
              <a:off x="4885275" y="1134175"/>
              <a:ext cx="51450" cy="210525"/>
            </a:xfrm>
            <a:custGeom>
              <a:rect b="b" l="l" r="r" t="t"/>
              <a:pathLst>
                <a:path extrusionOk="0" h="8421" w="2058">
                  <a:moveTo>
                    <a:pt x="1" y="1"/>
                  </a:moveTo>
                  <a:lnTo>
                    <a:pt x="1"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1"/>
            <p:cNvSpPr/>
            <p:nvPr/>
          </p:nvSpPr>
          <p:spPr>
            <a:xfrm>
              <a:off x="498290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1"/>
            <p:cNvSpPr/>
            <p:nvPr/>
          </p:nvSpPr>
          <p:spPr>
            <a:xfrm>
              <a:off x="508095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1"/>
            <p:cNvSpPr/>
            <p:nvPr/>
          </p:nvSpPr>
          <p:spPr>
            <a:xfrm>
              <a:off x="517900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1"/>
            <p:cNvSpPr/>
            <p:nvPr/>
          </p:nvSpPr>
          <p:spPr>
            <a:xfrm>
              <a:off x="4885275" y="1409150"/>
              <a:ext cx="51450" cy="210075"/>
            </a:xfrm>
            <a:custGeom>
              <a:rect b="b" l="l" r="r" t="t"/>
              <a:pathLst>
                <a:path extrusionOk="0" h="8403" w="2058">
                  <a:moveTo>
                    <a:pt x="1" y="1"/>
                  </a:moveTo>
                  <a:lnTo>
                    <a:pt x="1"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1"/>
            <p:cNvSpPr/>
            <p:nvPr/>
          </p:nvSpPr>
          <p:spPr>
            <a:xfrm>
              <a:off x="498290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1"/>
            <p:cNvSpPr/>
            <p:nvPr/>
          </p:nvSpPr>
          <p:spPr>
            <a:xfrm>
              <a:off x="508095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1"/>
            <p:cNvSpPr/>
            <p:nvPr/>
          </p:nvSpPr>
          <p:spPr>
            <a:xfrm>
              <a:off x="517900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1"/>
            <p:cNvSpPr/>
            <p:nvPr/>
          </p:nvSpPr>
          <p:spPr>
            <a:xfrm>
              <a:off x="5317575" y="484000"/>
              <a:ext cx="162575" cy="1267700"/>
            </a:xfrm>
            <a:custGeom>
              <a:rect b="b" l="l" r="r" t="t"/>
              <a:pathLst>
                <a:path extrusionOk="0" h="50708" w="6503">
                  <a:moveTo>
                    <a:pt x="0" y="1"/>
                  </a:moveTo>
                  <a:lnTo>
                    <a:pt x="0" y="50708"/>
                  </a:lnTo>
                  <a:lnTo>
                    <a:pt x="6502" y="50708"/>
                  </a:lnTo>
                  <a:lnTo>
                    <a:pt x="650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6" name="Google Shape;936;p21"/>
          <p:cNvGrpSpPr/>
          <p:nvPr/>
        </p:nvGrpSpPr>
        <p:grpSpPr>
          <a:xfrm>
            <a:off x="768515" y="1447675"/>
            <a:ext cx="1145771" cy="2213569"/>
            <a:chOff x="3308625" y="459175"/>
            <a:chExt cx="736925" cy="1423700"/>
          </a:xfrm>
        </p:grpSpPr>
        <p:sp>
          <p:nvSpPr>
            <p:cNvPr id="937" name="Google Shape;937;p21"/>
            <p:cNvSpPr/>
            <p:nvPr/>
          </p:nvSpPr>
          <p:spPr>
            <a:xfrm>
              <a:off x="3308625" y="459175"/>
              <a:ext cx="736925" cy="1423700"/>
            </a:xfrm>
            <a:custGeom>
              <a:rect b="b" l="l" r="r" t="t"/>
              <a:pathLst>
                <a:path extrusionOk="0" h="56948" w="29477">
                  <a:moveTo>
                    <a:pt x="0" y="0"/>
                  </a:moveTo>
                  <a:lnTo>
                    <a:pt x="0" y="56948"/>
                  </a:lnTo>
                  <a:lnTo>
                    <a:pt x="29477" y="56948"/>
                  </a:lnTo>
                  <a:lnTo>
                    <a:pt x="29477" y="0"/>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1"/>
            <p:cNvSpPr/>
            <p:nvPr/>
          </p:nvSpPr>
          <p:spPr>
            <a:xfrm>
              <a:off x="3352625" y="748525"/>
              <a:ext cx="109850" cy="148175"/>
            </a:xfrm>
            <a:custGeom>
              <a:rect b="b" l="l" r="r" t="t"/>
              <a:pathLst>
                <a:path extrusionOk="0" h="5927" w="4394">
                  <a:moveTo>
                    <a:pt x="2197" y="0"/>
                  </a:moveTo>
                  <a:cubicBezTo>
                    <a:pt x="977" y="0"/>
                    <a:pt x="1" y="994"/>
                    <a:pt x="1" y="2214"/>
                  </a:cubicBezTo>
                  <a:lnTo>
                    <a:pt x="1" y="5927"/>
                  </a:lnTo>
                  <a:lnTo>
                    <a:pt x="4394" y="5927"/>
                  </a:lnTo>
                  <a:lnTo>
                    <a:pt x="4394" y="2197"/>
                  </a:lnTo>
                  <a:cubicBezTo>
                    <a:pt x="4394"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1"/>
            <p:cNvSpPr/>
            <p:nvPr/>
          </p:nvSpPr>
          <p:spPr>
            <a:xfrm>
              <a:off x="3499500" y="748525"/>
              <a:ext cx="109825" cy="148175"/>
            </a:xfrm>
            <a:custGeom>
              <a:rect b="b" l="l" r="r" t="t"/>
              <a:pathLst>
                <a:path extrusionOk="0" h="5927" w="4393">
                  <a:moveTo>
                    <a:pt x="2197" y="0"/>
                  </a:moveTo>
                  <a:cubicBezTo>
                    <a:pt x="994" y="0"/>
                    <a:pt x="0" y="994"/>
                    <a:pt x="0" y="2214"/>
                  </a:cubicBezTo>
                  <a:lnTo>
                    <a:pt x="0" y="5927"/>
                  </a:lnTo>
                  <a:lnTo>
                    <a:pt x="4393" y="5927"/>
                  </a:lnTo>
                  <a:lnTo>
                    <a:pt x="4393" y="2214"/>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1"/>
            <p:cNvSpPr/>
            <p:nvPr/>
          </p:nvSpPr>
          <p:spPr>
            <a:xfrm>
              <a:off x="3646350" y="748525"/>
              <a:ext cx="110275" cy="148175"/>
            </a:xfrm>
            <a:custGeom>
              <a:rect b="b" l="l" r="r" t="t"/>
              <a:pathLst>
                <a:path extrusionOk="0" h="5927" w="4411">
                  <a:moveTo>
                    <a:pt x="2214" y="0"/>
                  </a:moveTo>
                  <a:cubicBezTo>
                    <a:pt x="994" y="0"/>
                    <a:pt x="1" y="994"/>
                    <a:pt x="1" y="2214"/>
                  </a:cubicBezTo>
                  <a:lnTo>
                    <a:pt x="1" y="5927"/>
                  </a:lnTo>
                  <a:lnTo>
                    <a:pt x="4411" y="5927"/>
                  </a:lnTo>
                  <a:lnTo>
                    <a:pt x="4411" y="2214"/>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1"/>
            <p:cNvSpPr/>
            <p:nvPr/>
          </p:nvSpPr>
          <p:spPr>
            <a:xfrm>
              <a:off x="3352625" y="554600"/>
              <a:ext cx="109850" cy="148200"/>
            </a:xfrm>
            <a:custGeom>
              <a:rect b="b" l="l" r="r" t="t"/>
              <a:pathLst>
                <a:path extrusionOk="0" h="5928" w="4394">
                  <a:moveTo>
                    <a:pt x="2197" y="0"/>
                  </a:moveTo>
                  <a:cubicBezTo>
                    <a:pt x="977" y="0"/>
                    <a:pt x="1" y="994"/>
                    <a:pt x="1" y="2197"/>
                  </a:cubicBezTo>
                  <a:lnTo>
                    <a:pt x="1" y="5927"/>
                  </a:lnTo>
                  <a:lnTo>
                    <a:pt x="4394" y="5927"/>
                  </a:lnTo>
                  <a:lnTo>
                    <a:pt x="4394" y="2197"/>
                  </a:lnTo>
                  <a:cubicBezTo>
                    <a:pt x="4394" y="977"/>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1"/>
            <p:cNvSpPr/>
            <p:nvPr/>
          </p:nvSpPr>
          <p:spPr>
            <a:xfrm>
              <a:off x="3499500" y="554600"/>
              <a:ext cx="109825" cy="148200"/>
            </a:xfrm>
            <a:custGeom>
              <a:rect b="b" l="l" r="r" t="t"/>
              <a:pathLst>
                <a:path extrusionOk="0" h="5928" w="4393">
                  <a:moveTo>
                    <a:pt x="2197" y="0"/>
                  </a:moveTo>
                  <a:cubicBezTo>
                    <a:pt x="994"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1"/>
            <p:cNvSpPr/>
            <p:nvPr/>
          </p:nvSpPr>
          <p:spPr>
            <a:xfrm>
              <a:off x="3646350" y="554600"/>
              <a:ext cx="110275" cy="148200"/>
            </a:xfrm>
            <a:custGeom>
              <a:rect b="b" l="l" r="r" t="t"/>
              <a:pathLst>
                <a:path extrusionOk="0" h="5928" w="4411">
                  <a:moveTo>
                    <a:pt x="2214" y="0"/>
                  </a:moveTo>
                  <a:cubicBezTo>
                    <a:pt x="994" y="0"/>
                    <a:pt x="1" y="994"/>
                    <a:pt x="1" y="2197"/>
                  </a:cubicBezTo>
                  <a:lnTo>
                    <a:pt x="1"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1"/>
            <p:cNvSpPr/>
            <p:nvPr/>
          </p:nvSpPr>
          <p:spPr>
            <a:xfrm>
              <a:off x="3352625" y="956825"/>
              <a:ext cx="109850" cy="148200"/>
            </a:xfrm>
            <a:custGeom>
              <a:rect b="b" l="l" r="r" t="t"/>
              <a:pathLst>
                <a:path extrusionOk="0" h="5928" w="4394">
                  <a:moveTo>
                    <a:pt x="2197" y="0"/>
                  </a:moveTo>
                  <a:cubicBezTo>
                    <a:pt x="977" y="0"/>
                    <a:pt x="1" y="994"/>
                    <a:pt x="1" y="2197"/>
                  </a:cubicBezTo>
                  <a:lnTo>
                    <a:pt x="1" y="5927"/>
                  </a:lnTo>
                  <a:lnTo>
                    <a:pt x="4394" y="5927"/>
                  </a:lnTo>
                  <a:lnTo>
                    <a:pt x="4394" y="2197"/>
                  </a:lnTo>
                  <a:cubicBezTo>
                    <a:pt x="4394" y="977"/>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1"/>
            <p:cNvSpPr/>
            <p:nvPr/>
          </p:nvSpPr>
          <p:spPr>
            <a:xfrm>
              <a:off x="3499500" y="956825"/>
              <a:ext cx="109825" cy="148200"/>
            </a:xfrm>
            <a:custGeom>
              <a:rect b="b" l="l" r="r" t="t"/>
              <a:pathLst>
                <a:path extrusionOk="0" h="5928" w="4393">
                  <a:moveTo>
                    <a:pt x="2197" y="0"/>
                  </a:moveTo>
                  <a:cubicBezTo>
                    <a:pt x="994"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1"/>
            <p:cNvSpPr/>
            <p:nvPr/>
          </p:nvSpPr>
          <p:spPr>
            <a:xfrm>
              <a:off x="3646350" y="956825"/>
              <a:ext cx="110275" cy="148200"/>
            </a:xfrm>
            <a:custGeom>
              <a:rect b="b" l="l" r="r" t="t"/>
              <a:pathLst>
                <a:path extrusionOk="0" h="5928" w="4411">
                  <a:moveTo>
                    <a:pt x="2214" y="0"/>
                  </a:moveTo>
                  <a:cubicBezTo>
                    <a:pt x="994" y="0"/>
                    <a:pt x="1" y="994"/>
                    <a:pt x="1" y="2197"/>
                  </a:cubicBezTo>
                  <a:lnTo>
                    <a:pt x="1"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1"/>
            <p:cNvSpPr/>
            <p:nvPr/>
          </p:nvSpPr>
          <p:spPr>
            <a:xfrm>
              <a:off x="3354825" y="1356000"/>
              <a:ext cx="110275" cy="148175"/>
            </a:xfrm>
            <a:custGeom>
              <a:rect b="b" l="l" r="r" t="t"/>
              <a:pathLst>
                <a:path extrusionOk="0" h="5927" w="4411">
                  <a:moveTo>
                    <a:pt x="2196" y="0"/>
                  </a:moveTo>
                  <a:cubicBezTo>
                    <a:pt x="994" y="0"/>
                    <a:pt x="0" y="994"/>
                    <a:pt x="0" y="2197"/>
                  </a:cubicBezTo>
                  <a:lnTo>
                    <a:pt x="0" y="5927"/>
                  </a:lnTo>
                  <a:lnTo>
                    <a:pt x="4410" y="5927"/>
                  </a:lnTo>
                  <a:lnTo>
                    <a:pt x="4410" y="2197"/>
                  </a:lnTo>
                  <a:cubicBezTo>
                    <a:pt x="4410" y="994"/>
                    <a:pt x="3417" y="0"/>
                    <a:pt x="2196"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1"/>
            <p:cNvSpPr/>
            <p:nvPr/>
          </p:nvSpPr>
          <p:spPr>
            <a:xfrm>
              <a:off x="3501675" y="1356000"/>
              <a:ext cx="110275" cy="148175"/>
            </a:xfrm>
            <a:custGeom>
              <a:rect b="b" l="l" r="r" t="t"/>
              <a:pathLst>
                <a:path extrusionOk="0" h="5927" w="4411">
                  <a:moveTo>
                    <a:pt x="2214" y="0"/>
                  </a:moveTo>
                  <a:cubicBezTo>
                    <a:pt x="994" y="0"/>
                    <a:pt x="0" y="994"/>
                    <a:pt x="18" y="2197"/>
                  </a:cubicBezTo>
                  <a:lnTo>
                    <a:pt x="18"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1"/>
            <p:cNvSpPr/>
            <p:nvPr/>
          </p:nvSpPr>
          <p:spPr>
            <a:xfrm>
              <a:off x="3648975" y="1356000"/>
              <a:ext cx="109825" cy="148175"/>
            </a:xfrm>
            <a:custGeom>
              <a:rect b="b" l="l" r="r" t="t"/>
              <a:pathLst>
                <a:path extrusionOk="0" h="5927" w="4393">
                  <a:moveTo>
                    <a:pt x="2197" y="0"/>
                  </a:moveTo>
                  <a:cubicBezTo>
                    <a:pt x="976"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1"/>
            <p:cNvSpPr/>
            <p:nvPr/>
          </p:nvSpPr>
          <p:spPr>
            <a:xfrm>
              <a:off x="3354825" y="1562125"/>
              <a:ext cx="110275" cy="148175"/>
            </a:xfrm>
            <a:custGeom>
              <a:rect b="b" l="l" r="r" t="t"/>
              <a:pathLst>
                <a:path extrusionOk="0" h="5927" w="4411">
                  <a:moveTo>
                    <a:pt x="2196" y="0"/>
                  </a:moveTo>
                  <a:cubicBezTo>
                    <a:pt x="994" y="0"/>
                    <a:pt x="0" y="976"/>
                    <a:pt x="0" y="2197"/>
                  </a:cubicBezTo>
                  <a:lnTo>
                    <a:pt x="0" y="5927"/>
                  </a:lnTo>
                  <a:lnTo>
                    <a:pt x="4410" y="5927"/>
                  </a:lnTo>
                  <a:lnTo>
                    <a:pt x="4410" y="2197"/>
                  </a:lnTo>
                  <a:cubicBezTo>
                    <a:pt x="4410" y="976"/>
                    <a:pt x="3417" y="0"/>
                    <a:pt x="2196"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1"/>
            <p:cNvSpPr/>
            <p:nvPr/>
          </p:nvSpPr>
          <p:spPr>
            <a:xfrm>
              <a:off x="3501675" y="1562125"/>
              <a:ext cx="110275" cy="148175"/>
            </a:xfrm>
            <a:custGeom>
              <a:rect b="b" l="l" r="r" t="t"/>
              <a:pathLst>
                <a:path extrusionOk="0" h="5927" w="4411">
                  <a:moveTo>
                    <a:pt x="2214" y="0"/>
                  </a:moveTo>
                  <a:cubicBezTo>
                    <a:pt x="994" y="0"/>
                    <a:pt x="0" y="976"/>
                    <a:pt x="18" y="2197"/>
                  </a:cubicBezTo>
                  <a:lnTo>
                    <a:pt x="18" y="5927"/>
                  </a:lnTo>
                  <a:lnTo>
                    <a:pt x="4411" y="5927"/>
                  </a:lnTo>
                  <a:lnTo>
                    <a:pt x="4411" y="2197"/>
                  </a:lnTo>
                  <a:cubicBezTo>
                    <a:pt x="4411" y="976"/>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1"/>
            <p:cNvSpPr/>
            <p:nvPr/>
          </p:nvSpPr>
          <p:spPr>
            <a:xfrm>
              <a:off x="3648975" y="1562125"/>
              <a:ext cx="109825" cy="148175"/>
            </a:xfrm>
            <a:custGeom>
              <a:rect b="b" l="l" r="r" t="t"/>
              <a:pathLst>
                <a:path extrusionOk="0" h="5927" w="4393">
                  <a:moveTo>
                    <a:pt x="2197" y="0"/>
                  </a:moveTo>
                  <a:cubicBezTo>
                    <a:pt x="976" y="0"/>
                    <a:pt x="0" y="976"/>
                    <a:pt x="0" y="2197"/>
                  </a:cubicBezTo>
                  <a:lnTo>
                    <a:pt x="0" y="5927"/>
                  </a:lnTo>
                  <a:lnTo>
                    <a:pt x="4393" y="5927"/>
                  </a:lnTo>
                  <a:lnTo>
                    <a:pt x="4393" y="2197"/>
                  </a:lnTo>
                  <a:cubicBezTo>
                    <a:pt x="4393" y="976"/>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1"/>
            <p:cNvSpPr/>
            <p:nvPr/>
          </p:nvSpPr>
          <p:spPr>
            <a:xfrm>
              <a:off x="3352625" y="1156400"/>
              <a:ext cx="109850" cy="148200"/>
            </a:xfrm>
            <a:custGeom>
              <a:rect b="b" l="l" r="r" t="t"/>
              <a:pathLst>
                <a:path extrusionOk="0" h="5928" w="4394">
                  <a:moveTo>
                    <a:pt x="2197" y="1"/>
                  </a:moveTo>
                  <a:cubicBezTo>
                    <a:pt x="977" y="1"/>
                    <a:pt x="1" y="994"/>
                    <a:pt x="1" y="2197"/>
                  </a:cubicBezTo>
                  <a:lnTo>
                    <a:pt x="1" y="5927"/>
                  </a:lnTo>
                  <a:lnTo>
                    <a:pt x="4394" y="5927"/>
                  </a:lnTo>
                  <a:lnTo>
                    <a:pt x="4394" y="2197"/>
                  </a:lnTo>
                  <a:cubicBezTo>
                    <a:pt x="4394" y="977"/>
                    <a:pt x="3417" y="1"/>
                    <a:pt x="2197"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1"/>
            <p:cNvSpPr/>
            <p:nvPr/>
          </p:nvSpPr>
          <p:spPr>
            <a:xfrm>
              <a:off x="3499500" y="1156400"/>
              <a:ext cx="109825" cy="148200"/>
            </a:xfrm>
            <a:custGeom>
              <a:rect b="b" l="l" r="r" t="t"/>
              <a:pathLst>
                <a:path extrusionOk="0" h="5928" w="4393">
                  <a:moveTo>
                    <a:pt x="2197" y="1"/>
                  </a:moveTo>
                  <a:cubicBezTo>
                    <a:pt x="994" y="1"/>
                    <a:pt x="0" y="994"/>
                    <a:pt x="0" y="2197"/>
                  </a:cubicBezTo>
                  <a:lnTo>
                    <a:pt x="0" y="5927"/>
                  </a:lnTo>
                  <a:lnTo>
                    <a:pt x="4393" y="5927"/>
                  </a:lnTo>
                  <a:lnTo>
                    <a:pt x="4393" y="2197"/>
                  </a:lnTo>
                  <a:cubicBezTo>
                    <a:pt x="4393" y="994"/>
                    <a:pt x="3417" y="1"/>
                    <a:pt x="2197"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1"/>
            <p:cNvSpPr/>
            <p:nvPr/>
          </p:nvSpPr>
          <p:spPr>
            <a:xfrm>
              <a:off x="3646350" y="1156400"/>
              <a:ext cx="110275" cy="148200"/>
            </a:xfrm>
            <a:custGeom>
              <a:rect b="b" l="l" r="r" t="t"/>
              <a:pathLst>
                <a:path extrusionOk="0" h="5928" w="4411">
                  <a:moveTo>
                    <a:pt x="2214" y="1"/>
                  </a:moveTo>
                  <a:cubicBezTo>
                    <a:pt x="994" y="1"/>
                    <a:pt x="1" y="994"/>
                    <a:pt x="1" y="2197"/>
                  </a:cubicBezTo>
                  <a:lnTo>
                    <a:pt x="1" y="5927"/>
                  </a:lnTo>
                  <a:lnTo>
                    <a:pt x="4411" y="5927"/>
                  </a:lnTo>
                  <a:lnTo>
                    <a:pt x="4411" y="2197"/>
                  </a:lnTo>
                  <a:cubicBezTo>
                    <a:pt x="4411" y="994"/>
                    <a:pt x="3417" y="1"/>
                    <a:pt x="2214"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1"/>
            <p:cNvSpPr/>
            <p:nvPr/>
          </p:nvSpPr>
          <p:spPr>
            <a:xfrm>
              <a:off x="3813700" y="459175"/>
              <a:ext cx="231850" cy="1423700"/>
            </a:xfrm>
            <a:custGeom>
              <a:rect b="b" l="l" r="r" t="t"/>
              <a:pathLst>
                <a:path extrusionOk="0" h="56948" w="9274">
                  <a:moveTo>
                    <a:pt x="0" y="0"/>
                  </a:moveTo>
                  <a:lnTo>
                    <a:pt x="0" y="56948"/>
                  </a:lnTo>
                  <a:lnTo>
                    <a:pt x="9274" y="56948"/>
                  </a:lnTo>
                  <a:lnTo>
                    <a:pt x="927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7" name="Google Shape;957;p21"/>
          <p:cNvGrpSpPr/>
          <p:nvPr/>
        </p:nvGrpSpPr>
        <p:grpSpPr>
          <a:xfrm>
            <a:off x="-321011" y="1734924"/>
            <a:ext cx="1017733" cy="1970359"/>
            <a:chOff x="2607875" y="643925"/>
            <a:chExt cx="654575" cy="1267275"/>
          </a:xfrm>
        </p:grpSpPr>
        <p:sp>
          <p:nvSpPr>
            <p:cNvPr id="958" name="Google Shape;958;p21"/>
            <p:cNvSpPr/>
            <p:nvPr/>
          </p:nvSpPr>
          <p:spPr>
            <a:xfrm>
              <a:off x="2607875" y="643925"/>
              <a:ext cx="654575" cy="1267275"/>
            </a:xfrm>
            <a:custGeom>
              <a:rect b="b" l="l" r="r" t="t"/>
              <a:pathLst>
                <a:path extrusionOk="0" h="50691" w="26183">
                  <a:moveTo>
                    <a:pt x="1" y="1"/>
                  </a:moveTo>
                  <a:lnTo>
                    <a:pt x="1" y="50691"/>
                  </a:lnTo>
                  <a:lnTo>
                    <a:pt x="26183" y="50691"/>
                  </a:lnTo>
                  <a:lnTo>
                    <a:pt x="26183"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1"/>
            <p:cNvSpPr/>
            <p:nvPr/>
          </p:nvSpPr>
          <p:spPr>
            <a:xfrm>
              <a:off x="2667150" y="718450"/>
              <a:ext cx="51875" cy="210500"/>
            </a:xfrm>
            <a:custGeom>
              <a:rect b="b" l="l" r="r" t="t"/>
              <a:pathLst>
                <a:path extrusionOk="0" h="8420" w="2075">
                  <a:moveTo>
                    <a:pt x="1" y="1"/>
                  </a:moveTo>
                  <a:lnTo>
                    <a:pt x="1" y="8420"/>
                  </a:lnTo>
                  <a:lnTo>
                    <a:pt x="2075" y="8420"/>
                  </a:lnTo>
                  <a:lnTo>
                    <a:pt x="2075"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1"/>
            <p:cNvSpPr/>
            <p:nvPr/>
          </p:nvSpPr>
          <p:spPr>
            <a:xfrm>
              <a:off x="2765200" y="718450"/>
              <a:ext cx="51450" cy="210500"/>
            </a:xfrm>
            <a:custGeom>
              <a:rect b="b" l="l" r="r" t="t"/>
              <a:pathLst>
                <a:path extrusionOk="0" h="8420"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1"/>
            <p:cNvSpPr/>
            <p:nvPr/>
          </p:nvSpPr>
          <p:spPr>
            <a:xfrm>
              <a:off x="2863250" y="718450"/>
              <a:ext cx="51450" cy="210500"/>
            </a:xfrm>
            <a:custGeom>
              <a:rect b="b" l="l" r="r" t="t"/>
              <a:pathLst>
                <a:path extrusionOk="0" h="8420"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1"/>
            <p:cNvSpPr/>
            <p:nvPr/>
          </p:nvSpPr>
          <p:spPr>
            <a:xfrm>
              <a:off x="2960875" y="7184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1"/>
            <p:cNvSpPr/>
            <p:nvPr/>
          </p:nvSpPr>
          <p:spPr>
            <a:xfrm>
              <a:off x="2667150" y="1012175"/>
              <a:ext cx="51875" cy="210500"/>
            </a:xfrm>
            <a:custGeom>
              <a:rect b="b" l="l" r="r" t="t"/>
              <a:pathLst>
                <a:path extrusionOk="0" h="8420" w="2075">
                  <a:moveTo>
                    <a:pt x="1" y="0"/>
                  </a:moveTo>
                  <a:lnTo>
                    <a:pt x="1" y="8419"/>
                  </a:lnTo>
                  <a:lnTo>
                    <a:pt x="2075" y="8419"/>
                  </a:lnTo>
                  <a:lnTo>
                    <a:pt x="207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1"/>
            <p:cNvSpPr/>
            <p:nvPr/>
          </p:nvSpPr>
          <p:spPr>
            <a:xfrm>
              <a:off x="2765200" y="1012175"/>
              <a:ext cx="51450" cy="210500"/>
            </a:xfrm>
            <a:custGeom>
              <a:rect b="b" l="l" r="r" t="t"/>
              <a:pathLst>
                <a:path extrusionOk="0" h="8420" w="2058">
                  <a:moveTo>
                    <a:pt x="1" y="0"/>
                  </a:moveTo>
                  <a:lnTo>
                    <a:pt x="1" y="8419"/>
                  </a:lnTo>
                  <a:lnTo>
                    <a:pt x="2058" y="8419"/>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1"/>
            <p:cNvSpPr/>
            <p:nvPr/>
          </p:nvSpPr>
          <p:spPr>
            <a:xfrm>
              <a:off x="2863250" y="1012175"/>
              <a:ext cx="51450" cy="210500"/>
            </a:xfrm>
            <a:custGeom>
              <a:rect b="b" l="l" r="r" t="t"/>
              <a:pathLst>
                <a:path extrusionOk="0" h="8420" w="2058">
                  <a:moveTo>
                    <a:pt x="1" y="0"/>
                  </a:moveTo>
                  <a:lnTo>
                    <a:pt x="1" y="8419"/>
                  </a:lnTo>
                  <a:lnTo>
                    <a:pt x="2058" y="8419"/>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1"/>
            <p:cNvSpPr/>
            <p:nvPr/>
          </p:nvSpPr>
          <p:spPr>
            <a:xfrm>
              <a:off x="2960875" y="1012175"/>
              <a:ext cx="51450" cy="210500"/>
            </a:xfrm>
            <a:custGeom>
              <a:rect b="b" l="l" r="r" t="t"/>
              <a:pathLst>
                <a:path extrusionOk="0" h="8420" w="2058">
                  <a:moveTo>
                    <a:pt x="0" y="0"/>
                  </a:moveTo>
                  <a:lnTo>
                    <a:pt x="0" y="8419"/>
                  </a:lnTo>
                  <a:lnTo>
                    <a:pt x="2057" y="8419"/>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1"/>
            <p:cNvSpPr/>
            <p:nvPr/>
          </p:nvSpPr>
          <p:spPr>
            <a:xfrm>
              <a:off x="2667150" y="1294125"/>
              <a:ext cx="51875" cy="210050"/>
            </a:xfrm>
            <a:custGeom>
              <a:rect b="b" l="l" r="r" t="t"/>
              <a:pathLst>
                <a:path extrusionOk="0" h="8402" w="2075">
                  <a:moveTo>
                    <a:pt x="1" y="0"/>
                  </a:moveTo>
                  <a:lnTo>
                    <a:pt x="1" y="8402"/>
                  </a:lnTo>
                  <a:lnTo>
                    <a:pt x="2075" y="8402"/>
                  </a:lnTo>
                  <a:lnTo>
                    <a:pt x="207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1"/>
            <p:cNvSpPr/>
            <p:nvPr/>
          </p:nvSpPr>
          <p:spPr>
            <a:xfrm>
              <a:off x="2765200" y="1294125"/>
              <a:ext cx="51450" cy="210050"/>
            </a:xfrm>
            <a:custGeom>
              <a:rect b="b" l="l" r="r" t="t"/>
              <a:pathLst>
                <a:path extrusionOk="0" h="8402" w="2058">
                  <a:moveTo>
                    <a:pt x="1" y="0"/>
                  </a:moveTo>
                  <a:lnTo>
                    <a:pt x="1" y="8402"/>
                  </a:lnTo>
                  <a:lnTo>
                    <a:pt x="2058" y="8402"/>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1"/>
            <p:cNvSpPr/>
            <p:nvPr/>
          </p:nvSpPr>
          <p:spPr>
            <a:xfrm>
              <a:off x="2863250" y="1294125"/>
              <a:ext cx="51450" cy="210050"/>
            </a:xfrm>
            <a:custGeom>
              <a:rect b="b" l="l" r="r" t="t"/>
              <a:pathLst>
                <a:path extrusionOk="0" h="8402" w="2058">
                  <a:moveTo>
                    <a:pt x="1" y="0"/>
                  </a:moveTo>
                  <a:lnTo>
                    <a:pt x="1" y="8402"/>
                  </a:lnTo>
                  <a:lnTo>
                    <a:pt x="2058" y="8402"/>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1"/>
            <p:cNvSpPr/>
            <p:nvPr/>
          </p:nvSpPr>
          <p:spPr>
            <a:xfrm>
              <a:off x="2960875" y="1294125"/>
              <a:ext cx="51450" cy="210050"/>
            </a:xfrm>
            <a:custGeom>
              <a:rect b="b" l="l" r="r" t="t"/>
              <a:pathLst>
                <a:path extrusionOk="0" h="8402" w="2058">
                  <a:moveTo>
                    <a:pt x="0" y="0"/>
                  </a:moveTo>
                  <a:lnTo>
                    <a:pt x="0" y="8402"/>
                  </a:lnTo>
                  <a:lnTo>
                    <a:pt x="2057" y="8402"/>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1"/>
            <p:cNvSpPr/>
            <p:nvPr/>
          </p:nvSpPr>
          <p:spPr>
            <a:xfrm>
              <a:off x="2667150" y="1568650"/>
              <a:ext cx="51875" cy="210525"/>
            </a:xfrm>
            <a:custGeom>
              <a:rect b="b" l="l" r="r" t="t"/>
              <a:pathLst>
                <a:path extrusionOk="0" h="8421" w="2075">
                  <a:moveTo>
                    <a:pt x="1" y="1"/>
                  </a:moveTo>
                  <a:lnTo>
                    <a:pt x="1" y="8420"/>
                  </a:lnTo>
                  <a:lnTo>
                    <a:pt x="2075" y="8420"/>
                  </a:lnTo>
                  <a:lnTo>
                    <a:pt x="2075"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1"/>
            <p:cNvSpPr/>
            <p:nvPr/>
          </p:nvSpPr>
          <p:spPr>
            <a:xfrm>
              <a:off x="2765200" y="1568650"/>
              <a:ext cx="51450" cy="210525"/>
            </a:xfrm>
            <a:custGeom>
              <a:rect b="b" l="l" r="r" t="t"/>
              <a:pathLst>
                <a:path extrusionOk="0" h="8421"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1"/>
            <p:cNvSpPr/>
            <p:nvPr/>
          </p:nvSpPr>
          <p:spPr>
            <a:xfrm>
              <a:off x="2863250" y="1568650"/>
              <a:ext cx="51450" cy="210525"/>
            </a:xfrm>
            <a:custGeom>
              <a:rect b="b" l="l" r="r" t="t"/>
              <a:pathLst>
                <a:path extrusionOk="0" h="8421"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1"/>
            <p:cNvSpPr/>
            <p:nvPr/>
          </p:nvSpPr>
          <p:spPr>
            <a:xfrm>
              <a:off x="2960875" y="1568650"/>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1"/>
            <p:cNvSpPr/>
            <p:nvPr/>
          </p:nvSpPr>
          <p:spPr>
            <a:xfrm>
              <a:off x="3099450" y="643925"/>
              <a:ext cx="163000" cy="1267275"/>
            </a:xfrm>
            <a:custGeom>
              <a:rect b="b" l="l" r="r" t="t"/>
              <a:pathLst>
                <a:path extrusionOk="0" h="50691" w="6520">
                  <a:moveTo>
                    <a:pt x="0" y="1"/>
                  </a:moveTo>
                  <a:lnTo>
                    <a:pt x="0" y="50691"/>
                  </a:lnTo>
                  <a:lnTo>
                    <a:pt x="6520" y="50691"/>
                  </a:lnTo>
                  <a:lnTo>
                    <a:pt x="652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6" name="Google Shape;976;p21"/>
          <p:cNvGrpSpPr/>
          <p:nvPr/>
        </p:nvGrpSpPr>
        <p:grpSpPr>
          <a:xfrm flipH="1">
            <a:off x="-348848" y="3417837"/>
            <a:ext cx="9870375" cy="1455000"/>
            <a:chOff x="-381000" y="2758675"/>
            <a:chExt cx="9870375" cy="1455000"/>
          </a:xfrm>
        </p:grpSpPr>
        <p:sp>
          <p:nvSpPr>
            <p:cNvPr id="977" name="Google Shape;977;p21"/>
            <p:cNvSpPr/>
            <p:nvPr/>
          </p:nvSpPr>
          <p:spPr>
            <a:xfrm>
              <a:off x="152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1"/>
            <p:cNvSpPr/>
            <p:nvPr/>
          </p:nvSpPr>
          <p:spPr>
            <a:xfrm>
              <a:off x="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1"/>
            <p:cNvSpPr/>
            <p:nvPr/>
          </p:nvSpPr>
          <p:spPr>
            <a:xfrm>
              <a:off x="76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1"/>
            <p:cNvSpPr/>
            <p:nvPr/>
          </p:nvSpPr>
          <p:spPr>
            <a:xfrm>
              <a:off x="381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1"/>
            <p:cNvSpPr/>
            <p:nvPr/>
          </p:nvSpPr>
          <p:spPr>
            <a:xfrm>
              <a:off x="228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1"/>
            <p:cNvSpPr/>
            <p:nvPr/>
          </p:nvSpPr>
          <p:spPr>
            <a:xfrm>
              <a:off x="304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1"/>
            <p:cNvSpPr/>
            <p:nvPr/>
          </p:nvSpPr>
          <p:spPr>
            <a:xfrm>
              <a:off x="609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1"/>
            <p:cNvSpPr/>
            <p:nvPr/>
          </p:nvSpPr>
          <p:spPr>
            <a:xfrm>
              <a:off x="457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1"/>
            <p:cNvSpPr/>
            <p:nvPr/>
          </p:nvSpPr>
          <p:spPr>
            <a:xfrm>
              <a:off x="533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1"/>
            <p:cNvSpPr/>
            <p:nvPr/>
          </p:nvSpPr>
          <p:spPr>
            <a:xfrm>
              <a:off x="762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1"/>
            <p:cNvSpPr/>
            <p:nvPr/>
          </p:nvSpPr>
          <p:spPr>
            <a:xfrm>
              <a:off x="685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1"/>
            <p:cNvSpPr/>
            <p:nvPr/>
          </p:nvSpPr>
          <p:spPr>
            <a:xfrm>
              <a:off x="838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1"/>
            <p:cNvSpPr/>
            <p:nvPr/>
          </p:nvSpPr>
          <p:spPr>
            <a:xfrm>
              <a:off x="186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1"/>
            <p:cNvSpPr/>
            <p:nvPr/>
          </p:nvSpPr>
          <p:spPr>
            <a:xfrm>
              <a:off x="3764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1"/>
            <p:cNvSpPr/>
            <p:nvPr/>
          </p:nvSpPr>
          <p:spPr>
            <a:xfrm>
              <a:off x="110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1"/>
            <p:cNvSpPr/>
            <p:nvPr/>
          </p:nvSpPr>
          <p:spPr>
            <a:xfrm>
              <a:off x="415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1"/>
            <p:cNvSpPr/>
            <p:nvPr/>
          </p:nvSpPr>
          <p:spPr>
            <a:xfrm>
              <a:off x="263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1"/>
            <p:cNvSpPr/>
            <p:nvPr/>
          </p:nvSpPr>
          <p:spPr>
            <a:xfrm>
              <a:off x="339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1"/>
            <p:cNvSpPr/>
            <p:nvPr/>
          </p:nvSpPr>
          <p:spPr>
            <a:xfrm>
              <a:off x="644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1"/>
            <p:cNvSpPr/>
            <p:nvPr/>
          </p:nvSpPr>
          <p:spPr>
            <a:xfrm>
              <a:off x="491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1"/>
            <p:cNvSpPr/>
            <p:nvPr/>
          </p:nvSpPr>
          <p:spPr>
            <a:xfrm>
              <a:off x="567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1"/>
            <p:cNvSpPr/>
            <p:nvPr/>
          </p:nvSpPr>
          <p:spPr>
            <a:xfrm>
              <a:off x="796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1"/>
            <p:cNvSpPr/>
            <p:nvPr/>
          </p:nvSpPr>
          <p:spPr>
            <a:xfrm>
              <a:off x="720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1"/>
            <p:cNvSpPr/>
            <p:nvPr/>
          </p:nvSpPr>
          <p:spPr>
            <a:xfrm>
              <a:off x="872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1"/>
            <p:cNvSpPr/>
            <p:nvPr/>
          </p:nvSpPr>
          <p:spPr>
            <a:xfrm>
              <a:off x="-381000"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1"/>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1"/>
            <p:cNvSpPr/>
            <p:nvPr/>
          </p:nvSpPr>
          <p:spPr>
            <a:xfrm>
              <a:off x="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1"/>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1"/>
            <p:cNvSpPr/>
            <p:nvPr/>
          </p:nvSpPr>
          <p:spPr>
            <a:xfrm>
              <a:off x="762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1"/>
            <p:cNvSpPr/>
            <p:nvPr/>
          </p:nvSpPr>
          <p:spPr>
            <a:xfrm>
              <a:off x="685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1"/>
            <p:cNvSpPr/>
            <p:nvPr/>
          </p:nvSpPr>
          <p:spPr>
            <a:xfrm>
              <a:off x="838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1"/>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1"/>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1"/>
            <p:cNvSpPr/>
            <p:nvPr/>
          </p:nvSpPr>
          <p:spPr>
            <a:xfrm>
              <a:off x="7203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1"/>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1"/>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1"/>
            <p:cNvSpPr/>
            <p:nvPr/>
          </p:nvSpPr>
          <p:spPr>
            <a:xfrm>
              <a:off x="7620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1"/>
            <p:cNvSpPr/>
            <p:nvPr/>
          </p:nvSpPr>
          <p:spPr>
            <a:xfrm>
              <a:off x="8382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5" name="Google Shape;1015;p21"/>
          <p:cNvSpPr/>
          <p:nvPr/>
        </p:nvSpPr>
        <p:spPr>
          <a:xfrm flipH="1">
            <a:off x="5856650" y="3705275"/>
            <a:ext cx="3269700" cy="11745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1"/>
          <p:cNvSpPr/>
          <p:nvPr/>
        </p:nvSpPr>
        <p:spPr>
          <a:xfrm flipH="1">
            <a:off x="7416698" y="4518419"/>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1"/>
          <p:cNvSpPr/>
          <p:nvPr/>
        </p:nvSpPr>
        <p:spPr>
          <a:xfrm flipH="1">
            <a:off x="-35611" y="4387869"/>
            <a:ext cx="1060721" cy="492044"/>
          </a:xfrm>
          <a:custGeom>
            <a:rect b="b" l="l" r="r" t="t"/>
            <a:pathLst>
              <a:path extrusionOk="0" h="5143" w="11087">
                <a:moveTo>
                  <a:pt x="11087" y="0"/>
                </a:moveTo>
                <a:cubicBezTo>
                  <a:pt x="10790" y="35"/>
                  <a:pt x="10511" y="105"/>
                  <a:pt x="10232" y="192"/>
                </a:cubicBezTo>
                <a:cubicBezTo>
                  <a:pt x="8611" y="715"/>
                  <a:pt x="7164" y="1813"/>
                  <a:pt x="6084" y="3121"/>
                </a:cubicBezTo>
                <a:cubicBezTo>
                  <a:pt x="5658" y="2742"/>
                  <a:pt x="5079" y="2596"/>
                  <a:pt x="4490" y="2596"/>
                </a:cubicBezTo>
                <a:cubicBezTo>
                  <a:pt x="4211" y="2596"/>
                  <a:pt x="3930" y="2629"/>
                  <a:pt x="3661" y="2685"/>
                </a:cubicBezTo>
                <a:cubicBezTo>
                  <a:pt x="2179" y="3016"/>
                  <a:pt x="872" y="3887"/>
                  <a:pt x="0" y="5143"/>
                </a:cubicBezTo>
                <a:lnTo>
                  <a:pt x="11087" y="5143"/>
                </a:lnTo>
                <a:lnTo>
                  <a:pt x="1108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1"/>
          <p:cNvSpPr/>
          <p:nvPr/>
        </p:nvSpPr>
        <p:spPr>
          <a:xfrm>
            <a:off x="7133592" y="451239"/>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1"/>
          <p:cNvSpPr/>
          <p:nvPr/>
        </p:nvSpPr>
        <p:spPr>
          <a:xfrm>
            <a:off x="1159548" y="92692"/>
            <a:ext cx="1625922" cy="229945"/>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1"/>
          <p:cNvSpPr/>
          <p:nvPr/>
        </p:nvSpPr>
        <p:spPr>
          <a:xfrm>
            <a:off x="0" y="4878773"/>
            <a:ext cx="9144000" cy="27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1" name="Google Shape;1021;p21"/>
          <p:cNvGrpSpPr/>
          <p:nvPr/>
        </p:nvGrpSpPr>
        <p:grpSpPr>
          <a:xfrm>
            <a:off x="1025105" y="3661240"/>
            <a:ext cx="1894812" cy="1342016"/>
            <a:chOff x="539750" y="4542450"/>
            <a:chExt cx="1297550" cy="919000"/>
          </a:xfrm>
        </p:grpSpPr>
        <p:sp>
          <p:nvSpPr>
            <p:cNvPr id="1022" name="Google Shape;1022;p21"/>
            <p:cNvSpPr/>
            <p:nvPr/>
          </p:nvSpPr>
          <p:spPr>
            <a:xfrm>
              <a:off x="703050" y="4650050"/>
              <a:ext cx="56175" cy="811400"/>
            </a:xfrm>
            <a:custGeom>
              <a:rect b="b" l="l" r="r" t="t"/>
              <a:pathLst>
                <a:path extrusionOk="0" h="32456" w="2247">
                  <a:moveTo>
                    <a:pt x="1" y="1"/>
                  </a:moveTo>
                  <a:lnTo>
                    <a:pt x="1" y="32455"/>
                  </a:lnTo>
                  <a:lnTo>
                    <a:pt x="2247" y="32455"/>
                  </a:lnTo>
                  <a:lnTo>
                    <a:pt x="22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1"/>
            <p:cNvSpPr/>
            <p:nvPr/>
          </p:nvSpPr>
          <p:spPr>
            <a:xfrm>
              <a:off x="1648250" y="4650050"/>
              <a:ext cx="56625" cy="811400"/>
            </a:xfrm>
            <a:custGeom>
              <a:rect b="b" l="l" r="r" t="t"/>
              <a:pathLst>
                <a:path extrusionOk="0" h="32456" w="2265">
                  <a:moveTo>
                    <a:pt x="0" y="1"/>
                  </a:moveTo>
                  <a:lnTo>
                    <a:pt x="0" y="32455"/>
                  </a:lnTo>
                  <a:lnTo>
                    <a:pt x="2265" y="32455"/>
                  </a:lnTo>
                  <a:lnTo>
                    <a:pt x="226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1"/>
            <p:cNvSpPr/>
            <p:nvPr/>
          </p:nvSpPr>
          <p:spPr>
            <a:xfrm>
              <a:off x="539750" y="4542450"/>
              <a:ext cx="1297550" cy="269075"/>
            </a:xfrm>
            <a:custGeom>
              <a:rect b="b" l="l" r="r" t="t"/>
              <a:pathLst>
                <a:path extrusionOk="0" h="10763" w="51902">
                  <a:moveTo>
                    <a:pt x="1" y="0"/>
                  </a:moveTo>
                  <a:lnTo>
                    <a:pt x="1" y="10762"/>
                  </a:lnTo>
                  <a:lnTo>
                    <a:pt x="51902" y="10762"/>
                  </a:lnTo>
                  <a:lnTo>
                    <a:pt x="5190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1"/>
            <p:cNvSpPr/>
            <p:nvPr/>
          </p:nvSpPr>
          <p:spPr>
            <a:xfrm>
              <a:off x="539750" y="4542450"/>
              <a:ext cx="215275" cy="269075"/>
            </a:xfrm>
            <a:custGeom>
              <a:rect b="b" l="l" r="r" t="t"/>
              <a:pathLst>
                <a:path extrusionOk="0" h="10763" w="8611">
                  <a:moveTo>
                    <a:pt x="5429" y="0"/>
                  </a:moveTo>
                  <a:lnTo>
                    <a:pt x="1" y="10762"/>
                  </a:lnTo>
                  <a:lnTo>
                    <a:pt x="3183"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1"/>
            <p:cNvSpPr/>
            <p:nvPr/>
          </p:nvSpPr>
          <p:spPr>
            <a:xfrm>
              <a:off x="694175" y="4542450"/>
              <a:ext cx="215250" cy="269075"/>
            </a:xfrm>
            <a:custGeom>
              <a:rect b="b" l="l" r="r" t="t"/>
              <a:pathLst>
                <a:path extrusionOk="0" h="10763" w="8610">
                  <a:moveTo>
                    <a:pt x="5428" y="0"/>
                  </a:moveTo>
                  <a:lnTo>
                    <a:pt x="0" y="10762"/>
                  </a:lnTo>
                  <a:lnTo>
                    <a:pt x="3201"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1"/>
            <p:cNvSpPr/>
            <p:nvPr/>
          </p:nvSpPr>
          <p:spPr>
            <a:xfrm>
              <a:off x="849050" y="4542450"/>
              <a:ext cx="215250" cy="269075"/>
            </a:xfrm>
            <a:custGeom>
              <a:rect b="b" l="l" r="r" t="t"/>
              <a:pathLst>
                <a:path extrusionOk="0" h="10763" w="8610">
                  <a:moveTo>
                    <a:pt x="5428" y="0"/>
                  </a:moveTo>
                  <a:lnTo>
                    <a:pt x="0" y="10762"/>
                  </a:lnTo>
                  <a:lnTo>
                    <a:pt x="3182"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1"/>
            <p:cNvSpPr/>
            <p:nvPr/>
          </p:nvSpPr>
          <p:spPr>
            <a:xfrm>
              <a:off x="1003450" y="4542450"/>
              <a:ext cx="215275" cy="269075"/>
            </a:xfrm>
            <a:custGeom>
              <a:rect b="b" l="l" r="r" t="t"/>
              <a:pathLst>
                <a:path extrusionOk="0" h="10763" w="8611">
                  <a:moveTo>
                    <a:pt x="5429" y="0"/>
                  </a:moveTo>
                  <a:lnTo>
                    <a:pt x="1" y="10762"/>
                  </a:lnTo>
                  <a:lnTo>
                    <a:pt x="3183"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1"/>
            <p:cNvSpPr/>
            <p:nvPr/>
          </p:nvSpPr>
          <p:spPr>
            <a:xfrm>
              <a:off x="1158325" y="4542450"/>
              <a:ext cx="215275" cy="269075"/>
            </a:xfrm>
            <a:custGeom>
              <a:rect b="b" l="l" r="r" t="t"/>
              <a:pathLst>
                <a:path extrusionOk="0" h="10763" w="8611">
                  <a:moveTo>
                    <a:pt x="5410" y="0"/>
                  </a:moveTo>
                  <a:lnTo>
                    <a:pt x="1" y="10762"/>
                  </a:lnTo>
                  <a:lnTo>
                    <a:pt x="3183" y="10762"/>
                  </a:lnTo>
                  <a:lnTo>
                    <a:pt x="86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1"/>
            <p:cNvSpPr/>
            <p:nvPr/>
          </p:nvSpPr>
          <p:spPr>
            <a:xfrm>
              <a:off x="1312750" y="4542450"/>
              <a:ext cx="215250" cy="269075"/>
            </a:xfrm>
            <a:custGeom>
              <a:rect b="b" l="l" r="r" t="t"/>
              <a:pathLst>
                <a:path extrusionOk="0" h="10763" w="8610">
                  <a:moveTo>
                    <a:pt x="5428" y="0"/>
                  </a:moveTo>
                  <a:lnTo>
                    <a:pt x="0" y="10762"/>
                  </a:lnTo>
                  <a:lnTo>
                    <a:pt x="3182"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1"/>
            <p:cNvSpPr/>
            <p:nvPr/>
          </p:nvSpPr>
          <p:spPr>
            <a:xfrm>
              <a:off x="1467150" y="4542450"/>
              <a:ext cx="215275" cy="269075"/>
            </a:xfrm>
            <a:custGeom>
              <a:rect b="b" l="l" r="r" t="t"/>
              <a:pathLst>
                <a:path extrusionOk="0" h="10763" w="8611">
                  <a:moveTo>
                    <a:pt x="5429" y="0"/>
                  </a:moveTo>
                  <a:lnTo>
                    <a:pt x="1" y="10762"/>
                  </a:lnTo>
                  <a:lnTo>
                    <a:pt x="3201"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1"/>
            <p:cNvSpPr/>
            <p:nvPr/>
          </p:nvSpPr>
          <p:spPr>
            <a:xfrm>
              <a:off x="1622025" y="4542450"/>
              <a:ext cx="215275" cy="269075"/>
            </a:xfrm>
            <a:custGeom>
              <a:rect b="b" l="l" r="r" t="t"/>
              <a:pathLst>
                <a:path extrusionOk="0" h="10763" w="8611">
                  <a:moveTo>
                    <a:pt x="5429" y="0"/>
                  </a:moveTo>
                  <a:lnTo>
                    <a:pt x="1" y="10762"/>
                  </a:lnTo>
                  <a:lnTo>
                    <a:pt x="3183" y="10762"/>
                  </a:lnTo>
                  <a:lnTo>
                    <a:pt x="86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1"/>
            <p:cNvSpPr/>
            <p:nvPr/>
          </p:nvSpPr>
          <p:spPr>
            <a:xfrm>
              <a:off x="539750" y="4908825"/>
              <a:ext cx="1297550" cy="269525"/>
            </a:xfrm>
            <a:custGeom>
              <a:rect b="b" l="l" r="r" t="t"/>
              <a:pathLst>
                <a:path extrusionOk="0" h="10781" w="51902">
                  <a:moveTo>
                    <a:pt x="1" y="0"/>
                  </a:moveTo>
                  <a:lnTo>
                    <a:pt x="1" y="10781"/>
                  </a:lnTo>
                  <a:lnTo>
                    <a:pt x="51902" y="10781"/>
                  </a:lnTo>
                  <a:lnTo>
                    <a:pt x="5190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1"/>
            <p:cNvSpPr/>
            <p:nvPr/>
          </p:nvSpPr>
          <p:spPr>
            <a:xfrm>
              <a:off x="539750" y="4909275"/>
              <a:ext cx="215275" cy="269075"/>
            </a:xfrm>
            <a:custGeom>
              <a:rect b="b" l="l" r="r" t="t"/>
              <a:pathLst>
                <a:path extrusionOk="0" h="10763" w="8611">
                  <a:moveTo>
                    <a:pt x="5429" y="1"/>
                  </a:moveTo>
                  <a:lnTo>
                    <a:pt x="1" y="10763"/>
                  </a:lnTo>
                  <a:lnTo>
                    <a:pt x="3183"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1"/>
            <p:cNvSpPr/>
            <p:nvPr/>
          </p:nvSpPr>
          <p:spPr>
            <a:xfrm>
              <a:off x="694175" y="4909275"/>
              <a:ext cx="215250" cy="269075"/>
            </a:xfrm>
            <a:custGeom>
              <a:rect b="b" l="l" r="r" t="t"/>
              <a:pathLst>
                <a:path extrusionOk="0" h="10763" w="8610">
                  <a:moveTo>
                    <a:pt x="5428" y="1"/>
                  </a:moveTo>
                  <a:lnTo>
                    <a:pt x="0" y="10763"/>
                  </a:lnTo>
                  <a:lnTo>
                    <a:pt x="3201"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1"/>
            <p:cNvSpPr/>
            <p:nvPr/>
          </p:nvSpPr>
          <p:spPr>
            <a:xfrm>
              <a:off x="849050" y="4909275"/>
              <a:ext cx="215250" cy="269075"/>
            </a:xfrm>
            <a:custGeom>
              <a:rect b="b" l="l" r="r" t="t"/>
              <a:pathLst>
                <a:path extrusionOk="0" h="10763" w="8610">
                  <a:moveTo>
                    <a:pt x="5428" y="1"/>
                  </a:moveTo>
                  <a:lnTo>
                    <a:pt x="0" y="10763"/>
                  </a:lnTo>
                  <a:lnTo>
                    <a:pt x="3182"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1"/>
            <p:cNvSpPr/>
            <p:nvPr/>
          </p:nvSpPr>
          <p:spPr>
            <a:xfrm>
              <a:off x="1003450" y="4909275"/>
              <a:ext cx="215275" cy="269075"/>
            </a:xfrm>
            <a:custGeom>
              <a:rect b="b" l="l" r="r" t="t"/>
              <a:pathLst>
                <a:path extrusionOk="0" h="10763" w="8611">
                  <a:moveTo>
                    <a:pt x="5429" y="1"/>
                  </a:moveTo>
                  <a:lnTo>
                    <a:pt x="1" y="10763"/>
                  </a:lnTo>
                  <a:lnTo>
                    <a:pt x="3183"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1"/>
            <p:cNvSpPr/>
            <p:nvPr/>
          </p:nvSpPr>
          <p:spPr>
            <a:xfrm>
              <a:off x="1158325" y="4909275"/>
              <a:ext cx="215275" cy="269075"/>
            </a:xfrm>
            <a:custGeom>
              <a:rect b="b" l="l" r="r" t="t"/>
              <a:pathLst>
                <a:path extrusionOk="0" h="10763" w="8611">
                  <a:moveTo>
                    <a:pt x="5410" y="1"/>
                  </a:moveTo>
                  <a:lnTo>
                    <a:pt x="1" y="10763"/>
                  </a:lnTo>
                  <a:lnTo>
                    <a:pt x="3183" y="10763"/>
                  </a:lnTo>
                  <a:lnTo>
                    <a:pt x="861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1"/>
            <p:cNvSpPr/>
            <p:nvPr/>
          </p:nvSpPr>
          <p:spPr>
            <a:xfrm>
              <a:off x="1312750" y="4909275"/>
              <a:ext cx="215250" cy="269075"/>
            </a:xfrm>
            <a:custGeom>
              <a:rect b="b" l="l" r="r" t="t"/>
              <a:pathLst>
                <a:path extrusionOk="0" h="10763" w="8610">
                  <a:moveTo>
                    <a:pt x="5428" y="1"/>
                  </a:moveTo>
                  <a:lnTo>
                    <a:pt x="0" y="10763"/>
                  </a:lnTo>
                  <a:lnTo>
                    <a:pt x="3182"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1"/>
            <p:cNvSpPr/>
            <p:nvPr/>
          </p:nvSpPr>
          <p:spPr>
            <a:xfrm>
              <a:off x="1467150" y="4909275"/>
              <a:ext cx="215275" cy="269075"/>
            </a:xfrm>
            <a:custGeom>
              <a:rect b="b" l="l" r="r" t="t"/>
              <a:pathLst>
                <a:path extrusionOk="0" h="10763" w="8611">
                  <a:moveTo>
                    <a:pt x="5429" y="1"/>
                  </a:moveTo>
                  <a:lnTo>
                    <a:pt x="1" y="10763"/>
                  </a:lnTo>
                  <a:lnTo>
                    <a:pt x="3201"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1"/>
            <p:cNvSpPr/>
            <p:nvPr/>
          </p:nvSpPr>
          <p:spPr>
            <a:xfrm>
              <a:off x="1622025" y="4909275"/>
              <a:ext cx="215275" cy="269075"/>
            </a:xfrm>
            <a:custGeom>
              <a:rect b="b" l="l" r="r" t="t"/>
              <a:pathLst>
                <a:path extrusionOk="0" h="10763" w="8611">
                  <a:moveTo>
                    <a:pt x="5429" y="1"/>
                  </a:moveTo>
                  <a:lnTo>
                    <a:pt x="1" y="10763"/>
                  </a:lnTo>
                  <a:lnTo>
                    <a:pt x="3183" y="10763"/>
                  </a:lnTo>
                  <a:lnTo>
                    <a:pt x="861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2" name="Google Shape;1042;p21"/>
          <p:cNvSpPr/>
          <p:nvPr/>
        </p:nvSpPr>
        <p:spPr>
          <a:xfrm flipH="1">
            <a:off x="4214081" y="4815925"/>
            <a:ext cx="1367043" cy="242556"/>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43" name="Shape 1043"/>
        <p:cNvGrpSpPr/>
        <p:nvPr/>
      </p:nvGrpSpPr>
      <p:grpSpPr>
        <a:xfrm>
          <a:off x="0" y="0"/>
          <a:ext cx="0" cy="0"/>
          <a:chOff x="0" y="0"/>
          <a:chExt cx="0" cy="0"/>
        </a:xfrm>
      </p:grpSpPr>
      <p:sp>
        <p:nvSpPr>
          <p:cNvPr id="1044" name="Google Shape;1044;p22"/>
          <p:cNvSpPr txBox="1"/>
          <p:nvPr>
            <p:ph type="title"/>
          </p:nvPr>
        </p:nvSpPr>
        <p:spPr>
          <a:xfrm>
            <a:off x="713225" y="539500"/>
            <a:ext cx="3630900" cy="16869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45" name="Shape 1045"/>
        <p:cNvGrpSpPr/>
        <p:nvPr/>
      </p:nvGrpSpPr>
      <p:grpSpPr>
        <a:xfrm>
          <a:off x="0" y="0"/>
          <a:ext cx="0" cy="0"/>
          <a:chOff x="0" y="0"/>
          <a:chExt cx="0" cy="0"/>
        </a:xfrm>
      </p:grpSpPr>
      <p:sp>
        <p:nvSpPr>
          <p:cNvPr id="1046" name="Google Shape;1046;p23"/>
          <p:cNvSpPr txBox="1"/>
          <p:nvPr>
            <p:ph hasCustomPrompt="1" type="title"/>
          </p:nvPr>
        </p:nvSpPr>
        <p:spPr>
          <a:xfrm>
            <a:off x="1564600" y="1129513"/>
            <a:ext cx="6014700" cy="16566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0"/>
              <a:buNone/>
              <a:defRPr sz="10000">
                <a:solidFill>
                  <a:schemeClr val="accent3"/>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047" name="Google Shape;1047;p23"/>
          <p:cNvSpPr txBox="1"/>
          <p:nvPr>
            <p:ph idx="1" type="body"/>
          </p:nvPr>
        </p:nvSpPr>
        <p:spPr>
          <a:xfrm>
            <a:off x="1564600" y="2786088"/>
            <a:ext cx="6014700" cy="4659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grpSp>
        <p:nvGrpSpPr>
          <p:cNvPr id="1048" name="Google Shape;1048;p23"/>
          <p:cNvGrpSpPr/>
          <p:nvPr/>
        </p:nvGrpSpPr>
        <p:grpSpPr>
          <a:xfrm>
            <a:off x="4437807" y="1023482"/>
            <a:ext cx="2528583" cy="3403880"/>
            <a:chOff x="3074425" y="836100"/>
            <a:chExt cx="1472075" cy="1981650"/>
          </a:xfrm>
        </p:grpSpPr>
        <p:sp>
          <p:nvSpPr>
            <p:cNvPr id="1049" name="Google Shape;1049;p23"/>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3"/>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3"/>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3"/>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3"/>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3"/>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3"/>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3"/>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7" name="Google Shape;1057;p23"/>
          <p:cNvGrpSpPr/>
          <p:nvPr/>
        </p:nvGrpSpPr>
        <p:grpSpPr>
          <a:xfrm flipH="1">
            <a:off x="7333885" y="1204733"/>
            <a:ext cx="1727332" cy="3760613"/>
            <a:chOff x="1622025" y="238125"/>
            <a:chExt cx="746825" cy="1626000"/>
          </a:xfrm>
        </p:grpSpPr>
        <p:sp>
          <p:nvSpPr>
            <p:cNvPr id="1058" name="Google Shape;1058;p23"/>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3"/>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3"/>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3"/>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3"/>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3" name="Google Shape;1063;p23"/>
          <p:cNvGrpSpPr/>
          <p:nvPr/>
        </p:nvGrpSpPr>
        <p:grpSpPr>
          <a:xfrm flipH="1">
            <a:off x="-184269" y="905495"/>
            <a:ext cx="1941800" cy="3493159"/>
            <a:chOff x="3074425" y="1038250"/>
            <a:chExt cx="989200" cy="1779500"/>
          </a:xfrm>
        </p:grpSpPr>
        <p:sp>
          <p:nvSpPr>
            <p:cNvPr id="1064" name="Google Shape;1064;p23"/>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3"/>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3"/>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3"/>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3"/>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9" name="Google Shape;1069;p23"/>
          <p:cNvSpPr/>
          <p:nvPr/>
        </p:nvSpPr>
        <p:spPr>
          <a:xfrm flipH="1">
            <a:off x="7333886" y="539501"/>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3"/>
          <p:cNvSpPr/>
          <p:nvPr/>
        </p:nvSpPr>
        <p:spPr>
          <a:xfrm flipH="1">
            <a:off x="492370" y="198967"/>
            <a:ext cx="1625922" cy="229945"/>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3"/>
          <p:cNvSpPr/>
          <p:nvPr/>
        </p:nvSpPr>
        <p:spPr>
          <a:xfrm>
            <a:off x="11177" y="4879925"/>
            <a:ext cx="9144000" cy="263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2" name="Google Shape;1072;p23"/>
          <p:cNvGrpSpPr/>
          <p:nvPr/>
        </p:nvGrpSpPr>
        <p:grpSpPr>
          <a:xfrm>
            <a:off x="-369822" y="3162504"/>
            <a:ext cx="9870375" cy="1746000"/>
            <a:chOff x="-381000" y="2898432"/>
            <a:chExt cx="9870375" cy="1746000"/>
          </a:xfrm>
        </p:grpSpPr>
        <p:grpSp>
          <p:nvGrpSpPr>
            <p:cNvPr id="1073" name="Google Shape;1073;p23"/>
            <p:cNvGrpSpPr/>
            <p:nvPr/>
          </p:nvGrpSpPr>
          <p:grpSpPr>
            <a:xfrm>
              <a:off x="-381000" y="3189432"/>
              <a:ext cx="9870375" cy="1455000"/>
              <a:chOff x="-381000" y="3189432"/>
              <a:chExt cx="9870375" cy="1455000"/>
            </a:xfrm>
          </p:grpSpPr>
          <p:grpSp>
            <p:nvGrpSpPr>
              <p:cNvPr id="1074" name="Google Shape;1074;p23"/>
              <p:cNvGrpSpPr/>
              <p:nvPr/>
            </p:nvGrpSpPr>
            <p:grpSpPr>
              <a:xfrm>
                <a:off x="-381000" y="3189432"/>
                <a:ext cx="9870375" cy="1455000"/>
                <a:chOff x="-381000" y="2758675"/>
                <a:chExt cx="9870375" cy="1455000"/>
              </a:xfrm>
            </p:grpSpPr>
            <p:sp>
              <p:nvSpPr>
                <p:cNvPr id="1075" name="Google Shape;1075;p23"/>
                <p:cNvSpPr/>
                <p:nvPr/>
              </p:nvSpPr>
              <p:spPr>
                <a:xfrm>
                  <a:off x="152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3"/>
                <p:cNvSpPr/>
                <p:nvPr/>
              </p:nvSpPr>
              <p:spPr>
                <a:xfrm>
                  <a:off x="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3"/>
                <p:cNvSpPr/>
                <p:nvPr/>
              </p:nvSpPr>
              <p:spPr>
                <a:xfrm>
                  <a:off x="76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3"/>
                <p:cNvSpPr/>
                <p:nvPr/>
              </p:nvSpPr>
              <p:spPr>
                <a:xfrm>
                  <a:off x="381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3"/>
                <p:cNvSpPr/>
                <p:nvPr/>
              </p:nvSpPr>
              <p:spPr>
                <a:xfrm>
                  <a:off x="228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3"/>
                <p:cNvSpPr/>
                <p:nvPr/>
              </p:nvSpPr>
              <p:spPr>
                <a:xfrm>
                  <a:off x="304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3"/>
                <p:cNvSpPr/>
                <p:nvPr/>
              </p:nvSpPr>
              <p:spPr>
                <a:xfrm>
                  <a:off x="609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3"/>
                <p:cNvSpPr/>
                <p:nvPr/>
              </p:nvSpPr>
              <p:spPr>
                <a:xfrm>
                  <a:off x="457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3"/>
                <p:cNvSpPr/>
                <p:nvPr/>
              </p:nvSpPr>
              <p:spPr>
                <a:xfrm>
                  <a:off x="533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3"/>
                <p:cNvSpPr/>
                <p:nvPr/>
              </p:nvSpPr>
              <p:spPr>
                <a:xfrm>
                  <a:off x="762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3"/>
                <p:cNvSpPr/>
                <p:nvPr/>
              </p:nvSpPr>
              <p:spPr>
                <a:xfrm>
                  <a:off x="685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3"/>
                <p:cNvSpPr/>
                <p:nvPr/>
              </p:nvSpPr>
              <p:spPr>
                <a:xfrm>
                  <a:off x="838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3"/>
                <p:cNvSpPr/>
                <p:nvPr/>
              </p:nvSpPr>
              <p:spPr>
                <a:xfrm>
                  <a:off x="186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3"/>
                <p:cNvSpPr/>
                <p:nvPr/>
              </p:nvSpPr>
              <p:spPr>
                <a:xfrm>
                  <a:off x="3764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3"/>
                <p:cNvSpPr/>
                <p:nvPr/>
              </p:nvSpPr>
              <p:spPr>
                <a:xfrm>
                  <a:off x="110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3"/>
                <p:cNvSpPr/>
                <p:nvPr/>
              </p:nvSpPr>
              <p:spPr>
                <a:xfrm>
                  <a:off x="415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3"/>
                <p:cNvSpPr/>
                <p:nvPr/>
              </p:nvSpPr>
              <p:spPr>
                <a:xfrm>
                  <a:off x="263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3"/>
                <p:cNvSpPr/>
                <p:nvPr/>
              </p:nvSpPr>
              <p:spPr>
                <a:xfrm>
                  <a:off x="339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3"/>
                <p:cNvSpPr/>
                <p:nvPr/>
              </p:nvSpPr>
              <p:spPr>
                <a:xfrm>
                  <a:off x="644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3"/>
                <p:cNvSpPr/>
                <p:nvPr/>
              </p:nvSpPr>
              <p:spPr>
                <a:xfrm>
                  <a:off x="491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3"/>
                <p:cNvSpPr/>
                <p:nvPr/>
              </p:nvSpPr>
              <p:spPr>
                <a:xfrm>
                  <a:off x="567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3"/>
                <p:cNvSpPr/>
                <p:nvPr/>
              </p:nvSpPr>
              <p:spPr>
                <a:xfrm>
                  <a:off x="796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3"/>
                <p:cNvSpPr/>
                <p:nvPr/>
              </p:nvSpPr>
              <p:spPr>
                <a:xfrm>
                  <a:off x="720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3"/>
                <p:cNvSpPr/>
                <p:nvPr/>
              </p:nvSpPr>
              <p:spPr>
                <a:xfrm>
                  <a:off x="872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3"/>
                <p:cNvSpPr/>
                <p:nvPr/>
              </p:nvSpPr>
              <p:spPr>
                <a:xfrm>
                  <a:off x="-381000"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3"/>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3"/>
                <p:cNvSpPr/>
                <p:nvPr/>
              </p:nvSpPr>
              <p:spPr>
                <a:xfrm>
                  <a:off x="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3"/>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3"/>
                <p:cNvSpPr/>
                <p:nvPr/>
              </p:nvSpPr>
              <p:spPr>
                <a:xfrm>
                  <a:off x="381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3"/>
                <p:cNvSpPr/>
                <p:nvPr/>
              </p:nvSpPr>
              <p:spPr>
                <a:xfrm>
                  <a:off x="2286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3"/>
                <p:cNvSpPr/>
                <p:nvPr/>
              </p:nvSpPr>
              <p:spPr>
                <a:xfrm>
                  <a:off x="304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3"/>
                <p:cNvSpPr/>
                <p:nvPr/>
              </p:nvSpPr>
              <p:spPr>
                <a:xfrm>
                  <a:off x="6096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3"/>
                <p:cNvSpPr/>
                <p:nvPr/>
              </p:nvSpPr>
              <p:spPr>
                <a:xfrm>
                  <a:off x="457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3"/>
                <p:cNvSpPr/>
                <p:nvPr/>
              </p:nvSpPr>
              <p:spPr>
                <a:xfrm>
                  <a:off x="533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3"/>
                <p:cNvSpPr/>
                <p:nvPr/>
              </p:nvSpPr>
              <p:spPr>
                <a:xfrm>
                  <a:off x="762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3"/>
                <p:cNvSpPr/>
                <p:nvPr/>
              </p:nvSpPr>
              <p:spPr>
                <a:xfrm>
                  <a:off x="685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3"/>
                <p:cNvSpPr/>
                <p:nvPr/>
              </p:nvSpPr>
              <p:spPr>
                <a:xfrm>
                  <a:off x="838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3"/>
                <p:cNvSpPr/>
                <p:nvPr/>
              </p:nvSpPr>
              <p:spPr>
                <a:xfrm>
                  <a:off x="1869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3"/>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3"/>
                <p:cNvSpPr/>
                <p:nvPr/>
              </p:nvSpPr>
              <p:spPr>
                <a:xfrm>
                  <a:off x="110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3"/>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3"/>
                <p:cNvSpPr/>
                <p:nvPr/>
              </p:nvSpPr>
              <p:spPr>
                <a:xfrm>
                  <a:off x="7203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3"/>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3"/>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3"/>
                <p:cNvSpPr/>
                <p:nvPr/>
              </p:nvSpPr>
              <p:spPr>
                <a:xfrm>
                  <a:off x="7620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3"/>
                <p:cNvSpPr/>
                <p:nvPr/>
              </p:nvSpPr>
              <p:spPr>
                <a:xfrm>
                  <a:off x="8382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3"/>
                <p:cNvSpPr/>
                <p:nvPr/>
              </p:nvSpPr>
              <p:spPr>
                <a:xfrm>
                  <a:off x="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2" name="Google Shape;1122;p23"/>
              <p:cNvGrpSpPr/>
              <p:nvPr/>
            </p:nvGrpSpPr>
            <p:grpSpPr>
              <a:xfrm>
                <a:off x="762000" y="3189432"/>
                <a:ext cx="1524000" cy="291000"/>
                <a:chOff x="762000" y="3340675"/>
                <a:chExt cx="1524000" cy="291000"/>
              </a:xfrm>
            </p:grpSpPr>
            <p:sp>
              <p:nvSpPr>
                <p:cNvPr id="1123" name="Google Shape;1123;p23"/>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3"/>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25" name="Google Shape;1125;p23"/>
            <p:cNvGrpSpPr/>
            <p:nvPr/>
          </p:nvGrpSpPr>
          <p:grpSpPr>
            <a:xfrm>
              <a:off x="7965375" y="2898432"/>
              <a:ext cx="1524000" cy="291000"/>
              <a:chOff x="7965375" y="3049675"/>
              <a:chExt cx="1524000" cy="291000"/>
            </a:xfrm>
          </p:grpSpPr>
          <p:sp>
            <p:nvSpPr>
              <p:cNvPr id="1126" name="Google Shape;1126;p23"/>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3"/>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8" name="Google Shape;1128;p23"/>
            <p:cNvGrpSpPr/>
            <p:nvPr/>
          </p:nvGrpSpPr>
          <p:grpSpPr>
            <a:xfrm>
              <a:off x="-381000" y="2902607"/>
              <a:ext cx="1519475" cy="291000"/>
              <a:chOff x="-381000" y="3049675"/>
              <a:chExt cx="1519475" cy="291000"/>
            </a:xfrm>
          </p:grpSpPr>
          <p:sp>
            <p:nvSpPr>
              <p:cNvPr id="1129" name="Google Shape;1129;p23"/>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3"/>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31" name="Google Shape;1131;p23"/>
          <p:cNvSpPr/>
          <p:nvPr/>
        </p:nvSpPr>
        <p:spPr>
          <a:xfrm flipH="1">
            <a:off x="5522702" y="3178097"/>
            <a:ext cx="3621300" cy="17460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3"/>
          <p:cNvSpPr/>
          <p:nvPr/>
        </p:nvSpPr>
        <p:spPr>
          <a:xfrm flipH="1">
            <a:off x="11177" y="4427347"/>
            <a:ext cx="1060721" cy="492044"/>
          </a:xfrm>
          <a:custGeom>
            <a:rect b="b" l="l" r="r" t="t"/>
            <a:pathLst>
              <a:path extrusionOk="0" h="5143" w="11087">
                <a:moveTo>
                  <a:pt x="11087" y="0"/>
                </a:moveTo>
                <a:cubicBezTo>
                  <a:pt x="10790" y="35"/>
                  <a:pt x="10511" y="105"/>
                  <a:pt x="10232" y="192"/>
                </a:cubicBezTo>
                <a:cubicBezTo>
                  <a:pt x="8611" y="715"/>
                  <a:pt x="7164" y="1813"/>
                  <a:pt x="6084" y="3121"/>
                </a:cubicBezTo>
                <a:cubicBezTo>
                  <a:pt x="5658" y="2742"/>
                  <a:pt x="5079" y="2596"/>
                  <a:pt x="4490" y="2596"/>
                </a:cubicBezTo>
                <a:cubicBezTo>
                  <a:pt x="4211" y="2596"/>
                  <a:pt x="3930" y="2629"/>
                  <a:pt x="3661" y="2685"/>
                </a:cubicBezTo>
                <a:cubicBezTo>
                  <a:pt x="2179" y="3016"/>
                  <a:pt x="872" y="3887"/>
                  <a:pt x="0" y="5143"/>
                </a:cubicBezTo>
                <a:lnTo>
                  <a:pt x="11087" y="5143"/>
                </a:lnTo>
                <a:lnTo>
                  <a:pt x="1108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3"/>
          <p:cNvSpPr/>
          <p:nvPr/>
        </p:nvSpPr>
        <p:spPr>
          <a:xfrm flipH="1">
            <a:off x="7427861" y="4603997"/>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3"/>
          <p:cNvSpPr/>
          <p:nvPr/>
        </p:nvSpPr>
        <p:spPr>
          <a:xfrm flipH="1">
            <a:off x="2317992" y="4820290"/>
            <a:ext cx="2036911" cy="361376"/>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5" name="Google Shape;1135;p23"/>
          <p:cNvGrpSpPr/>
          <p:nvPr/>
        </p:nvGrpSpPr>
        <p:grpSpPr>
          <a:xfrm>
            <a:off x="5307044" y="4139976"/>
            <a:ext cx="2428188" cy="928035"/>
            <a:chOff x="4525475" y="1014550"/>
            <a:chExt cx="279375" cy="106775"/>
          </a:xfrm>
        </p:grpSpPr>
        <p:sp>
          <p:nvSpPr>
            <p:cNvPr id="1136" name="Google Shape;1136;p23"/>
            <p:cNvSpPr/>
            <p:nvPr/>
          </p:nvSpPr>
          <p:spPr>
            <a:xfrm>
              <a:off x="4543025" y="1068050"/>
              <a:ext cx="226150" cy="53275"/>
            </a:xfrm>
            <a:custGeom>
              <a:rect b="b" l="l" r="r" t="t"/>
              <a:pathLst>
                <a:path extrusionOk="0" h="2131" w="9046">
                  <a:moveTo>
                    <a:pt x="1" y="1"/>
                  </a:moveTo>
                  <a:lnTo>
                    <a:pt x="1" y="2130"/>
                  </a:lnTo>
                  <a:lnTo>
                    <a:pt x="8343" y="2130"/>
                  </a:lnTo>
                  <a:cubicBezTo>
                    <a:pt x="8728" y="2130"/>
                    <a:pt x="9046" y="1647"/>
                    <a:pt x="9046" y="1066"/>
                  </a:cubicBezTo>
                  <a:cubicBezTo>
                    <a:pt x="9046" y="473"/>
                    <a:pt x="8728" y="1"/>
                    <a:pt x="8343" y="1"/>
                  </a:cubicBezTo>
                  <a:close/>
                </a:path>
              </a:pathLst>
            </a:custGeom>
            <a:solidFill>
              <a:srgbClr val="AABB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3"/>
            <p:cNvSpPr/>
            <p:nvPr/>
          </p:nvSpPr>
          <p:spPr>
            <a:xfrm>
              <a:off x="4543025" y="1068050"/>
              <a:ext cx="226150" cy="53275"/>
            </a:xfrm>
            <a:custGeom>
              <a:rect b="b" l="l" r="r" t="t"/>
              <a:pathLst>
                <a:path extrusionOk="0" h="2131" w="9046">
                  <a:moveTo>
                    <a:pt x="1" y="1"/>
                  </a:moveTo>
                  <a:lnTo>
                    <a:pt x="1" y="2130"/>
                  </a:lnTo>
                  <a:lnTo>
                    <a:pt x="8343" y="2130"/>
                  </a:lnTo>
                  <a:cubicBezTo>
                    <a:pt x="8728" y="2130"/>
                    <a:pt x="9046" y="1647"/>
                    <a:pt x="9046" y="1066"/>
                  </a:cubicBezTo>
                  <a:cubicBezTo>
                    <a:pt x="9046" y="473"/>
                    <a:pt x="8728" y="1"/>
                    <a:pt x="83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3"/>
            <p:cNvSpPr/>
            <p:nvPr/>
          </p:nvSpPr>
          <p:spPr>
            <a:xfrm>
              <a:off x="4525475" y="1068050"/>
              <a:ext cx="35150" cy="53275"/>
            </a:xfrm>
            <a:custGeom>
              <a:rect b="b" l="l" r="r" t="t"/>
              <a:pathLst>
                <a:path extrusionOk="0" h="2131" w="1406">
                  <a:moveTo>
                    <a:pt x="703" y="1"/>
                  </a:moveTo>
                  <a:cubicBezTo>
                    <a:pt x="318" y="1"/>
                    <a:pt x="0" y="473"/>
                    <a:pt x="0" y="1066"/>
                  </a:cubicBezTo>
                  <a:cubicBezTo>
                    <a:pt x="0" y="1647"/>
                    <a:pt x="318" y="2130"/>
                    <a:pt x="703" y="2130"/>
                  </a:cubicBezTo>
                  <a:cubicBezTo>
                    <a:pt x="1098" y="2130"/>
                    <a:pt x="1405" y="1647"/>
                    <a:pt x="1405" y="1066"/>
                  </a:cubicBezTo>
                  <a:cubicBezTo>
                    <a:pt x="1405" y="473"/>
                    <a:pt x="1098" y="1"/>
                    <a:pt x="7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3"/>
            <p:cNvSpPr/>
            <p:nvPr/>
          </p:nvSpPr>
          <p:spPr>
            <a:xfrm>
              <a:off x="4529025" y="1073275"/>
              <a:ext cx="28300" cy="42550"/>
            </a:xfrm>
            <a:custGeom>
              <a:rect b="b" l="l" r="r" t="t"/>
              <a:pathLst>
                <a:path extrusionOk="0" h="1702" w="1132">
                  <a:moveTo>
                    <a:pt x="561" y="0"/>
                  </a:moveTo>
                  <a:cubicBezTo>
                    <a:pt x="253" y="0"/>
                    <a:pt x="1" y="385"/>
                    <a:pt x="1" y="857"/>
                  </a:cubicBezTo>
                  <a:cubicBezTo>
                    <a:pt x="1" y="1329"/>
                    <a:pt x="253" y="1702"/>
                    <a:pt x="561" y="1702"/>
                  </a:cubicBezTo>
                  <a:cubicBezTo>
                    <a:pt x="879" y="1702"/>
                    <a:pt x="1131" y="1329"/>
                    <a:pt x="1131" y="857"/>
                  </a:cubicBezTo>
                  <a:cubicBezTo>
                    <a:pt x="1131" y="385"/>
                    <a:pt x="879" y="0"/>
                    <a:pt x="56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3"/>
            <p:cNvSpPr/>
            <p:nvPr/>
          </p:nvSpPr>
          <p:spPr>
            <a:xfrm>
              <a:off x="4578700" y="1068050"/>
              <a:ext cx="226150" cy="53275"/>
            </a:xfrm>
            <a:custGeom>
              <a:rect b="b" l="l" r="r" t="t"/>
              <a:pathLst>
                <a:path extrusionOk="0" h="2131" w="9046">
                  <a:moveTo>
                    <a:pt x="1" y="1"/>
                  </a:moveTo>
                  <a:lnTo>
                    <a:pt x="1" y="2130"/>
                  </a:lnTo>
                  <a:lnTo>
                    <a:pt x="8343" y="2130"/>
                  </a:lnTo>
                  <a:cubicBezTo>
                    <a:pt x="8728" y="2130"/>
                    <a:pt x="9046" y="1647"/>
                    <a:pt x="9046" y="1066"/>
                  </a:cubicBezTo>
                  <a:cubicBezTo>
                    <a:pt x="9046" y="473"/>
                    <a:pt x="8728" y="1"/>
                    <a:pt x="8343" y="1"/>
                  </a:cubicBezTo>
                  <a:close/>
                </a:path>
              </a:pathLst>
            </a:custGeom>
            <a:solidFill>
              <a:srgbClr val="AABB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3"/>
            <p:cNvSpPr/>
            <p:nvPr/>
          </p:nvSpPr>
          <p:spPr>
            <a:xfrm>
              <a:off x="4578700" y="1068050"/>
              <a:ext cx="226150" cy="53275"/>
            </a:xfrm>
            <a:custGeom>
              <a:rect b="b" l="l" r="r" t="t"/>
              <a:pathLst>
                <a:path extrusionOk="0" h="2131" w="9046">
                  <a:moveTo>
                    <a:pt x="1" y="1"/>
                  </a:moveTo>
                  <a:lnTo>
                    <a:pt x="1" y="2130"/>
                  </a:lnTo>
                  <a:lnTo>
                    <a:pt x="8343" y="2130"/>
                  </a:lnTo>
                  <a:cubicBezTo>
                    <a:pt x="8728" y="2130"/>
                    <a:pt x="9046" y="1647"/>
                    <a:pt x="9046" y="1066"/>
                  </a:cubicBezTo>
                  <a:cubicBezTo>
                    <a:pt x="9046" y="473"/>
                    <a:pt x="8728" y="1"/>
                    <a:pt x="83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3"/>
            <p:cNvSpPr/>
            <p:nvPr/>
          </p:nvSpPr>
          <p:spPr>
            <a:xfrm>
              <a:off x="4561150" y="1068050"/>
              <a:ext cx="35150" cy="53275"/>
            </a:xfrm>
            <a:custGeom>
              <a:rect b="b" l="l" r="r" t="t"/>
              <a:pathLst>
                <a:path extrusionOk="0" h="2131" w="1406">
                  <a:moveTo>
                    <a:pt x="703" y="1"/>
                  </a:moveTo>
                  <a:cubicBezTo>
                    <a:pt x="318" y="1"/>
                    <a:pt x="0" y="473"/>
                    <a:pt x="0" y="1066"/>
                  </a:cubicBezTo>
                  <a:cubicBezTo>
                    <a:pt x="0" y="1647"/>
                    <a:pt x="318" y="2130"/>
                    <a:pt x="703" y="2130"/>
                  </a:cubicBezTo>
                  <a:cubicBezTo>
                    <a:pt x="1098" y="2130"/>
                    <a:pt x="1405" y="1647"/>
                    <a:pt x="1405" y="1066"/>
                  </a:cubicBezTo>
                  <a:cubicBezTo>
                    <a:pt x="1405" y="473"/>
                    <a:pt x="1098" y="1"/>
                    <a:pt x="7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3"/>
            <p:cNvSpPr/>
            <p:nvPr/>
          </p:nvSpPr>
          <p:spPr>
            <a:xfrm>
              <a:off x="4564700" y="1073275"/>
              <a:ext cx="28300" cy="42550"/>
            </a:xfrm>
            <a:custGeom>
              <a:rect b="b" l="l" r="r" t="t"/>
              <a:pathLst>
                <a:path extrusionOk="0" h="1702" w="1132">
                  <a:moveTo>
                    <a:pt x="561" y="0"/>
                  </a:moveTo>
                  <a:cubicBezTo>
                    <a:pt x="253" y="0"/>
                    <a:pt x="1" y="385"/>
                    <a:pt x="1" y="857"/>
                  </a:cubicBezTo>
                  <a:cubicBezTo>
                    <a:pt x="1" y="1329"/>
                    <a:pt x="253" y="1702"/>
                    <a:pt x="561" y="1702"/>
                  </a:cubicBezTo>
                  <a:cubicBezTo>
                    <a:pt x="879" y="1702"/>
                    <a:pt x="1131" y="1329"/>
                    <a:pt x="1131" y="857"/>
                  </a:cubicBezTo>
                  <a:cubicBezTo>
                    <a:pt x="1131" y="385"/>
                    <a:pt x="879" y="0"/>
                    <a:pt x="56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3"/>
            <p:cNvSpPr/>
            <p:nvPr/>
          </p:nvSpPr>
          <p:spPr>
            <a:xfrm>
              <a:off x="4561700" y="1014550"/>
              <a:ext cx="208300" cy="53250"/>
            </a:xfrm>
            <a:custGeom>
              <a:rect b="b" l="l" r="r" t="t"/>
              <a:pathLst>
                <a:path extrusionOk="0" h="2130" w="8332">
                  <a:moveTo>
                    <a:pt x="0" y="0"/>
                  </a:moveTo>
                  <a:lnTo>
                    <a:pt x="0" y="2130"/>
                  </a:lnTo>
                  <a:lnTo>
                    <a:pt x="8332" y="2130"/>
                  </a:lnTo>
                  <a:lnTo>
                    <a:pt x="833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3"/>
            <p:cNvSpPr/>
            <p:nvPr/>
          </p:nvSpPr>
          <p:spPr>
            <a:xfrm>
              <a:off x="4752425" y="1014825"/>
              <a:ext cx="35150" cy="52975"/>
            </a:xfrm>
            <a:custGeom>
              <a:rect b="b" l="l" r="r" t="t"/>
              <a:pathLst>
                <a:path extrusionOk="0" h="2119" w="1406">
                  <a:moveTo>
                    <a:pt x="703" y="0"/>
                  </a:moveTo>
                  <a:cubicBezTo>
                    <a:pt x="319" y="0"/>
                    <a:pt x="0" y="472"/>
                    <a:pt x="0" y="1054"/>
                  </a:cubicBezTo>
                  <a:cubicBezTo>
                    <a:pt x="0" y="1647"/>
                    <a:pt x="319" y="2119"/>
                    <a:pt x="703" y="2119"/>
                  </a:cubicBezTo>
                  <a:cubicBezTo>
                    <a:pt x="1098" y="2119"/>
                    <a:pt x="1405" y="1647"/>
                    <a:pt x="1405" y="1054"/>
                  </a:cubicBezTo>
                  <a:cubicBezTo>
                    <a:pt x="1405" y="472"/>
                    <a:pt x="1098" y="0"/>
                    <a:pt x="7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3"/>
            <p:cNvSpPr/>
            <p:nvPr/>
          </p:nvSpPr>
          <p:spPr>
            <a:xfrm>
              <a:off x="4544125" y="1014550"/>
              <a:ext cx="35150" cy="53250"/>
            </a:xfrm>
            <a:custGeom>
              <a:rect b="b" l="l" r="r" t="t"/>
              <a:pathLst>
                <a:path extrusionOk="0" h="2130" w="1406">
                  <a:moveTo>
                    <a:pt x="703" y="0"/>
                  </a:moveTo>
                  <a:cubicBezTo>
                    <a:pt x="319" y="0"/>
                    <a:pt x="1" y="483"/>
                    <a:pt x="1" y="1065"/>
                  </a:cubicBezTo>
                  <a:cubicBezTo>
                    <a:pt x="1" y="1658"/>
                    <a:pt x="308" y="2130"/>
                    <a:pt x="703" y="2130"/>
                  </a:cubicBezTo>
                  <a:cubicBezTo>
                    <a:pt x="1087" y="2130"/>
                    <a:pt x="1406" y="1658"/>
                    <a:pt x="1406" y="1065"/>
                  </a:cubicBezTo>
                  <a:cubicBezTo>
                    <a:pt x="1406" y="483"/>
                    <a:pt x="1087" y="0"/>
                    <a:pt x="7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3"/>
            <p:cNvSpPr/>
            <p:nvPr/>
          </p:nvSpPr>
          <p:spPr>
            <a:xfrm>
              <a:off x="4547700" y="1020025"/>
              <a:ext cx="28000" cy="42575"/>
            </a:xfrm>
            <a:custGeom>
              <a:rect b="b" l="l" r="r" t="t"/>
              <a:pathLst>
                <a:path extrusionOk="0" h="1703" w="1120">
                  <a:moveTo>
                    <a:pt x="560" y="1"/>
                  </a:moveTo>
                  <a:cubicBezTo>
                    <a:pt x="253" y="1"/>
                    <a:pt x="0" y="385"/>
                    <a:pt x="0" y="846"/>
                  </a:cubicBezTo>
                  <a:cubicBezTo>
                    <a:pt x="0" y="1318"/>
                    <a:pt x="242" y="1702"/>
                    <a:pt x="560" y="1702"/>
                  </a:cubicBezTo>
                  <a:cubicBezTo>
                    <a:pt x="867" y="1702"/>
                    <a:pt x="1120" y="1318"/>
                    <a:pt x="1120" y="846"/>
                  </a:cubicBezTo>
                  <a:cubicBezTo>
                    <a:pt x="1120" y="385"/>
                    <a:pt x="867" y="1"/>
                    <a:pt x="56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8" name="Google Shape;1148;p23"/>
          <p:cNvGrpSpPr/>
          <p:nvPr/>
        </p:nvGrpSpPr>
        <p:grpSpPr>
          <a:xfrm flipH="1">
            <a:off x="856260" y="4508778"/>
            <a:ext cx="1511496" cy="551791"/>
            <a:chOff x="3991550" y="1985765"/>
            <a:chExt cx="721650" cy="263447"/>
          </a:xfrm>
        </p:grpSpPr>
        <p:sp>
          <p:nvSpPr>
            <p:cNvPr id="1149" name="Google Shape;1149;p23"/>
            <p:cNvSpPr/>
            <p:nvPr/>
          </p:nvSpPr>
          <p:spPr>
            <a:xfrm>
              <a:off x="3991550" y="1985765"/>
              <a:ext cx="527625" cy="248475"/>
            </a:xfrm>
            <a:custGeom>
              <a:rect b="b" l="l" r="r" t="t"/>
              <a:pathLst>
                <a:path extrusionOk="0" h="9939" w="21105">
                  <a:moveTo>
                    <a:pt x="12210" y="1"/>
                  </a:moveTo>
                  <a:cubicBezTo>
                    <a:pt x="10896" y="1"/>
                    <a:pt x="9488" y="338"/>
                    <a:pt x="8217" y="379"/>
                  </a:cubicBezTo>
                  <a:cubicBezTo>
                    <a:pt x="6340" y="445"/>
                    <a:pt x="4046" y="3091"/>
                    <a:pt x="2937" y="4858"/>
                  </a:cubicBezTo>
                  <a:cubicBezTo>
                    <a:pt x="1565" y="6955"/>
                    <a:pt x="259" y="8799"/>
                    <a:pt x="105" y="9216"/>
                  </a:cubicBezTo>
                  <a:cubicBezTo>
                    <a:pt x="1" y="9521"/>
                    <a:pt x="1075" y="9562"/>
                    <a:pt x="1802" y="9562"/>
                  </a:cubicBezTo>
                  <a:cubicBezTo>
                    <a:pt x="2070" y="9562"/>
                    <a:pt x="2291" y="9556"/>
                    <a:pt x="2388" y="9556"/>
                  </a:cubicBezTo>
                  <a:cubicBezTo>
                    <a:pt x="3201" y="9556"/>
                    <a:pt x="4013" y="9490"/>
                    <a:pt x="4825" y="9490"/>
                  </a:cubicBezTo>
                  <a:cubicBezTo>
                    <a:pt x="5130" y="9490"/>
                    <a:pt x="5440" y="9489"/>
                    <a:pt x="5754" y="9489"/>
                  </a:cubicBezTo>
                  <a:cubicBezTo>
                    <a:pt x="6958" y="9489"/>
                    <a:pt x="8214" y="9510"/>
                    <a:pt x="9381" y="9710"/>
                  </a:cubicBezTo>
                  <a:cubicBezTo>
                    <a:pt x="10359" y="9876"/>
                    <a:pt x="11301" y="9938"/>
                    <a:pt x="12234" y="9938"/>
                  </a:cubicBezTo>
                  <a:cubicBezTo>
                    <a:pt x="13771" y="9938"/>
                    <a:pt x="15284" y="9768"/>
                    <a:pt x="16889" y="9611"/>
                  </a:cubicBezTo>
                  <a:cubicBezTo>
                    <a:pt x="17756" y="9490"/>
                    <a:pt x="18569" y="9425"/>
                    <a:pt x="19381" y="9359"/>
                  </a:cubicBezTo>
                  <a:cubicBezTo>
                    <a:pt x="19941" y="9304"/>
                    <a:pt x="20644" y="9304"/>
                    <a:pt x="21105" y="9040"/>
                  </a:cubicBezTo>
                  <a:cubicBezTo>
                    <a:pt x="19842" y="7471"/>
                    <a:pt x="18371" y="6142"/>
                    <a:pt x="17153" y="4430"/>
                  </a:cubicBezTo>
                  <a:cubicBezTo>
                    <a:pt x="16033" y="2915"/>
                    <a:pt x="15276" y="511"/>
                    <a:pt x="13442" y="127"/>
                  </a:cubicBezTo>
                  <a:cubicBezTo>
                    <a:pt x="13047" y="36"/>
                    <a:pt x="12634" y="1"/>
                    <a:pt x="122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3"/>
            <p:cNvSpPr/>
            <p:nvPr/>
          </p:nvSpPr>
          <p:spPr>
            <a:xfrm>
              <a:off x="4206150" y="2087638"/>
              <a:ext cx="507050" cy="161575"/>
            </a:xfrm>
            <a:custGeom>
              <a:rect b="b" l="l" r="r" t="t"/>
              <a:pathLst>
                <a:path extrusionOk="0" h="6463" w="20282">
                  <a:moveTo>
                    <a:pt x="12116" y="1"/>
                  </a:moveTo>
                  <a:cubicBezTo>
                    <a:pt x="12042" y="1"/>
                    <a:pt x="11968" y="2"/>
                    <a:pt x="11895" y="4"/>
                  </a:cubicBezTo>
                  <a:cubicBezTo>
                    <a:pt x="8733" y="114"/>
                    <a:pt x="6406" y="1980"/>
                    <a:pt x="3695" y="3407"/>
                  </a:cubicBezTo>
                  <a:cubicBezTo>
                    <a:pt x="2904" y="3769"/>
                    <a:pt x="2147" y="4187"/>
                    <a:pt x="1412" y="4648"/>
                  </a:cubicBezTo>
                  <a:cubicBezTo>
                    <a:pt x="1038" y="4889"/>
                    <a:pt x="347" y="5218"/>
                    <a:pt x="215" y="5680"/>
                  </a:cubicBezTo>
                  <a:cubicBezTo>
                    <a:pt x="0" y="6348"/>
                    <a:pt x="869" y="6463"/>
                    <a:pt x="1544" y="6463"/>
                  </a:cubicBezTo>
                  <a:cubicBezTo>
                    <a:pt x="1800" y="6463"/>
                    <a:pt x="2028" y="6446"/>
                    <a:pt x="2158" y="6437"/>
                  </a:cubicBezTo>
                  <a:lnTo>
                    <a:pt x="3091" y="6327"/>
                  </a:lnTo>
                  <a:cubicBezTo>
                    <a:pt x="3091" y="6327"/>
                    <a:pt x="5089" y="6390"/>
                    <a:pt x="7502" y="6390"/>
                  </a:cubicBezTo>
                  <a:cubicBezTo>
                    <a:pt x="9470" y="6390"/>
                    <a:pt x="11715" y="6348"/>
                    <a:pt x="13377" y="6195"/>
                  </a:cubicBezTo>
                  <a:cubicBezTo>
                    <a:pt x="14881" y="6009"/>
                    <a:pt x="16396" y="6075"/>
                    <a:pt x="17899" y="6042"/>
                  </a:cubicBezTo>
                  <a:cubicBezTo>
                    <a:pt x="18931" y="6042"/>
                    <a:pt x="20282" y="5899"/>
                    <a:pt x="19568" y="4571"/>
                  </a:cubicBezTo>
                  <a:cubicBezTo>
                    <a:pt x="18745" y="3177"/>
                    <a:pt x="17197" y="1958"/>
                    <a:pt x="15847" y="1069"/>
                  </a:cubicBezTo>
                  <a:cubicBezTo>
                    <a:pt x="14724" y="372"/>
                    <a:pt x="13433" y="1"/>
                    <a:pt x="12116" y="1"/>
                  </a:cubicBezTo>
                  <a:close/>
                </a:path>
              </a:pathLst>
            </a:custGeom>
            <a:solidFill>
              <a:srgbClr val="FEB9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1" name="Google Shape;1151;p23"/>
          <p:cNvGrpSpPr/>
          <p:nvPr/>
        </p:nvGrpSpPr>
        <p:grpSpPr>
          <a:xfrm>
            <a:off x="2195990" y="1378836"/>
            <a:ext cx="1511499" cy="3290861"/>
            <a:chOff x="1622025" y="238125"/>
            <a:chExt cx="746825" cy="1626000"/>
          </a:xfrm>
        </p:grpSpPr>
        <p:sp>
          <p:nvSpPr>
            <p:cNvPr id="1152" name="Google Shape;1152;p23"/>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3"/>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3"/>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3"/>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3"/>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157" name="Shape 1157"/>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1158" name="Shape 1158"/>
        <p:cNvGrpSpPr/>
        <p:nvPr/>
      </p:nvGrpSpPr>
      <p:grpSpPr>
        <a:xfrm>
          <a:off x="0" y="0"/>
          <a:ext cx="0" cy="0"/>
          <a:chOff x="0" y="0"/>
          <a:chExt cx="0" cy="0"/>
        </a:xfrm>
      </p:grpSpPr>
      <p:sp>
        <p:nvSpPr>
          <p:cNvPr id="1159" name="Google Shape;1159;p25"/>
          <p:cNvSpPr txBox="1"/>
          <p:nvPr>
            <p:ph type="title"/>
          </p:nvPr>
        </p:nvSpPr>
        <p:spPr>
          <a:xfrm>
            <a:off x="713250" y="539500"/>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1160" name="Google Shape;1160;p25"/>
          <p:cNvSpPr txBox="1"/>
          <p:nvPr>
            <p:ph idx="2" type="title"/>
          </p:nvPr>
        </p:nvSpPr>
        <p:spPr>
          <a:xfrm>
            <a:off x="713225" y="1848935"/>
            <a:ext cx="2428200" cy="439800"/>
          </a:xfrm>
          <a:prstGeom prst="rect">
            <a:avLst/>
          </a:prstGeom>
        </p:spPr>
        <p:txBody>
          <a:bodyPr anchorCtr="0" anchor="t" bIns="91425" lIns="91425" spcFirstLastPara="1" rIns="91425" wrap="square" tIns="91425">
            <a:noAutofit/>
          </a:bodyPr>
          <a:lstStyle>
            <a:lvl1pPr lvl="0" algn="r">
              <a:spcBef>
                <a:spcPts val="0"/>
              </a:spcBef>
              <a:spcAft>
                <a:spcPts val="0"/>
              </a:spcAft>
              <a:buSzPts val="2200"/>
              <a:buNone/>
              <a:defRPr sz="1800"/>
            </a:lvl1pPr>
            <a:lvl2pPr lvl="1" algn="r">
              <a:spcBef>
                <a:spcPts val="0"/>
              </a:spcBef>
              <a:spcAft>
                <a:spcPts val="0"/>
              </a:spcAft>
              <a:buSzPts val="3400"/>
              <a:buNone/>
              <a:defRPr>
                <a:latin typeface="Asap"/>
                <a:ea typeface="Asap"/>
                <a:cs typeface="Asap"/>
                <a:sym typeface="Asap"/>
              </a:defRPr>
            </a:lvl2pPr>
            <a:lvl3pPr lvl="2" algn="r">
              <a:spcBef>
                <a:spcPts val="0"/>
              </a:spcBef>
              <a:spcAft>
                <a:spcPts val="0"/>
              </a:spcAft>
              <a:buSzPts val="3400"/>
              <a:buNone/>
              <a:defRPr>
                <a:latin typeface="Asap"/>
                <a:ea typeface="Asap"/>
                <a:cs typeface="Asap"/>
                <a:sym typeface="Asap"/>
              </a:defRPr>
            </a:lvl3pPr>
            <a:lvl4pPr lvl="3" algn="r">
              <a:spcBef>
                <a:spcPts val="0"/>
              </a:spcBef>
              <a:spcAft>
                <a:spcPts val="0"/>
              </a:spcAft>
              <a:buSzPts val="3400"/>
              <a:buNone/>
              <a:defRPr>
                <a:latin typeface="Asap"/>
                <a:ea typeface="Asap"/>
                <a:cs typeface="Asap"/>
                <a:sym typeface="Asap"/>
              </a:defRPr>
            </a:lvl4pPr>
            <a:lvl5pPr lvl="4" algn="r">
              <a:spcBef>
                <a:spcPts val="0"/>
              </a:spcBef>
              <a:spcAft>
                <a:spcPts val="0"/>
              </a:spcAft>
              <a:buSzPts val="3400"/>
              <a:buNone/>
              <a:defRPr>
                <a:latin typeface="Asap"/>
                <a:ea typeface="Asap"/>
                <a:cs typeface="Asap"/>
                <a:sym typeface="Asap"/>
              </a:defRPr>
            </a:lvl5pPr>
            <a:lvl6pPr lvl="5" algn="r">
              <a:spcBef>
                <a:spcPts val="0"/>
              </a:spcBef>
              <a:spcAft>
                <a:spcPts val="0"/>
              </a:spcAft>
              <a:buSzPts val="3400"/>
              <a:buNone/>
              <a:defRPr>
                <a:latin typeface="Asap"/>
                <a:ea typeface="Asap"/>
                <a:cs typeface="Asap"/>
                <a:sym typeface="Asap"/>
              </a:defRPr>
            </a:lvl6pPr>
            <a:lvl7pPr lvl="6" algn="r">
              <a:spcBef>
                <a:spcPts val="0"/>
              </a:spcBef>
              <a:spcAft>
                <a:spcPts val="0"/>
              </a:spcAft>
              <a:buSzPts val="3400"/>
              <a:buNone/>
              <a:defRPr>
                <a:latin typeface="Asap"/>
                <a:ea typeface="Asap"/>
                <a:cs typeface="Asap"/>
                <a:sym typeface="Asap"/>
              </a:defRPr>
            </a:lvl7pPr>
            <a:lvl8pPr lvl="7" algn="r">
              <a:spcBef>
                <a:spcPts val="0"/>
              </a:spcBef>
              <a:spcAft>
                <a:spcPts val="0"/>
              </a:spcAft>
              <a:buSzPts val="3400"/>
              <a:buNone/>
              <a:defRPr>
                <a:latin typeface="Asap"/>
                <a:ea typeface="Asap"/>
                <a:cs typeface="Asap"/>
                <a:sym typeface="Asap"/>
              </a:defRPr>
            </a:lvl8pPr>
            <a:lvl9pPr lvl="8" algn="r">
              <a:spcBef>
                <a:spcPts val="0"/>
              </a:spcBef>
              <a:spcAft>
                <a:spcPts val="0"/>
              </a:spcAft>
              <a:buSzPts val="3400"/>
              <a:buNone/>
              <a:defRPr>
                <a:latin typeface="Asap"/>
                <a:ea typeface="Asap"/>
                <a:cs typeface="Asap"/>
                <a:sym typeface="Asap"/>
              </a:defRPr>
            </a:lvl9pPr>
          </a:lstStyle>
          <a:p/>
        </p:txBody>
      </p:sp>
      <p:sp>
        <p:nvSpPr>
          <p:cNvPr id="1161" name="Google Shape;1161;p25"/>
          <p:cNvSpPr txBox="1"/>
          <p:nvPr>
            <p:ph idx="1" type="subTitle"/>
          </p:nvPr>
        </p:nvSpPr>
        <p:spPr>
          <a:xfrm>
            <a:off x="713225" y="2150594"/>
            <a:ext cx="2428200" cy="5727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162" name="Google Shape;1162;p25"/>
          <p:cNvSpPr txBox="1"/>
          <p:nvPr>
            <p:ph hasCustomPrompt="1" idx="3" type="title"/>
          </p:nvPr>
        </p:nvSpPr>
        <p:spPr>
          <a:xfrm>
            <a:off x="3481525" y="1937575"/>
            <a:ext cx="719700" cy="689400"/>
          </a:xfrm>
          <a:prstGeom prst="rect">
            <a:avLst/>
          </a:prstGeom>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SzPts val="3000"/>
              <a:buNone/>
              <a:defRPr sz="3000">
                <a:solidFill>
                  <a:schemeClr val="accent3"/>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63" name="Google Shape;1163;p25"/>
          <p:cNvSpPr txBox="1"/>
          <p:nvPr>
            <p:ph idx="4" type="title"/>
          </p:nvPr>
        </p:nvSpPr>
        <p:spPr>
          <a:xfrm>
            <a:off x="713225" y="3221011"/>
            <a:ext cx="2428200" cy="439800"/>
          </a:xfrm>
          <a:prstGeom prst="rect">
            <a:avLst/>
          </a:prstGeom>
        </p:spPr>
        <p:txBody>
          <a:bodyPr anchorCtr="0" anchor="t" bIns="91425" lIns="91425" spcFirstLastPara="1" rIns="91425" wrap="square" tIns="91425">
            <a:noAutofit/>
          </a:bodyPr>
          <a:lstStyle>
            <a:lvl1pPr lvl="0" algn="r">
              <a:spcBef>
                <a:spcPts val="0"/>
              </a:spcBef>
              <a:spcAft>
                <a:spcPts val="0"/>
              </a:spcAft>
              <a:buSzPts val="2200"/>
              <a:buNone/>
              <a:defRPr sz="1800"/>
            </a:lvl1pPr>
            <a:lvl2pPr lvl="1" algn="r">
              <a:spcBef>
                <a:spcPts val="0"/>
              </a:spcBef>
              <a:spcAft>
                <a:spcPts val="0"/>
              </a:spcAft>
              <a:buSzPts val="3400"/>
              <a:buNone/>
              <a:defRPr>
                <a:latin typeface="Asap"/>
                <a:ea typeface="Asap"/>
                <a:cs typeface="Asap"/>
                <a:sym typeface="Asap"/>
              </a:defRPr>
            </a:lvl2pPr>
            <a:lvl3pPr lvl="2" algn="r">
              <a:spcBef>
                <a:spcPts val="0"/>
              </a:spcBef>
              <a:spcAft>
                <a:spcPts val="0"/>
              </a:spcAft>
              <a:buSzPts val="3400"/>
              <a:buNone/>
              <a:defRPr>
                <a:latin typeface="Asap"/>
                <a:ea typeface="Asap"/>
                <a:cs typeface="Asap"/>
                <a:sym typeface="Asap"/>
              </a:defRPr>
            </a:lvl3pPr>
            <a:lvl4pPr lvl="3" algn="r">
              <a:spcBef>
                <a:spcPts val="0"/>
              </a:spcBef>
              <a:spcAft>
                <a:spcPts val="0"/>
              </a:spcAft>
              <a:buSzPts val="3400"/>
              <a:buNone/>
              <a:defRPr>
                <a:latin typeface="Asap"/>
                <a:ea typeface="Asap"/>
                <a:cs typeface="Asap"/>
                <a:sym typeface="Asap"/>
              </a:defRPr>
            </a:lvl4pPr>
            <a:lvl5pPr lvl="4" algn="r">
              <a:spcBef>
                <a:spcPts val="0"/>
              </a:spcBef>
              <a:spcAft>
                <a:spcPts val="0"/>
              </a:spcAft>
              <a:buSzPts val="3400"/>
              <a:buNone/>
              <a:defRPr>
                <a:latin typeface="Asap"/>
                <a:ea typeface="Asap"/>
                <a:cs typeface="Asap"/>
                <a:sym typeface="Asap"/>
              </a:defRPr>
            </a:lvl5pPr>
            <a:lvl6pPr lvl="5" algn="r">
              <a:spcBef>
                <a:spcPts val="0"/>
              </a:spcBef>
              <a:spcAft>
                <a:spcPts val="0"/>
              </a:spcAft>
              <a:buSzPts val="3400"/>
              <a:buNone/>
              <a:defRPr>
                <a:latin typeface="Asap"/>
                <a:ea typeface="Asap"/>
                <a:cs typeface="Asap"/>
                <a:sym typeface="Asap"/>
              </a:defRPr>
            </a:lvl6pPr>
            <a:lvl7pPr lvl="6" algn="r">
              <a:spcBef>
                <a:spcPts val="0"/>
              </a:spcBef>
              <a:spcAft>
                <a:spcPts val="0"/>
              </a:spcAft>
              <a:buSzPts val="3400"/>
              <a:buNone/>
              <a:defRPr>
                <a:latin typeface="Asap"/>
                <a:ea typeface="Asap"/>
                <a:cs typeface="Asap"/>
                <a:sym typeface="Asap"/>
              </a:defRPr>
            </a:lvl7pPr>
            <a:lvl8pPr lvl="7" algn="r">
              <a:spcBef>
                <a:spcPts val="0"/>
              </a:spcBef>
              <a:spcAft>
                <a:spcPts val="0"/>
              </a:spcAft>
              <a:buSzPts val="3400"/>
              <a:buNone/>
              <a:defRPr>
                <a:latin typeface="Asap"/>
                <a:ea typeface="Asap"/>
                <a:cs typeface="Asap"/>
                <a:sym typeface="Asap"/>
              </a:defRPr>
            </a:lvl8pPr>
            <a:lvl9pPr lvl="8" algn="r">
              <a:spcBef>
                <a:spcPts val="0"/>
              </a:spcBef>
              <a:spcAft>
                <a:spcPts val="0"/>
              </a:spcAft>
              <a:buSzPts val="3400"/>
              <a:buNone/>
              <a:defRPr>
                <a:latin typeface="Asap"/>
                <a:ea typeface="Asap"/>
                <a:cs typeface="Asap"/>
                <a:sym typeface="Asap"/>
              </a:defRPr>
            </a:lvl9pPr>
          </a:lstStyle>
          <a:p/>
        </p:txBody>
      </p:sp>
      <p:sp>
        <p:nvSpPr>
          <p:cNvPr id="1164" name="Google Shape;1164;p25"/>
          <p:cNvSpPr txBox="1"/>
          <p:nvPr>
            <p:ph idx="5" type="subTitle"/>
          </p:nvPr>
        </p:nvSpPr>
        <p:spPr>
          <a:xfrm>
            <a:off x="713225" y="3529097"/>
            <a:ext cx="2428200" cy="5727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165" name="Google Shape;1165;p25"/>
          <p:cNvSpPr txBox="1"/>
          <p:nvPr>
            <p:ph hasCustomPrompt="1" idx="6" type="title"/>
          </p:nvPr>
        </p:nvSpPr>
        <p:spPr>
          <a:xfrm>
            <a:off x="3481525" y="3307350"/>
            <a:ext cx="719700" cy="689400"/>
          </a:xfrm>
          <a:prstGeom prst="rect">
            <a:avLst/>
          </a:prstGeom>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SzPts val="3000"/>
              <a:buNone/>
              <a:defRPr sz="3000">
                <a:solidFill>
                  <a:schemeClr val="accent3"/>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66" name="Google Shape;1166;p25"/>
          <p:cNvSpPr txBox="1"/>
          <p:nvPr>
            <p:ph idx="7" type="title"/>
          </p:nvPr>
        </p:nvSpPr>
        <p:spPr>
          <a:xfrm flipH="1">
            <a:off x="6002775" y="1571804"/>
            <a:ext cx="2428200" cy="689400"/>
          </a:xfrm>
          <a:prstGeom prst="rect">
            <a:avLst/>
          </a:prstGeom>
        </p:spPr>
        <p:txBody>
          <a:bodyPr anchorCtr="0" anchor="t" bIns="91425" lIns="91425" spcFirstLastPara="1" rIns="91425" wrap="square" tIns="91425">
            <a:noAutofit/>
          </a:bodyPr>
          <a:lstStyle>
            <a:lvl1pPr lvl="0" algn="l">
              <a:spcBef>
                <a:spcPts val="0"/>
              </a:spcBef>
              <a:spcAft>
                <a:spcPts val="0"/>
              </a:spcAft>
              <a:buSzPts val="2200"/>
              <a:buNone/>
              <a:defRPr sz="1800"/>
            </a:lvl1pPr>
            <a:lvl2pPr lvl="1">
              <a:spcBef>
                <a:spcPts val="0"/>
              </a:spcBef>
              <a:spcAft>
                <a:spcPts val="0"/>
              </a:spcAft>
              <a:buSzPts val="3400"/>
              <a:buNone/>
              <a:defRPr>
                <a:latin typeface="Asap"/>
                <a:ea typeface="Asap"/>
                <a:cs typeface="Asap"/>
                <a:sym typeface="Asap"/>
              </a:defRPr>
            </a:lvl2pPr>
            <a:lvl3pPr lvl="2">
              <a:spcBef>
                <a:spcPts val="0"/>
              </a:spcBef>
              <a:spcAft>
                <a:spcPts val="0"/>
              </a:spcAft>
              <a:buSzPts val="3400"/>
              <a:buNone/>
              <a:defRPr>
                <a:latin typeface="Asap"/>
                <a:ea typeface="Asap"/>
                <a:cs typeface="Asap"/>
                <a:sym typeface="Asap"/>
              </a:defRPr>
            </a:lvl3pPr>
            <a:lvl4pPr lvl="3">
              <a:spcBef>
                <a:spcPts val="0"/>
              </a:spcBef>
              <a:spcAft>
                <a:spcPts val="0"/>
              </a:spcAft>
              <a:buSzPts val="3400"/>
              <a:buNone/>
              <a:defRPr>
                <a:latin typeface="Asap"/>
                <a:ea typeface="Asap"/>
                <a:cs typeface="Asap"/>
                <a:sym typeface="Asap"/>
              </a:defRPr>
            </a:lvl4pPr>
            <a:lvl5pPr lvl="4">
              <a:spcBef>
                <a:spcPts val="0"/>
              </a:spcBef>
              <a:spcAft>
                <a:spcPts val="0"/>
              </a:spcAft>
              <a:buSzPts val="3400"/>
              <a:buNone/>
              <a:defRPr>
                <a:latin typeface="Asap"/>
                <a:ea typeface="Asap"/>
                <a:cs typeface="Asap"/>
                <a:sym typeface="Asap"/>
              </a:defRPr>
            </a:lvl5pPr>
            <a:lvl6pPr lvl="5">
              <a:spcBef>
                <a:spcPts val="0"/>
              </a:spcBef>
              <a:spcAft>
                <a:spcPts val="0"/>
              </a:spcAft>
              <a:buSzPts val="3400"/>
              <a:buNone/>
              <a:defRPr>
                <a:latin typeface="Asap"/>
                <a:ea typeface="Asap"/>
                <a:cs typeface="Asap"/>
                <a:sym typeface="Asap"/>
              </a:defRPr>
            </a:lvl6pPr>
            <a:lvl7pPr lvl="6">
              <a:spcBef>
                <a:spcPts val="0"/>
              </a:spcBef>
              <a:spcAft>
                <a:spcPts val="0"/>
              </a:spcAft>
              <a:buSzPts val="3400"/>
              <a:buNone/>
              <a:defRPr>
                <a:latin typeface="Asap"/>
                <a:ea typeface="Asap"/>
                <a:cs typeface="Asap"/>
                <a:sym typeface="Asap"/>
              </a:defRPr>
            </a:lvl7pPr>
            <a:lvl8pPr lvl="7">
              <a:spcBef>
                <a:spcPts val="0"/>
              </a:spcBef>
              <a:spcAft>
                <a:spcPts val="0"/>
              </a:spcAft>
              <a:buSzPts val="3400"/>
              <a:buNone/>
              <a:defRPr>
                <a:latin typeface="Asap"/>
                <a:ea typeface="Asap"/>
                <a:cs typeface="Asap"/>
                <a:sym typeface="Asap"/>
              </a:defRPr>
            </a:lvl8pPr>
            <a:lvl9pPr lvl="8">
              <a:spcBef>
                <a:spcPts val="0"/>
              </a:spcBef>
              <a:spcAft>
                <a:spcPts val="0"/>
              </a:spcAft>
              <a:buSzPts val="3400"/>
              <a:buNone/>
              <a:defRPr>
                <a:latin typeface="Asap"/>
                <a:ea typeface="Asap"/>
                <a:cs typeface="Asap"/>
                <a:sym typeface="Asap"/>
              </a:defRPr>
            </a:lvl9pPr>
          </a:lstStyle>
          <a:p/>
        </p:txBody>
      </p:sp>
      <p:sp>
        <p:nvSpPr>
          <p:cNvPr id="1167" name="Google Shape;1167;p25"/>
          <p:cNvSpPr txBox="1"/>
          <p:nvPr>
            <p:ph idx="8" type="subTitle"/>
          </p:nvPr>
        </p:nvSpPr>
        <p:spPr>
          <a:xfrm flipH="1">
            <a:off x="6002575" y="2150594"/>
            <a:ext cx="24282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8" name="Google Shape;1168;p25"/>
          <p:cNvSpPr txBox="1"/>
          <p:nvPr>
            <p:ph hasCustomPrompt="1" idx="9" type="title"/>
          </p:nvPr>
        </p:nvSpPr>
        <p:spPr>
          <a:xfrm flipH="1">
            <a:off x="4942725" y="1937575"/>
            <a:ext cx="719700" cy="689400"/>
          </a:xfrm>
          <a:prstGeom prst="rect">
            <a:avLst/>
          </a:prstGeom>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SzPts val="3000"/>
              <a:buNone/>
              <a:defRPr sz="3000">
                <a:solidFill>
                  <a:schemeClr val="accent3"/>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69" name="Google Shape;1169;p25"/>
          <p:cNvSpPr txBox="1"/>
          <p:nvPr>
            <p:ph idx="13" type="title"/>
          </p:nvPr>
        </p:nvSpPr>
        <p:spPr>
          <a:xfrm flipH="1">
            <a:off x="6002775" y="3221019"/>
            <a:ext cx="2428200" cy="439800"/>
          </a:xfrm>
          <a:prstGeom prst="rect">
            <a:avLst/>
          </a:prstGeom>
        </p:spPr>
        <p:txBody>
          <a:bodyPr anchorCtr="0" anchor="t" bIns="91425" lIns="91425" spcFirstLastPara="1" rIns="91425" wrap="square" tIns="91425">
            <a:noAutofit/>
          </a:bodyPr>
          <a:lstStyle>
            <a:lvl1pPr lvl="0" algn="l">
              <a:spcBef>
                <a:spcPts val="0"/>
              </a:spcBef>
              <a:spcAft>
                <a:spcPts val="0"/>
              </a:spcAft>
              <a:buSzPts val="2200"/>
              <a:buNone/>
              <a:defRPr sz="1800"/>
            </a:lvl1pPr>
            <a:lvl2pPr lvl="1">
              <a:spcBef>
                <a:spcPts val="0"/>
              </a:spcBef>
              <a:spcAft>
                <a:spcPts val="0"/>
              </a:spcAft>
              <a:buSzPts val="3400"/>
              <a:buNone/>
              <a:defRPr>
                <a:latin typeface="Asap"/>
                <a:ea typeface="Asap"/>
                <a:cs typeface="Asap"/>
                <a:sym typeface="Asap"/>
              </a:defRPr>
            </a:lvl2pPr>
            <a:lvl3pPr lvl="2">
              <a:spcBef>
                <a:spcPts val="0"/>
              </a:spcBef>
              <a:spcAft>
                <a:spcPts val="0"/>
              </a:spcAft>
              <a:buSzPts val="3400"/>
              <a:buNone/>
              <a:defRPr>
                <a:latin typeface="Asap"/>
                <a:ea typeface="Asap"/>
                <a:cs typeface="Asap"/>
                <a:sym typeface="Asap"/>
              </a:defRPr>
            </a:lvl3pPr>
            <a:lvl4pPr lvl="3">
              <a:spcBef>
                <a:spcPts val="0"/>
              </a:spcBef>
              <a:spcAft>
                <a:spcPts val="0"/>
              </a:spcAft>
              <a:buSzPts val="3400"/>
              <a:buNone/>
              <a:defRPr>
                <a:latin typeface="Asap"/>
                <a:ea typeface="Asap"/>
                <a:cs typeface="Asap"/>
                <a:sym typeface="Asap"/>
              </a:defRPr>
            </a:lvl4pPr>
            <a:lvl5pPr lvl="4">
              <a:spcBef>
                <a:spcPts val="0"/>
              </a:spcBef>
              <a:spcAft>
                <a:spcPts val="0"/>
              </a:spcAft>
              <a:buSzPts val="3400"/>
              <a:buNone/>
              <a:defRPr>
                <a:latin typeface="Asap"/>
                <a:ea typeface="Asap"/>
                <a:cs typeface="Asap"/>
                <a:sym typeface="Asap"/>
              </a:defRPr>
            </a:lvl5pPr>
            <a:lvl6pPr lvl="5">
              <a:spcBef>
                <a:spcPts val="0"/>
              </a:spcBef>
              <a:spcAft>
                <a:spcPts val="0"/>
              </a:spcAft>
              <a:buSzPts val="3400"/>
              <a:buNone/>
              <a:defRPr>
                <a:latin typeface="Asap"/>
                <a:ea typeface="Asap"/>
                <a:cs typeface="Asap"/>
                <a:sym typeface="Asap"/>
              </a:defRPr>
            </a:lvl6pPr>
            <a:lvl7pPr lvl="6">
              <a:spcBef>
                <a:spcPts val="0"/>
              </a:spcBef>
              <a:spcAft>
                <a:spcPts val="0"/>
              </a:spcAft>
              <a:buSzPts val="3400"/>
              <a:buNone/>
              <a:defRPr>
                <a:latin typeface="Asap"/>
                <a:ea typeface="Asap"/>
                <a:cs typeface="Asap"/>
                <a:sym typeface="Asap"/>
              </a:defRPr>
            </a:lvl7pPr>
            <a:lvl8pPr lvl="7">
              <a:spcBef>
                <a:spcPts val="0"/>
              </a:spcBef>
              <a:spcAft>
                <a:spcPts val="0"/>
              </a:spcAft>
              <a:buSzPts val="3400"/>
              <a:buNone/>
              <a:defRPr>
                <a:latin typeface="Asap"/>
                <a:ea typeface="Asap"/>
                <a:cs typeface="Asap"/>
                <a:sym typeface="Asap"/>
              </a:defRPr>
            </a:lvl8pPr>
            <a:lvl9pPr lvl="8">
              <a:spcBef>
                <a:spcPts val="0"/>
              </a:spcBef>
              <a:spcAft>
                <a:spcPts val="0"/>
              </a:spcAft>
              <a:buSzPts val="3400"/>
              <a:buNone/>
              <a:defRPr>
                <a:latin typeface="Asap"/>
                <a:ea typeface="Asap"/>
                <a:cs typeface="Asap"/>
                <a:sym typeface="Asap"/>
              </a:defRPr>
            </a:lvl9pPr>
          </a:lstStyle>
          <a:p/>
        </p:txBody>
      </p:sp>
      <p:sp>
        <p:nvSpPr>
          <p:cNvPr id="1170" name="Google Shape;1170;p25"/>
          <p:cNvSpPr txBox="1"/>
          <p:nvPr>
            <p:ph idx="14" type="subTitle"/>
          </p:nvPr>
        </p:nvSpPr>
        <p:spPr>
          <a:xfrm flipH="1">
            <a:off x="6002575" y="3529097"/>
            <a:ext cx="24282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1" name="Google Shape;1171;p25"/>
          <p:cNvSpPr txBox="1"/>
          <p:nvPr>
            <p:ph hasCustomPrompt="1" idx="15" type="title"/>
          </p:nvPr>
        </p:nvSpPr>
        <p:spPr>
          <a:xfrm flipH="1">
            <a:off x="4942725" y="3307350"/>
            <a:ext cx="719700" cy="689400"/>
          </a:xfrm>
          <a:prstGeom prst="rect">
            <a:avLst/>
          </a:prstGeom>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SzPts val="3000"/>
              <a:buNone/>
              <a:defRPr sz="3000">
                <a:solidFill>
                  <a:schemeClr val="accent3"/>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grpSp>
        <p:nvGrpSpPr>
          <p:cNvPr id="1172" name="Google Shape;1172;p25"/>
          <p:cNvGrpSpPr/>
          <p:nvPr/>
        </p:nvGrpSpPr>
        <p:grpSpPr>
          <a:xfrm>
            <a:off x="-13955" y="461100"/>
            <a:ext cx="2222252" cy="4838326"/>
            <a:chOff x="1622025" y="238125"/>
            <a:chExt cx="746825" cy="1626000"/>
          </a:xfrm>
        </p:grpSpPr>
        <p:sp>
          <p:nvSpPr>
            <p:cNvPr id="1173" name="Google Shape;1173;p25"/>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5"/>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5"/>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5"/>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5"/>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8" name="Google Shape;1178;p25"/>
          <p:cNvSpPr/>
          <p:nvPr/>
        </p:nvSpPr>
        <p:spPr>
          <a:xfrm>
            <a:off x="1994917" y="391276"/>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5"/>
          <p:cNvSpPr/>
          <p:nvPr/>
        </p:nvSpPr>
        <p:spPr>
          <a:xfrm>
            <a:off x="5356648" y="204392"/>
            <a:ext cx="1625922" cy="229945"/>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0" name="Google Shape;1180;p25"/>
          <p:cNvGrpSpPr/>
          <p:nvPr/>
        </p:nvGrpSpPr>
        <p:grpSpPr>
          <a:xfrm flipH="1">
            <a:off x="-694530" y="95092"/>
            <a:ext cx="3285468" cy="5265540"/>
            <a:chOff x="5212325" y="1924475"/>
            <a:chExt cx="1870250" cy="2997575"/>
          </a:xfrm>
        </p:grpSpPr>
        <p:sp>
          <p:nvSpPr>
            <p:cNvPr id="1181" name="Google Shape;1181;p25"/>
            <p:cNvSpPr/>
            <p:nvPr/>
          </p:nvSpPr>
          <p:spPr>
            <a:xfrm>
              <a:off x="5239925" y="1945525"/>
              <a:ext cx="1828150" cy="497875"/>
            </a:xfrm>
            <a:custGeom>
              <a:rect b="b" l="l" r="r" t="t"/>
              <a:pathLst>
                <a:path extrusionOk="0" fill="none" h="19915" w="73126">
                  <a:moveTo>
                    <a:pt x="0" y="19915"/>
                  </a:moveTo>
                  <a:lnTo>
                    <a:pt x="51639" y="1"/>
                  </a:lnTo>
                  <a:lnTo>
                    <a:pt x="73126" y="19915"/>
                  </a:lnTo>
                </a:path>
              </a:pathLst>
            </a:custGeom>
            <a:noFill/>
            <a:ln cap="flat" cmpd="sng" w="6550">
              <a:solidFill>
                <a:schemeClr val="lt1"/>
              </a:solidFill>
              <a:prstDash val="solid"/>
              <a:miter lim="1871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5"/>
            <p:cNvSpPr/>
            <p:nvPr/>
          </p:nvSpPr>
          <p:spPr>
            <a:xfrm>
              <a:off x="6549602" y="2055479"/>
              <a:ext cx="26703" cy="2866571"/>
            </a:xfrm>
            <a:custGeom>
              <a:rect b="b" l="l" r="r" t="t"/>
              <a:pathLst>
                <a:path extrusionOk="0" h="91263" w="1068">
                  <a:moveTo>
                    <a:pt x="1" y="1"/>
                  </a:moveTo>
                  <a:lnTo>
                    <a:pt x="1" y="91263"/>
                  </a:lnTo>
                  <a:lnTo>
                    <a:pt x="1068" y="91263"/>
                  </a:lnTo>
                  <a:lnTo>
                    <a:pt x="10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5"/>
            <p:cNvSpPr/>
            <p:nvPr/>
          </p:nvSpPr>
          <p:spPr>
            <a:xfrm>
              <a:off x="6484570" y="2055479"/>
              <a:ext cx="26678" cy="2866571"/>
            </a:xfrm>
            <a:custGeom>
              <a:rect b="b" l="l" r="r" t="t"/>
              <a:pathLst>
                <a:path extrusionOk="0" h="91263" w="1067">
                  <a:moveTo>
                    <a:pt x="0" y="1"/>
                  </a:moveTo>
                  <a:lnTo>
                    <a:pt x="0" y="91263"/>
                  </a:lnTo>
                  <a:lnTo>
                    <a:pt x="1067" y="91263"/>
                  </a:lnTo>
                  <a:lnTo>
                    <a:pt x="106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5"/>
            <p:cNvSpPr/>
            <p:nvPr/>
          </p:nvSpPr>
          <p:spPr>
            <a:xfrm>
              <a:off x="6443850" y="2364425"/>
              <a:ext cx="174575" cy="158875"/>
            </a:xfrm>
            <a:custGeom>
              <a:rect b="b" l="l" r="r" t="t"/>
              <a:pathLst>
                <a:path extrusionOk="0" h="6355" w="6983">
                  <a:moveTo>
                    <a:pt x="3497" y="1"/>
                  </a:moveTo>
                  <a:cubicBezTo>
                    <a:pt x="3252" y="1"/>
                    <a:pt x="3002" y="30"/>
                    <a:pt x="2752" y="89"/>
                  </a:cubicBezTo>
                  <a:cubicBezTo>
                    <a:pt x="1049" y="482"/>
                    <a:pt x="1" y="2204"/>
                    <a:pt x="394" y="3908"/>
                  </a:cubicBezTo>
                  <a:cubicBezTo>
                    <a:pt x="746" y="5363"/>
                    <a:pt x="2041" y="6354"/>
                    <a:pt x="3474" y="6354"/>
                  </a:cubicBezTo>
                  <a:cubicBezTo>
                    <a:pt x="3717" y="6354"/>
                    <a:pt x="3965" y="6326"/>
                    <a:pt x="4212" y="6266"/>
                  </a:cubicBezTo>
                  <a:cubicBezTo>
                    <a:pt x="5915" y="5873"/>
                    <a:pt x="6982" y="4151"/>
                    <a:pt x="6570" y="2448"/>
                  </a:cubicBezTo>
                  <a:cubicBezTo>
                    <a:pt x="6234" y="992"/>
                    <a:pt x="4941" y="1"/>
                    <a:pt x="34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5"/>
            <p:cNvSpPr/>
            <p:nvPr/>
          </p:nvSpPr>
          <p:spPr>
            <a:xfrm>
              <a:off x="6464925" y="2041925"/>
              <a:ext cx="132425" cy="13575"/>
            </a:xfrm>
            <a:custGeom>
              <a:rect b="b" l="l" r="r" t="t"/>
              <a:pathLst>
                <a:path extrusionOk="0" h="543" w="5297">
                  <a:moveTo>
                    <a:pt x="0" y="0"/>
                  </a:moveTo>
                  <a:lnTo>
                    <a:pt x="0" y="543"/>
                  </a:lnTo>
                  <a:lnTo>
                    <a:pt x="5297" y="543"/>
                  </a:lnTo>
                  <a:lnTo>
                    <a:pt x="52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5"/>
            <p:cNvSpPr/>
            <p:nvPr/>
          </p:nvSpPr>
          <p:spPr>
            <a:xfrm>
              <a:off x="6511700" y="1991375"/>
              <a:ext cx="38875" cy="50575"/>
            </a:xfrm>
            <a:custGeom>
              <a:rect b="b" l="l" r="r" t="t"/>
              <a:pathLst>
                <a:path extrusionOk="0" h="2023" w="1555">
                  <a:moveTo>
                    <a:pt x="1" y="1"/>
                  </a:moveTo>
                  <a:lnTo>
                    <a:pt x="1" y="2022"/>
                  </a:lnTo>
                  <a:lnTo>
                    <a:pt x="1554" y="2022"/>
                  </a:lnTo>
                  <a:lnTo>
                    <a:pt x="155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5"/>
            <p:cNvSpPr/>
            <p:nvPr/>
          </p:nvSpPr>
          <p:spPr>
            <a:xfrm>
              <a:off x="6521525" y="1966125"/>
              <a:ext cx="19225" cy="25275"/>
            </a:xfrm>
            <a:custGeom>
              <a:rect b="b" l="l" r="r" t="t"/>
              <a:pathLst>
                <a:path extrusionOk="0" h="1011" w="769">
                  <a:moveTo>
                    <a:pt x="1" y="0"/>
                  </a:moveTo>
                  <a:lnTo>
                    <a:pt x="1" y="1011"/>
                  </a:lnTo>
                  <a:lnTo>
                    <a:pt x="768" y="1011"/>
                  </a:lnTo>
                  <a:lnTo>
                    <a:pt x="76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5"/>
            <p:cNvSpPr/>
            <p:nvPr/>
          </p:nvSpPr>
          <p:spPr>
            <a:xfrm>
              <a:off x="6510300" y="1924475"/>
              <a:ext cx="48700" cy="41800"/>
            </a:xfrm>
            <a:custGeom>
              <a:rect b="b" l="l" r="r" t="t"/>
              <a:pathLst>
                <a:path extrusionOk="0" h="1672" w="1948">
                  <a:moveTo>
                    <a:pt x="824" y="0"/>
                  </a:moveTo>
                  <a:cubicBezTo>
                    <a:pt x="375" y="0"/>
                    <a:pt x="1" y="375"/>
                    <a:pt x="1" y="843"/>
                  </a:cubicBezTo>
                  <a:cubicBezTo>
                    <a:pt x="1" y="1346"/>
                    <a:pt x="407" y="1672"/>
                    <a:pt x="832" y="1672"/>
                  </a:cubicBezTo>
                  <a:cubicBezTo>
                    <a:pt x="1040" y="1672"/>
                    <a:pt x="1251" y="1594"/>
                    <a:pt x="1423" y="1423"/>
                  </a:cubicBezTo>
                  <a:cubicBezTo>
                    <a:pt x="1947" y="899"/>
                    <a:pt x="1573" y="0"/>
                    <a:pt x="8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5"/>
            <p:cNvSpPr/>
            <p:nvPr/>
          </p:nvSpPr>
          <p:spPr>
            <a:xfrm>
              <a:off x="5212325" y="2429350"/>
              <a:ext cx="1870250" cy="28100"/>
            </a:xfrm>
            <a:custGeom>
              <a:rect b="b" l="l" r="r" t="t"/>
              <a:pathLst>
                <a:path extrusionOk="0" h="1124" w="74810">
                  <a:moveTo>
                    <a:pt x="0" y="0"/>
                  </a:moveTo>
                  <a:lnTo>
                    <a:pt x="0" y="1123"/>
                  </a:lnTo>
                  <a:lnTo>
                    <a:pt x="74810" y="1123"/>
                  </a:lnTo>
                  <a:lnTo>
                    <a:pt x="7481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5"/>
            <p:cNvSpPr/>
            <p:nvPr/>
          </p:nvSpPr>
          <p:spPr>
            <a:xfrm>
              <a:off x="5212325" y="2457425"/>
              <a:ext cx="335050" cy="98275"/>
            </a:xfrm>
            <a:custGeom>
              <a:rect b="b" l="l" r="r" t="t"/>
              <a:pathLst>
                <a:path extrusionOk="0" h="3931" w="13402">
                  <a:moveTo>
                    <a:pt x="0" y="0"/>
                  </a:moveTo>
                  <a:lnTo>
                    <a:pt x="0" y="3931"/>
                  </a:lnTo>
                  <a:lnTo>
                    <a:pt x="13401" y="3931"/>
                  </a:lnTo>
                  <a:lnTo>
                    <a:pt x="13401"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5"/>
            <p:cNvSpPr/>
            <p:nvPr/>
          </p:nvSpPr>
          <p:spPr>
            <a:xfrm>
              <a:off x="5894075" y="2457425"/>
              <a:ext cx="167050" cy="32300"/>
            </a:xfrm>
            <a:custGeom>
              <a:rect b="b" l="l" r="r" t="t"/>
              <a:pathLst>
                <a:path extrusionOk="0" h="1292" w="6682">
                  <a:moveTo>
                    <a:pt x="0" y="0"/>
                  </a:moveTo>
                  <a:lnTo>
                    <a:pt x="0" y="1292"/>
                  </a:lnTo>
                  <a:lnTo>
                    <a:pt x="6682" y="1292"/>
                  </a:lnTo>
                  <a:lnTo>
                    <a:pt x="6682"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5"/>
            <p:cNvSpPr/>
            <p:nvPr/>
          </p:nvSpPr>
          <p:spPr>
            <a:xfrm>
              <a:off x="6333425" y="2635225"/>
              <a:ext cx="151175" cy="281700"/>
            </a:xfrm>
            <a:custGeom>
              <a:rect b="b" l="l" r="r" t="t"/>
              <a:pathLst>
                <a:path extrusionOk="0" h="11268" w="6047">
                  <a:moveTo>
                    <a:pt x="1" y="1"/>
                  </a:moveTo>
                  <a:lnTo>
                    <a:pt x="1" y="11268"/>
                  </a:lnTo>
                  <a:lnTo>
                    <a:pt x="6046" y="11268"/>
                  </a:lnTo>
                  <a:lnTo>
                    <a:pt x="604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5"/>
            <p:cNvSpPr/>
            <p:nvPr/>
          </p:nvSpPr>
          <p:spPr>
            <a:xfrm>
              <a:off x="6793850" y="2457425"/>
              <a:ext cx="288725" cy="78625"/>
            </a:xfrm>
            <a:custGeom>
              <a:rect b="b" l="l" r="r" t="t"/>
              <a:pathLst>
                <a:path extrusionOk="0" h="3145" w="11549">
                  <a:moveTo>
                    <a:pt x="1" y="0"/>
                  </a:moveTo>
                  <a:lnTo>
                    <a:pt x="1" y="3145"/>
                  </a:lnTo>
                  <a:lnTo>
                    <a:pt x="11549" y="3145"/>
                  </a:lnTo>
                  <a:lnTo>
                    <a:pt x="1154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5"/>
            <p:cNvSpPr/>
            <p:nvPr/>
          </p:nvSpPr>
          <p:spPr>
            <a:xfrm>
              <a:off x="6926275" y="2429350"/>
              <a:ext cx="156300" cy="28100"/>
            </a:xfrm>
            <a:custGeom>
              <a:rect b="b" l="l" r="r" t="t"/>
              <a:pathLst>
                <a:path extrusionOk="0" h="1124" w="6252">
                  <a:moveTo>
                    <a:pt x="0" y="0"/>
                  </a:moveTo>
                  <a:lnTo>
                    <a:pt x="0" y="1123"/>
                  </a:lnTo>
                  <a:lnTo>
                    <a:pt x="6252" y="1123"/>
                  </a:lnTo>
                  <a:lnTo>
                    <a:pt x="625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5"/>
            <p:cNvSpPr/>
            <p:nvPr/>
          </p:nvSpPr>
          <p:spPr>
            <a:xfrm>
              <a:off x="6479875" y="2397325"/>
              <a:ext cx="102050" cy="92800"/>
            </a:xfrm>
            <a:custGeom>
              <a:rect b="b" l="l" r="r" t="t"/>
              <a:pathLst>
                <a:path extrusionOk="0" h="3712" w="4082">
                  <a:moveTo>
                    <a:pt x="2040" y="0"/>
                  </a:moveTo>
                  <a:cubicBezTo>
                    <a:pt x="1904" y="0"/>
                    <a:pt x="1767" y="15"/>
                    <a:pt x="1629" y="46"/>
                  </a:cubicBezTo>
                  <a:cubicBezTo>
                    <a:pt x="619" y="289"/>
                    <a:pt x="1" y="1281"/>
                    <a:pt x="244" y="2292"/>
                  </a:cubicBezTo>
                  <a:cubicBezTo>
                    <a:pt x="436" y="3138"/>
                    <a:pt x="1199" y="3711"/>
                    <a:pt x="2034" y="3711"/>
                  </a:cubicBezTo>
                  <a:cubicBezTo>
                    <a:pt x="2179" y="3711"/>
                    <a:pt x="2325" y="3694"/>
                    <a:pt x="2472" y="3658"/>
                  </a:cubicBezTo>
                  <a:cubicBezTo>
                    <a:pt x="3464" y="3434"/>
                    <a:pt x="4081" y="2423"/>
                    <a:pt x="3857" y="1431"/>
                  </a:cubicBezTo>
                  <a:cubicBezTo>
                    <a:pt x="3647" y="577"/>
                    <a:pt x="2882" y="0"/>
                    <a:pt x="204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6" name="Google Shape;1196;p25"/>
          <p:cNvGrpSpPr/>
          <p:nvPr/>
        </p:nvGrpSpPr>
        <p:grpSpPr>
          <a:xfrm>
            <a:off x="6982574" y="-48433"/>
            <a:ext cx="1874021" cy="991923"/>
            <a:chOff x="3927875" y="2818025"/>
            <a:chExt cx="1071175" cy="566975"/>
          </a:xfrm>
        </p:grpSpPr>
        <p:sp>
          <p:nvSpPr>
            <p:cNvPr id="1197" name="Google Shape;1197;p25"/>
            <p:cNvSpPr/>
            <p:nvPr/>
          </p:nvSpPr>
          <p:spPr>
            <a:xfrm>
              <a:off x="3927875" y="3269075"/>
              <a:ext cx="1071175" cy="115925"/>
            </a:xfrm>
            <a:custGeom>
              <a:rect b="b" l="l" r="r" t="t"/>
              <a:pathLst>
                <a:path extrusionOk="0" h="4637" w="42847">
                  <a:moveTo>
                    <a:pt x="0" y="192"/>
                  </a:moveTo>
                  <a:cubicBezTo>
                    <a:pt x="0" y="192"/>
                    <a:pt x="0" y="192"/>
                    <a:pt x="0" y="192"/>
                  </a:cubicBezTo>
                  <a:lnTo>
                    <a:pt x="0" y="192"/>
                  </a:lnTo>
                  <a:lnTo>
                    <a:pt x="0" y="192"/>
                  </a:lnTo>
                  <a:close/>
                  <a:moveTo>
                    <a:pt x="42846" y="0"/>
                  </a:moveTo>
                  <a:lnTo>
                    <a:pt x="40005" y="35"/>
                  </a:lnTo>
                  <a:cubicBezTo>
                    <a:pt x="32108" y="87"/>
                    <a:pt x="10093" y="227"/>
                    <a:pt x="2563" y="227"/>
                  </a:cubicBezTo>
                  <a:cubicBezTo>
                    <a:pt x="973" y="227"/>
                    <a:pt x="18" y="210"/>
                    <a:pt x="0" y="192"/>
                  </a:cubicBezTo>
                  <a:lnTo>
                    <a:pt x="0" y="192"/>
                  </a:lnTo>
                  <a:lnTo>
                    <a:pt x="2022" y="4236"/>
                  </a:lnTo>
                  <a:lnTo>
                    <a:pt x="2231" y="4637"/>
                  </a:lnTo>
                  <a:lnTo>
                    <a:pt x="40719" y="4637"/>
                  </a:lnTo>
                  <a:lnTo>
                    <a:pt x="42375" y="1029"/>
                  </a:lnTo>
                  <a:lnTo>
                    <a:pt x="4284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5"/>
            <p:cNvSpPr/>
            <p:nvPr/>
          </p:nvSpPr>
          <p:spPr>
            <a:xfrm>
              <a:off x="3947050" y="3252075"/>
              <a:ext cx="1032825" cy="25"/>
            </a:xfrm>
            <a:custGeom>
              <a:rect b="b" l="l" r="r" t="t"/>
              <a:pathLst>
                <a:path extrusionOk="0" fill="none" h="1" w="41313">
                  <a:moveTo>
                    <a:pt x="0" y="0"/>
                  </a:moveTo>
                  <a:lnTo>
                    <a:pt x="41312" y="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5"/>
            <p:cNvSpPr/>
            <p:nvPr/>
          </p:nvSpPr>
          <p:spPr>
            <a:xfrm>
              <a:off x="3991925" y="3253375"/>
              <a:ext cx="25" cy="35775"/>
            </a:xfrm>
            <a:custGeom>
              <a:rect b="b" l="l" r="r" t="t"/>
              <a:pathLst>
                <a:path extrusionOk="0" fill="none" h="1431" w="1">
                  <a:moveTo>
                    <a:pt x="1" y="1"/>
                  </a:moveTo>
                  <a:lnTo>
                    <a:pt x="1" y="143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5"/>
            <p:cNvSpPr/>
            <p:nvPr/>
          </p:nvSpPr>
          <p:spPr>
            <a:xfrm>
              <a:off x="4927550" y="3253375"/>
              <a:ext cx="25" cy="35775"/>
            </a:xfrm>
            <a:custGeom>
              <a:rect b="b" l="l" r="r" t="t"/>
              <a:pathLst>
                <a:path extrusionOk="0" fill="none" h="1431" w="1">
                  <a:moveTo>
                    <a:pt x="0" y="1"/>
                  </a:moveTo>
                  <a:lnTo>
                    <a:pt x="0" y="143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5"/>
            <p:cNvSpPr/>
            <p:nvPr/>
          </p:nvSpPr>
          <p:spPr>
            <a:xfrm>
              <a:off x="3978425" y="3294775"/>
              <a:ext cx="1008850" cy="90225"/>
            </a:xfrm>
            <a:custGeom>
              <a:rect b="b" l="l" r="r" t="t"/>
              <a:pathLst>
                <a:path extrusionOk="0" h="3609" w="40354">
                  <a:moveTo>
                    <a:pt x="40353" y="1"/>
                  </a:moveTo>
                  <a:lnTo>
                    <a:pt x="0" y="3208"/>
                  </a:lnTo>
                  <a:lnTo>
                    <a:pt x="209" y="3609"/>
                  </a:lnTo>
                  <a:lnTo>
                    <a:pt x="38680" y="3609"/>
                  </a:lnTo>
                  <a:lnTo>
                    <a:pt x="4035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5"/>
            <p:cNvSpPr/>
            <p:nvPr/>
          </p:nvSpPr>
          <p:spPr>
            <a:xfrm>
              <a:off x="4044225" y="2940925"/>
              <a:ext cx="152975" cy="335575"/>
            </a:xfrm>
            <a:custGeom>
              <a:rect b="b" l="l" r="r" t="t"/>
              <a:pathLst>
                <a:path extrusionOk="0" fill="none" h="13423" w="6119">
                  <a:moveTo>
                    <a:pt x="0" y="13423"/>
                  </a:moveTo>
                  <a:lnTo>
                    <a:pt x="4131" y="1"/>
                  </a:lnTo>
                  <a:lnTo>
                    <a:pt x="6119" y="13423"/>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5"/>
            <p:cNvSpPr/>
            <p:nvPr/>
          </p:nvSpPr>
          <p:spPr>
            <a:xfrm>
              <a:off x="4133550" y="2913900"/>
              <a:ext cx="28350" cy="28350"/>
            </a:xfrm>
            <a:custGeom>
              <a:rect b="b" l="l" r="r" t="t"/>
              <a:pathLst>
                <a:path extrusionOk="0" fill="none" h="1134" w="1134">
                  <a:moveTo>
                    <a:pt x="1134" y="559"/>
                  </a:moveTo>
                  <a:cubicBezTo>
                    <a:pt x="1134" y="872"/>
                    <a:pt x="872" y="1134"/>
                    <a:pt x="558" y="1134"/>
                  </a:cubicBezTo>
                  <a:cubicBezTo>
                    <a:pt x="245" y="1134"/>
                    <a:pt x="1" y="872"/>
                    <a:pt x="1" y="559"/>
                  </a:cubicBezTo>
                  <a:cubicBezTo>
                    <a:pt x="1" y="245"/>
                    <a:pt x="245" y="1"/>
                    <a:pt x="558" y="1"/>
                  </a:cubicBezTo>
                  <a:cubicBezTo>
                    <a:pt x="872" y="1"/>
                    <a:pt x="1134" y="245"/>
                    <a:pt x="1134" y="559"/>
                  </a:cubicBezTo>
                  <a:close/>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5"/>
            <p:cNvSpPr/>
            <p:nvPr/>
          </p:nvSpPr>
          <p:spPr>
            <a:xfrm>
              <a:off x="4146625" y="2818025"/>
              <a:ext cx="900" cy="95900"/>
            </a:xfrm>
            <a:custGeom>
              <a:rect b="b" l="l" r="r" t="t"/>
              <a:pathLst>
                <a:path extrusionOk="0" fill="none" h="3836" w="36">
                  <a:moveTo>
                    <a:pt x="35" y="3836"/>
                  </a:moveTo>
                  <a:lnTo>
                    <a:pt x="1" y="1"/>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5"/>
            <p:cNvSpPr/>
            <p:nvPr/>
          </p:nvSpPr>
          <p:spPr>
            <a:xfrm>
              <a:off x="4736675" y="2938300"/>
              <a:ext cx="153425" cy="335575"/>
            </a:xfrm>
            <a:custGeom>
              <a:rect b="b" l="l" r="r" t="t"/>
              <a:pathLst>
                <a:path extrusionOk="0" fill="none" h="13423" w="6137">
                  <a:moveTo>
                    <a:pt x="6136" y="13423"/>
                  </a:moveTo>
                  <a:lnTo>
                    <a:pt x="2005" y="1"/>
                  </a:lnTo>
                  <a:lnTo>
                    <a:pt x="0" y="13423"/>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5"/>
            <p:cNvSpPr/>
            <p:nvPr/>
          </p:nvSpPr>
          <p:spPr>
            <a:xfrm>
              <a:off x="4771975" y="2911300"/>
              <a:ext cx="28775" cy="28775"/>
            </a:xfrm>
            <a:custGeom>
              <a:rect b="b" l="l" r="r" t="t"/>
              <a:pathLst>
                <a:path extrusionOk="0" fill="none" h="1151" w="1151">
                  <a:moveTo>
                    <a:pt x="1151" y="575"/>
                  </a:moveTo>
                  <a:cubicBezTo>
                    <a:pt x="1151" y="889"/>
                    <a:pt x="889" y="1151"/>
                    <a:pt x="576" y="1151"/>
                  </a:cubicBezTo>
                  <a:cubicBezTo>
                    <a:pt x="262" y="1151"/>
                    <a:pt x="0" y="889"/>
                    <a:pt x="0" y="575"/>
                  </a:cubicBezTo>
                  <a:cubicBezTo>
                    <a:pt x="0" y="262"/>
                    <a:pt x="262" y="0"/>
                    <a:pt x="576" y="0"/>
                  </a:cubicBezTo>
                  <a:cubicBezTo>
                    <a:pt x="889" y="0"/>
                    <a:pt x="1151" y="262"/>
                    <a:pt x="1151" y="575"/>
                  </a:cubicBezTo>
                  <a:close/>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5"/>
            <p:cNvSpPr/>
            <p:nvPr/>
          </p:nvSpPr>
          <p:spPr>
            <a:xfrm>
              <a:off x="4786350" y="2818900"/>
              <a:ext cx="900" cy="92425"/>
            </a:xfrm>
            <a:custGeom>
              <a:rect b="b" l="l" r="r" t="t"/>
              <a:pathLst>
                <a:path extrusionOk="0" fill="none" h="3697" w="36">
                  <a:moveTo>
                    <a:pt x="1" y="3696"/>
                  </a:moveTo>
                  <a:lnTo>
                    <a:pt x="36" y="1"/>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8" name="Google Shape;1208;p25"/>
          <p:cNvGrpSpPr/>
          <p:nvPr/>
        </p:nvGrpSpPr>
        <p:grpSpPr>
          <a:xfrm>
            <a:off x="6254327" y="1343012"/>
            <a:ext cx="2889683" cy="3889979"/>
            <a:chOff x="3074425" y="836100"/>
            <a:chExt cx="1472075" cy="1981650"/>
          </a:xfrm>
        </p:grpSpPr>
        <p:sp>
          <p:nvSpPr>
            <p:cNvPr id="1209" name="Google Shape;1209;p25"/>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5"/>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5"/>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5"/>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5"/>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5"/>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5"/>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5"/>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7" name="Google Shape;1217;p25"/>
          <p:cNvSpPr/>
          <p:nvPr/>
        </p:nvSpPr>
        <p:spPr>
          <a:xfrm flipH="1" rot="591853">
            <a:off x="5572093" y="4158484"/>
            <a:ext cx="464060" cy="469830"/>
          </a:xfrm>
          <a:prstGeom prst="roundRect">
            <a:avLst>
              <a:gd fmla="val 780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5"/>
          <p:cNvSpPr/>
          <p:nvPr/>
        </p:nvSpPr>
        <p:spPr>
          <a:xfrm>
            <a:off x="3053325" y="4115809"/>
            <a:ext cx="853200" cy="347700"/>
          </a:xfrm>
          <a:prstGeom prst="roundRect">
            <a:avLst>
              <a:gd fmla="val 780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5"/>
          <p:cNvSpPr/>
          <p:nvPr/>
        </p:nvSpPr>
        <p:spPr>
          <a:xfrm>
            <a:off x="3242100" y="1343000"/>
            <a:ext cx="2659800" cy="317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5"/>
          <p:cNvSpPr/>
          <p:nvPr/>
        </p:nvSpPr>
        <p:spPr>
          <a:xfrm>
            <a:off x="3357925" y="1461050"/>
            <a:ext cx="2428200" cy="29358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5"/>
          <p:cNvSpPr/>
          <p:nvPr/>
        </p:nvSpPr>
        <p:spPr>
          <a:xfrm rot="652027">
            <a:off x="1211108" y="4036991"/>
            <a:ext cx="2659815" cy="2478903"/>
          </a:xfrm>
          <a:custGeom>
            <a:rect b="b" l="l" r="r" t="t"/>
            <a:pathLst>
              <a:path extrusionOk="0" h="16247" w="17433">
                <a:moveTo>
                  <a:pt x="10686" y="0"/>
                </a:moveTo>
                <a:cubicBezTo>
                  <a:pt x="10372" y="157"/>
                  <a:pt x="7653" y="3382"/>
                  <a:pt x="5893" y="5038"/>
                </a:cubicBezTo>
                <a:cubicBezTo>
                  <a:pt x="4115" y="6694"/>
                  <a:pt x="1" y="9256"/>
                  <a:pt x="1" y="9256"/>
                </a:cubicBezTo>
                <a:lnTo>
                  <a:pt x="1622" y="16246"/>
                </a:lnTo>
                <a:cubicBezTo>
                  <a:pt x="1622" y="16246"/>
                  <a:pt x="6259" y="11906"/>
                  <a:pt x="6991" y="11226"/>
                </a:cubicBezTo>
                <a:cubicBezTo>
                  <a:pt x="7723" y="10529"/>
                  <a:pt x="9205" y="10163"/>
                  <a:pt x="11087" y="8420"/>
                </a:cubicBezTo>
                <a:cubicBezTo>
                  <a:pt x="12307" y="7304"/>
                  <a:pt x="12883" y="5369"/>
                  <a:pt x="12883" y="5369"/>
                </a:cubicBezTo>
                <a:cubicBezTo>
                  <a:pt x="13283" y="4829"/>
                  <a:pt x="13754" y="4323"/>
                  <a:pt x="14260" y="3853"/>
                </a:cubicBezTo>
                <a:cubicBezTo>
                  <a:pt x="15061" y="3138"/>
                  <a:pt x="17432" y="872"/>
                  <a:pt x="16805" y="349"/>
                </a:cubicBezTo>
                <a:cubicBezTo>
                  <a:pt x="16745" y="301"/>
                  <a:pt x="16658" y="279"/>
                  <a:pt x="16549" y="279"/>
                </a:cubicBezTo>
                <a:cubicBezTo>
                  <a:pt x="15517" y="279"/>
                  <a:pt x="12534" y="2249"/>
                  <a:pt x="12534" y="2249"/>
                </a:cubicBezTo>
                <a:cubicBezTo>
                  <a:pt x="12290" y="1796"/>
                  <a:pt x="10686" y="0"/>
                  <a:pt x="106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5"/>
          <p:cNvSpPr/>
          <p:nvPr/>
        </p:nvSpPr>
        <p:spPr>
          <a:xfrm flipH="1" rot="-652027">
            <a:off x="5237483" y="4116516"/>
            <a:ext cx="2659815" cy="2478903"/>
          </a:xfrm>
          <a:custGeom>
            <a:rect b="b" l="l" r="r" t="t"/>
            <a:pathLst>
              <a:path extrusionOk="0" h="16247" w="17433">
                <a:moveTo>
                  <a:pt x="10686" y="0"/>
                </a:moveTo>
                <a:cubicBezTo>
                  <a:pt x="10372" y="157"/>
                  <a:pt x="7653" y="3382"/>
                  <a:pt x="5893" y="5038"/>
                </a:cubicBezTo>
                <a:cubicBezTo>
                  <a:pt x="4115" y="6694"/>
                  <a:pt x="1" y="9256"/>
                  <a:pt x="1" y="9256"/>
                </a:cubicBezTo>
                <a:lnTo>
                  <a:pt x="1622" y="16246"/>
                </a:lnTo>
                <a:cubicBezTo>
                  <a:pt x="1622" y="16246"/>
                  <a:pt x="6259" y="11906"/>
                  <a:pt x="6991" y="11226"/>
                </a:cubicBezTo>
                <a:cubicBezTo>
                  <a:pt x="7723" y="10529"/>
                  <a:pt x="9205" y="10163"/>
                  <a:pt x="11087" y="8420"/>
                </a:cubicBezTo>
                <a:cubicBezTo>
                  <a:pt x="12307" y="7304"/>
                  <a:pt x="12883" y="5369"/>
                  <a:pt x="12883" y="5369"/>
                </a:cubicBezTo>
                <a:cubicBezTo>
                  <a:pt x="13283" y="4829"/>
                  <a:pt x="13754" y="4323"/>
                  <a:pt x="14260" y="3853"/>
                </a:cubicBezTo>
                <a:cubicBezTo>
                  <a:pt x="15061" y="3138"/>
                  <a:pt x="17432" y="872"/>
                  <a:pt x="16805" y="349"/>
                </a:cubicBezTo>
                <a:cubicBezTo>
                  <a:pt x="16745" y="301"/>
                  <a:pt x="16658" y="279"/>
                  <a:pt x="16549" y="279"/>
                </a:cubicBezTo>
                <a:cubicBezTo>
                  <a:pt x="15517" y="279"/>
                  <a:pt x="12534" y="2249"/>
                  <a:pt x="12534" y="2249"/>
                </a:cubicBezTo>
                <a:cubicBezTo>
                  <a:pt x="12290" y="1796"/>
                  <a:pt x="10686" y="0"/>
                  <a:pt x="106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6">
    <p:spTree>
      <p:nvGrpSpPr>
        <p:cNvPr id="1223" name="Shape 1223"/>
        <p:cNvGrpSpPr/>
        <p:nvPr/>
      </p:nvGrpSpPr>
      <p:grpSpPr>
        <a:xfrm>
          <a:off x="0" y="0"/>
          <a:ext cx="0" cy="0"/>
          <a:chOff x="0" y="0"/>
          <a:chExt cx="0" cy="0"/>
        </a:xfrm>
      </p:grpSpPr>
      <p:sp>
        <p:nvSpPr>
          <p:cNvPr id="1224" name="Google Shape;1224;p26"/>
          <p:cNvSpPr txBox="1"/>
          <p:nvPr>
            <p:ph type="title"/>
          </p:nvPr>
        </p:nvSpPr>
        <p:spPr>
          <a:xfrm>
            <a:off x="713250" y="539500"/>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1225" name="Google Shape;1225;p26"/>
          <p:cNvSpPr txBox="1"/>
          <p:nvPr>
            <p:ph idx="2" type="title"/>
          </p:nvPr>
        </p:nvSpPr>
        <p:spPr>
          <a:xfrm>
            <a:off x="2837241" y="3231475"/>
            <a:ext cx="2321400" cy="464400"/>
          </a:xfrm>
          <a:prstGeom prst="rect">
            <a:avLst/>
          </a:prstGeom>
        </p:spPr>
        <p:txBody>
          <a:bodyPr anchorCtr="0" anchor="t" bIns="91425" lIns="91425" spcFirstLastPara="1" rIns="91425" wrap="square" tIns="91425">
            <a:noAutofit/>
          </a:bodyPr>
          <a:lstStyle>
            <a:lvl1pPr lvl="0" algn="l">
              <a:spcBef>
                <a:spcPts val="0"/>
              </a:spcBef>
              <a:spcAft>
                <a:spcPts val="0"/>
              </a:spcAft>
              <a:buSzPts val="2200"/>
              <a:buNone/>
              <a:defRPr sz="1800"/>
            </a:lvl1pPr>
            <a:lvl2pPr lvl="1">
              <a:spcBef>
                <a:spcPts val="0"/>
              </a:spcBef>
              <a:spcAft>
                <a:spcPts val="0"/>
              </a:spcAft>
              <a:buSzPts val="3400"/>
              <a:buNone/>
              <a:defRPr>
                <a:latin typeface="Asap"/>
                <a:ea typeface="Asap"/>
                <a:cs typeface="Asap"/>
                <a:sym typeface="Asap"/>
              </a:defRPr>
            </a:lvl2pPr>
            <a:lvl3pPr lvl="2">
              <a:spcBef>
                <a:spcPts val="0"/>
              </a:spcBef>
              <a:spcAft>
                <a:spcPts val="0"/>
              </a:spcAft>
              <a:buSzPts val="3400"/>
              <a:buNone/>
              <a:defRPr>
                <a:latin typeface="Asap"/>
                <a:ea typeface="Asap"/>
                <a:cs typeface="Asap"/>
                <a:sym typeface="Asap"/>
              </a:defRPr>
            </a:lvl3pPr>
            <a:lvl4pPr lvl="3">
              <a:spcBef>
                <a:spcPts val="0"/>
              </a:spcBef>
              <a:spcAft>
                <a:spcPts val="0"/>
              </a:spcAft>
              <a:buSzPts val="3400"/>
              <a:buNone/>
              <a:defRPr>
                <a:latin typeface="Asap"/>
                <a:ea typeface="Asap"/>
                <a:cs typeface="Asap"/>
                <a:sym typeface="Asap"/>
              </a:defRPr>
            </a:lvl4pPr>
            <a:lvl5pPr lvl="4">
              <a:spcBef>
                <a:spcPts val="0"/>
              </a:spcBef>
              <a:spcAft>
                <a:spcPts val="0"/>
              </a:spcAft>
              <a:buSzPts val="3400"/>
              <a:buNone/>
              <a:defRPr>
                <a:latin typeface="Asap"/>
                <a:ea typeface="Asap"/>
                <a:cs typeface="Asap"/>
                <a:sym typeface="Asap"/>
              </a:defRPr>
            </a:lvl5pPr>
            <a:lvl6pPr lvl="5">
              <a:spcBef>
                <a:spcPts val="0"/>
              </a:spcBef>
              <a:spcAft>
                <a:spcPts val="0"/>
              </a:spcAft>
              <a:buSzPts val="3400"/>
              <a:buNone/>
              <a:defRPr>
                <a:latin typeface="Asap"/>
                <a:ea typeface="Asap"/>
                <a:cs typeface="Asap"/>
                <a:sym typeface="Asap"/>
              </a:defRPr>
            </a:lvl6pPr>
            <a:lvl7pPr lvl="6">
              <a:spcBef>
                <a:spcPts val="0"/>
              </a:spcBef>
              <a:spcAft>
                <a:spcPts val="0"/>
              </a:spcAft>
              <a:buSzPts val="3400"/>
              <a:buNone/>
              <a:defRPr>
                <a:latin typeface="Asap"/>
                <a:ea typeface="Asap"/>
                <a:cs typeface="Asap"/>
                <a:sym typeface="Asap"/>
              </a:defRPr>
            </a:lvl7pPr>
            <a:lvl8pPr lvl="7">
              <a:spcBef>
                <a:spcPts val="0"/>
              </a:spcBef>
              <a:spcAft>
                <a:spcPts val="0"/>
              </a:spcAft>
              <a:buSzPts val="3400"/>
              <a:buNone/>
              <a:defRPr>
                <a:latin typeface="Asap"/>
                <a:ea typeface="Asap"/>
                <a:cs typeface="Asap"/>
                <a:sym typeface="Asap"/>
              </a:defRPr>
            </a:lvl8pPr>
            <a:lvl9pPr lvl="8">
              <a:spcBef>
                <a:spcPts val="0"/>
              </a:spcBef>
              <a:spcAft>
                <a:spcPts val="0"/>
              </a:spcAft>
              <a:buSzPts val="3400"/>
              <a:buNone/>
              <a:defRPr>
                <a:latin typeface="Asap"/>
                <a:ea typeface="Asap"/>
                <a:cs typeface="Asap"/>
                <a:sym typeface="Asap"/>
              </a:defRPr>
            </a:lvl9pPr>
          </a:lstStyle>
          <a:p/>
        </p:txBody>
      </p:sp>
      <p:sp>
        <p:nvSpPr>
          <p:cNvPr id="1226" name="Google Shape;1226;p26"/>
          <p:cNvSpPr txBox="1"/>
          <p:nvPr>
            <p:ph idx="1" type="subTitle"/>
          </p:nvPr>
        </p:nvSpPr>
        <p:spPr>
          <a:xfrm>
            <a:off x="2837241" y="3557526"/>
            <a:ext cx="23214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27" name="Google Shape;1227;p26"/>
          <p:cNvSpPr txBox="1"/>
          <p:nvPr>
            <p:ph idx="3" type="title"/>
          </p:nvPr>
        </p:nvSpPr>
        <p:spPr>
          <a:xfrm>
            <a:off x="3999459" y="1848550"/>
            <a:ext cx="2321400" cy="464400"/>
          </a:xfrm>
          <a:prstGeom prst="rect">
            <a:avLst/>
          </a:prstGeom>
        </p:spPr>
        <p:txBody>
          <a:bodyPr anchorCtr="0" anchor="t" bIns="91425" lIns="91425" spcFirstLastPara="1" rIns="91425" wrap="square" tIns="91425">
            <a:noAutofit/>
          </a:bodyPr>
          <a:lstStyle>
            <a:lvl1pPr lvl="0" algn="r">
              <a:spcBef>
                <a:spcPts val="0"/>
              </a:spcBef>
              <a:spcAft>
                <a:spcPts val="0"/>
              </a:spcAft>
              <a:buSzPts val="2200"/>
              <a:buNone/>
              <a:defRPr sz="1800"/>
            </a:lvl1pPr>
            <a:lvl2pPr lvl="1">
              <a:spcBef>
                <a:spcPts val="0"/>
              </a:spcBef>
              <a:spcAft>
                <a:spcPts val="0"/>
              </a:spcAft>
              <a:buSzPts val="3400"/>
              <a:buNone/>
              <a:defRPr>
                <a:latin typeface="Asap"/>
                <a:ea typeface="Asap"/>
                <a:cs typeface="Asap"/>
                <a:sym typeface="Asap"/>
              </a:defRPr>
            </a:lvl2pPr>
            <a:lvl3pPr lvl="2">
              <a:spcBef>
                <a:spcPts val="0"/>
              </a:spcBef>
              <a:spcAft>
                <a:spcPts val="0"/>
              </a:spcAft>
              <a:buSzPts val="3400"/>
              <a:buNone/>
              <a:defRPr>
                <a:latin typeface="Asap"/>
                <a:ea typeface="Asap"/>
                <a:cs typeface="Asap"/>
                <a:sym typeface="Asap"/>
              </a:defRPr>
            </a:lvl3pPr>
            <a:lvl4pPr lvl="3">
              <a:spcBef>
                <a:spcPts val="0"/>
              </a:spcBef>
              <a:spcAft>
                <a:spcPts val="0"/>
              </a:spcAft>
              <a:buSzPts val="3400"/>
              <a:buNone/>
              <a:defRPr>
                <a:latin typeface="Asap"/>
                <a:ea typeface="Asap"/>
                <a:cs typeface="Asap"/>
                <a:sym typeface="Asap"/>
              </a:defRPr>
            </a:lvl4pPr>
            <a:lvl5pPr lvl="4">
              <a:spcBef>
                <a:spcPts val="0"/>
              </a:spcBef>
              <a:spcAft>
                <a:spcPts val="0"/>
              </a:spcAft>
              <a:buSzPts val="3400"/>
              <a:buNone/>
              <a:defRPr>
                <a:latin typeface="Asap"/>
                <a:ea typeface="Asap"/>
                <a:cs typeface="Asap"/>
                <a:sym typeface="Asap"/>
              </a:defRPr>
            </a:lvl5pPr>
            <a:lvl6pPr lvl="5">
              <a:spcBef>
                <a:spcPts val="0"/>
              </a:spcBef>
              <a:spcAft>
                <a:spcPts val="0"/>
              </a:spcAft>
              <a:buSzPts val="3400"/>
              <a:buNone/>
              <a:defRPr>
                <a:latin typeface="Asap"/>
                <a:ea typeface="Asap"/>
                <a:cs typeface="Asap"/>
                <a:sym typeface="Asap"/>
              </a:defRPr>
            </a:lvl6pPr>
            <a:lvl7pPr lvl="6">
              <a:spcBef>
                <a:spcPts val="0"/>
              </a:spcBef>
              <a:spcAft>
                <a:spcPts val="0"/>
              </a:spcAft>
              <a:buSzPts val="3400"/>
              <a:buNone/>
              <a:defRPr>
                <a:latin typeface="Asap"/>
                <a:ea typeface="Asap"/>
                <a:cs typeface="Asap"/>
                <a:sym typeface="Asap"/>
              </a:defRPr>
            </a:lvl7pPr>
            <a:lvl8pPr lvl="7">
              <a:spcBef>
                <a:spcPts val="0"/>
              </a:spcBef>
              <a:spcAft>
                <a:spcPts val="0"/>
              </a:spcAft>
              <a:buSzPts val="3400"/>
              <a:buNone/>
              <a:defRPr>
                <a:latin typeface="Asap"/>
                <a:ea typeface="Asap"/>
                <a:cs typeface="Asap"/>
                <a:sym typeface="Asap"/>
              </a:defRPr>
            </a:lvl8pPr>
            <a:lvl9pPr lvl="8">
              <a:spcBef>
                <a:spcPts val="0"/>
              </a:spcBef>
              <a:spcAft>
                <a:spcPts val="0"/>
              </a:spcAft>
              <a:buSzPts val="3400"/>
              <a:buNone/>
              <a:defRPr>
                <a:latin typeface="Asap"/>
                <a:ea typeface="Asap"/>
                <a:cs typeface="Asap"/>
                <a:sym typeface="Asap"/>
              </a:defRPr>
            </a:lvl9pPr>
          </a:lstStyle>
          <a:p/>
        </p:txBody>
      </p:sp>
      <p:sp>
        <p:nvSpPr>
          <p:cNvPr id="1228" name="Google Shape;1228;p26"/>
          <p:cNvSpPr txBox="1"/>
          <p:nvPr>
            <p:ph idx="4" type="subTitle"/>
          </p:nvPr>
        </p:nvSpPr>
        <p:spPr>
          <a:xfrm>
            <a:off x="3999459" y="2174601"/>
            <a:ext cx="2321400" cy="5727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grpSp>
        <p:nvGrpSpPr>
          <p:cNvPr id="1229" name="Google Shape;1229;p26"/>
          <p:cNvGrpSpPr/>
          <p:nvPr/>
        </p:nvGrpSpPr>
        <p:grpSpPr>
          <a:xfrm flipH="1">
            <a:off x="604591" y="1343012"/>
            <a:ext cx="2889683" cy="3889979"/>
            <a:chOff x="3074425" y="836100"/>
            <a:chExt cx="1472075" cy="1981650"/>
          </a:xfrm>
        </p:grpSpPr>
        <p:sp>
          <p:nvSpPr>
            <p:cNvPr id="1230" name="Google Shape;1230;p26"/>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6"/>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6"/>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6"/>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6"/>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6"/>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6"/>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6"/>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8" name="Google Shape;1238;p26"/>
          <p:cNvGrpSpPr/>
          <p:nvPr/>
        </p:nvGrpSpPr>
        <p:grpSpPr>
          <a:xfrm flipH="1">
            <a:off x="7540304" y="461100"/>
            <a:ext cx="2222252" cy="4838326"/>
            <a:chOff x="1622025" y="238125"/>
            <a:chExt cx="746825" cy="1626000"/>
          </a:xfrm>
        </p:grpSpPr>
        <p:sp>
          <p:nvSpPr>
            <p:cNvPr id="1239" name="Google Shape;1239;p26"/>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6"/>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6"/>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6"/>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6"/>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4" name="Google Shape;1244;p26"/>
          <p:cNvGrpSpPr/>
          <p:nvPr/>
        </p:nvGrpSpPr>
        <p:grpSpPr>
          <a:xfrm>
            <a:off x="3842313" y="1495402"/>
            <a:ext cx="3508289" cy="3889979"/>
            <a:chOff x="3074425" y="836100"/>
            <a:chExt cx="1863732" cy="1981650"/>
          </a:xfrm>
        </p:grpSpPr>
        <p:sp>
          <p:nvSpPr>
            <p:cNvPr id="1245" name="Google Shape;1245;p26"/>
            <p:cNvSpPr/>
            <p:nvPr/>
          </p:nvSpPr>
          <p:spPr>
            <a:xfrm>
              <a:off x="4381317" y="1606358"/>
              <a:ext cx="556840" cy="1211366"/>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6"/>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6"/>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6"/>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6"/>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6"/>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6"/>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6"/>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3" name="Google Shape;1253;p26"/>
          <p:cNvGrpSpPr/>
          <p:nvPr/>
        </p:nvGrpSpPr>
        <p:grpSpPr>
          <a:xfrm flipH="1">
            <a:off x="-13955" y="526122"/>
            <a:ext cx="3508278" cy="4091243"/>
            <a:chOff x="2338828" y="880300"/>
            <a:chExt cx="3508278" cy="4091243"/>
          </a:xfrm>
        </p:grpSpPr>
        <p:sp>
          <p:nvSpPr>
            <p:cNvPr id="1254" name="Google Shape;1254;p26"/>
            <p:cNvSpPr/>
            <p:nvPr/>
          </p:nvSpPr>
          <p:spPr>
            <a:xfrm>
              <a:off x="2628617" y="1253859"/>
              <a:ext cx="2828530" cy="417150"/>
            </a:xfrm>
            <a:custGeom>
              <a:rect b="b" l="l" r="r" t="t"/>
              <a:pathLst>
                <a:path extrusionOk="0" fill="none" h="6623" w="44908">
                  <a:moveTo>
                    <a:pt x="1" y="6623"/>
                  </a:moveTo>
                  <a:lnTo>
                    <a:pt x="5071" y="1"/>
                  </a:lnTo>
                  <a:lnTo>
                    <a:pt x="44908" y="1"/>
                  </a:lnTo>
                  <a:lnTo>
                    <a:pt x="44908" y="6623"/>
                  </a:lnTo>
                  <a:close/>
                </a:path>
              </a:pathLst>
            </a:custGeom>
            <a:noFill/>
            <a:ln cap="flat" cmpd="sng" w="1237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6"/>
            <p:cNvSpPr/>
            <p:nvPr/>
          </p:nvSpPr>
          <p:spPr>
            <a:xfrm>
              <a:off x="2960354" y="1262929"/>
              <a:ext cx="301383" cy="403986"/>
            </a:xfrm>
            <a:custGeom>
              <a:rect b="b" l="l" r="r" t="t"/>
              <a:pathLst>
                <a:path extrusionOk="0" fill="none" h="6414" w="4785">
                  <a:moveTo>
                    <a:pt x="0" y="0"/>
                  </a:moveTo>
                  <a:lnTo>
                    <a:pt x="4784" y="6414"/>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6"/>
            <p:cNvSpPr/>
            <p:nvPr/>
          </p:nvSpPr>
          <p:spPr>
            <a:xfrm>
              <a:off x="2960354" y="1253859"/>
              <a:ext cx="301383" cy="413056"/>
            </a:xfrm>
            <a:custGeom>
              <a:rect b="b" l="l" r="r" t="t"/>
              <a:pathLst>
                <a:path extrusionOk="0" fill="none" h="6558" w="4785">
                  <a:moveTo>
                    <a:pt x="4784" y="1"/>
                  </a:moveTo>
                  <a:lnTo>
                    <a:pt x="0" y="655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6"/>
            <p:cNvSpPr/>
            <p:nvPr/>
          </p:nvSpPr>
          <p:spPr>
            <a:xfrm>
              <a:off x="2789542" y="1460762"/>
              <a:ext cx="162627" cy="206969"/>
            </a:xfrm>
            <a:custGeom>
              <a:rect b="b" l="l" r="r" t="t"/>
              <a:pathLst>
                <a:path extrusionOk="0" fill="none" h="3286" w="2582">
                  <a:moveTo>
                    <a:pt x="1" y="1"/>
                  </a:moveTo>
                  <a:lnTo>
                    <a:pt x="2582" y="3286"/>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6"/>
            <p:cNvSpPr/>
            <p:nvPr/>
          </p:nvSpPr>
          <p:spPr>
            <a:xfrm>
              <a:off x="3273952" y="1262929"/>
              <a:ext cx="301383" cy="404805"/>
            </a:xfrm>
            <a:custGeom>
              <a:rect b="b" l="l" r="r" t="t"/>
              <a:pathLst>
                <a:path extrusionOk="0" fill="none" h="6427" w="4785">
                  <a:moveTo>
                    <a:pt x="1" y="0"/>
                  </a:moveTo>
                  <a:lnTo>
                    <a:pt x="4785" y="6427"/>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6"/>
            <p:cNvSpPr/>
            <p:nvPr/>
          </p:nvSpPr>
          <p:spPr>
            <a:xfrm>
              <a:off x="3273952" y="1253859"/>
              <a:ext cx="301383" cy="413874"/>
            </a:xfrm>
            <a:custGeom>
              <a:rect b="b" l="l" r="r" t="t"/>
              <a:pathLst>
                <a:path extrusionOk="0" fill="none" h="6571" w="4785">
                  <a:moveTo>
                    <a:pt x="4785" y="1"/>
                  </a:moveTo>
                  <a:lnTo>
                    <a:pt x="1" y="657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6"/>
            <p:cNvSpPr/>
            <p:nvPr/>
          </p:nvSpPr>
          <p:spPr>
            <a:xfrm>
              <a:off x="3587612" y="1264566"/>
              <a:ext cx="301383" cy="404805"/>
            </a:xfrm>
            <a:custGeom>
              <a:rect b="b" l="l" r="r" t="t"/>
              <a:pathLst>
                <a:path extrusionOk="0" fill="none" h="6427" w="4785">
                  <a:moveTo>
                    <a:pt x="0" y="0"/>
                  </a:moveTo>
                  <a:lnTo>
                    <a:pt x="4784" y="6427"/>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6"/>
            <p:cNvSpPr/>
            <p:nvPr/>
          </p:nvSpPr>
          <p:spPr>
            <a:xfrm>
              <a:off x="3587612" y="1256316"/>
              <a:ext cx="301383" cy="413056"/>
            </a:xfrm>
            <a:custGeom>
              <a:rect b="b" l="l" r="r" t="t"/>
              <a:pathLst>
                <a:path extrusionOk="0" fill="none" h="6558" w="4785">
                  <a:moveTo>
                    <a:pt x="4784" y="1"/>
                  </a:moveTo>
                  <a:lnTo>
                    <a:pt x="0" y="655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6"/>
            <p:cNvSpPr/>
            <p:nvPr/>
          </p:nvSpPr>
          <p:spPr>
            <a:xfrm>
              <a:off x="3901209" y="1264566"/>
              <a:ext cx="301383" cy="404805"/>
            </a:xfrm>
            <a:custGeom>
              <a:rect b="b" l="l" r="r" t="t"/>
              <a:pathLst>
                <a:path extrusionOk="0" fill="none" h="6427" w="4785">
                  <a:moveTo>
                    <a:pt x="1" y="0"/>
                  </a:moveTo>
                  <a:lnTo>
                    <a:pt x="4785" y="6427"/>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6"/>
            <p:cNvSpPr/>
            <p:nvPr/>
          </p:nvSpPr>
          <p:spPr>
            <a:xfrm>
              <a:off x="3901209" y="1256316"/>
              <a:ext cx="301383" cy="413056"/>
            </a:xfrm>
            <a:custGeom>
              <a:rect b="b" l="l" r="r" t="t"/>
              <a:pathLst>
                <a:path extrusionOk="0" fill="none" h="6558" w="4785">
                  <a:moveTo>
                    <a:pt x="4785" y="1"/>
                  </a:moveTo>
                  <a:lnTo>
                    <a:pt x="1" y="655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6"/>
            <p:cNvSpPr/>
            <p:nvPr/>
          </p:nvSpPr>
          <p:spPr>
            <a:xfrm>
              <a:off x="4214870" y="1263748"/>
              <a:ext cx="301383" cy="404805"/>
            </a:xfrm>
            <a:custGeom>
              <a:rect b="b" l="l" r="r" t="t"/>
              <a:pathLst>
                <a:path extrusionOk="0" fill="none" h="6427" w="4785">
                  <a:moveTo>
                    <a:pt x="0" y="0"/>
                  </a:moveTo>
                  <a:lnTo>
                    <a:pt x="4784" y="6427"/>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6"/>
            <p:cNvSpPr/>
            <p:nvPr/>
          </p:nvSpPr>
          <p:spPr>
            <a:xfrm>
              <a:off x="4214870" y="1254678"/>
              <a:ext cx="301383" cy="413874"/>
            </a:xfrm>
            <a:custGeom>
              <a:rect b="b" l="l" r="r" t="t"/>
              <a:pathLst>
                <a:path extrusionOk="0" fill="none" h="6571" w="4785">
                  <a:moveTo>
                    <a:pt x="4784" y="1"/>
                  </a:moveTo>
                  <a:lnTo>
                    <a:pt x="0" y="657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6"/>
            <p:cNvSpPr/>
            <p:nvPr/>
          </p:nvSpPr>
          <p:spPr>
            <a:xfrm>
              <a:off x="4528467" y="1263748"/>
              <a:ext cx="301383" cy="404805"/>
            </a:xfrm>
            <a:custGeom>
              <a:rect b="b" l="l" r="r" t="t"/>
              <a:pathLst>
                <a:path extrusionOk="0" fill="none" h="6427" w="4785">
                  <a:moveTo>
                    <a:pt x="1" y="0"/>
                  </a:moveTo>
                  <a:lnTo>
                    <a:pt x="4785" y="6427"/>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6"/>
            <p:cNvSpPr/>
            <p:nvPr/>
          </p:nvSpPr>
          <p:spPr>
            <a:xfrm>
              <a:off x="4528467" y="1254678"/>
              <a:ext cx="301383" cy="413874"/>
            </a:xfrm>
            <a:custGeom>
              <a:rect b="b" l="l" r="r" t="t"/>
              <a:pathLst>
                <a:path extrusionOk="0" fill="none" h="6571" w="4785">
                  <a:moveTo>
                    <a:pt x="4785" y="1"/>
                  </a:moveTo>
                  <a:lnTo>
                    <a:pt x="1" y="657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6"/>
            <p:cNvSpPr/>
            <p:nvPr/>
          </p:nvSpPr>
          <p:spPr>
            <a:xfrm>
              <a:off x="4842127" y="1266204"/>
              <a:ext cx="301383" cy="403986"/>
            </a:xfrm>
            <a:custGeom>
              <a:rect b="b" l="l" r="r" t="t"/>
              <a:pathLst>
                <a:path extrusionOk="0" fill="none" h="6414" w="4785">
                  <a:moveTo>
                    <a:pt x="0" y="0"/>
                  </a:moveTo>
                  <a:lnTo>
                    <a:pt x="4784" y="6414"/>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6"/>
            <p:cNvSpPr/>
            <p:nvPr/>
          </p:nvSpPr>
          <p:spPr>
            <a:xfrm>
              <a:off x="4842127" y="1257134"/>
              <a:ext cx="301383" cy="413056"/>
            </a:xfrm>
            <a:custGeom>
              <a:rect b="b" l="l" r="r" t="t"/>
              <a:pathLst>
                <a:path extrusionOk="0" fill="none" h="6558" w="4785">
                  <a:moveTo>
                    <a:pt x="4784" y="1"/>
                  </a:moveTo>
                  <a:lnTo>
                    <a:pt x="0" y="655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6"/>
            <p:cNvSpPr/>
            <p:nvPr/>
          </p:nvSpPr>
          <p:spPr>
            <a:xfrm>
              <a:off x="5155725" y="1266204"/>
              <a:ext cx="301383" cy="403986"/>
            </a:xfrm>
            <a:custGeom>
              <a:rect b="b" l="l" r="r" t="t"/>
              <a:pathLst>
                <a:path extrusionOk="0" fill="none" h="6414" w="4785">
                  <a:moveTo>
                    <a:pt x="1" y="0"/>
                  </a:moveTo>
                  <a:lnTo>
                    <a:pt x="4785" y="6414"/>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6"/>
            <p:cNvSpPr/>
            <p:nvPr/>
          </p:nvSpPr>
          <p:spPr>
            <a:xfrm>
              <a:off x="5155725" y="1257134"/>
              <a:ext cx="301383" cy="413056"/>
            </a:xfrm>
            <a:custGeom>
              <a:rect b="b" l="l" r="r" t="t"/>
              <a:pathLst>
                <a:path extrusionOk="0" fill="none" h="6558" w="4785">
                  <a:moveTo>
                    <a:pt x="4785" y="1"/>
                  </a:moveTo>
                  <a:lnTo>
                    <a:pt x="1" y="655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6"/>
            <p:cNvSpPr/>
            <p:nvPr/>
          </p:nvSpPr>
          <p:spPr>
            <a:xfrm>
              <a:off x="5652479" y="1267023"/>
              <a:ext cx="194624" cy="190530"/>
            </a:xfrm>
            <a:custGeom>
              <a:rect b="b" l="l" r="r" t="t"/>
              <a:pathLst>
                <a:path extrusionOk="0" fill="none" h="3025" w="3090">
                  <a:moveTo>
                    <a:pt x="0" y="0"/>
                  </a:moveTo>
                  <a:lnTo>
                    <a:pt x="3090" y="3025"/>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6"/>
            <p:cNvSpPr/>
            <p:nvPr/>
          </p:nvSpPr>
          <p:spPr>
            <a:xfrm>
              <a:off x="5652479" y="1450937"/>
              <a:ext cx="194624" cy="220070"/>
            </a:xfrm>
            <a:custGeom>
              <a:rect b="b" l="l" r="r" t="t"/>
              <a:pathLst>
                <a:path extrusionOk="0" fill="none" h="3494" w="3090">
                  <a:moveTo>
                    <a:pt x="3090" y="0"/>
                  </a:moveTo>
                  <a:lnTo>
                    <a:pt x="0" y="3494"/>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6"/>
            <p:cNvSpPr/>
            <p:nvPr/>
          </p:nvSpPr>
          <p:spPr>
            <a:xfrm>
              <a:off x="5457040" y="1263748"/>
              <a:ext cx="195505" cy="199536"/>
            </a:xfrm>
            <a:custGeom>
              <a:rect b="b" l="l" r="r" t="t"/>
              <a:pathLst>
                <a:path extrusionOk="0" fill="none" h="3168" w="3104">
                  <a:moveTo>
                    <a:pt x="3103" y="0"/>
                  </a:moveTo>
                  <a:lnTo>
                    <a:pt x="1" y="316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6"/>
            <p:cNvSpPr/>
            <p:nvPr/>
          </p:nvSpPr>
          <p:spPr>
            <a:xfrm>
              <a:off x="5457040" y="1463219"/>
              <a:ext cx="195505" cy="207788"/>
            </a:xfrm>
            <a:custGeom>
              <a:rect b="b" l="l" r="r" t="t"/>
              <a:pathLst>
                <a:path extrusionOk="0" fill="none" h="3299" w="3104">
                  <a:moveTo>
                    <a:pt x="1" y="1"/>
                  </a:moveTo>
                  <a:lnTo>
                    <a:pt x="3103" y="329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6"/>
            <p:cNvSpPr/>
            <p:nvPr/>
          </p:nvSpPr>
          <p:spPr>
            <a:xfrm>
              <a:off x="5457040" y="1253859"/>
              <a:ext cx="390066" cy="417150"/>
            </a:xfrm>
            <a:custGeom>
              <a:rect b="b" l="l" r="r" t="t"/>
              <a:pathLst>
                <a:path extrusionOk="0" fill="none" h="6623" w="6193">
                  <a:moveTo>
                    <a:pt x="1" y="1"/>
                  </a:moveTo>
                  <a:lnTo>
                    <a:pt x="6193" y="1"/>
                  </a:lnTo>
                  <a:lnTo>
                    <a:pt x="6193" y="6623"/>
                  </a:lnTo>
                  <a:lnTo>
                    <a:pt x="1" y="6623"/>
                  </a:lnTo>
                  <a:close/>
                </a:path>
              </a:pathLst>
            </a:custGeom>
            <a:noFill/>
            <a:ln cap="flat" cmpd="sng" w="1237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6"/>
            <p:cNvSpPr/>
            <p:nvPr/>
          </p:nvSpPr>
          <p:spPr>
            <a:xfrm>
              <a:off x="5077750" y="1670940"/>
              <a:ext cx="267686" cy="3300603"/>
            </a:xfrm>
            <a:custGeom>
              <a:rect b="b" l="l" r="r" t="t"/>
              <a:pathLst>
                <a:path extrusionOk="0" fill="none" h="52403" w="4250">
                  <a:moveTo>
                    <a:pt x="4250" y="52403"/>
                  </a:moveTo>
                  <a:lnTo>
                    <a:pt x="0" y="52403"/>
                  </a:lnTo>
                  <a:lnTo>
                    <a:pt x="0" y="1"/>
                  </a:lnTo>
                  <a:lnTo>
                    <a:pt x="4250" y="1"/>
                  </a:lnTo>
                  <a:close/>
                </a:path>
              </a:pathLst>
            </a:custGeom>
            <a:noFill/>
            <a:ln cap="flat" cmpd="sng" w="1237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6"/>
            <p:cNvSpPr/>
            <p:nvPr/>
          </p:nvSpPr>
          <p:spPr>
            <a:xfrm>
              <a:off x="5083482" y="4253921"/>
              <a:ext cx="259498" cy="353913"/>
            </a:xfrm>
            <a:custGeom>
              <a:rect b="b" l="l" r="r" t="t"/>
              <a:pathLst>
                <a:path extrusionOk="0" fill="none" h="5619" w="4120">
                  <a:moveTo>
                    <a:pt x="1" y="5618"/>
                  </a:moveTo>
                  <a:lnTo>
                    <a:pt x="4120"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6"/>
            <p:cNvSpPr/>
            <p:nvPr/>
          </p:nvSpPr>
          <p:spPr>
            <a:xfrm>
              <a:off x="5077750" y="4253921"/>
              <a:ext cx="265230" cy="353913"/>
            </a:xfrm>
            <a:custGeom>
              <a:rect b="b" l="l" r="r" t="t"/>
              <a:pathLst>
                <a:path extrusionOk="0" fill="none" h="5619" w="4211">
                  <a:moveTo>
                    <a:pt x="0" y="0"/>
                  </a:moveTo>
                  <a:lnTo>
                    <a:pt x="4211" y="561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6"/>
            <p:cNvSpPr/>
            <p:nvPr/>
          </p:nvSpPr>
          <p:spPr>
            <a:xfrm>
              <a:off x="5083482" y="4613498"/>
              <a:ext cx="259498" cy="354732"/>
            </a:xfrm>
            <a:custGeom>
              <a:rect b="b" l="l" r="r" t="t"/>
              <a:pathLst>
                <a:path extrusionOk="0" fill="none" h="5632" w="4120">
                  <a:moveTo>
                    <a:pt x="1" y="5632"/>
                  </a:moveTo>
                  <a:lnTo>
                    <a:pt x="4120"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6"/>
            <p:cNvSpPr/>
            <p:nvPr/>
          </p:nvSpPr>
          <p:spPr>
            <a:xfrm>
              <a:off x="5077750" y="4613498"/>
              <a:ext cx="265230" cy="354732"/>
            </a:xfrm>
            <a:custGeom>
              <a:rect b="b" l="l" r="r" t="t"/>
              <a:pathLst>
                <a:path extrusionOk="0" fill="none" h="5632" w="4211">
                  <a:moveTo>
                    <a:pt x="0" y="1"/>
                  </a:moveTo>
                  <a:lnTo>
                    <a:pt x="4211"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6"/>
            <p:cNvSpPr/>
            <p:nvPr/>
          </p:nvSpPr>
          <p:spPr>
            <a:xfrm>
              <a:off x="5083482" y="3884456"/>
              <a:ext cx="259498" cy="354732"/>
            </a:xfrm>
            <a:custGeom>
              <a:rect b="b" l="l" r="r" t="t"/>
              <a:pathLst>
                <a:path extrusionOk="0" fill="none" h="5632" w="4120">
                  <a:moveTo>
                    <a:pt x="1" y="5631"/>
                  </a:moveTo>
                  <a:lnTo>
                    <a:pt x="4120"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6"/>
            <p:cNvSpPr/>
            <p:nvPr/>
          </p:nvSpPr>
          <p:spPr>
            <a:xfrm>
              <a:off x="5077750" y="3884456"/>
              <a:ext cx="265230" cy="354732"/>
            </a:xfrm>
            <a:custGeom>
              <a:rect b="b" l="l" r="r" t="t"/>
              <a:pathLst>
                <a:path extrusionOk="0" fill="none" h="5632" w="4211">
                  <a:moveTo>
                    <a:pt x="0" y="0"/>
                  </a:moveTo>
                  <a:lnTo>
                    <a:pt x="4211" y="563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6"/>
            <p:cNvSpPr/>
            <p:nvPr/>
          </p:nvSpPr>
          <p:spPr>
            <a:xfrm>
              <a:off x="5084301" y="3515810"/>
              <a:ext cx="260317" cy="353913"/>
            </a:xfrm>
            <a:custGeom>
              <a:rect b="b" l="l" r="r" t="t"/>
              <a:pathLst>
                <a:path extrusionOk="0" fill="none" h="5619" w="4133">
                  <a:moveTo>
                    <a:pt x="1" y="5619"/>
                  </a:moveTo>
                  <a:lnTo>
                    <a:pt x="4133"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26"/>
            <p:cNvSpPr/>
            <p:nvPr/>
          </p:nvSpPr>
          <p:spPr>
            <a:xfrm>
              <a:off x="5078569" y="3515810"/>
              <a:ext cx="266049" cy="353913"/>
            </a:xfrm>
            <a:custGeom>
              <a:rect b="b" l="l" r="r" t="t"/>
              <a:pathLst>
                <a:path extrusionOk="0" fill="none" h="5619" w="4224">
                  <a:moveTo>
                    <a:pt x="0" y="0"/>
                  </a:moveTo>
                  <a:lnTo>
                    <a:pt x="4224"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6"/>
            <p:cNvSpPr/>
            <p:nvPr/>
          </p:nvSpPr>
          <p:spPr>
            <a:xfrm>
              <a:off x="5084301" y="3147163"/>
              <a:ext cx="260317" cy="353913"/>
            </a:xfrm>
            <a:custGeom>
              <a:rect b="b" l="l" r="r" t="t"/>
              <a:pathLst>
                <a:path extrusionOk="0" fill="none" h="5619" w="4133">
                  <a:moveTo>
                    <a:pt x="1" y="5619"/>
                  </a:moveTo>
                  <a:lnTo>
                    <a:pt x="4133"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6"/>
            <p:cNvSpPr/>
            <p:nvPr/>
          </p:nvSpPr>
          <p:spPr>
            <a:xfrm>
              <a:off x="5078569" y="3147163"/>
              <a:ext cx="266049" cy="353913"/>
            </a:xfrm>
            <a:custGeom>
              <a:rect b="b" l="l" r="r" t="t"/>
              <a:pathLst>
                <a:path extrusionOk="0" fill="none" h="5619" w="4224">
                  <a:moveTo>
                    <a:pt x="0" y="0"/>
                  </a:moveTo>
                  <a:lnTo>
                    <a:pt x="4224"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6"/>
            <p:cNvSpPr/>
            <p:nvPr/>
          </p:nvSpPr>
          <p:spPr>
            <a:xfrm>
              <a:off x="5084301" y="2777698"/>
              <a:ext cx="259498" cy="354732"/>
            </a:xfrm>
            <a:custGeom>
              <a:rect b="b" l="l" r="r" t="t"/>
              <a:pathLst>
                <a:path extrusionOk="0" fill="none" h="5632" w="4120">
                  <a:moveTo>
                    <a:pt x="1" y="5632"/>
                  </a:moveTo>
                  <a:lnTo>
                    <a:pt x="4120"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6"/>
            <p:cNvSpPr/>
            <p:nvPr/>
          </p:nvSpPr>
          <p:spPr>
            <a:xfrm>
              <a:off x="5078569" y="2777698"/>
              <a:ext cx="265230" cy="354732"/>
            </a:xfrm>
            <a:custGeom>
              <a:rect b="b" l="l" r="r" t="t"/>
              <a:pathLst>
                <a:path extrusionOk="0" fill="none" h="5632" w="4211">
                  <a:moveTo>
                    <a:pt x="0" y="0"/>
                  </a:moveTo>
                  <a:lnTo>
                    <a:pt x="4211"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26"/>
            <p:cNvSpPr/>
            <p:nvPr/>
          </p:nvSpPr>
          <p:spPr>
            <a:xfrm>
              <a:off x="5084301" y="2409052"/>
              <a:ext cx="259498" cy="353913"/>
            </a:xfrm>
            <a:custGeom>
              <a:rect b="b" l="l" r="r" t="t"/>
              <a:pathLst>
                <a:path extrusionOk="0" fill="none" h="5619" w="4120">
                  <a:moveTo>
                    <a:pt x="1" y="5619"/>
                  </a:moveTo>
                  <a:lnTo>
                    <a:pt x="4120"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6"/>
            <p:cNvSpPr/>
            <p:nvPr/>
          </p:nvSpPr>
          <p:spPr>
            <a:xfrm>
              <a:off x="5078569" y="2409052"/>
              <a:ext cx="265230" cy="353913"/>
            </a:xfrm>
            <a:custGeom>
              <a:rect b="b" l="l" r="r" t="t"/>
              <a:pathLst>
                <a:path extrusionOk="0" fill="none" h="5619" w="4211">
                  <a:moveTo>
                    <a:pt x="0" y="1"/>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6"/>
            <p:cNvSpPr/>
            <p:nvPr/>
          </p:nvSpPr>
          <p:spPr>
            <a:xfrm>
              <a:off x="5085120" y="2040406"/>
              <a:ext cx="259498" cy="353913"/>
            </a:xfrm>
            <a:custGeom>
              <a:rect b="b" l="l" r="r" t="t"/>
              <a:pathLst>
                <a:path extrusionOk="0" fill="none" h="5619" w="4120">
                  <a:moveTo>
                    <a:pt x="1" y="5619"/>
                  </a:moveTo>
                  <a:lnTo>
                    <a:pt x="4120"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6"/>
            <p:cNvSpPr/>
            <p:nvPr/>
          </p:nvSpPr>
          <p:spPr>
            <a:xfrm>
              <a:off x="5079388" y="2040406"/>
              <a:ext cx="265230" cy="353913"/>
            </a:xfrm>
            <a:custGeom>
              <a:rect b="b" l="l" r="r" t="t"/>
              <a:pathLst>
                <a:path extrusionOk="0" fill="none" h="5619" w="4211">
                  <a:moveTo>
                    <a:pt x="0" y="1"/>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6"/>
            <p:cNvSpPr/>
            <p:nvPr/>
          </p:nvSpPr>
          <p:spPr>
            <a:xfrm>
              <a:off x="5085120" y="1670940"/>
              <a:ext cx="260317" cy="354795"/>
            </a:xfrm>
            <a:custGeom>
              <a:rect b="b" l="l" r="r" t="t"/>
              <a:pathLst>
                <a:path extrusionOk="0" fill="none" h="5633" w="4133">
                  <a:moveTo>
                    <a:pt x="1" y="5632"/>
                  </a:moveTo>
                  <a:lnTo>
                    <a:pt x="4133"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6"/>
            <p:cNvSpPr/>
            <p:nvPr/>
          </p:nvSpPr>
          <p:spPr>
            <a:xfrm>
              <a:off x="5079388" y="1670940"/>
              <a:ext cx="266049" cy="354795"/>
            </a:xfrm>
            <a:custGeom>
              <a:rect b="b" l="l" r="r" t="t"/>
              <a:pathLst>
                <a:path extrusionOk="0" fill="none" h="5633" w="4224">
                  <a:moveTo>
                    <a:pt x="0" y="1"/>
                  </a:moveTo>
                  <a:lnTo>
                    <a:pt x="4224"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6"/>
            <p:cNvSpPr/>
            <p:nvPr/>
          </p:nvSpPr>
          <p:spPr>
            <a:xfrm>
              <a:off x="5341275" y="1671759"/>
              <a:ext cx="268568" cy="3299784"/>
            </a:xfrm>
            <a:custGeom>
              <a:rect b="b" l="l" r="r" t="t"/>
              <a:pathLst>
                <a:path extrusionOk="0" fill="none" h="52390" w="4264">
                  <a:moveTo>
                    <a:pt x="4263" y="52390"/>
                  </a:moveTo>
                  <a:lnTo>
                    <a:pt x="1" y="52390"/>
                  </a:lnTo>
                  <a:lnTo>
                    <a:pt x="1" y="1"/>
                  </a:lnTo>
                  <a:lnTo>
                    <a:pt x="4263" y="1"/>
                  </a:lnTo>
                  <a:close/>
                </a:path>
              </a:pathLst>
            </a:custGeom>
            <a:noFill/>
            <a:ln cap="flat" cmpd="sng" w="1237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6"/>
            <p:cNvSpPr/>
            <p:nvPr/>
          </p:nvSpPr>
          <p:spPr>
            <a:xfrm>
              <a:off x="5347070" y="4253921"/>
              <a:ext cx="260317" cy="353913"/>
            </a:xfrm>
            <a:custGeom>
              <a:rect b="b" l="l" r="r" t="t"/>
              <a:pathLst>
                <a:path extrusionOk="0" fill="none" h="5619" w="4133">
                  <a:moveTo>
                    <a:pt x="0" y="5618"/>
                  </a:moveTo>
                  <a:lnTo>
                    <a:pt x="4132"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6"/>
            <p:cNvSpPr/>
            <p:nvPr/>
          </p:nvSpPr>
          <p:spPr>
            <a:xfrm>
              <a:off x="5341275" y="4253921"/>
              <a:ext cx="266112" cy="353913"/>
            </a:xfrm>
            <a:custGeom>
              <a:rect b="b" l="l" r="r" t="t"/>
              <a:pathLst>
                <a:path extrusionOk="0" fill="none" h="5619" w="4225">
                  <a:moveTo>
                    <a:pt x="1" y="0"/>
                  </a:moveTo>
                  <a:lnTo>
                    <a:pt x="4224" y="561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6"/>
            <p:cNvSpPr/>
            <p:nvPr/>
          </p:nvSpPr>
          <p:spPr>
            <a:xfrm>
              <a:off x="5347070" y="4613498"/>
              <a:ext cx="260317" cy="354732"/>
            </a:xfrm>
            <a:custGeom>
              <a:rect b="b" l="l" r="r" t="t"/>
              <a:pathLst>
                <a:path extrusionOk="0" fill="none" h="5632" w="4133">
                  <a:moveTo>
                    <a:pt x="0" y="5632"/>
                  </a:moveTo>
                  <a:lnTo>
                    <a:pt x="4132"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6"/>
            <p:cNvSpPr/>
            <p:nvPr/>
          </p:nvSpPr>
          <p:spPr>
            <a:xfrm>
              <a:off x="5341275" y="4613498"/>
              <a:ext cx="266112" cy="354732"/>
            </a:xfrm>
            <a:custGeom>
              <a:rect b="b" l="l" r="r" t="t"/>
              <a:pathLst>
                <a:path extrusionOk="0" fill="none" h="5632" w="4225">
                  <a:moveTo>
                    <a:pt x="1" y="1"/>
                  </a:moveTo>
                  <a:lnTo>
                    <a:pt x="4224"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6"/>
            <p:cNvSpPr/>
            <p:nvPr/>
          </p:nvSpPr>
          <p:spPr>
            <a:xfrm>
              <a:off x="5347070" y="3884456"/>
              <a:ext cx="260317" cy="354732"/>
            </a:xfrm>
            <a:custGeom>
              <a:rect b="b" l="l" r="r" t="t"/>
              <a:pathLst>
                <a:path extrusionOk="0" fill="none" h="5632" w="4133">
                  <a:moveTo>
                    <a:pt x="0" y="5631"/>
                  </a:moveTo>
                  <a:lnTo>
                    <a:pt x="4132"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6"/>
            <p:cNvSpPr/>
            <p:nvPr/>
          </p:nvSpPr>
          <p:spPr>
            <a:xfrm>
              <a:off x="5341275" y="3884456"/>
              <a:ext cx="266112" cy="354732"/>
            </a:xfrm>
            <a:custGeom>
              <a:rect b="b" l="l" r="r" t="t"/>
              <a:pathLst>
                <a:path extrusionOk="0" fill="none" h="5632" w="4225">
                  <a:moveTo>
                    <a:pt x="1" y="0"/>
                  </a:moveTo>
                  <a:lnTo>
                    <a:pt x="4224" y="563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6"/>
            <p:cNvSpPr/>
            <p:nvPr/>
          </p:nvSpPr>
          <p:spPr>
            <a:xfrm>
              <a:off x="5348708" y="3515810"/>
              <a:ext cx="259498" cy="353913"/>
            </a:xfrm>
            <a:custGeom>
              <a:rect b="b" l="l" r="r" t="t"/>
              <a:pathLst>
                <a:path extrusionOk="0" fill="none" h="5619" w="4120">
                  <a:moveTo>
                    <a:pt x="0" y="5619"/>
                  </a:moveTo>
                  <a:lnTo>
                    <a:pt x="4119"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6"/>
            <p:cNvSpPr/>
            <p:nvPr/>
          </p:nvSpPr>
          <p:spPr>
            <a:xfrm>
              <a:off x="5342913" y="3515810"/>
              <a:ext cx="265293" cy="353913"/>
            </a:xfrm>
            <a:custGeom>
              <a:rect b="b" l="l" r="r" t="t"/>
              <a:pathLst>
                <a:path extrusionOk="0" fill="none" h="5619" w="4212">
                  <a:moveTo>
                    <a:pt x="1" y="0"/>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6"/>
            <p:cNvSpPr/>
            <p:nvPr/>
          </p:nvSpPr>
          <p:spPr>
            <a:xfrm>
              <a:off x="5348708" y="3147163"/>
              <a:ext cx="259498" cy="353913"/>
            </a:xfrm>
            <a:custGeom>
              <a:rect b="b" l="l" r="r" t="t"/>
              <a:pathLst>
                <a:path extrusionOk="0" fill="none" h="5619" w="4120">
                  <a:moveTo>
                    <a:pt x="0" y="5619"/>
                  </a:moveTo>
                  <a:lnTo>
                    <a:pt x="4119"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6"/>
            <p:cNvSpPr/>
            <p:nvPr/>
          </p:nvSpPr>
          <p:spPr>
            <a:xfrm>
              <a:off x="5342913" y="3147163"/>
              <a:ext cx="265293" cy="353913"/>
            </a:xfrm>
            <a:custGeom>
              <a:rect b="b" l="l" r="r" t="t"/>
              <a:pathLst>
                <a:path extrusionOk="0" fill="none" h="5619" w="4212">
                  <a:moveTo>
                    <a:pt x="1" y="0"/>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6"/>
            <p:cNvSpPr/>
            <p:nvPr/>
          </p:nvSpPr>
          <p:spPr>
            <a:xfrm>
              <a:off x="5347889" y="2777698"/>
              <a:ext cx="259498" cy="354732"/>
            </a:xfrm>
            <a:custGeom>
              <a:rect b="b" l="l" r="r" t="t"/>
              <a:pathLst>
                <a:path extrusionOk="0" fill="none" h="5632" w="4120">
                  <a:moveTo>
                    <a:pt x="0" y="5632"/>
                  </a:moveTo>
                  <a:lnTo>
                    <a:pt x="4119"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6"/>
            <p:cNvSpPr/>
            <p:nvPr/>
          </p:nvSpPr>
          <p:spPr>
            <a:xfrm>
              <a:off x="5342094" y="2777698"/>
              <a:ext cx="265293" cy="354732"/>
            </a:xfrm>
            <a:custGeom>
              <a:rect b="b" l="l" r="r" t="t"/>
              <a:pathLst>
                <a:path extrusionOk="0" fill="none" h="5632" w="4212">
                  <a:moveTo>
                    <a:pt x="1" y="0"/>
                  </a:moveTo>
                  <a:lnTo>
                    <a:pt x="4211"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6"/>
            <p:cNvSpPr/>
            <p:nvPr/>
          </p:nvSpPr>
          <p:spPr>
            <a:xfrm>
              <a:off x="5347889" y="2409052"/>
              <a:ext cx="259498" cy="353913"/>
            </a:xfrm>
            <a:custGeom>
              <a:rect b="b" l="l" r="r" t="t"/>
              <a:pathLst>
                <a:path extrusionOk="0" fill="none" h="5619" w="4120">
                  <a:moveTo>
                    <a:pt x="0" y="5619"/>
                  </a:moveTo>
                  <a:lnTo>
                    <a:pt x="4119"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6"/>
            <p:cNvSpPr/>
            <p:nvPr/>
          </p:nvSpPr>
          <p:spPr>
            <a:xfrm>
              <a:off x="5342094" y="2409052"/>
              <a:ext cx="265293" cy="353913"/>
            </a:xfrm>
            <a:custGeom>
              <a:rect b="b" l="l" r="r" t="t"/>
              <a:pathLst>
                <a:path extrusionOk="0" fill="none" h="5619" w="4212">
                  <a:moveTo>
                    <a:pt x="1" y="1"/>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6"/>
            <p:cNvSpPr/>
            <p:nvPr/>
          </p:nvSpPr>
          <p:spPr>
            <a:xfrm>
              <a:off x="5349526" y="2040406"/>
              <a:ext cx="259498" cy="353913"/>
            </a:xfrm>
            <a:custGeom>
              <a:rect b="b" l="l" r="r" t="t"/>
              <a:pathLst>
                <a:path extrusionOk="0" fill="none" h="5619" w="4120">
                  <a:moveTo>
                    <a:pt x="0" y="5619"/>
                  </a:moveTo>
                  <a:lnTo>
                    <a:pt x="4119"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6"/>
            <p:cNvSpPr/>
            <p:nvPr/>
          </p:nvSpPr>
          <p:spPr>
            <a:xfrm>
              <a:off x="5343732" y="2040406"/>
              <a:ext cx="265293" cy="353913"/>
            </a:xfrm>
            <a:custGeom>
              <a:rect b="b" l="l" r="r" t="t"/>
              <a:pathLst>
                <a:path extrusionOk="0" fill="none" h="5619" w="4212">
                  <a:moveTo>
                    <a:pt x="1" y="1"/>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6"/>
            <p:cNvSpPr/>
            <p:nvPr/>
          </p:nvSpPr>
          <p:spPr>
            <a:xfrm>
              <a:off x="5349526" y="1670940"/>
              <a:ext cx="259498" cy="354795"/>
            </a:xfrm>
            <a:custGeom>
              <a:rect b="b" l="l" r="r" t="t"/>
              <a:pathLst>
                <a:path extrusionOk="0" fill="none" h="5633" w="4120">
                  <a:moveTo>
                    <a:pt x="0" y="5632"/>
                  </a:moveTo>
                  <a:lnTo>
                    <a:pt x="4119"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6"/>
            <p:cNvSpPr/>
            <p:nvPr/>
          </p:nvSpPr>
          <p:spPr>
            <a:xfrm>
              <a:off x="5343732" y="1670940"/>
              <a:ext cx="265293" cy="354795"/>
            </a:xfrm>
            <a:custGeom>
              <a:rect b="b" l="l" r="r" t="t"/>
              <a:pathLst>
                <a:path extrusionOk="0" fill="none" h="5633" w="4212">
                  <a:moveTo>
                    <a:pt x="1" y="1"/>
                  </a:moveTo>
                  <a:lnTo>
                    <a:pt x="4211"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6"/>
            <p:cNvSpPr/>
            <p:nvPr/>
          </p:nvSpPr>
          <p:spPr>
            <a:xfrm>
              <a:off x="5560523" y="880300"/>
              <a:ext cx="882" cy="215157"/>
            </a:xfrm>
            <a:custGeom>
              <a:rect b="b" l="l" r="r" t="t"/>
              <a:pathLst>
                <a:path extrusionOk="0" fill="none" h="3416" w="14">
                  <a:moveTo>
                    <a:pt x="0" y="3416"/>
                  </a:moveTo>
                  <a:lnTo>
                    <a:pt x="13" y="1"/>
                  </a:lnTo>
                </a:path>
              </a:pathLst>
            </a:custGeom>
            <a:solidFill>
              <a:schemeClr val="accent5"/>
            </a:solidFill>
            <a:ln cap="rnd"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6"/>
            <p:cNvSpPr/>
            <p:nvPr/>
          </p:nvSpPr>
          <p:spPr>
            <a:xfrm>
              <a:off x="3184451" y="881938"/>
              <a:ext cx="2373716" cy="370352"/>
            </a:xfrm>
            <a:custGeom>
              <a:rect b="b" l="l" r="r" t="t"/>
              <a:pathLst>
                <a:path extrusionOk="0" fill="none" h="5880" w="37687">
                  <a:moveTo>
                    <a:pt x="37686" y="1"/>
                  </a:moveTo>
                  <a:lnTo>
                    <a:pt x="1" y="5880"/>
                  </a:lnTo>
                </a:path>
              </a:pathLst>
            </a:custGeom>
            <a:solidFill>
              <a:schemeClr val="accent5"/>
            </a:solidFill>
            <a:ln cap="flat" cmpd="sng" w="422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6"/>
            <p:cNvSpPr/>
            <p:nvPr/>
          </p:nvSpPr>
          <p:spPr>
            <a:xfrm>
              <a:off x="5181170" y="880300"/>
              <a:ext cx="380240" cy="215157"/>
            </a:xfrm>
            <a:custGeom>
              <a:rect b="b" l="l" r="r" t="t"/>
              <a:pathLst>
                <a:path extrusionOk="0" fill="none" h="3416" w="6037">
                  <a:moveTo>
                    <a:pt x="1" y="3416"/>
                  </a:moveTo>
                  <a:lnTo>
                    <a:pt x="6036" y="1"/>
                  </a:lnTo>
                </a:path>
              </a:pathLst>
            </a:custGeom>
            <a:solidFill>
              <a:schemeClr val="accent5"/>
            </a:solidFill>
            <a:ln cap="rnd"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6"/>
            <p:cNvSpPr/>
            <p:nvPr/>
          </p:nvSpPr>
          <p:spPr>
            <a:xfrm>
              <a:off x="5092552" y="1078196"/>
              <a:ext cx="550930" cy="78038"/>
            </a:xfrm>
            <a:custGeom>
              <a:rect b="b" l="l" r="r" t="t"/>
              <a:pathLst>
                <a:path extrusionOk="0" h="1239" w="8747">
                  <a:moveTo>
                    <a:pt x="0" y="0"/>
                  </a:moveTo>
                  <a:lnTo>
                    <a:pt x="0" y="1239"/>
                  </a:lnTo>
                  <a:lnTo>
                    <a:pt x="8747" y="1239"/>
                  </a:lnTo>
                  <a:lnTo>
                    <a:pt x="8747" y="0"/>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6"/>
            <p:cNvSpPr/>
            <p:nvPr/>
          </p:nvSpPr>
          <p:spPr>
            <a:xfrm>
              <a:off x="4902025" y="1156171"/>
              <a:ext cx="811247" cy="78038"/>
            </a:xfrm>
            <a:custGeom>
              <a:rect b="b" l="l" r="r" t="t"/>
              <a:pathLst>
                <a:path extrusionOk="0" h="1239" w="12880">
                  <a:moveTo>
                    <a:pt x="1" y="1"/>
                  </a:moveTo>
                  <a:lnTo>
                    <a:pt x="1" y="1239"/>
                  </a:lnTo>
                  <a:lnTo>
                    <a:pt x="12880" y="1239"/>
                  </a:lnTo>
                  <a:lnTo>
                    <a:pt x="12880" y="1"/>
                  </a:lnTo>
                  <a:close/>
                </a:path>
              </a:pathLst>
            </a:custGeom>
            <a:solidFill>
              <a:srgbClr val="7575D3">
                <a:alpha val="530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6"/>
            <p:cNvSpPr/>
            <p:nvPr/>
          </p:nvSpPr>
          <p:spPr>
            <a:xfrm>
              <a:off x="2893024" y="1827771"/>
              <a:ext cx="316122" cy="110917"/>
            </a:xfrm>
            <a:custGeom>
              <a:rect b="b" l="l" r="r" t="t"/>
              <a:pathLst>
                <a:path extrusionOk="0" h="1761" w="5019">
                  <a:moveTo>
                    <a:pt x="0" y="1"/>
                  </a:moveTo>
                  <a:lnTo>
                    <a:pt x="0" y="1760"/>
                  </a:lnTo>
                  <a:lnTo>
                    <a:pt x="5019" y="1760"/>
                  </a:lnTo>
                  <a:lnTo>
                    <a:pt x="5019" y="1"/>
                  </a:lnTo>
                  <a:close/>
                </a:path>
              </a:pathLst>
            </a:custGeom>
            <a:solidFill>
              <a:srgbClr val="7575D3">
                <a:alpha val="530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6"/>
            <p:cNvSpPr/>
            <p:nvPr/>
          </p:nvSpPr>
          <p:spPr>
            <a:xfrm>
              <a:off x="2836339" y="1690654"/>
              <a:ext cx="405686" cy="137181"/>
            </a:xfrm>
            <a:custGeom>
              <a:rect b="b" l="l" r="r" t="t"/>
              <a:pathLst>
                <a:path extrusionOk="0" h="2178" w="6441">
                  <a:moveTo>
                    <a:pt x="1" y="1"/>
                  </a:moveTo>
                  <a:lnTo>
                    <a:pt x="1" y="2178"/>
                  </a:lnTo>
                  <a:lnTo>
                    <a:pt x="6440" y="2178"/>
                  </a:lnTo>
                  <a:lnTo>
                    <a:pt x="6440" y="1"/>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6"/>
            <p:cNvSpPr/>
            <p:nvPr/>
          </p:nvSpPr>
          <p:spPr>
            <a:xfrm>
              <a:off x="2619611" y="2112648"/>
              <a:ext cx="838330" cy="81377"/>
            </a:xfrm>
            <a:custGeom>
              <a:rect b="b" l="l" r="r" t="t"/>
              <a:pathLst>
                <a:path extrusionOk="0" fill="none" h="1292" w="13310">
                  <a:moveTo>
                    <a:pt x="13309" y="1291"/>
                  </a:moveTo>
                  <a:lnTo>
                    <a:pt x="6766" y="1"/>
                  </a:lnTo>
                  <a:lnTo>
                    <a:pt x="0" y="1239"/>
                  </a:lnTo>
                </a:path>
              </a:pathLst>
            </a:custGeom>
            <a:solidFill>
              <a:schemeClr val="accent5"/>
            </a:solidFill>
            <a:ln cap="flat" cmpd="sng" w="422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6"/>
            <p:cNvSpPr/>
            <p:nvPr/>
          </p:nvSpPr>
          <p:spPr>
            <a:xfrm>
              <a:off x="3000538" y="1895101"/>
              <a:ext cx="108460" cy="241422"/>
            </a:xfrm>
            <a:custGeom>
              <a:rect b="b" l="l" r="r" t="t"/>
              <a:pathLst>
                <a:path extrusionOk="0" fill="none" h="3833" w="1722">
                  <a:moveTo>
                    <a:pt x="731" y="0"/>
                  </a:moveTo>
                  <a:lnTo>
                    <a:pt x="731" y="1982"/>
                  </a:lnTo>
                  <a:cubicBezTo>
                    <a:pt x="731" y="1982"/>
                    <a:pt x="1721" y="2334"/>
                    <a:pt x="1343" y="3220"/>
                  </a:cubicBezTo>
                  <a:cubicBezTo>
                    <a:pt x="1083" y="3833"/>
                    <a:pt x="340" y="3781"/>
                    <a:pt x="1" y="3429"/>
                  </a:cubicBezTo>
                </a:path>
              </a:pathLst>
            </a:custGeom>
            <a:solidFill>
              <a:schemeClr val="accent5"/>
            </a:solidFill>
            <a:ln cap="rnd" cmpd="sng" w="81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6"/>
            <p:cNvSpPr/>
            <p:nvPr/>
          </p:nvSpPr>
          <p:spPr>
            <a:xfrm>
              <a:off x="2471787" y="2184072"/>
              <a:ext cx="1147902" cy="19777"/>
            </a:xfrm>
            <a:custGeom>
              <a:rect b="b" l="l" r="r" t="t"/>
              <a:pathLst>
                <a:path extrusionOk="0" h="314" w="18225">
                  <a:moveTo>
                    <a:pt x="1" y="1"/>
                  </a:moveTo>
                  <a:lnTo>
                    <a:pt x="1" y="314"/>
                  </a:lnTo>
                  <a:lnTo>
                    <a:pt x="18224" y="314"/>
                  </a:lnTo>
                  <a:lnTo>
                    <a:pt x="18224" y="1"/>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6"/>
            <p:cNvSpPr/>
            <p:nvPr/>
          </p:nvSpPr>
          <p:spPr>
            <a:xfrm>
              <a:off x="2471787" y="2294925"/>
              <a:ext cx="1147902" cy="19777"/>
            </a:xfrm>
            <a:custGeom>
              <a:rect b="b" l="l" r="r" t="t"/>
              <a:pathLst>
                <a:path extrusionOk="0" h="314" w="18225">
                  <a:moveTo>
                    <a:pt x="1" y="1"/>
                  </a:moveTo>
                  <a:lnTo>
                    <a:pt x="1" y="314"/>
                  </a:lnTo>
                  <a:lnTo>
                    <a:pt x="18224" y="314"/>
                  </a:lnTo>
                  <a:lnTo>
                    <a:pt x="18224" y="1"/>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6"/>
            <p:cNvSpPr/>
            <p:nvPr/>
          </p:nvSpPr>
          <p:spPr>
            <a:xfrm>
              <a:off x="2504665" y="2203786"/>
              <a:ext cx="1081389" cy="91202"/>
            </a:xfrm>
            <a:custGeom>
              <a:rect b="b" l="l" r="r" t="t"/>
              <a:pathLst>
                <a:path extrusionOk="0" h="1448" w="17169">
                  <a:moveTo>
                    <a:pt x="0" y="1"/>
                  </a:moveTo>
                  <a:lnTo>
                    <a:pt x="0" y="1448"/>
                  </a:lnTo>
                  <a:lnTo>
                    <a:pt x="17168" y="1448"/>
                  </a:lnTo>
                  <a:lnTo>
                    <a:pt x="17168" y="1"/>
                  </a:lnTo>
                  <a:close/>
                </a:path>
              </a:pathLst>
            </a:custGeom>
            <a:solidFill>
              <a:srgbClr val="7575D3">
                <a:alpha val="530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6"/>
            <p:cNvSpPr/>
            <p:nvPr/>
          </p:nvSpPr>
          <p:spPr>
            <a:xfrm>
              <a:off x="2338828" y="2314639"/>
              <a:ext cx="1417162" cy="19777"/>
            </a:xfrm>
            <a:custGeom>
              <a:rect b="b" l="l" r="r" t="t"/>
              <a:pathLst>
                <a:path extrusionOk="0" h="314" w="22500">
                  <a:moveTo>
                    <a:pt x="0" y="1"/>
                  </a:moveTo>
                  <a:lnTo>
                    <a:pt x="0" y="313"/>
                  </a:lnTo>
                  <a:lnTo>
                    <a:pt x="22499" y="313"/>
                  </a:lnTo>
                  <a:lnTo>
                    <a:pt x="22499" y="1"/>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6"/>
            <p:cNvSpPr/>
            <p:nvPr/>
          </p:nvSpPr>
          <p:spPr>
            <a:xfrm>
              <a:off x="2338828" y="2425491"/>
              <a:ext cx="1417162" cy="19777"/>
            </a:xfrm>
            <a:custGeom>
              <a:rect b="b" l="l" r="r" t="t"/>
              <a:pathLst>
                <a:path extrusionOk="0" h="314" w="22500">
                  <a:moveTo>
                    <a:pt x="0" y="0"/>
                  </a:moveTo>
                  <a:lnTo>
                    <a:pt x="0" y="313"/>
                  </a:lnTo>
                  <a:lnTo>
                    <a:pt x="22499" y="313"/>
                  </a:lnTo>
                  <a:lnTo>
                    <a:pt x="22499" y="0"/>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6"/>
            <p:cNvSpPr/>
            <p:nvPr/>
          </p:nvSpPr>
          <p:spPr>
            <a:xfrm>
              <a:off x="2379831" y="2334353"/>
              <a:ext cx="1335093" cy="91202"/>
            </a:xfrm>
            <a:custGeom>
              <a:rect b="b" l="l" r="r" t="t"/>
              <a:pathLst>
                <a:path extrusionOk="0" h="1448" w="21197">
                  <a:moveTo>
                    <a:pt x="1" y="0"/>
                  </a:moveTo>
                  <a:lnTo>
                    <a:pt x="1" y="1447"/>
                  </a:lnTo>
                  <a:lnTo>
                    <a:pt x="21197" y="1447"/>
                  </a:lnTo>
                  <a:lnTo>
                    <a:pt x="21197" y="0"/>
                  </a:lnTo>
                  <a:close/>
                </a:path>
              </a:pathLst>
            </a:custGeom>
            <a:solidFill>
              <a:srgbClr val="7575D3">
                <a:alpha val="530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0" name="Google Shape;1330;p26"/>
          <p:cNvGrpSpPr/>
          <p:nvPr/>
        </p:nvGrpSpPr>
        <p:grpSpPr>
          <a:xfrm flipH="1">
            <a:off x="6675" y="3711777"/>
            <a:ext cx="9518700" cy="1164000"/>
            <a:chOff x="-374325" y="3711777"/>
            <a:chExt cx="9518700" cy="1164000"/>
          </a:xfrm>
        </p:grpSpPr>
        <p:sp>
          <p:nvSpPr>
            <p:cNvPr id="1331" name="Google Shape;1331;p26"/>
            <p:cNvSpPr/>
            <p:nvPr/>
          </p:nvSpPr>
          <p:spPr>
            <a:xfrm>
              <a:off x="38099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6"/>
            <p:cNvSpPr/>
            <p:nvPr/>
          </p:nvSpPr>
          <p:spPr>
            <a:xfrm>
              <a:off x="45719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6"/>
            <p:cNvSpPr/>
            <p:nvPr/>
          </p:nvSpPr>
          <p:spPr>
            <a:xfrm>
              <a:off x="22926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6"/>
            <p:cNvSpPr/>
            <p:nvPr/>
          </p:nvSpPr>
          <p:spPr>
            <a:xfrm>
              <a:off x="30546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6"/>
            <p:cNvSpPr/>
            <p:nvPr/>
          </p:nvSpPr>
          <p:spPr>
            <a:xfrm>
              <a:off x="1876050" y="4293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6"/>
            <p:cNvSpPr/>
            <p:nvPr/>
          </p:nvSpPr>
          <p:spPr>
            <a:xfrm>
              <a:off x="5330813"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6"/>
            <p:cNvSpPr/>
            <p:nvPr/>
          </p:nvSpPr>
          <p:spPr>
            <a:xfrm>
              <a:off x="60892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6"/>
            <p:cNvSpPr/>
            <p:nvPr/>
          </p:nvSpPr>
          <p:spPr>
            <a:xfrm>
              <a:off x="68516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6"/>
            <p:cNvSpPr/>
            <p:nvPr/>
          </p:nvSpPr>
          <p:spPr>
            <a:xfrm>
              <a:off x="76136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6"/>
            <p:cNvSpPr/>
            <p:nvPr/>
          </p:nvSpPr>
          <p:spPr>
            <a:xfrm>
              <a:off x="83823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6"/>
            <p:cNvSpPr/>
            <p:nvPr/>
          </p:nvSpPr>
          <p:spPr>
            <a:xfrm>
              <a:off x="15306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6"/>
            <p:cNvSpPr/>
            <p:nvPr/>
          </p:nvSpPr>
          <p:spPr>
            <a:xfrm>
              <a:off x="66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6"/>
            <p:cNvSpPr/>
            <p:nvPr/>
          </p:nvSpPr>
          <p:spPr>
            <a:xfrm>
              <a:off x="768675" y="4584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6"/>
            <p:cNvSpPr/>
            <p:nvPr/>
          </p:nvSpPr>
          <p:spPr>
            <a:xfrm>
              <a:off x="383150" y="4293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6"/>
            <p:cNvSpPr/>
            <p:nvPr/>
          </p:nvSpPr>
          <p:spPr>
            <a:xfrm>
              <a:off x="1114050" y="4293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6"/>
            <p:cNvSpPr/>
            <p:nvPr/>
          </p:nvSpPr>
          <p:spPr>
            <a:xfrm>
              <a:off x="-374325" y="4293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6"/>
            <p:cNvSpPr/>
            <p:nvPr/>
          </p:nvSpPr>
          <p:spPr>
            <a:xfrm>
              <a:off x="6675" y="4002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6"/>
            <p:cNvSpPr/>
            <p:nvPr/>
          </p:nvSpPr>
          <p:spPr>
            <a:xfrm>
              <a:off x="-374325" y="371177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9" name="Google Shape;1349;p26"/>
          <p:cNvSpPr/>
          <p:nvPr/>
        </p:nvSpPr>
        <p:spPr>
          <a:xfrm flipH="1">
            <a:off x="6191705" y="4161400"/>
            <a:ext cx="2952300" cy="7143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6"/>
          <p:cNvSpPr/>
          <p:nvPr/>
        </p:nvSpPr>
        <p:spPr>
          <a:xfrm flipH="1">
            <a:off x="7050" y="4879925"/>
            <a:ext cx="9144000" cy="263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6"/>
          <p:cNvSpPr/>
          <p:nvPr/>
        </p:nvSpPr>
        <p:spPr>
          <a:xfrm>
            <a:off x="3154133" y="4879926"/>
            <a:ext cx="1486397" cy="263696"/>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6"/>
          <p:cNvSpPr/>
          <p:nvPr/>
        </p:nvSpPr>
        <p:spPr>
          <a:xfrm>
            <a:off x="7039" y="4721557"/>
            <a:ext cx="653285" cy="235097"/>
          </a:xfrm>
          <a:custGeom>
            <a:rect b="b" l="l" r="r" t="t"/>
            <a:pathLst>
              <a:path extrusionOk="0" h="3187" w="8856">
                <a:moveTo>
                  <a:pt x="4158" y="1"/>
                </a:moveTo>
                <a:cubicBezTo>
                  <a:pt x="2578" y="1"/>
                  <a:pt x="1059" y="686"/>
                  <a:pt x="0" y="1896"/>
                </a:cubicBezTo>
                <a:lnTo>
                  <a:pt x="0" y="3186"/>
                </a:lnTo>
                <a:lnTo>
                  <a:pt x="8855" y="3186"/>
                </a:lnTo>
                <a:cubicBezTo>
                  <a:pt x="8140" y="1530"/>
                  <a:pt x="6659" y="362"/>
                  <a:pt x="4881" y="49"/>
                </a:cubicBezTo>
                <a:cubicBezTo>
                  <a:pt x="4639" y="16"/>
                  <a:pt x="4398" y="1"/>
                  <a:pt x="4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6"/>
          <p:cNvSpPr/>
          <p:nvPr/>
        </p:nvSpPr>
        <p:spPr>
          <a:xfrm>
            <a:off x="7916466" y="4393853"/>
            <a:ext cx="1234593" cy="572699"/>
          </a:xfrm>
          <a:custGeom>
            <a:rect b="b" l="l" r="r" t="t"/>
            <a:pathLst>
              <a:path extrusionOk="0" h="5143" w="11087">
                <a:moveTo>
                  <a:pt x="11087" y="0"/>
                </a:moveTo>
                <a:cubicBezTo>
                  <a:pt x="10790" y="35"/>
                  <a:pt x="10511" y="105"/>
                  <a:pt x="10232" y="192"/>
                </a:cubicBezTo>
                <a:cubicBezTo>
                  <a:pt x="8611" y="715"/>
                  <a:pt x="7164" y="1813"/>
                  <a:pt x="6084" y="3121"/>
                </a:cubicBezTo>
                <a:cubicBezTo>
                  <a:pt x="5658" y="2742"/>
                  <a:pt x="5079" y="2596"/>
                  <a:pt x="4490" y="2596"/>
                </a:cubicBezTo>
                <a:cubicBezTo>
                  <a:pt x="4211" y="2596"/>
                  <a:pt x="3930" y="2629"/>
                  <a:pt x="3661" y="2685"/>
                </a:cubicBezTo>
                <a:cubicBezTo>
                  <a:pt x="2179" y="3016"/>
                  <a:pt x="872" y="3887"/>
                  <a:pt x="0" y="5143"/>
                </a:cubicBezTo>
                <a:lnTo>
                  <a:pt x="11087" y="5143"/>
                </a:lnTo>
                <a:lnTo>
                  <a:pt x="1108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6"/>
          <p:cNvSpPr/>
          <p:nvPr/>
        </p:nvSpPr>
        <p:spPr>
          <a:xfrm flipH="1">
            <a:off x="7272403" y="451239"/>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6"/>
          <p:cNvSpPr/>
          <p:nvPr/>
        </p:nvSpPr>
        <p:spPr>
          <a:xfrm flipH="1">
            <a:off x="2216412" y="309567"/>
            <a:ext cx="1625922" cy="229945"/>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
    <p:spTree>
      <p:nvGrpSpPr>
        <p:cNvPr id="1356" name="Shape 1356"/>
        <p:cNvGrpSpPr/>
        <p:nvPr/>
      </p:nvGrpSpPr>
      <p:grpSpPr>
        <a:xfrm>
          <a:off x="0" y="0"/>
          <a:ext cx="0" cy="0"/>
          <a:chOff x="0" y="0"/>
          <a:chExt cx="0" cy="0"/>
        </a:xfrm>
      </p:grpSpPr>
      <p:sp>
        <p:nvSpPr>
          <p:cNvPr id="1357" name="Google Shape;1357;p27"/>
          <p:cNvSpPr txBox="1"/>
          <p:nvPr>
            <p:ph type="title"/>
          </p:nvPr>
        </p:nvSpPr>
        <p:spPr>
          <a:xfrm>
            <a:off x="713250" y="539500"/>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1358" name="Google Shape;1358;p27"/>
          <p:cNvSpPr txBox="1"/>
          <p:nvPr>
            <p:ph idx="2" type="title"/>
          </p:nvPr>
        </p:nvSpPr>
        <p:spPr>
          <a:xfrm>
            <a:off x="713225" y="2184022"/>
            <a:ext cx="2428200" cy="4098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1800"/>
            </a:lvl1pPr>
            <a:lvl2pPr lvl="1">
              <a:spcBef>
                <a:spcPts val="0"/>
              </a:spcBef>
              <a:spcAft>
                <a:spcPts val="0"/>
              </a:spcAft>
              <a:buSzPts val="3400"/>
              <a:buNone/>
              <a:defRPr>
                <a:latin typeface="Asap"/>
                <a:ea typeface="Asap"/>
                <a:cs typeface="Asap"/>
                <a:sym typeface="Asap"/>
              </a:defRPr>
            </a:lvl2pPr>
            <a:lvl3pPr lvl="2">
              <a:spcBef>
                <a:spcPts val="0"/>
              </a:spcBef>
              <a:spcAft>
                <a:spcPts val="0"/>
              </a:spcAft>
              <a:buSzPts val="3400"/>
              <a:buNone/>
              <a:defRPr>
                <a:latin typeface="Asap"/>
                <a:ea typeface="Asap"/>
                <a:cs typeface="Asap"/>
                <a:sym typeface="Asap"/>
              </a:defRPr>
            </a:lvl3pPr>
            <a:lvl4pPr lvl="3">
              <a:spcBef>
                <a:spcPts val="0"/>
              </a:spcBef>
              <a:spcAft>
                <a:spcPts val="0"/>
              </a:spcAft>
              <a:buSzPts val="3400"/>
              <a:buNone/>
              <a:defRPr>
                <a:latin typeface="Asap"/>
                <a:ea typeface="Asap"/>
                <a:cs typeface="Asap"/>
                <a:sym typeface="Asap"/>
              </a:defRPr>
            </a:lvl4pPr>
            <a:lvl5pPr lvl="4">
              <a:spcBef>
                <a:spcPts val="0"/>
              </a:spcBef>
              <a:spcAft>
                <a:spcPts val="0"/>
              </a:spcAft>
              <a:buSzPts val="3400"/>
              <a:buNone/>
              <a:defRPr>
                <a:latin typeface="Asap"/>
                <a:ea typeface="Asap"/>
                <a:cs typeface="Asap"/>
                <a:sym typeface="Asap"/>
              </a:defRPr>
            </a:lvl5pPr>
            <a:lvl6pPr lvl="5">
              <a:spcBef>
                <a:spcPts val="0"/>
              </a:spcBef>
              <a:spcAft>
                <a:spcPts val="0"/>
              </a:spcAft>
              <a:buSzPts val="3400"/>
              <a:buNone/>
              <a:defRPr>
                <a:latin typeface="Asap"/>
                <a:ea typeface="Asap"/>
                <a:cs typeface="Asap"/>
                <a:sym typeface="Asap"/>
              </a:defRPr>
            </a:lvl6pPr>
            <a:lvl7pPr lvl="6">
              <a:spcBef>
                <a:spcPts val="0"/>
              </a:spcBef>
              <a:spcAft>
                <a:spcPts val="0"/>
              </a:spcAft>
              <a:buSzPts val="3400"/>
              <a:buNone/>
              <a:defRPr>
                <a:latin typeface="Asap"/>
                <a:ea typeface="Asap"/>
                <a:cs typeface="Asap"/>
                <a:sym typeface="Asap"/>
              </a:defRPr>
            </a:lvl7pPr>
            <a:lvl8pPr lvl="7">
              <a:spcBef>
                <a:spcPts val="0"/>
              </a:spcBef>
              <a:spcAft>
                <a:spcPts val="0"/>
              </a:spcAft>
              <a:buSzPts val="3400"/>
              <a:buNone/>
              <a:defRPr>
                <a:latin typeface="Asap"/>
                <a:ea typeface="Asap"/>
                <a:cs typeface="Asap"/>
                <a:sym typeface="Asap"/>
              </a:defRPr>
            </a:lvl8pPr>
            <a:lvl9pPr lvl="8">
              <a:spcBef>
                <a:spcPts val="0"/>
              </a:spcBef>
              <a:spcAft>
                <a:spcPts val="0"/>
              </a:spcAft>
              <a:buSzPts val="3400"/>
              <a:buNone/>
              <a:defRPr>
                <a:latin typeface="Asap"/>
                <a:ea typeface="Asap"/>
                <a:cs typeface="Asap"/>
                <a:sym typeface="Asap"/>
              </a:defRPr>
            </a:lvl9pPr>
          </a:lstStyle>
          <a:p/>
        </p:txBody>
      </p:sp>
      <p:sp>
        <p:nvSpPr>
          <p:cNvPr id="1359" name="Google Shape;1359;p27"/>
          <p:cNvSpPr txBox="1"/>
          <p:nvPr>
            <p:ph idx="1" type="subTitle"/>
          </p:nvPr>
        </p:nvSpPr>
        <p:spPr>
          <a:xfrm>
            <a:off x="713225" y="2496304"/>
            <a:ext cx="2428200" cy="74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60" name="Google Shape;1360;p27"/>
          <p:cNvSpPr txBox="1"/>
          <p:nvPr>
            <p:ph idx="3" type="title"/>
          </p:nvPr>
        </p:nvSpPr>
        <p:spPr>
          <a:xfrm>
            <a:off x="3357900" y="2184022"/>
            <a:ext cx="2428200" cy="4098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1800"/>
            </a:lvl1pPr>
            <a:lvl2pPr lvl="1">
              <a:spcBef>
                <a:spcPts val="0"/>
              </a:spcBef>
              <a:spcAft>
                <a:spcPts val="0"/>
              </a:spcAft>
              <a:buSzPts val="3400"/>
              <a:buNone/>
              <a:defRPr>
                <a:latin typeface="Asap"/>
                <a:ea typeface="Asap"/>
                <a:cs typeface="Asap"/>
                <a:sym typeface="Asap"/>
              </a:defRPr>
            </a:lvl2pPr>
            <a:lvl3pPr lvl="2">
              <a:spcBef>
                <a:spcPts val="0"/>
              </a:spcBef>
              <a:spcAft>
                <a:spcPts val="0"/>
              </a:spcAft>
              <a:buSzPts val="3400"/>
              <a:buNone/>
              <a:defRPr>
                <a:latin typeface="Asap"/>
                <a:ea typeface="Asap"/>
                <a:cs typeface="Asap"/>
                <a:sym typeface="Asap"/>
              </a:defRPr>
            </a:lvl3pPr>
            <a:lvl4pPr lvl="3">
              <a:spcBef>
                <a:spcPts val="0"/>
              </a:spcBef>
              <a:spcAft>
                <a:spcPts val="0"/>
              </a:spcAft>
              <a:buSzPts val="3400"/>
              <a:buNone/>
              <a:defRPr>
                <a:latin typeface="Asap"/>
                <a:ea typeface="Asap"/>
                <a:cs typeface="Asap"/>
                <a:sym typeface="Asap"/>
              </a:defRPr>
            </a:lvl4pPr>
            <a:lvl5pPr lvl="4">
              <a:spcBef>
                <a:spcPts val="0"/>
              </a:spcBef>
              <a:spcAft>
                <a:spcPts val="0"/>
              </a:spcAft>
              <a:buSzPts val="3400"/>
              <a:buNone/>
              <a:defRPr>
                <a:latin typeface="Asap"/>
                <a:ea typeface="Asap"/>
                <a:cs typeface="Asap"/>
                <a:sym typeface="Asap"/>
              </a:defRPr>
            </a:lvl5pPr>
            <a:lvl6pPr lvl="5">
              <a:spcBef>
                <a:spcPts val="0"/>
              </a:spcBef>
              <a:spcAft>
                <a:spcPts val="0"/>
              </a:spcAft>
              <a:buSzPts val="3400"/>
              <a:buNone/>
              <a:defRPr>
                <a:latin typeface="Asap"/>
                <a:ea typeface="Asap"/>
                <a:cs typeface="Asap"/>
                <a:sym typeface="Asap"/>
              </a:defRPr>
            </a:lvl6pPr>
            <a:lvl7pPr lvl="6">
              <a:spcBef>
                <a:spcPts val="0"/>
              </a:spcBef>
              <a:spcAft>
                <a:spcPts val="0"/>
              </a:spcAft>
              <a:buSzPts val="3400"/>
              <a:buNone/>
              <a:defRPr>
                <a:latin typeface="Asap"/>
                <a:ea typeface="Asap"/>
                <a:cs typeface="Asap"/>
                <a:sym typeface="Asap"/>
              </a:defRPr>
            </a:lvl7pPr>
            <a:lvl8pPr lvl="7">
              <a:spcBef>
                <a:spcPts val="0"/>
              </a:spcBef>
              <a:spcAft>
                <a:spcPts val="0"/>
              </a:spcAft>
              <a:buSzPts val="3400"/>
              <a:buNone/>
              <a:defRPr>
                <a:latin typeface="Asap"/>
                <a:ea typeface="Asap"/>
                <a:cs typeface="Asap"/>
                <a:sym typeface="Asap"/>
              </a:defRPr>
            </a:lvl8pPr>
            <a:lvl9pPr lvl="8">
              <a:spcBef>
                <a:spcPts val="0"/>
              </a:spcBef>
              <a:spcAft>
                <a:spcPts val="0"/>
              </a:spcAft>
              <a:buSzPts val="3400"/>
              <a:buNone/>
              <a:defRPr>
                <a:latin typeface="Asap"/>
                <a:ea typeface="Asap"/>
                <a:cs typeface="Asap"/>
                <a:sym typeface="Asap"/>
              </a:defRPr>
            </a:lvl9pPr>
          </a:lstStyle>
          <a:p/>
        </p:txBody>
      </p:sp>
      <p:sp>
        <p:nvSpPr>
          <p:cNvPr id="1361" name="Google Shape;1361;p27"/>
          <p:cNvSpPr txBox="1"/>
          <p:nvPr>
            <p:ph idx="4" type="subTitle"/>
          </p:nvPr>
        </p:nvSpPr>
        <p:spPr>
          <a:xfrm>
            <a:off x="3357900" y="2496304"/>
            <a:ext cx="2428200" cy="74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62" name="Google Shape;1362;p27"/>
          <p:cNvSpPr txBox="1"/>
          <p:nvPr>
            <p:ph idx="5" type="title"/>
          </p:nvPr>
        </p:nvSpPr>
        <p:spPr>
          <a:xfrm>
            <a:off x="6002575" y="2184022"/>
            <a:ext cx="2428200" cy="4098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1800"/>
            </a:lvl1pPr>
            <a:lvl2pPr lvl="1">
              <a:spcBef>
                <a:spcPts val="0"/>
              </a:spcBef>
              <a:spcAft>
                <a:spcPts val="0"/>
              </a:spcAft>
              <a:buSzPts val="3400"/>
              <a:buNone/>
              <a:defRPr>
                <a:latin typeface="Asap"/>
                <a:ea typeface="Asap"/>
                <a:cs typeface="Asap"/>
                <a:sym typeface="Asap"/>
              </a:defRPr>
            </a:lvl2pPr>
            <a:lvl3pPr lvl="2">
              <a:spcBef>
                <a:spcPts val="0"/>
              </a:spcBef>
              <a:spcAft>
                <a:spcPts val="0"/>
              </a:spcAft>
              <a:buSzPts val="3400"/>
              <a:buNone/>
              <a:defRPr>
                <a:latin typeface="Asap"/>
                <a:ea typeface="Asap"/>
                <a:cs typeface="Asap"/>
                <a:sym typeface="Asap"/>
              </a:defRPr>
            </a:lvl3pPr>
            <a:lvl4pPr lvl="3">
              <a:spcBef>
                <a:spcPts val="0"/>
              </a:spcBef>
              <a:spcAft>
                <a:spcPts val="0"/>
              </a:spcAft>
              <a:buSzPts val="3400"/>
              <a:buNone/>
              <a:defRPr>
                <a:latin typeface="Asap"/>
                <a:ea typeface="Asap"/>
                <a:cs typeface="Asap"/>
                <a:sym typeface="Asap"/>
              </a:defRPr>
            </a:lvl4pPr>
            <a:lvl5pPr lvl="4">
              <a:spcBef>
                <a:spcPts val="0"/>
              </a:spcBef>
              <a:spcAft>
                <a:spcPts val="0"/>
              </a:spcAft>
              <a:buSzPts val="3400"/>
              <a:buNone/>
              <a:defRPr>
                <a:latin typeface="Asap"/>
                <a:ea typeface="Asap"/>
                <a:cs typeface="Asap"/>
                <a:sym typeface="Asap"/>
              </a:defRPr>
            </a:lvl5pPr>
            <a:lvl6pPr lvl="5">
              <a:spcBef>
                <a:spcPts val="0"/>
              </a:spcBef>
              <a:spcAft>
                <a:spcPts val="0"/>
              </a:spcAft>
              <a:buSzPts val="3400"/>
              <a:buNone/>
              <a:defRPr>
                <a:latin typeface="Asap"/>
                <a:ea typeface="Asap"/>
                <a:cs typeface="Asap"/>
                <a:sym typeface="Asap"/>
              </a:defRPr>
            </a:lvl6pPr>
            <a:lvl7pPr lvl="6">
              <a:spcBef>
                <a:spcPts val="0"/>
              </a:spcBef>
              <a:spcAft>
                <a:spcPts val="0"/>
              </a:spcAft>
              <a:buSzPts val="3400"/>
              <a:buNone/>
              <a:defRPr>
                <a:latin typeface="Asap"/>
                <a:ea typeface="Asap"/>
                <a:cs typeface="Asap"/>
                <a:sym typeface="Asap"/>
              </a:defRPr>
            </a:lvl7pPr>
            <a:lvl8pPr lvl="7">
              <a:spcBef>
                <a:spcPts val="0"/>
              </a:spcBef>
              <a:spcAft>
                <a:spcPts val="0"/>
              </a:spcAft>
              <a:buSzPts val="3400"/>
              <a:buNone/>
              <a:defRPr>
                <a:latin typeface="Asap"/>
                <a:ea typeface="Asap"/>
                <a:cs typeface="Asap"/>
                <a:sym typeface="Asap"/>
              </a:defRPr>
            </a:lvl8pPr>
            <a:lvl9pPr lvl="8">
              <a:spcBef>
                <a:spcPts val="0"/>
              </a:spcBef>
              <a:spcAft>
                <a:spcPts val="0"/>
              </a:spcAft>
              <a:buSzPts val="3400"/>
              <a:buNone/>
              <a:defRPr>
                <a:latin typeface="Asap"/>
                <a:ea typeface="Asap"/>
                <a:cs typeface="Asap"/>
                <a:sym typeface="Asap"/>
              </a:defRPr>
            </a:lvl9pPr>
          </a:lstStyle>
          <a:p/>
        </p:txBody>
      </p:sp>
      <p:sp>
        <p:nvSpPr>
          <p:cNvPr id="1363" name="Google Shape;1363;p27"/>
          <p:cNvSpPr txBox="1"/>
          <p:nvPr>
            <p:ph idx="6" type="subTitle"/>
          </p:nvPr>
        </p:nvSpPr>
        <p:spPr>
          <a:xfrm>
            <a:off x="6002575" y="2496304"/>
            <a:ext cx="2428200" cy="74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grpSp>
        <p:nvGrpSpPr>
          <p:cNvPr id="1364" name="Google Shape;1364;p27"/>
          <p:cNvGrpSpPr/>
          <p:nvPr/>
        </p:nvGrpSpPr>
        <p:grpSpPr>
          <a:xfrm flipH="1">
            <a:off x="-53722" y="939791"/>
            <a:ext cx="4045976" cy="3889979"/>
            <a:chOff x="3074425" y="836100"/>
            <a:chExt cx="1863732" cy="1981650"/>
          </a:xfrm>
        </p:grpSpPr>
        <p:sp>
          <p:nvSpPr>
            <p:cNvPr id="1365" name="Google Shape;1365;p27"/>
            <p:cNvSpPr/>
            <p:nvPr/>
          </p:nvSpPr>
          <p:spPr>
            <a:xfrm>
              <a:off x="4381317" y="1606358"/>
              <a:ext cx="556840" cy="1211366"/>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7"/>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7"/>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7"/>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7"/>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7"/>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7"/>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7"/>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3" name="Google Shape;1373;p27"/>
          <p:cNvGrpSpPr/>
          <p:nvPr/>
        </p:nvGrpSpPr>
        <p:grpSpPr>
          <a:xfrm flipH="1">
            <a:off x="7127875" y="539493"/>
            <a:ext cx="2014112" cy="4385159"/>
            <a:chOff x="1622025" y="238125"/>
            <a:chExt cx="746825" cy="1626000"/>
          </a:xfrm>
        </p:grpSpPr>
        <p:sp>
          <p:nvSpPr>
            <p:cNvPr id="1374" name="Google Shape;1374;p27"/>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7"/>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7"/>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7"/>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7"/>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9" name="Google Shape;1379;p27"/>
          <p:cNvGrpSpPr/>
          <p:nvPr/>
        </p:nvGrpSpPr>
        <p:grpSpPr>
          <a:xfrm>
            <a:off x="-379586" y="3417837"/>
            <a:ext cx="9870375" cy="1455000"/>
            <a:chOff x="-381000" y="2758675"/>
            <a:chExt cx="9870375" cy="1455000"/>
          </a:xfrm>
        </p:grpSpPr>
        <p:sp>
          <p:nvSpPr>
            <p:cNvPr id="1380" name="Google Shape;1380;p27"/>
            <p:cNvSpPr/>
            <p:nvPr/>
          </p:nvSpPr>
          <p:spPr>
            <a:xfrm>
              <a:off x="152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7"/>
            <p:cNvSpPr/>
            <p:nvPr/>
          </p:nvSpPr>
          <p:spPr>
            <a:xfrm>
              <a:off x="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7"/>
            <p:cNvSpPr/>
            <p:nvPr/>
          </p:nvSpPr>
          <p:spPr>
            <a:xfrm>
              <a:off x="76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7"/>
            <p:cNvSpPr/>
            <p:nvPr/>
          </p:nvSpPr>
          <p:spPr>
            <a:xfrm>
              <a:off x="381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7"/>
            <p:cNvSpPr/>
            <p:nvPr/>
          </p:nvSpPr>
          <p:spPr>
            <a:xfrm>
              <a:off x="228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7"/>
            <p:cNvSpPr/>
            <p:nvPr/>
          </p:nvSpPr>
          <p:spPr>
            <a:xfrm>
              <a:off x="304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7"/>
            <p:cNvSpPr/>
            <p:nvPr/>
          </p:nvSpPr>
          <p:spPr>
            <a:xfrm>
              <a:off x="609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7"/>
            <p:cNvSpPr/>
            <p:nvPr/>
          </p:nvSpPr>
          <p:spPr>
            <a:xfrm>
              <a:off x="457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7"/>
            <p:cNvSpPr/>
            <p:nvPr/>
          </p:nvSpPr>
          <p:spPr>
            <a:xfrm>
              <a:off x="533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7"/>
            <p:cNvSpPr/>
            <p:nvPr/>
          </p:nvSpPr>
          <p:spPr>
            <a:xfrm>
              <a:off x="762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7"/>
            <p:cNvSpPr/>
            <p:nvPr/>
          </p:nvSpPr>
          <p:spPr>
            <a:xfrm>
              <a:off x="685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7"/>
            <p:cNvSpPr/>
            <p:nvPr/>
          </p:nvSpPr>
          <p:spPr>
            <a:xfrm>
              <a:off x="838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7"/>
            <p:cNvSpPr/>
            <p:nvPr/>
          </p:nvSpPr>
          <p:spPr>
            <a:xfrm>
              <a:off x="186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7"/>
            <p:cNvSpPr/>
            <p:nvPr/>
          </p:nvSpPr>
          <p:spPr>
            <a:xfrm>
              <a:off x="3764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7"/>
            <p:cNvSpPr/>
            <p:nvPr/>
          </p:nvSpPr>
          <p:spPr>
            <a:xfrm>
              <a:off x="110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7"/>
            <p:cNvSpPr/>
            <p:nvPr/>
          </p:nvSpPr>
          <p:spPr>
            <a:xfrm>
              <a:off x="415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7"/>
            <p:cNvSpPr/>
            <p:nvPr/>
          </p:nvSpPr>
          <p:spPr>
            <a:xfrm>
              <a:off x="263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7"/>
            <p:cNvSpPr/>
            <p:nvPr/>
          </p:nvSpPr>
          <p:spPr>
            <a:xfrm>
              <a:off x="339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7"/>
            <p:cNvSpPr/>
            <p:nvPr/>
          </p:nvSpPr>
          <p:spPr>
            <a:xfrm>
              <a:off x="644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7"/>
            <p:cNvSpPr/>
            <p:nvPr/>
          </p:nvSpPr>
          <p:spPr>
            <a:xfrm>
              <a:off x="491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7"/>
            <p:cNvSpPr/>
            <p:nvPr/>
          </p:nvSpPr>
          <p:spPr>
            <a:xfrm>
              <a:off x="567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7"/>
            <p:cNvSpPr/>
            <p:nvPr/>
          </p:nvSpPr>
          <p:spPr>
            <a:xfrm>
              <a:off x="796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7"/>
            <p:cNvSpPr/>
            <p:nvPr/>
          </p:nvSpPr>
          <p:spPr>
            <a:xfrm>
              <a:off x="720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7"/>
            <p:cNvSpPr/>
            <p:nvPr/>
          </p:nvSpPr>
          <p:spPr>
            <a:xfrm>
              <a:off x="872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7"/>
            <p:cNvSpPr/>
            <p:nvPr/>
          </p:nvSpPr>
          <p:spPr>
            <a:xfrm>
              <a:off x="-381000"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7"/>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7"/>
            <p:cNvSpPr/>
            <p:nvPr/>
          </p:nvSpPr>
          <p:spPr>
            <a:xfrm>
              <a:off x="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7"/>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7"/>
            <p:cNvSpPr/>
            <p:nvPr/>
          </p:nvSpPr>
          <p:spPr>
            <a:xfrm>
              <a:off x="762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7"/>
            <p:cNvSpPr/>
            <p:nvPr/>
          </p:nvSpPr>
          <p:spPr>
            <a:xfrm>
              <a:off x="685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7"/>
            <p:cNvSpPr/>
            <p:nvPr/>
          </p:nvSpPr>
          <p:spPr>
            <a:xfrm>
              <a:off x="838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7"/>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7"/>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7"/>
            <p:cNvSpPr/>
            <p:nvPr/>
          </p:nvSpPr>
          <p:spPr>
            <a:xfrm>
              <a:off x="7203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7"/>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7"/>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7"/>
            <p:cNvSpPr/>
            <p:nvPr/>
          </p:nvSpPr>
          <p:spPr>
            <a:xfrm>
              <a:off x="7620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7"/>
            <p:cNvSpPr/>
            <p:nvPr/>
          </p:nvSpPr>
          <p:spPr>
            <a:xfrm>
              <a:off x="8382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8" name="Google Shape;1418;p27"/>
          <p:cNvSpPr/>
          <p:nvPr/>
        </p:nvSpPr>
        <p:spPr>
          <a:xfrm flipH="1">
            <a:off x="5520650" y="3705650"/>
            <a:ext cx="3621300" cy="11742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7"/>
          <p:cNvSpPr/>
          <p:nvPr/>
        </p:nvSpPr>
        <p:spPr>
          <a:xfrm>
            <a:off x="8116830" y="4387869"/>
            <a:ext cx="1060721" cy="492044"/>
          </a:xfrm>
          <a:custGeom>
            <a:rect b="b" l="l" r="r" t="t"/>
            <a:pathLst>
              <a:path extrusionOk="0" h="5143" w="11087">
                <a:moveTo>
                  <a:pt x="11087" y="0"/>
                </a:moveTo>
                <a:cubicBezTo>
                  <a:pt x="10790" y="35"/>
                  <a:pt x="10511" y="105"/>
                  <a:pt x="10232" y="192"/>
                </a:cubicBezTo>
                <a:cubicBezTo>
                  <a:pt x="8611" y="715"/>
                  <a:pt x="7164" y="1813"/>
                  <a:pt x="6084" y="3121"/>
                </a:cubicBezTo>
                <a:cubicBezTo>
                  <a:pt x="5658" y="2742"/>
                  <a:pt x="5079" y="2596"/>
                  <a:pt x="4490" y="2596"/>
                </a:cubicBezTo>
                <a:cubicBezTo>
                  <a:pt x="4211" y="2596"/>
                  <a:pt x="3930" y="2629"/>
                  <a:pt x="3661" y="2685"/>
                </a:cubicBezTo>
                <a:cubicBezTo>
                  <a:pt x="2179" y="3016"/>
                  <a:pt x="872" y="3887"/>
                  <a:pt x="0" y="5143"/>
                </a:cubicBezTo>
                <a:lnTo>
                  <a:pt x="11087" y="5143"/>
                </a:lnTo>
                <a:lnTo>
                  <a:pt x="1108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7"/>
          <p:cNvSpPr/>
          <p:nvPr/>
        </p:nvSpPr>
        <p:spPr>
          <a:xfrm flipH="1">
            <a:off x="-2059" y="4878773"/>
            <a:ext cx="9144000" cy="27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7"/>
          <p:cNvSpPr/>
          <p:nvPr/>
        </p:nvSpPr>
        <p:spPr>
          <a:xfrm>
            <a:off x="3560816" y="4815925"/>
            <a:ext cx="1367043" cy="242556"/>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7"/>
          <p:cNvSpPr/>
          <p:nvPr/>
        </p:nvSpPr>
        <p:spPr>
          <a:xfrm flipH="1">
            <a:off x="6514188" y="184646"/>
            <a:ext cx="1727311" cy="244475"/>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7"/>
          <p:cNvSpPr/>
          <p:nvPr/>
        </p:nvSpPr>
        <p:spPr>
          <a:xfrm flipH="1">
            <a:off x="-227975" y="1112198"/>
            <a:ext cx="1248280" cy="176527"/>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4" name="Google Shape;1424;p27"/>
          <p:cNvGrpSpPr/>
          <p:nvPr/>
        </p:nvGrpSpPr>
        <p:grpSpPr>
          <a:xfrm flipH="1">
            <a:off x="-317998" y="4139976"/>
            <a:ext cx="2428188" cy="928035"/>
            <a:chOff x="4525475" y="1014550"/>
            <a:chExt cx="279375" cy="106775"/>
          </a:xfrm>
        </p:grpSpPr>
        <p:sp>
          <p:nvSpPr>
            <p:cNvPr id="1425" name="Google Shape;1425;p27"/>
            <p:cNvSpPr/>
            <p:nvPr/>
          </p:nvSpPr>
          <p:spPr>
            <a:xfrm>
              <a:off x="4543025" y="1068050"/>
              <a:ext cx="226150" cy="53275"/>
            </a:xfrm>
            <a:custGeom>
              <a:rect b="b" l="l" r="r" t="t"/>
              <a:pathLst>
                <a:path extrusionOk="0" h="2131" w="9046">
                  <a:moveTo>
                    <a:pt x="1" y="1"/>
                  </a:moveTo>
                  <a:lnTo>
                    <a:pt x="1" y="2130"/>
                  </a:lnTo>
                  <a:lnTo>
                    <a:pt x="8343" y="2130"/>
                  </a:lnTo>
                  <a:cubicBezTo>
                    <a:pt x="8728" y="2130"/>
                    <a:pt x="9046" y="1647"/>
                    <a:pt x="9046" y="1066"/>
                  </a:cubicBezTo>
                  <a:cubicBezTo>
                    <a:pt x="9046" y="473"/>
                    <a:pt x="8728" y="1"/>
                    <a:pt x="8343" y="1"/>
                  </a:cubicBezTo>
                  <a:close/>
                </a:path>
              </a:pathLst>
            </a:custGeom>
            <a:solidFill>
              <a:srgbClr val="AABB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7"/>
            <p:cNvSpPr/>
            <p:nvPr/>
          </p:nvSpPr>
          <p:spPr>
            <a:xfrm>
              <a:off x="4543025" y="1068050"/>
              <a:ext cx="226150" cy="53275"/>
            </a:xfrm>
            <a:custGeom>
              <a:rect b="b" l="l" r="r" t="t"/>
              <a:pathLst>
                <a:path extrusionOk="0" h="2131" w="9046">
                  <a:moveTo>
                    <a:pt x="1" y="1"/>
                  </a:moveTo>
                  <a:lnTo>
                    <a:pt x="1" y="2130"/>
                  </a:lnTo>
                  <a:lnTo>
                    <a:pt x="8343" y="2130"/>
                  </a:lnTo>
                  <a:cubicBezTo>
                    <a:pt x="8728" y="2130"/>
                    <a:pt x="9046" y="1647"/>
                    <a:pt x="9046" y="1066"/>
                  </a:cubicBezTo>
                  <a:cubicBezTo>
                    <a:pt x="9046" y="473"/>
                    <a:pt x="8728" y="1"/>
                    <a:pt x="83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7"/>
            <p:cNvSpPr/>
            <p:nvPr/>
          </p:nvSpPr>
          <p:spPr>
            <a:xfrm>
              <a:off x="4525475" y="1068050"/>
              <a:ext cx="35150" cy="53275"/>
            </a:xfrm>
            <a:custGeom>
              <a:rect b="b" l="l" r="r" t="t"/>
              <a:pathLst>
                <a:path extrusionOk="0" h="2131" w="1406">
                  <a:moveTo>
                    <a:pt x="703" y="1"/>
                  </a:moveTo>
                  <a:cubicBezTo>
                    <a:pt x="318" y="1"/>
                    <a:pt x="0" y="473"/>
                    <a:pt x="0" y="1066"/>
                  </a:cubicBezTo>
                  <a:cubicBezTo>
                    <a:pt x="0" y="1647"/>
                    <a:pt x="318" y="2130"/>
                    <a:pt x="703" y="2130"/>
                  </a:cubicBezTo>
                  <a:cubicBezTo>
                    <a:pt x="1098" y="2130"/>
                    <a:pt x="1405" y="1647"/>
                    <a:pt x="1405" y="1066"/>
                  </a:cubicBezTo>
                  <a:cubicBezTo>
                    <a:pt x="1405" y="473"/>
                    <a:pt x="1098" y="1"/>
                    <a:pt x="7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7"/>
            <p:cNvSpPr/>
            <p:nvPr/>
          </p:nvSpPr>
          <p:spPr>
            <a:xfrm>
              <a:off x="4529025" y="1073275"/>
              <a:ext cx="28300" cy="42550"/>
            </a:xfrm>
            <a:custGeom>
              <a:rect b="b" l="l" r="r" t="t"/>
              <a:pathLst>
                <a:path extrusionOk="0" h="1702" w="1132">
                  <a:moveTo>
                    <a:pt x="561" y="0"/>
                  </a:moveTo>
                  <a:cubicBezTo>
                    <a:pt x="253" y="0"/>
                    <a:pt x="1" y="385"/>
                    <a:pt x="1" y="857"/>
                  </a:cubicBezTo>
                  <a:cubicBezTo>
                    <a:pt x="1" y="1329"/>
                    <a:pt x="253" y="1702"/>
                    <a:pt x="561" y="1702"/>
                  </a:cubicBezTo>
                  <a:cubicBezTo>
                    <a:pt x="879" y="1702"/>
                    <a:pt x="1131" y="1329"/>
                    <a:pt x="1131" y="857"/>
                  </a:cubicBezTo>
                  <a:cubicBezTo>
                    <a:pt x="1131" y="385"/>
                    <a:pt x="879" y="0"/>
                    <a:pt x="56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7"/>
            <p:cNvSpPr/>
            <p:nvPr/>
          </p:nvSpPr>
          <p:spPr>
            <a:xfrm>
              <a:off x="4578700" y="1068050"/>
              <a:ext cx="226150" cy="53275"/>
            </a:xfrm>
            <a:custGeom>
              <a:rect b="b" l="l" r="r" t="t"/>
              <a:pathLst>
                <a:path extrusionOk="0" h="2131" w="9046">
                  <a:moveTo>
                    <a:pt x="1" y="1"/>
                  </a:moveTo>
                  <a:lnTo>
                    <a:pt x="1" y="2130"/>
                  </a:lnTo>
                  <a:lnTo>
                    <a:pt x="8343" y="2130"/>
                  </a:lnTo>
                  <a:cubicBezTo>
                    <a:pt x="8728" y="2130"/>
                    <a:pt x="9046" y="1647"/>
                    <a:pt x="9046" y="1066"/>
                  </a:cubicBezTo>
                  <a:cubicBezTo>
                    <a:pt x="9046" y="473"/>
                    <a:pt x="8728" y="1"/>
                    <a:pt x="8343" y="1"/>
                  </a:cubicBezTo>
                  <a:close/>
                </a:path>
              </a:pathLst>
            </a:custGeom>
            <a:solidFill>
              <a:srgbClr val="AABB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7"/>
            <p:cNvSpPr/>
            <p:nvPr/>
          </p:nvSpPr>
          <p:spPr>
            <a:xfrm>
              <a:off x="4578700" y="1068050"/>
              <a:ext cx="226150" cy="53275"/>
            </a:xfrm>
            <a:custGeom>
              <a:rect b="b" l="l" r="r" t="t"/>
              <a:pathLst>
                <a:path extrusionOk="0" h="2131" w="9046">
                  <a:moveTo>
                    <a:pt x="1" y="1"/>
                  </a:moveTo>
                  <a:lnTo>
                    <a:pt x="1" y="2130"/>
                  </a:lnTo>
                  <a:lnTo>
                    <a:pt x="8343" y="2130"/>
                  </a:lnTo>
                  <a:cubicBezTo>
                    <a:pt x="8728" y="2130"/>
                    <a:pt x="9046" y="1647"/>
                    <a:pt x="9046" y="1066"/>
                  </a:cubicBezTo>
                  <a:cubicBezTo>
                    <a:pt x="9046" y="473"/>
                    <a:pt x="8728" y="1"/>
                    <a:pt x="83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7"/>
            <p:cNvSpPr/>
            <p:nvPr/>
          </p:nvSpPr>
          <p:spPr>
            <a:xfrm>
              <a:off x="4561150" y="1068050"/>
              <a:ext cx="35150" cy="53275"/>
            </a:xfrm>
            <a:custGeom>
              <a:rect b="b" l="l" r="r" t="t"/>
              <a:pathLst>
                <a:path extrusionOk="0" h="2131" w="1406">
                  <a:moveTo>
                    <a:pt x="703" y="1"/>
                  </a:moveTo>
                  <a:cubicBezTo>
                    <a:pt x="318" y="1"/>
                    <a:pt x="0" y="473"/>
                    <a:pt x="0" y="1066"/>
                  </a:cubicBezTo>
                  <a:cubicBezTo>
                    <a:pt x="0" y="1647"/>
                    <a:pt x="318" y="2130"/>
                    <a:pt x="703" y="2130"/>
                  </a:cubicBezTo>
                  <a:cubicBezTo>
                    <a:pt x="1098" y="2130"/>
                    <a:pt x="1405" y="1647"/>
                    <a:pt x="1405" y="1066"/>
                  </a:cubicBezTo>
                  <a:cubicBezTo>
                    <a:pt x="1405" y="473"/>
                    <a:pt x="1098" y="1"/>
                    <a:pt x="7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7"/>
            <p:cNvSpPr/>
            <p:nvPr/>
          </p:nvSpPr>
          <p:spPr>
            <a:xfrm>
              <a:off x="4564700" y="1073275"/>
              <a:ext cx="28300" cy="42550"/>
            </a:xfrm>
            <a:custGeom>
              <a:rect b="b" l="l" r="r" t="t"/>
              <a:pathLst>
                <a:path extrusionOk="0" h="1702" w="1132">
                  <a:moveTo>
                    <a:pt x="561" y="0"/>
                  </a:moveTo>
                  <a:cubicBezTo>
                    <a:pt x="253" y="0"/>
                    <a:pt x="1" y="385"/>
                    <a:pt x="1" y="857"/>
                  </a:cubicBezTo>
                  <a:cubicBezTo>
                    <a:pt x="1" y="1329"/>
                    <a:pt x="253" y="1702"/>
                    <a:pt x="561" y="1702"/>
                  </a:cubicBezTo>
                  <a:cubicBezTo>
                    <a:pt x="879" y="1702"/>
                    <a:pt x="1131" y="1329"/>
                    <a:pt x="1131" y="857"/>
                  </a:cubicBezTo>
                  <a:cubicBezTo>
                    <a:pt x="1131" y="385"/>
                    <a:pt x="879" y="0"/>
                    <a:pt x="56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7"/>
            <p:cNvSpPr/>
            <p:nvPr/>
          </p:nvSpPr>
          <p:spPr>
            <a:xfrm>
              <a:off x="4561700" y="1014550"/>
              <a:ext cx="208300" cy="53250"/>
            </a:xfrm>
            <a:custGeom>
              <a:rect b="b" l="l" r="r" t="t"/>
              <a:pathLst>
                <a:path extrusionOk="0" h="2130" w="8332">
                  <a:moveTo>
                    <a:pt x="0" y="0"/>
                  </a:moveTo>
                  <a:lnTo>
                    <a:pt x="0" y="2130"/>
                  </a:lnTo>
                  <a:lnTo>
                    <a:pt x="8332" y="2130"/>
                  </a:lnTo>
                  <a:lnTo>
                    <a:pt x="833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7"/>
            <p:cNvSpPr/>
            <p:nvPr/>
          </p:nvSpPr>
          <p:spPr>
            <a:xfrm>
              <a:off x="4752425" y="1014825"/>
              <a:ext cx="35150" cy="52975"/>
            </a:xfrm>
            <a:custGeom>
              <a:rect b="b" l="l" r="r" t="t"/>
              <a:pathLst>
                <a:path extrusionOk="0" h="2119" w="1406">
                  <a:moveTo>
                    <a:pt x="703" y="0"/>
                  </a:moveTo>
                  <a:cubicBezTo>
                    <a:pt x="319" y="0"/>
                    <a:pt x="0" y="472"/>
                    <a:pt x="0" y="1054"/>
                  </a:cubicBezTo>
                  <a:cubicBezTo>
                    <a:pt x="0" y="1647"/>
                    <a:pt x="319" y="2119"/>
                    <a:pt x="703" y="2119"/>
                  </a:cubicBezTo>
                  <a:cubicBezTo>
                    <a:pt x="1098" y="2119"/>
                    <a:pt x="1405" y="1647"/>
                    <a:pt x="1405" y="1054"/>
                  </a:cubicBezTo>
                  <a:cubicBezTo>
                    <a:pt x="1405" y="472"/>
                    <a:pt x="1098" y="0"/>
                    <a:pt x="7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7"/>
            <p:cNvSpPr/>
            <p:nvPr/>
          </p:nvSpPr>
          <p:spPr>
            <a:xfrm>
              <a:off x="4544125" y="1014550"/>
              <a:ext cx="35150" cy="53250"/>
            </a:xfrm>
            <a:custGeom>
              <a:rect b="b" l="l" r="r" t="t"/>
              <a:pathLst>
                <a:path extrusionOk="0" h="2130" w="1406">
                  <a:moveTo>
                    <a:pt x="703" y="0"/>
                  </a:moveTo>
                  <a:cubicBezTo>
                    <a:pt x="319" y="0"/>
                    <a:pt x="1" y="483"/>
                    <a:pt x="1" y="1065"/>
                  </a:cubicBezTo>
                  <a:cubicBezTo>
                    <a:pt x="1" y="1658"/>
                    <a:pt x="308" y="2130"/>
                    <a:pt x="703" y="2130"/>
                  </a:cubicBezTo>
                  <a:cubicBezTo>
                    <a:pt x="1087" y="2130"/>
                    <a:pt x="1406" y="1658"/>
                    <a:pt x="1406" y="1065"/>
                  </a:cubicBezTo>
                  <a:cubicBezTo>
                    <a:pt x="1406" y="483"/>
                    <a:pt x="1087" y="0"/>
                    <a:pt x="7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7"/>
            <p:cNvSpPr/>
            <p:nvPr/>
          </p:nvSpPr>
          <p:spPr>
            <a:xfrm>
              <a:off x="4547700" y="1020025"/>
              <a:ext cx="28000" cy="42575"/>
            </a:xfrm>
            <a:custGeom>
              <a:rect b="b" l="l" r="r" t="t"/>
              <a:pathLst>
                <a:path extrusionOk="0" h="1703" w="1120">
                  <a:moveTo>
                    <a:pt x="560" y="1"/>
                  </a:moveTo>
                  <a:cubicBezTo>
                    <a:pt x="253" y="1"/>
                    <a:pt x="0" y="385"/>
                    <a:pt x="0" y="846"/>
                  </a:cubicBezTo>
                  <a:cubicBezTo>
                    <a:pt x="0" y="1318"/>
                    <a:pt x="242" y="1702"/>
                    <a:pt x="560" y="1702"/>
                  </a:cubicBezTo>
                  <a:cubicBezTo>
                    <a:pt x="867" y="1702"/>
                    <a:pt x="1120" y="1318"/>
                    <a:pt x="1120" y="846"/>
                  </a:cubicBezTo>
                  <a:cubicBezTo>
                    <a:pt x="1120" y="385"/>
                    <a:pt x="867" y="1"/>
                    <a:pt x="56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_1">
    <p:spTree>
      <p:nvGrpSpPr>
        <p:cNvPr id="1437" name="Shape 1437"/>
        <p:cNvGrpSpPr/>
        <p:nvPr/>
      </p:nvGrpSpPr>
      <p:grpSpPr>
        <a:xfrm>
          <a:off x="0" y="0"/>
          <a:ext cx="0" cy="0"/>
          <a:chOff x="0" y="0"/>
          <a:chExt cx="0" cy="0"/>
        </a:xfrm>
      </p:grpSpPr>
      <p:sp>
        <p:nvSpPr>
          <p:cNvPr id="1438" name="Google Shape;1438;p28"/>
          <p:cNvSpPr txBox="1"/>
          <p:nvPr>
            <p:ph type="title"/>
          </p:nvPr>
        </p:nvSpPr>
        <p:spPr>
          <a:xfrm>
            <a:off x="713250" y="539500"/>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1439" name="Google Shape;1439;p28"/>
          <p:cNvSpPr txBox="1"/>
          <p:nvPr>
            <p:ph idx="2" type="title"/>
          </p:nvPr>
        </p:nvSpPr>
        <p:spPr>
          <a:xfrm>
            <a:off x="1735997" y="1784425"/>
            <a:ext cx="2416200" cy="4290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1800"/>
            </a:lvl1pPr>
            <a:lvl2pPr lvl="1">
              <a:spcBef>
                <a:spcPts val="0"/>
              </a:spcBef>
              <a:spcAft>
                <a:spcPts val="0"/>
              </a:spcAft>
              <a:buSzPts val="3400"/>
              <a:buNone/>
              <a:defRPr>
                <a:latin typeface="Asap"/>
                <a:ea typeface="Asap"/>
                <a:cs typeface="Asap"/>
                <a:sym typeface="Asap"/>
              </a:defRPr>
            </a:lvl2pPr>
            <a:lvl3pPr lvl="2">
              <a:spcBef>
                <a:spcPts val="0"/>
              </a:spcBef>
              <a:spcAft>
                <a:spcPts val="0"/>
              </a:spcAft>
              <a:buSzPts val="3400"/>
              <a:buNone/>
              <a:defRPr>
                <a:latin typeface="Asap"/>
                <a:ea typeface="Asap"/>
                <a:cs typeface="Asap"/>
                <a:sym typeface="Asap"/>
              </a:defRPr>
            </a:lvl3pPr>
            <a:lvl4pPr lvl="3">
              <a:spcBef>
                <a:spcPts val="0"/>
              </a:spcBef>
              <a:spcAft>
                <a:spcPts val="0"/>
              </a:spcAft>
              <a:buSzPts val="3400"/>
              <a:buNone/>
              <a:defRPr>
                <a:latin typeface="Asap"/>
                <a:ea typeface="Asap"/>
                <a:cs typeface="Asap"/>
                <a:sym typeface="Asap"/>
              </a:defRPr>
            </a:lvl4pPr>
            <a:lvl5pPr lvl="4">
              <a:spcBef>
                <a:spcPts val="0"/>
              </a:spcBef>
              <a:spcAft>
                <a:spcPts val="0"/>
              </a:spcAft>
              <a:buSzPts val="3400"/>
              <a:buNone/>
              <a:defRPr>
                <a:latin typeface="Asap"/>
                <a:ea typeface="Asap"/>
                <a:cs typeface="Asap"/>
                <a:sym typeface="Asap"/>
              </a:defRPr>
            </a:lvl5pPr>
            <a:lvl6pPr lvl="5">
              <a:spcBef>
                <a:spcPts val="0"/>
              </a:spcBef>
              <a:spcAft>
                <a:spcPts val="0"/>
              </a:spcAft>
              <a:buSzPts val="3400"/>
              <a:buNone/>
              <a:defRPr>
                <a:latin typeface="Asap"/>
                <a:ea typeface="Asap"/>
                <a:cs typeface="Asap"/>
                <a:sym typeface="Asap"/>
              </a:defRPr>
            </a:lvl6pPr>
            <a:lvl7pPr lvl="6">
              <a:spcBef>
                <a:spcPts val="0"/>
              </a:spcBef>
              <a:spcAft>
                <a:spcPts val="0"/>
              </a:spcAft>
              <a:buSzPts val="3400"/>
              <a:buNone/>
              <a:defRPr>
                <a:latin typeface="Asap"/>
                <a:ea typeface="Asap"/>
                <a:cs typeface="Asap"/>
                <a:sym typeface="Asap"/>
              </a:defRPr>
            </a:lvl7pPr>
            <a:lvl8pPr lvl="7">
              <a:spcBef>
                <a:spcPts val="0"/>
              </a:spcBef>
              <a:spcAft>
                <a:spcPts val="0"/>
              </a:spcAft>
              <a:buSzPts val="3400"/>
              <a:buNone/>
              <a:defRPr>
                <a:latin typeface="Asap"/>
                <a:ea typeface="Asap"/>
                <a:cs typeface="Asap"/>
                <a:sym typeface="Asap"/>
              </a:defRPr>
            </a:lvl8pPr>
            <a:lvl9pPr lvl="8">
              <a:spcBef>
                <a:spcPts val="0"/>
              </a:spcBef>
              <a:spcAft>
                <a:spcPts val="0"/>
              </a:spcAft>
              <a:buSzPts val="3400"/>
              <a:buNone/>
              <a:defRPr>
                <a:latin typeface="Asap"/>
                <a:ea typeface="Asap"/>
                <a:cs typeface="Asap"/>
                <a:sym typeface="Asap"/>
              </a:defRPr>
            </a:lvl9pPr>
          </a:lstStyle>
          <a:p/>
        </p:txBody>
      </p:sp>
      <p:sp>
        <p:nvSpPr>
          <p:cNvPr id="1440" name="Google Shape;1440;p28"/>
          <p:cNvSpPr txBox="1"/>
          <p:nvPr>
            <p:ph idx="1" type="subTitle"/>
          </p:nvPr>
        </p:nvSpPr>
        <p:spPr>
          <a:xfrm>
            <a:off x="1735997" y="2096903"/>
            <a:ext cx="2416200" cy="68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41" name="Google Shape;1441;p28"/>
          <p:cNvSpPr txBox="1"/>
          <p:nvPr>
            <p:ph idx="3" type="title"/>
          </p:nvPr>
        </p:nvSpPr>
        <p:spPr>
          <a:xfrm>
            <a:off x="4991800" y="1784425"/>
            <a:ext cx="2416200" cy="4290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1800"/>
            </a:lvl1pPr>
            <a:lvl2pPr lvl="1">
              <a:spcBef>
                <a:spcPts val="0"/>
              </a:spcBef>
              <a:spcAft>
                <a:spcPts val="0"/>
              </a:spcAft>
              <a:buSzPts val="3400"/>
              <a:buNone/>
              <a:defRPr>
                <a:latin typeface="Asap"/>
                <a:ea typeface="Asap"/>
                <a:cs typeface="Asap"/>
                <a:sym typeface="Asap"/>
              </a:defRPr>
            </a:lvl2pPr>
            <a:lvl3pPr lvl="2">
              <a:spcBef>
                <a:spcPts val="0"/>
              </a:spcBef>
              <a:spcAft>
                <a:spcPts val="0"/>
              </a:spcAft>
              <a:buSzPts val="3400"/>
              <a:buNone/>
              <a:defRPr>
                <a:latin typeface="Asap"/>
                <a:ea typeface="Asap"/>
                <a:cs typeface="Asap"/>
                <a:sym typeface="Asap"/>
              </a:defRPr>
            </a:lvl3pPr>
            <a:lvl4pPr lvl="3">
              <a:spcBef>
                <a:spcPts val="0"/>
              </a:spcBef>
              <a:spcAft>
                <a:spcPts val="0"/>
              </a:spcAft>
              <a:buSzPts val="3400"/>
              <a:buNone/>
              <a:defRPr>
                <a:latin typeface="Asap"/>
                <a:ea typeface="Asap"/>
                <a:cs typeface="Asap"/>
                <a:sym typeface="Asap"/>
              </a:defRPr>
            </a:lvl4pPr>
            <a:lvl5pPr lvl="4">
              <a:spcBef>
                <a:spcPts val="0"/>
              </a:spcBef>
              <a:spcAft>
                <a:spcPts val="0"/>
              </a:spcAft>
              <a:buSzPts val="3400"/>
              <a:buNone/>
              <a:defRPr>
                <a:latin typeface="Asap"/>
                <a:ea typeface="Asap"/>
                <a:cs typeface="Asap"/>
                <a:sym typeface="Asap"/>
              </a:defRPr>
            </a:lvl5pPr>
            <a:lvl6pPr lvl="5">
              <a:spcBef>
                <a:spcPts val="0"/>
              </a:spcBef>
              <a:spcAft>
                <a:spcPts val="0"/>
              </a:spcAft>
              <a:buSzPts val="3400"/>
              <a:buNone/>
              <a:defRPr>
                <a:latin typeface="Asap"/>
                <a:ea typeface="Asap"/>
                <a:cs typeface="Asap"/>
                <a:sym typeface="Asap"/>
              </a:defRPr>
            </a:lvl6pPr>
            <a:lvl7pPr lvl="6">
              <a:spcBef>
                <a:spcPts val="0"/>
              </a:spcBef>
              <a:spcAft>
                <a:spcPts val="0"/>
              </a:spcAft>
              <a:buSzPts val="3400"/>
              <a:buNone/>
              <a:defRPr>
                <a:latin typeface="Asap"/>
                <a:ea typeface="Asap"/>
                <a:cs typeface="Asap"/>
                <a:sym typeface="Asap"/>
              </a:defRPr>
            </a:lvl7pPr>
            <a:lvl8pPr lvl="7">
              <a:spcBef>
                <a:spcPts val="0"/>
              </a:spcBef>
              <a:spcAft>
                <a:spcPts val="0"/>
              </a:spcAft>
              <a:buSzPts val="3400"/>
              <a:buNone/>
              <a:defRPr>
                <a:latin typeface="Asap"/>
                <a:ea typeface="Asap"/>
                <a:cs typeface="Asap"/>
                <a:sym typeface="Asap"/>
              </a:defRPr>
            </a:lvl8pPr>
            <a:lvl9pPr lvl="8">
              <a:spcBef>
                <a:spcPts val="0"/>
              </a:spcBef>
              <a:spcAft>
                <a:spcPts val="0"/>
              </a:spcAft>
              <a:buSzPts val="3400"/>
              <a:buNone/>
              <a:defRPr>
                <a:latin typeface="Asap"/>
                <a:ea typeface="Asap"/>
                <a:cs typeface="Asap"/>
                <a:sym typeface="Asap"/>
              </a:defRPr>
            </a:lvl9pPr>
          </a:lstStyle>
          <a:p/>
        </p:txBody>
      </p:sp>
      <p:sp>
        <p:nvSpPr>
          <p:cNvPr id="1442" name="Google Shape;1442;p28"/>
          <p:cNvSpPr txBox="1"/>
          <p:nvPr>
            <p:ph idx="4" type="subTitle"/>
          </p:nvPr>
        </p:nvSpPr>
        <p:spPr>
          <a:xfrm>
            <a:off x="4991803" y="2096903"/>
            <a:ext cx="2416200" cy="68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43" name="Google Shape;1443;p28"/>
          <p:cNvSpPr txBox="1"/>
          <p:nvPr>
            <p:ph idx="5" type="title"/>
          </p:nvPr>
        </p:nvSpPr>
        <p:spPr>
          <a:xfrm>
            <a:off x="1735997" y="3213322"/>
            <a:ext cx="2416200" cy="4290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1800"/>
            </a:lvl1pPr>
            <a:lvl2pPr lvl="1">
              <a:spcBef>
                <a:spcPts val="0"/>
              </a:spcBef>
              <a:spcAft>
                <a:spcPts val="0"/>
              </a:spcAft>
              <a:buSzPts val="3400"/>
              <a:buNone/>
              <a:defRPr>
                <a:latin typeface="Asap"/>
                <a:ea typeface="Asap"/>
                <a:cs typeface="Asap"/>
                <a:sym typeface="Asap"/>
              </a:defRPr>
            </a:lvl2pPr>
            <a:lvl3pPr lvl="2">
              <a:spcBef>
                <a:spcPts val="0"/>
              </a:spcBef>
              <a:spcAft>
                <a:spcPts val="0"/>
              </a:spcAft>
              <a:buSzPts val="3400"/>
              <a:buNone/>
              <a:defRPr>
                <a:latin typeface="Asap"/>
                <a:ea typeface="Asap"/>
                <a:cs typeface="Asap"/>
                <a:sym typeface="Asap"/>
              </a:defRPr>
            </a:lvl3pPr>
            <a:lvl4pPr lvl="3">
              <a:spcBef>
                <a:spcPts val="0"/>
              </a:spcBef>
              <a:spcAft>
                <a:spcPts val="0"/>
              </a:spcAft>
              <a:buSzPts val="3400"/>
              <a:buNone/>
              <a:defRPr>
                <a:latin typeface="Asap"/>
                <a:ea typeface="Asap"/>
                <a:cs typeface="Asap"/>
                <a:sym typeface="Asap"/>
              </a:defRPr>
            </a:lvl4pPr>
            <a:lvl5pPr lvl="4">
              <a:spcBef>
                <a:spcPts val="0"/>
              </a:spcBef>
              <a:spcAft>
                <a:spcPts val="0"/>
              </a:spcAft>
              <a:buSzPts val="3400"/>
              <a:buNone/>
              <a:defRPr>
                <a:latin typeface="Asap"/>
                <a:ea typeface="Asap"/>
                <a:cs typeface="Asap"/>
                <a:sym typeface="Asap"/>
              </a:defRPr>
            </a:lvl5pPr>
            <a:lvl6pPr lvl="5">
              <a:spcBef>
                <a:spcPts val="0"/>
              </a:spcBef>
              <a:spcAft>
                <a:spcPts val="0"/>
              </a:spcAft>
              <a:buSzPts val="3400"/>
              <a:buNone/>
              <a:defRPr>
                <a:latin typeface="Asap"/>
                <a:ea typeface="Asap"/>
                <a:cs typeface="Asap"/>
                <a:sym typeface="Asap"/>
              </a:defRPr>
            </a:lvl6pPr>
            <a:lvl7pPr lvl="6">
              <a:spcBef>
                <a:spcPts val="0"/>
              </a:spcBef>
              <a:spcAft>
                <a:spcPts val="0"/>
              </a:spcAft>
              <a:buSzPts val="3400"/>
              <a:buNone/>
              <a:defRPr>
                <a:latin typeface="Asap"/>
                <a:ea typeface="Asap"/>
                <a:cs typeface="Asap"/>
                <a:sym typeface="Asap"/>
              </a:defRPr>
            </a:lvl7pPr>
            <a:lvl8pPr lvl="7">
              <a:spcBef>
                <a:spcPts val="0"/>
              </a:spcBef>
              <a:spcAft>
                <a:spcPts val="0"/>
              </a:spcAft>
              <a:buSzPts val="3400"/>
              <a:buNone/>
              <a:defRPr>
                <a:latin typeface="Asap"/>
                <a:ea typeface="Asap"/>
                <a:cs typeface="Asap"/>
                <a:sym typeface="Asap"/>
              </a:defRPr>
            </a:lvl8pPr>
            <a:lvl9pPr lvl="8">
              <a:spcBef>
                <a:spcPts val="0"/>
              </a:spcBef>
              <a:spcAft>
                <a:spcPts val="0"/>
              </a:spcAft>
              <a:buSzPts val="3400"/>
              <a:buNone/>
              <a:defRPr>
                <a:latin typeface="Asap"/>
                <a:ea typeface="Asap"/>
                <a:cs typeface="Asap"/>
                <a:sym typeface="Asap"/>
              </a:defRPr>
            </a:lvl9pPr>
          </a:lstStyle>
          <a:p/>
        </p:txBody>
      </p:sp>
      <p:sp>
        <p:nvSpPr>
          <p:cNvPr id="1444" name="Google Shape;1444;p28"/>
          <p:cNvSpPr txBox="1"/>
          <p:nvPr>
            <p:ph idx="6" type="subTitle"/>
          </p:nvPr>
        </p:nvSpPr>
        <p:spPr>
          <a:xfrm>
            <a:off x="1735997" y="3525794"/>
            <a:ext cx="2416200" cy="68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45" name="Google Shape;1445;p28"/>
          <p:cNvSpPr txBox="1"/>
          <p:nvPr>
            <p:ph idx="7" type="title"/>
          </p:nvPr>
        </p:nvSpPr>
        <p:spPr>
          <a:xfrm>
            <a:off x="4991800" y="3213322"/>
            <a:ext cx="2416200" cy="4290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1800"/>
            </a:lvl1pPr>
            <a:lvl2pPr lvl="1">
              <a:spcBef>
                <a:spcPts val="0"/>
              </a:spcBef>
              <a:spcAft>
                <a:spcPts val="0"/>
              </a:spcAft>
              <a:buSzPts val="3400"/>
              <a:buNone/>
              <a:defRPr>
                <a:latin typeface="Asap"/>
                <a:ea typeface="Asap"/>
                <a:cs typeface="Asap"/>
                <a:sym typeface="Asap"/>
              </a:defRPr>
            </a:lvl2pPr>
            <a:lvl3pPr lvl="2">
              <a:spcBef>
                <a:spcPts val="0"/>
              </a:spcBef>
              <a:spcAft>
                <a:spcPts val="0"/>
              </a:spcAft>
              <a:buSzPts val="3400"/>
              <a:buNone/>
              <a:defRPr>
                <a:latin typeface="Asap"/>
                <a:ea typeface="Asap"/>
                <a:cs typeface="Asap"/>
                <a:sym typeface="Asap"/>
              </a:defRPr>
            </a:lvl3pPr>
            <a:lvl4pPr lvl="3">
              <a:spcBef>
                <a:spcPts val="0"/>
              </a:spcBef>
              <a:spcAft>
                <a:spcPts val="0"/>
              </a:spcAft>
              <a:buSzPts val="3400"/>
              <a:buNone/>
              <a:defRPr>
                <a:latin typeface="Asap"/>
                <a:ea typeface="Asap"/>
                <a:cs typeface="Asap"/>
                <a:sym typeface="Asap"/>
              </a:defRPr>
            </a:lvl4pPr>
            <a:lvl5pPr lvl="4">
              <a:spcBef>
                <a:spcPts val="0"/>
              </a:spcBef>
              <a:spcAft>
                <a:spcPts val="0"/>
              </a:spcAft>
              <a:buSzPts val="3400"/>
              <a:buNone/>
              <a:defRPr>
                <a:latin typeface="Asap"/>
                <a:ea typeface="Asap"/>
                <a:cs typeface="Asap"/>
                <a:sym typeface="Asap"/>
              </a:defRPr>
            </a:lvl5pPr>
            <a:lvl6pPr lvl="5">
              <a:spcBef>
                <a:spcPts val="0"/>
              </a:spcBef>
              <a:spcAft>
                <a:spcPts val="0"/>
              </a:spcAft>
              <a:buSzPts val="3400"/>
              <a:buNone/>
              <a:defRPr>
                <a:latin typeface="Asap"/>
                <a:ea typeface="Asap"/>
                <a:cs typeface="Asap"/>
                <a:sym typeface="Asap"/>
              </a:defRPr>
            </a:lvl6pPr>
            <a:lvl7pPr lvl="6">
              <a:spcBef>
                <a:spcPts val="0"/>
              </a:spcBef>
              <a:spcAft>
                <a:spcPts val="0"/>
              </a:spcAft>
              <a:buSzPts val="3400"/>
              <a:buNone/>
              <a:defRPr>
                <a:latin typeface="Asap"/>
                <a:ea typeface="Asap"/>
                <a:cs typeface="Asap"/>
                <a:sym typeface="Asap"/>
              </a:defRPr>
            </a:lvl7pPr>
            <a:lvl8pPr lvl="7">
              <a:spcBef>
                <a:spcPts val="0"/>
              </a:spcBef>
              <a:spcAft>
                <a:spcPts val="0"/>
              </a:spcAft>
              <a:buSzPts val="3400"/>
              <a:buNone/>
              <a:defRPr>
                <a:latin typeface="Asap"/>
                <a:ea typeface="Asap"/>
                <a:cs typeface="Asap"/>
                <a:sym typeface="Asap"/>
              </a:defRPr>
            </a:lvl8pPr>
            <a:lvl9pPr lvl="8">
              <a:spcBef>
                <a:spcPts val="0"/>
              </a:spcBef>
              <a:spcAft>
                <a:spcPts val="0"/>
              </a:spcAft>
              <a:buSzPts val="3400"/>
              <a:buNone/>
              <a:defRPr>
                <a:latin typeface="Asap"/>
                <a:ea typeface="Asap"/>
                <a:cs typeface="Asap"/>
                <a:sym typeface="Asap"/>
              </a:defRPr>
            </a:lvl9pPr>
          </a:lstStyle>
          <a:p/>
        </p:txBody>
      </p:sp>
      <p:sp>
        <p:nvSpPr>
          <p:cNvPr id="1446" name="Google Shape;1446;p28"/>
          <p:cNvSpPr txBox="1"/>
          <p:nvPr>
            <p:ph idx="8" type="subTitle"/>
          </p:nvPr>
        </p:nvSpPr>
        <p:spPr>
          <a:xfrm>
            <a:off x="4991803" y="3525794"/>
            <a:ext cx="2416200" cy="68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grpSp>
        <p:nvGrpSpPr>
          <p:cNvPr id="1447" name="Google Shape;1447;p28"/>
          <p:cNvGrpSpPr/>
          <p:nvPr/>
        </p:nvGrpSpPr>
        <p:grpSpPr>
          <a:xfrm>
            <a:off x="5149687" y="939791"/>
            <a:ext cx="4045976" cy="3889979"/>
            <a:chOff x="3074425" y="836100"/>
            <a:chExt cx="1863732" cy="1981650"/>
          </a:xfrm>
        </p:grpSpPr>
        <p:sp>
          <p:nvSpPr>
            <p:cNvPr id="1448" name="Google Shape;1448;p28"/>
            <p:cNvSpPr/>
            <p:nvPr/>
          </p:nvSpPr>
          <p:spPr>
            <a:xfrm>
              <a:off x="4381317" y="1606358"/>
              <a:ext cx="556840" cy="1211366"/>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8"/>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8"/>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8"/>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8"/>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8"/>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8"/>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8"/>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6" name="Google Shape;1456;p28"/>
          <p:cNvGrpSpPr/>
          <p:nvPr/>
        </p:nvGrpSpPr>
        <p:grpSpPr>
          <a:xfrm>
            <a:off x="-46" y="539493"/>
            <a:ext cx="2014112" cy="4385159"/>
            <a:chOff x="1622025" y="238125"/>
            <a:chExt cx="746825" cy="1626000"/>
          </a:xfrm>
        </p:grpSpPr>
        <p:sp>
          <p:nvSpPr>
            <p:cNvPr id="1457" name="Google Shape;1457;p28"/>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8"/>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8"/>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8"/>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8"/>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62" name="Google Shape;1462;p28"/>
          <p:cNvSpPr/>
          <p:nvPr/>
        </p:nvSpPr>
        <p:spPr>
          <a:xfrm flipH="1">
            <a:off x="-4886" y="4879925"/>
            <a:ext cx="9144000" cy="29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3" name="Google Shape;1463;p28"/>
          <p:cNvGrpSpPr/>
          <p:nvPr/>
        </p:nvGrpSpPr>
        <p:grpSpPr>
          <a:xfrm flipH="1">
            <a:off x="-348848" y="3417837"/>
            <a:ext cx="9870375" cy="1455000"/>
            <a:chOff x="-381000" y="2758675"/>
            <a:chExt cx="9870375" cy="1455000"/>
          </a:xfrm>
        </p:grpSpPr>
        <p:sp>
          <p:nvSpPr>
            <p:cNvPr id="1464" name="Google Shape;1464;p28"/>
            <p:cNvSpPr/>
            <p:nvPr/>
          </p:nvSpPr>
          <p:spPr>
            <a:xfrm>
              <a:off x="152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8"/>
            <p:cNvSpPr/>
            <p:nvPr/>
          </p:nvSpPr>
          <p:spPr>
            <a:xfrm>
              <a:off x="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8"/>
            <p:cNvSpPr/>
            <p:nvPr/>
          </p:nvSpPr>
          <p:spPr>
            <a:xfrm>
              <a:off x="76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8"/>
            <p:cNvSpPr/>
            <p:nvPr/>
          </p:nvSpPr>
          <p:spPr>
            <a:xfrm>
              <a:off x="381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8"/>
            <p:cNvSpPr/>
            <p:nvPr/>
          </p:nvSpPr>
          <p:spPr>
            <a:xfrm>
              <a:off x="228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8"/>
            <p:cNvSpPr/>
            <p:nvPr/>
          </p:nvSpPr>
          <p:spPr>
            <a:xfrm>
              <a:off x="304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8"/>
            <p:cNvSpPr/>
            <p:nvPr/>
          </p:nvSpPr>
          <p:spPr>
            <a:xfrm>
              <a:off x="609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8"/>
            <p:cNvSpPr/>
            <p:nvPr/>
          </p:nvSpPr>
          <p:spPr>
            <a:xfrm>
              <a:off x="457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8"/>
            <p:cNvSpPr/>
            <p:nvPr/>
          </p:nvSpPr>
          <p:spPr>
            <a:xfrm>
              <a:off x="533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8"/>
            <p:cNvSpPr/>
            <p:nvPr/>
          </p:nvSpPr>
          <p:spPr>
            <a:xfrm>
              <a:off x="762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8"/>
            <p:cNvSpPr/>
            <p:nvPr/>
          </p:nvSpPr>
          <p:spPr>
            <a:xfrm>
              <a:off x="685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8"/>
            <p:cNvSpPr/>
            <p:nvPr/>
          </p:nvSpPr>
          <p:spPr>
            <a:xfrm>
              <a:off x="838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8"/>
            <p:cNvSpPr/>
            <p:nvPr/>
          </p:nvSpPr>
          <p:spPr>
            <a:xfrm>
              <a:off x="186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8"/>
            <p:cNvSpPr/>
            <p:nvPr/>
          </p:nvSpPr>
          <p:spPr>
            <a:xfrm>
              <a:off x="3764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8"/>
            <p:cNvSpPr/>
            <p:nvPr/>
          </p:nvSpPr>
          <p:spPr>
            <a:xfrm>
              <a:off x="110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8"/>
            <p:cNvSpPr/>
            <p:nvPr/>
          </p:nvSpPr>
          <p:spPr>
            <a:xfrm>
              <a:off x="415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8"/>
            <p:cNvSpPr/>
            <p:nvPr/>
          </p:nvSpPr>
          <p:spPr>
            <a:xfrm>
              <a:off x="263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8"/>
            <p:cNvSpPr/>
            <p:nvPr/>
          </p:nvSpPr>
          <p:spPr>
            <a:xfrm>
              <a:off x="339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8"/>
            <p:cNvSpPr/>
            <p:nvPr/>
          </p:nvSpPr>
          <p:spPr>
            <a:xfrm>
              <a:off x="644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8"/>
            <p:cNvSpPr/>
            <p:nvPr/>
          </p:nvSpPr>
          <p:spPr>
            <a:xfrm>
              <a:off x="491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8"/>
            <p:cNvSpPr/>
            <p:nvPr/>
          </p:nvSpPr>
          <p:spPr>
            <a:xfrm>
              <a:off x="567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8"/>
            <p:cNvSpPr/>
            <p:nvPr/>
          </p:nvSpPr>
          <p:spPr>
            <a:xfrm>
              <a:off x="796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8"/>
            <p:cNvSpPr/>
            <p:nvPr/>
          </p:nvSpPr>
          <p:spPr>
            <a:xfrm>
              <a:off x="720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8"/>
            <p:cNvSpPr/>
            <p:nvPr/>
          </p:nvSpPr>
          <p:spPr>
            <a:xfrm>
              <a:off x="872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8"/>
            <p:cNvSpPr/>
            <p:nvPr/>
          </p:nvSpPr>
          <p:spPr>
            <a:xfrm>
              <a:off x="-381000"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8"/>
            <p:cNvSpPr/>
            <p:nvPr/>
          </p:nvSpPr>
          <p:spPr>
            <a:xfrm>
              <a:off x="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8"/>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8"/>
            <p:cNvSpPr/>
            <p:nvPr/>
          </p:nvSpPr>
          <p:spPr>
            <a:xfrm>
              <a:off x="762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8"/>
            <p:cNvSpPr/>
            <p:nvPr/>
          </p:nvSpPr>
          <p:spPr>
            <a:xfrm>
              <a:off x="838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8"/>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8"/>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28"/>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28"/>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28"/>
            <p:cNvSpPr/>
            <p:nvPr/>
          </p:nvSpPr>
          <p:spPr>
            <a:xfrm>
              <a:off x="8382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98" name="Google Shape;1498;p28"/>
          <p:cNvSpPr/>
          <p:nvPr/>
        </p:nvSpPr>
        <p:spPr>
          <a:xfrm flipH="1">
            <a:off x="5520641" y="3705650"/>
            <a:ext cx="3621300" cy="11742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28"/>
          <p:cNvSpPr/>
          <p:nvPr/>
        </p:nvSpPr>
        <p:spPr>
          <a:xfrm flipH="1">
            <a:off x="7416698" y="4518419"/>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28"/>
          <p:cNvSpPr/>
          <p:nvPr/>
        </p:nvSpPr>
        <p:spPr>
          <a:xfrm flipH="1">
            <a:off x="-35611" y="4387869"/>
            <a:ext cx="1060721" cy="492044"/>
          </a:xfrm>
          <a:custGeom>
            <a:rect b="b" l="l" r="r" t="t"/>
            <a:pathLst>
              <a:path extrusionOk="0" h="5143" w="11087">
                <a:moveTo>
                  <a:pt x="11087" y="0"/>
                </a:moveTo>
                <a:cubicBezTo>
                  <a:pt x="10790" y="35"/>
                  <a:pt x="10511" y="105"/>
                  <a:pt x="10232" y="192"/>
                </a:cubicBezTo>
                <a:cubicBezTo>
                  <a:pt x="8611" y="715"/>
                  <a:pt x="7164" y="1813"/>
                  <a:pt x="6084" y="3121"/>
                </a:cubicBezTo>
                <a:cubicBezTo>
                  <a:pt x="5658" y="2742"/>
                  <a:pt x="5079" y="2596"/>
                  <a:pt x="4490" y="2596"/>
                </a:cubicBezTo>
                <a:cubicBezTo>
                  <a:pt x="4211" y="2596"/>
                  <a:pt x="3930" y="2629"/>
                  <a:pt x="3661" y="2685"/>
                </a:cubicBezTo>
                <a:cubicBezTo>
                  <a:pt x="2179" y="3016"/>
                  <a:pt x="872" y="3887"/>
                  <a:pt x="0" y="5143"/>
                </a:cubicBezTo>
                <a:lnTo>
                  <a:pt x="11087" y="5143"/>
                </a:lnTo>
                <a:lnTo>
                  <a:pt x="1108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28"/>
          <p:cNvSpPr/>
          <p:nvPr/>
        </p:nvSpPr>
        <p:spPr>
          <a:xfrm flipH="1">
            <a:off x="3052056" y="4764700"/>
            <a:ext cx="1367043" cy="242556"/>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28"/>
          <p:cNvSpPr/>
          <p:nvPr/>
        </p:nvSpPr>
        <p:spPr>
          <a:xfrm>
            <a:off x="900442" y="184646"/>
            <a:ext cx="1727311" cy="244475"/>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28"/>
          <p:cNvSpPr/>
          <p:nvPr/>
        </p:nvSpPr>
        <p:spPr>
          <a:xfrm>
            <a:off x="8121636" y="1112198"/>
            <a:ext cx="1248280" cy="176527"/>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4" name="Google Shape;1504;p28"/>
          <p:cNvGrpSpPr/>
          <p:nvPr/>
        </p:nvGrpSpPr>
        <p:grpSpPr>
          <a:xfrm>
            <a:off x="7485468" y="3705640"/>
            <a:ext cx="1894812" cy="1342016"/>
            <a:chOff x="539750" y="4542450"/>
            <a:chExt cx="1297550" cy="919000"/>
          </a:xfrm>
        </p:grpSpPr>
        <p:sp>
          <p:nvSpPr>
            <p:cNvPr id="1505" name="Google Shape;1505;p28"/>
            <p:cNvSpPr/>
            <p:nvPr/>
          </p:nvSpPr>
          <p:spPr>
            <a:xfrm>
              <a:off x="703050" y="4650050"/>
              <a:ext cx="56175" cy="811400"/>
            </a:xfrm>
            <a:custGeom>
              <a:rect b="b" l="l" r="r" t="t"/>
              <a:pathLst>
                <a:path extrusionOk="0" h="32456" w="2247">
                  <a:moveTo>
                    <a:pt x="1" y="1"/>
                  </a:moveTo>
                  <a:lnTo>
                    <a:pt x="1" y="32455"/>
                  </a:lnTo>
                  <a:lnTo>
                    <a:pt x="2247" y="32455"/>
                  </a:lnTo>
                  <a:lnTo>
                    <a:pt x="22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28"/>
            <p:cNvSpPr/>
            <p:nvPr/>
          </p:nvSpPr>
          <p:spPr>
            <a:xfrm>
              <a:off x="1648250" y="4650050"/>
              <a:ext cx="56625" cy="811400"/>
            </a:xfrm>
            <a:custGeom>
              <a:rect b="b" l="l" r="r" t="t"/>
              <a:pathLst>
                <a:path extrusionOk="0" h="32456" w="2265">
                  <a:moveTo>
                    <a:pt x="0" y="1"/>
                  </a:moveTo>
                  <a:lnTo>
                    <a:pt x="0" y="32455"/>
                  </a:lnTo>
                  <a:lnTo>
                    <a:pt x="2265" y="32455"/>
                  </a:lnTo>
                  <a:lnTo>
                    <a:pt x="226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28"/>
            <p:cNvSpPr/>
            <p:nvPr/>
          </p:nvSpPr>
          <p:spPr>
            <a:xfrm>
              <a:off x="539750" y="4542450"/>
              <a:ext cx="1297550" cy="269075"/>
            </a:xfrm>
            <a:custGeom>
              <a:rect b="b" l="l" r="r" t="t"/>
              <a:pathLst>
                <a:path extrusionOk="0" h="10763" w="51902">
                  <a:moveTo>
                    <a:pt x="1" y="0"/>
                  </a:moveTo>
                  <a:lnTo>
                    <a:pt x="1" y="10762"/>
                  </a:lnTo>
                  <a:lnTo>
                    <a:pt x="51902" y="10762"/>
                  </a:lnTo>
                  <a:lnTo>
                    <a:pt x="5190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28"/>
            <p:cNvSpPr/>
            <p:nvPr/>
          </p:nvSpPr>
          <p:spPr>
            <a:xfrm>
              <a:off x="539750" y="4542450"/>
              <a:ext cx="215275" cy="269075"/>
            </a:xfrm>
            <a:custGeom>
              <a:rect b="b" l="l" r="r" t="t"/>
              <a:pathLst>
                <a:path extrusionOk="0" h="10763" w="8611">
                  <a:moveTo>
                    <a:pt x="5429" y="0"/>
                  </a:moveTo>
                  <a:lnTo>
                    <a:pt x="1" y="10762"/>
                  </a:lnTo>
                  <a:lnTo>
                    <a:pt x="3183"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28"/>
            <p:cNvSpPr/>
            <p:nvPr/>
          </p:nvSpPr>
          <p:spPr>
            <a:xfrm>
              <a:off x="694175" y="4542450"/>
              <a:ext cx="215250" cy="269075"/>
            </a:xfrm>
            <a:custGeom>
              <a:rect b="b" l="l" r="r" t="t"/>
              <a:pathLst>
                <a:path extrusionOk="0" h="10763" w="8610">
                  <a:moveTo>
                    <a:pt x="5428" y="0"/>
                  </a:moveTo>
                  <a:lnTo>
                    <a:pt x="0" y="10762"/>
                  </a:lnTo>
                  <a:lnTo>
                    <a:pt x="3201"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28"/>
            <p:cNvSpPr/>
            <p:nvPr/>
          </p:nvSpPr>
          <p:spPr>
            <a:xfrm>
              <a:off x="849050" y="4542450"/>
              <a:ext cx="215250" cy="269075"/>
            </a:xfrm>
            <a:custGeom>
              <a:rect b="b" l="l" r="r" t="t"/>
              <a:pathLst>
                <a:path extrusionOk="0" h="10763" w="8610">
                  <a:moveTo>
                    <a:pt x="5428" y="0"/>
                  </a:moveTo>
                  <a:lnTo>
                    <a:pt x="0" y="10762"/>
                  </a:lnTo>
                  <a:lnTo>
                    <a:pt x="3182"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28"/>
            <p:cNvSpPr/>
            <p:nvPr/>
          </p:nvSpPr>
          <p:spPr>
            <a:xfrm>
              <a:off x="1003450" y="4542450"/>
              <a:ext cx="215275" cy="269075"/>
            </a:xfrm>
            <a:custGeom>
              <a:rect b="b" l="l" r="r" t="t"/>
              <a:pathLst>
                <a:path extrusionOk="0" h="10763" w="8611">
                  <a:moveTo>
                    <a:pt x="5429" y="0"/>
                  </a:moveTo>
                  <a:lnTo>
                    <a:pt x="1" y="10762"/>
                  </a:lnTo>
                  <a:lnTo>
                    <a:pt x="3183"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28"/>
            <p:cNvSpPr/>
            <p:nvPr/>
          </p:nvSpPr>
          <p:spPr>
            <a:xfrm>
              <a:off x="1158325" y="4542450"/>
              <a:ext cx="215275" cy="269075"/>
            </a:xfrm>
            <a:custGeom>
              <a:rect b="b" l="l" r="r" t="t"/>
              <a:pathLst>
                <a:path extrusionOk="0" h="10763" w="8611">
                  <a:moveTo>
                    <a:pt x="5410" y="0"/>
                  </a:moveTo>
                  <a:lnTo>
                    <a:pt x="1" y="10762"/>
                  </a:lnTo>
                  <a:lnTo>
                    <a:pt x="3183" y="10762"/>
                  </a:lnTo>
                  <a:lnTo>
                    <a:pt x="86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28"/>
            <p:cNvSpPr/>
            <p:nvPr/>
          </p:nvSpPr>
          <p:spPr>
            <a:xfrm>
              <a:off x="1312750" y="4542450"/>
              <a:ext cx="215250" cy="269075"/>
            </a:xfrm>
            <a:custGeom>
              <a:rect b="b" l="l" r="r" t="t"/>
              <a:pathLst>
                <a:path extrusionOk="0" h="10763" w="8610">
                  <a:moveTo>
                    <a:pt x="5428" y="0"/>
                  </a:moveTo>
                  <a:lnTo>
                    <a:pt x="0" y="10762"/>
                  </a:lnTo>
                  <a:lnTo>
                    <a:pt x="3182"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28"/>
            <p:cNvSpPr/>
            <p:nvPr/>
          </p:nvSpPr>
          <p:spPr>
            <a:xfrm>
              <a:off x="1467150" y="4542450"/>
              <a:ext cx="215275" cy="269075"/>
            </a:xfrm>
            <a:custGeom>
              <a:rect b="b" l="l" r="r" t="t"/>
              <a:pathLst>
                <a:path extrusionOk="0" h="10763" w="8611">
                  <a:moveTo>
                    <a:pt x="5429" y="0"/>
                  </a:moveTo>
                  <a:lnTo>
                    <a:pt x="1" y="10762"/>
                  </a:lnTo>
                  <a:lnTo>
                    <a:pt x="3201"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28"/>
            <p:cNvSpPr/>
            <p:nvPr/>
          </p:nvSpPr>
          <p:spPr>
            <a:xfrm>
              <a:off x="1622025" y="4542450"/>
              <a:ext cx="215275" cy="269075"/>
            </a:xfrm>
            <a:custGeom>
              <a:rect b="b" l="l" r="r" t="t"/>
              <a:pathLst>
                <a:path extrusionOk="0" h="10763" w="8611">
                  <a:moveTo>
                    <a:pt x="5429" y="0"/>
                  </a:moveTo>
                  <a:lnTo>
                    <a:pt x="1" y="10762"/>
                  </a:lnTo>
                  <a:lnTo>
                    <a:pt x="3183" y="10762"/>
                  </a:lnTo>
                  <a:lnTo>
                    <a:pt x="86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28"/>
            <p:cNvSpPr/>
            <p:nvPr/>
          </p:nvSpPr>
          <p:spPr>
            <a:xfrm>
              <a:off x="539750" y="4908825"/>
              <a:ext cx="1297550" cy="269525"/>
            </a:xfrm>
            <a:custGeom>
              <a:rect b="b" l="l" r="r" t="t"/>
              <a:pathLst>
                <a:path extrusionOk="0" h="10781" w="51902">
                  <a:moveTo>
                    <a:pt x="1" y="0"/>
                  </a:moveTo>
                  <a:lnTo>
                    <a:pt x="1" y="10781"/>
                  </a:lnTo>
                  <a:lnTo>
                    <a:pt x="51902" y="10781"/>
                  </a:lnTo>
                  <a:lnTo>
                    <a:pt x="5190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28"/>
            <p:cNvSpPr/>
            <p:nvPr/>
          </p:nvSpPr>
          <p:spPr>
            <a:xfrm>
              <a:off x="539750" y="4909275"/>
              <a:ext cx="215275" cy="269075"/>
            </a:xfrm>
            <a:custGeom>
              <a:rect b="b" l="l" r="r" t="t"/>
              <a:pathLst>
                <a:path extrusionOk="0" h="10763" w="8611">
                  <a:moveTo>
                    <a:pt x="5429" y="1"/>
                  </a:moveTo>
                  <a:lnTo>
                    <a:pt x="1" y="10763"/>
                  </a:lnTo>
                  <a:lnTo>
                    <a:pt x="3183"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28"/>
            <p:cNvSpPr/>
            <p:nvPr/>
          </p:nvSpPr>
          <p:spPr>
            <a:xfrm>
              <a:off x="694175" y="4909275"/>
              <a:ext cx="215250" cy="269075"/>
            </a:xfrm>
            <a:custGeom>
              <a:rect b="b" l="l" r="r" t="t"/>
              <a:pathLst>
                <a:path extrusionOk="0" h="10763" w="8610">
                  <a:moveTo>
                    <a:pt x="5428" y="1"/>
                  </a:moveTo>
                  <a:lnTo>
                    <a:pt x="0" y="10763"/>
                  </a:lnTo>
                  <a:lnTo>
                    <a:pt x="3201"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28"/>
            <p:cNvSpPr/>
            <p:nvPr/>
          </p:nvSpPr>
          <p:spPr>
            <a:xfrm>
              <a:off x="849050" y="4909275"/>
              <a:ext cx="215250" cy="269075"/>
            </a:xfrm>
            <a:custGeom>
              <a:rect b="b" l="l" r="r" t="t"/>
              <a:pathLst>
                <a:path extrusionOk="0" h="10763" w="8610">
                  <a:moveTo>
                    <a:pt x="5428" y="1"/>
                  </a:moveTo>
                  <a:lnTo>
                    <a:pt x="0" y="10763"/>
                  </a:lnTo>
                  <a:lnTo>
                    <a:pt x="3182"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28"/>
            <p:cNvSpPr/>
            <p:nvPr/>
          </p:nvSpPr>
          <p:spPr>
            <a:xfrm>
              <a:off x="1003450" y="4909275"/>
              <a:ext cx="215275" cy="269075"/>
            </a:xfrm>
            <a:custGeom>
              <a:rect b="b" l="l" r="r" t="t"/>
              <a:pathLst>
                <a:path extrusionOk="0" h="10763" w="8611">
                  <a:moveTo>
                    <a:pt x="5429" y="1"/>
                  </a:moveTo>
                  <a:lnTo>
                    <a:pt x="1" y="10763"/>
                  </a:lnTo>
                  <a:lnTo>
                    <a:pt x="3183"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28"/>
            <p:cNvSpPr/>
            <p:nvPr/>
          </p:nvSpPr>
          <p:spPr>
            <a:xfrm>
              <a:off x="1158325" y="4909275"/>
              <a:ext cx="215275" cy="269075"/>
            </a:xfrm>
            <a:custGeom>
              <a:rect b="b" l="l" r="r" t="t"/>
              <a:pathLst>
                <a:path extrusionOk="0" h="10763" w="8611">
                  <a:moveTo>
                    <a:pt x="5410" y="1"/>
                  </a:moveTo>
                  <a:lnTo>
                    <a:pt x="1" y="10763"/>
                  </a:lnTo>
                  <a:lnTo>
                    <a:pt x="3183" y="10763"/>
                  </a:lnTo>
                  <a:lnTo>
                    <a:pt x="861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28"/>
            <p:cNvSpPr/>
            <p:nvPr/>
          </p:nvSpPr>
          <p:spPr>
            <a:xfrm>
              <a:off x="1312750" y="4909275"/>
              <a:ext cx="215250" cy="269075"/>
            </a:xfrm>
            <a:custGeom>
              <a:rect b="b" l="l" r="r" t="t"/>
              <a:pathLst>
                <a:path extrusionOk="0" h="10763" w="8610">
                  <a:moveTo>
                    <a:pt x="5428" y="1"/>
                  </a:moveTo>
                  <a:lnTo>
                    <a:pt x="0" y="10763"/>
                  </a:lnTo>
                  <a:lnTo>
                    <a:pt x="3182"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28"/>
            <p:cNvSpPr/>
            <p:nvPr/>
          </p:nvSpPr>
          <p:spPr>
            <a:xfrm>
              <a:off x="1467150" y="4909275"/>
              <a:ext cx="215275" cy="269075"/>
            </a:xfrm>
            <a:custGeom>
              <a:rect b="b" l="l" r="r" t="t"/>
              <a:pathLst>
                <a:path extrusionOk="0" h="10763" w="8611">
                  <a:moveTo>
                    <a:pt x="5429" y="1"/>
                  </a:moveTo>
                  <a:lnTo>
                    <a:pt x="1" y="10763"/>
                  </a:lnTo>
                  <a:lnTo>
                    <a:pt x="3201"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28"/>
            <p:cNvSpPr/>
            <p:nvPr/>
          </p:nvSpPr>
          <p:spPr>
            <a:xfrm>
              <a:off x="1622025" y="4909275"/>
              <a:ext cx="215275" cy="269075"/>
            </a:xfrm>
            <a:custGeom>
              <a:rect b="b" l="l" r="r" t="t"/>
              <a:pathLst>
                <a:path extrusionOk="0" h="10763" w="8611">
                  <a:moveTo>
                    <a:pt x="5429" y="1"/>
                  </a:moveTo>
                  <a:lnTo>
                    <a:pt x="1" y="10763"/>
                  </a:lnTo>
                  <a:lnTo>
                    <a:pt x="3183" y="10763"/>
                  </a:lnTo>
                  <a:lnTo>
                    <a:pt x="861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_1_1">
    <p:spTree>
      <p:nvGrpSpPr>
        <p:cNvPr id="1525" name="Shape 1525"/>
        <p:cNvGrpSpPr/>
        <p:nvPr/>
      </p:nvGrpSpPr>
      <p:grpSpPr>
        <a:xfrm>
          <a:off x="0" y="0"/>
          <a:ext cx="0" cy="0"/>
          <a:chOff x="0" y="0"/>
          <a:chExt cx="0" cy="0"/>
        </a:xfrm>
      </p:grpSpPr>
      <p:sp>
        <p:nvSpPr>
          <p:cNvPr id="1526" name="Google Shape;1526;p29"/>
          <p:cNvSpPr txBox="1"/>
          <p:nvPr>
            <p:ph type="title"/>
          </p:nvPr>
        </p:nvSpPr>
        <p:spPr>
          <a:xfrm>
            <a:off x="713250" y="539500"/>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1527" name="Google Shape;1527;p29"/>
          <p:cNvSpPr txBox="1"/>
          <p:nvPr>
            <p:ph idx="2" type="title"/>
          </p:nvPr>
        </p:nvSpPr>
        <p:spPr>
          <a:xfrm>
            <a:off x="713250" y="1678198"/>
            <a:ext cx="2270400" cy="4209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1800"/>
            </a:lvl1pPr>
            <a:lvl2pPr lvl="1">
              <a:spcBef>
                <a:spcPts val="0"/>
              </a:spcBef>
              <a:spcAft>
                <a:spcPts val="0"/>
              </a:spcAft>
              <a:buSzPts val="3400"/>
              <a:buNone/>
              <a:defRPr>
                <a:latin typeface="Asap"/>
                <a:ea typeface="Asap"/>
                <a:cs typeface="Asap"/>
                <a:sym typeface="Asap"/>
              </a:defRPr>
            </a:lvl2pPr>
            <a:lvl3pPr lvl="2">
              <a:spcBef>
                <a:spcPts val="0"/>
              </a:spcBef>
              <a:spcAft>
                <a:spcPts val="0"/>
              </a:spcAft>
              <a:buSzPts val="3400"/>
              <a:buNone/>
              <a:defRPr>
                <a:latin typeface="Asap"/>
                <a:ea typeface="Asap"/>
                <a:cs typeface="Asap"/>
                <a:sym typeface="Asap"/>
              </a:defRPr>
            </a:lvl3pPr>
            <a:lvl4pPr lvl="3">
              <a:spcBef>
                <a:spcPts val="0"/>
              </a:spcBef>
              <a:spcAft>
                <a:spcPts val="0"/>
              </a:spcAft>
              <a:buSzPts val="3400"/>
              <a:buNone/>
              <a:defRPr>
                <a:latin typeface="Asap"/>
                <a:ea typeface="Asap"/>
                <a:cs typeface="Asap"/>
                <a:sym typeface="Asap"/>
              </a:defRPr>
            </a:lvl4pPr>
            <a:lvl5pPr lvl="4">
              <a:spcBef>
                <a:spcPts val="0"/>
              </a:spcBef>
              <a:spcAft>
                <a:spcPts val="0"/>
              </a:spcAft>
              <a:buSzPts val="3400"/>
              <a:buNone/>
              <a:defRPr>
                <a:latin typeface="Asap"/>
                <a:ea typeface="Asap"/>
                <a:cs typeface="Asap"/>
                <a:sym typeface="Asap"/>
              </a:defRPr>
            </a:lvl5pPr>
            <a:lvl6pPr lvl="5">
              <a:spcBef>
                <a:spcPts val="0"/>
              </a:spcBef>
              <a:spcAft>
                <a:spcPts val="0"/>
              </a:spcAft>
              <a:buSzPts val="3400"/>
              <a:buNone/>
              <a:defRPr>
                <a:latin typeface="Asap"/>
                <a:ea typeface="Asap"/>
                <a:cs typeface="Asap"/>
                <a:sym typeface="Asap"/>
              </a:defRPr>
            </a:lvl6pPr>
            <a:lvl7pPr lvl="6">
              <a:spcBef>
                <a:spcPts val="0"/>
              </a:spcBef>
              <a:spcAft>
                <a:spcPts val="0"/>
              </a:spcAft>
              <a:buSzPts val="3400"/>
              <a:buNone/>
              <a:defRPr>
                <a:latin typeface="Asap"/>
                <a:ea typeface="Asap"/>
                <a:cs typeface="Asap"/>
                <a:sym typeface="Asap"/>
              </a:defRPr>
            </a:lvl7pPr>
            <a:lvl8pPr lvl="7">
              <a:spcBef>
                <a:spcPts val="0"/>
              </a:spcBef>
              <a:spcAft>
                <a:spcPts val="0"/>
              </a:spcAft>
              <a:buSzPts val="3400"/>
              <a:buNone/>
              <a:defRPr>
                <a:latin typeface="Asap"/>
                <a:ea typeface="Asap"/>
                <a:cs typeface="Asap"/>
                <a:sym typeface="Asap"/>
              </a:defRPr>
            </a:lvl8pPr>
            <a:lvl9pPr lvl="8">
              <a:spcBef>
                <a:spcPts val="0"/>
              </a:spcBef>
              <a:spcAft>
                <a:spcPts val="0"/>
              </a:spcAft>
              <a:buSzPts val="3400"/>
              <a:buNone/>
              <a:defRPr>
                <a:latin typeface="Asap"/>
                <a:ea typeface="Asap"/>
                <a:cs typeface="Asap"/>
                <a:sym typeface="Asap"/>
              </a:defRPr>
            </a:lvl9pPr>
          </a:lstStyle>
          <a:p/>
        </p:txBody>
      </p:sp>
      <p:sp>
        <p:nvSpPr>
          <p:cNvPr id="1528" name="Google Shape;1528;p29"/>
          <p:cNvSpPr txBox="1"/>
          <p:nvPr>
            <p:ph idx="1" type="subTitle"/>
          </p:nvPr>
        </p:nvSpPr>
        <p:spPr>
          <a:xfrm>
            <a:off x="713250" y="1990209"/>
            <a:ext cx="2270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29" name="Google Shape;1529;p29"/>
          <p:cNvSpPr txBox="1"/>
          <p:nvPr>
            <p:ph idx="3" type="title"/>
          </p:nvPr>
        </p:nvSpPr>
        <p:spPr>
          <a:xfrm>
            <a:off x="3436801" y="1678198"/>
            <a:ext cx="2270400" cy="4209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1800"/>
            </a:lvl1pPr>
            <a:lvl2pPr lvl="1">
              <a:spcBef>
                <a:spcPts val="0"/>
              </a:spcBef>
              <a:spcAft>
                <a:spcPts val="0"/>
              </a:spcAft>
              <a:buSzPts val="3400"/>
              <a:buNone/>
              <a:defRPr>
                <a:latin typeface="Asap"/>
                <a:ea typeface="Asap"/>
                <a:cs typeface="Asap"/>
                <a:sym typeface="Asap"/>
              </a:defRPr>
            </a:lvl2pPr>
            <a:lvl3pPr lvl="2">
              <a:spcBef>
                <a:spcPts val="0"/>
              </a:spcBef>
              <a:spcAft>
                <a:spcPts val="0"/>
              </a:spcAft>
              <a:buSzPts val="3400"/>
              <a:buNone/>
              <a:defRPr>
                <a:latin typeface="Asap"/>
                <a:ea typeface="Asap"/>
                <a:cs typeface="Asap"/>
                <a:sym typeface="Asap"/>
              </a:defRPr>
            </a:lvl3pPr>
            <a:lvl4pPr lvl="3">
              <a:spcBef>
                <a:spcPts val="0"/>
              </a:spcBef>
              <a:spcAft>
                <a:spcPts val="0"/>
              </a:spcAft>
              <a:buSzPts val="3400"/>
              <a:buNone/>
              <a:defRPr>
                <a:latin typeface="Asap"/>
                <a:ea typeface="Asap"/>
                <a:cs typeface="Asap"/>
                <a:sym typeface="Asap"/>
              </a:defRPr>
            </a:lvl4pPr>
            <a:lvl5pPr lvl="4">
              <a:spcBef>
                <a:spcPts val="0"/>
              </a:spcBef>
              <a:spcAft>
                <a:spcPts val="0"/>
              </a:spcAft>
              <a:buSzPts val="3400"/>
              <a:buNone/>
              <a:defRPr>
                <a:latin typeface="Asap"/>
                <a:ea typeface="Asap"/>
                <a:cs typeface="Asap"/>
                <a:sym typeface="Asap"/>
              </a:defRPr>
            </a:lvl5pPr>
            <a:lvl6pPr lvl="5">
              <a:spcBef>
                <a:spcPts val="0"/>
              </a:spcBef>
              <a:spcAft>
                <a:spcPts val="0"/>
              </a:spcAft>
              <a:buSzPts val="3400"/>
              <a:buNone/>
              <a:defRPr>
                <a:latin typeface="Asap"/>
                <a:ea typeface="Asap"/>
                <a:cs typeface="Asap"/>
                <a:sym typeface="Asap"/>
              </a:defRPr>
            </a:lvl6pPr>
            <a:lvl7pPr lvl="6">
              <a:spcBef>
                <a:spcPts val="0"/>
              </a:spcBef>
              <a:spcAft>
                <a:spcPts val="0"/>
              </a:spcAft>
              <a:buSzPts val="3400"/>
              <a:buNone/>
              <a:defRPr>
                <a:latin typeface="Asap"/>
                <a:ea typeface="Asap"/>
                <a:cs typeface="Asap"/>
                <a:sym typeface="Asap"/>
              </a:defRPr>
            </a:lvl7pPr>
            <a:lvl8pPr lvl="7">
              <a:spcBef>
                <a:spcPts val="0"/>
              </a:spcBef>
              <a:spcAft>
                <a:spcPts val="0"/>
              </a:spcAft>
              <a:buSzPts val="3400"/>
              <a:buNone/>
              <a:defRPr>
                <a:latin typeface="Asap"/>
                <a:ea typeface="Asap"/>
                <a:cs typeface="Asap"/>
                <a:sym typeface="Asap"/>
              </a:defRPr>
            </a:lvl8pPr>
            <a:lvl9pPr lvl="8">
              <a:spcBef>
                <a:spcPts val="0"/>
              </a:spcBef>
              <a:spcAft>
                <a:spcPts val="0"/>
              </a:spcAft>
              <a:buSzPts val="3400"/>
              <a:buNone/>
              <a:defRPr>
                <a:latin typeface="Asap"/>
                <a:ea typeface="Asap"/>
                <a:cs typeface="Asap"/>
                <a:sym typeface="Asap"/>
              </a:defRPr>
            </a:lvl9pPr>
          </a:lstStyle>
          <a:p/>
        </p:txBody>
      </p:sp>
      <p:sp>
        <p:nvSpPr>
          <p:cNvPr id="1530" name="Google Shape;1530;p29"/>
          <p:cNvSpPr txBox="1"/>
          <p:nvPr>
            <p:ph idx="4" type="subTitle"/>
          </p:nvPr>
        </p:nvSpPr>
        <p:spPr>
          <a:xfrm>
            <a:off x="3436801" y="1990209"/>
            <a:ext cx="2270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31" name="Google Shape;1531;p29"/>
          <p:cNvSpPr txBox="1"/>
          <p:nvPr>
            <p:ph idx="5" type="title"/>
          </p:nvPr>
        </p:nvSpPr>
        <p:spPr>
          <a:xfrm>
            <a:off x="713250" y="3092121"/>
            <a:ext cx="2270400" cy="4209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1800"/>
            </a:lvl1pPr>
            <a:lvl2pPr lvl="1">
              <a:spcBef>
                <a:spcPts val="0"/>
              </a:spcBef>
              <a:spcAft>
                <a:spcPts val="0"/>
              </a:spcAft>
              <a:buSzPts val="3400"/>
              <a:buNone/>
              <a:defRPr>
                <a:latin typeface="Asap"/>
                <a:ea typeface="Asap"/>
                <a:cs typeface="Asap"/>
                <a:sym typeface="Asap"/>
              </a:defRPr>
            </a:lvl2pPr>
            <a:lvl3pPr lvl="2">
              <a:spcBef>
                <a:spcPts val="0"/>
              </a:spcBef>
              <a:spcAft>
                <a:spcPts val="0"/>
              </a:spcAft>
              <a:buSzPts val="3400"/>
              <a:buNone/>
              <a:defRPr>
                <a:latin typeface="Asap"/>
                <a:ea typeface="Asap"/>
                <a:cs typeface="Asap"/>
                <a:sym typeface="Asap"/>
              </a:defRPr>
            </a:lvl3pPr>
            <a:lvl4pPr lvl="3">
              <a:spcBef>
                <a:spcPts val="0"/>
              </a:spcBef>
              <a:spcAft>
                <a:spcPts val="0"/>
              </a:spcAft>
              <a:buSzPts val="3400"/>
              <a:buNone/>
              <a:defRPr>
                <a:latin typeface="Asap"/>
                <a:ea typeface="Asap"/>
                <a:cs typeface="Asap"/>
                <a:sym typeface="Asap"/>
              </a:defRPr>
            </a:lvl4pPr>
            <a:lvl5pPr lvl="4">
              <a:spcBef>
                <a:spcPts val="0"/>
              </a:spcBef>
              <a:spcAft>
                <a:spcPts val="0"/>
              </a:spcAft>
              <a:buSzPts val="3400"/>
              <a:buNone/>
              <a:defRPr>
                <a:latin typeface="Asap"/>
                <a:ea typeface="Asap"/>
                <a:cs typeface="Asap"/>
                <a:sym typeface="Asap"/>
              </a:defRPr>
            </a:lvl5pPr>
            <a:lvl6pPr lvl="5">
              <a:spcBef>
                <a:spcPts val="0"/>
              </a:spcBef>
              <a:spcAft>
                <a:spcPts val="0"/>
              </a:spcAft>
              <a:buSzPts val="3400"/>
              <a:buNone/>
              <a:defRPr>
                <a:latin typeface="Asap"/>
                <a:ea typeface="Asap"/>
                <a:cs typeface="Asap"/>
                <a:sym typeface="Asap"/>
              </a:defRPr>
            </a:lvl6pPr>
            <a:lvl7pPr lvl="6">
              <a:spcBef>
                <a:spcPts val="0"/>
              </a:spcBef>
              <a:spcAft>
                <a:spcPts val="0"/>
              </a:spcAft>
              <a:buSzPts val="3400"/>
              <a:buNone/>
              <a:defRPr>
                <a:latin typeface="Asap"/>
                <a:ea typeface="Asap"/>
                <a:cs typeface="Asap"/>
                <a:sym typeface="Asap"/>
              </a:defRPr>
            </a:lvl7pPr>
            <a:lvl8pPr lvl="7">
              <a:spcBef>
                <a:spcPts val="0"/>
              </a:spcBef>
              <a:spcAft>
                <a:spcPts val="0"/>
              </a:spcAft>
              <a:buSzPts val="3400"/>
              <a:buNone/>
              <a:defRPr>
                <a:latin typeface="Asap"/>
                <a:ea typeface="Asap"/>
                <a:cs typeface="Asap"/>
                <a:sym typeface="Asap"/>
              </a:defRPr>
            </a:lvl8pPr>
            <a:lvl9pPr lvl="8">
              <a:spcBef>
                <a:spcPts val="0"/>
              </a:spcBef>
              <a:spcAft>
                <a:spcPts val="0"/>
              </a:spcAft>
              <a:buSzPts val="3400"/>
              <a:buNone/>
              <a:defRPr>
                <a:latin typeface="Asap"/>
                <a:ea typeface="Asap"/>
                <a:cs typeface="Asap"/>
                <a:sym typeface="Asap"/>
              </a:defRPr>
            </a:lvl9pPr>
          </a:lstStyle>
          <a:p/>
        </p:txBody>
      </p:sp>
      <p:sp>
        <p:nvSpPr>
          <p:cNvPr id="1532" name="Google Shape;1532;p29"/>
          <p:cNvSpPr txBox="1"/>
          <p:nvPr>
            <p:ph idx="6" type="subTitle"/>
          </p:nvPr>
        </p:nvSpPr>
        <p:spPr>
          <a:xfrm>
            <a:off x="713250" y="3404133"/>
            <a:ext cx="2270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33" name="Google Shape;1533;p29"/>
          <p:cNvSpPr txBox="1"/>
          <p:nvPr>
            <p:ph idx="7" type="title"/>
          </p:nvPr>
        </p:nvSpPr>
        <p:spPr>
          <a:xfrm>
            <a:off x="3436801" y="3092121"/>
            <a:ext cx="2270400" cy="4209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1800"/>
            </a:lvl1pPr>
            <a:lvl2pPr lvl="1">
              <a:spcBef>
                <a:spcPts val="0"/>
              </a:spcBef>
              <a:spcAft>
                <a:spcPts val="0"/>
              </a:spcAft>
              <a:buSzPts val="3400"/>
              <a:buNone/>
              <a:defRPr>
                <a:latin typeface="Asap"/>
                <a:ea typeface="Asap"/>
                <a:cs typeface="Asap"/>
                <a:sym typeface="Asap"/>
              </a:defRPr>
            </a:lvl2pPr>
            <a:lvl3pPr lvl="2">
              <a:spcBef>
                <a:spcPts val="0"/>
              </a:spcBef>
              <a:spcAft>
                <a:spcPts val="0"/>
              </a:spcAft>
              <a:buSzPts val="3400"/>
              <a:buNone/>
              <a:defRPr>
                <a:latin typeface="Asap"/>
                <a:ea typeface="Asap"/>
                <a:cs typeface="Asap"/>
                <a:sym typeface="Asap"/>
              </a:defRPr>
            </a:lvl3pPr>
            <a:lvl4pPr lvl="3">
              <a:spcBef>
                <a:spcPts val="0"/>
              </a:spcBef>
              <a:spcAft>
                <a:spcPts val="0"/>
              </a:spcAft>
              <a:buSzPts val="3400"/>
              <a:buNone/>
              <a:defRPr>
                <a:latin typeface="Asap"/>
                <a:ea typeface="Asap"/>
                <a:cs typeface="Asap"/>
                <a:sym typeface="Asap"/>
              </a:defRPr>
            </a:lvl4pPr>
            <a:lvl5pPr lvl="4">
              <a:spcBef>
                <a:spcPts val="0"/>
              </a:spcBef>
              <a:spcAft>
                <a:spcPts val="0"/>
              </a:spcAft>
              <a:buSzPts val="3400"/>
              <a:buNone/>
              <a:defRPr>
                <a:latin typeface="Asap"/>
                <a:ea typeface="Asap"/>
                <a:cs typeface="Asap"/>
                <a:sym typeface="Asap"/>
              </a:defRPr>
            </a:lvl5pPr>
            <a:lvl6pPr lvl="5">
              <a:spcBef>
                <a:spcPts val="0"/>
              </a:spcBef>
              <a:spcAft>
                <a:spcPts val="0"/>
              </a:spcAft>
              <a:buSzPts val="3400"/>
              <a:buNone/>
              <a:defRPr>
                <a:latin typeface="Asap"/>
                <a:ea typeface="Asap"/>
                <a:cs typeface="Asap"/>
                <a:sym typeface="Asap"/>
              </a:defRPr>
            </a:lvl6pPr>
            <a:lvl7pPr lvl="6">
              <a:spcBef>
                <a:spcPts val="0"/>
              </a:spcBef>
              <a:spcAft>
                <a:spcPts val="0"/>
              </a:spcAft>
              <a:buSzPts val="3400"/>
              <a:buNone/>
              <a:defRPr>
                <a:latin typeface="Asap"/>
                <a:ea typeface="Asap"/>
                <a:cs typeface="Asap"/>
                <a:sym typeface="Asap"/>
              </a:defRPr>
            </a:lvl7pPr>
            <a:lvl8pPr lvl="7">
              <a:spcBef>
                <a:spcPts val="0"/>
              </a:spcBef>
              <a:spcAft>
                <a:spcPts val="0"/>
              </a:spcAft>
              <a:buSzPts val="3400"/>
              <a:buNone/>
              <a:defRPr>
                <a:latin typeface="Asap"/>
                <a:ea typeface="Asap"/>
                <a:cs typeface="Asap"/>
                <a:sym typeface="Asap"/>
              </a:defRPr>
            </a:lvl8pPr>
            <a:lvl9pPr lvl="8">
              <a:spcBef>
                <a:spcPts val="0"/>
              </a:spcBef>
              <a:spcAft>
                <a:spcPts val="0"/>
              </a:spcAft>
              <a:buSzPts val="3400"/>
              <a:buNone/>
              <a:defRPr>
                <a:latin typeface="Asap"/>
                <a:ea typeface="Asap"/>
                <a:cs typeface="Asap"/>
                <a:sym typeface="Asap"/>
              </a:defRPr>
            </a:lvl9pPr>
          </a:lstStyle>
          <a:p/>
        </p:txBody>
      </p:sp>
      <p:sp>
        <p:nvSpPr>
          <p:cNvPr id="1534" name="Google Shape;1534;p29"/>
          <p:cNvSpPr txBox="1"/>
          <p:nvPr>
            <p:ph idx="8" type="subTitle"/>
          </p:nvPr>
        </p:nvSpPr>
        <p:spPr>
          <a:xfrm>
            <a:off x="3436801" y="3404133"/>
            <a:ext cx="2270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35" name="Google Shape;1535;p29"/>
          <p:cNvSpPr txBox="1"/>
          <p:nvPr>
            <p:ph idx="9" type="title"/>
          </p:nvPr>
        </p:nvSpPr>
        <p:spPr>
          <a:xfrm>
            <a:off x="6160352" y="1678198"/>
            <a:ext cx="2270400" cy="4209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1800"/>
            </a:lvl1pPr>
            <a:lvl2pPr lvl="1">
              <a:spcBef>
                <a:spcPts val="0"/>
              </a:spcBef>
              <a:spcAft>
                <a:spcPts val="0"/>
              </a:spcAft>
              <a:buSzPts val="3400"/>
              <a:buNone/>
              <a:defRPr>
                <a:latin typeface="Asap"/>
                <a:ea typeface="Asap"/>
                <a:cs typeface="Asap"/>
                <a:sym typeface="Asap"/>
              </a:defRPr>
            </a:lvl2pPr>
            <a:lvl3pPr lvl="2">
              <a:spcBef>
                <a:spcPts val="0"/>
              </a:spcBef>
              <a:spcAft>
                <a:spcPts val="0"/>
              </a:spcAft>
              <a:buSzPts val="3400"/>
              <a:buNone/>
              <a:defRPr>
                <a:latin typeface="Asap"/>
                <a:ea typeface="Asap"/>
                <a:cs typeface="Asap"/>
                <a:sym typeface="Asap"/>
              </a:defRPr>
            </a:lvl3pPr>
            <a:lvl4pPr lvl="3">
              <a:spcBef>
                <a:spcPts val="0"/>
              </a:spcBef>
              <a:spcAft>
                <a:spcPts val="0"/>
              </a:spcAft>
              <a:buSzPts val="3400"/>
              <a:buNone/>
              <a:defRPr>
                <a:latin typeface="Asap"/>
                <a:ea typeface="Asap"/>
                <a:cs typeface="Asap"/>
                <a:sym typeface="Asap"/>
              </a:defRPr>
            </a:lvl4pPr>
            <a:lvl5pPr lvl="4">
              <a:spcBef>
                <a:spcPts val="0"/>
              </a:spcBef>
              <a:spcAft>
                <a:spcPts val="0"/>
              </a:spcAft>
              <a:buSzPts val="3400"/>
              <a:buNone/>
              <a:defRPr>
                <a:latin typeface="Asap"/>
                <a:ea typeface="Asap"/>
                <a:cs typeface="Asap"/>
                <a:sym typeface="Asap"/>
              </a:defRPr>
            </a:lvl5pPr>
            <a:lvl6pPr lvl="5">
              <a:spcBef>
                <a:spcPts val="0"/>
              </a:spcBef>
              <a:spcAft>
                <a:spcPts val="0"/>
              </a:spcAft>
              <a:buSzPts val="3400"/>
              <a:buNone/>
              <a:defRPr>
                <a:latin typeface="Asap"/>
                <a:ea typeface="Asap"/>
                <a:cs typeface="Asap"/>
                <a:sym typeface="Asap"/>
              </a:defRPr>
            </a:lvl6pPr>
            <a:lvl7pPr lvl="6">
              <a:spcBef>
                <a:spcPts val="0"/>
              </a:spcBef>
              <a:spcAft>
                <a:spcPts val="0"/>
              </a:spcAft>
              <a:buSzPts val="3400"/>
              <a:buNone/>
              <a:defRPr>
                <a:latin typeface="Asap"/>
                <a:ea typeface="Asap"/>
                <a:cs typeface="Asap"/>
                <a:sym typeface="Asap"/>
              </a:defRPr>
            </a:lvl7pPr>
            <a:lvl8pPr lvl="7">
              <a:spcBef>
                <a:spcPts val="0"/>
              </a:spcBef>
              <a:spcAft>
                <a:spcPts val="0"/>
              </a:spcAft>
              <a:buSzPts val="3400"/>
              <a:buNone/>
              <a:defRPr>
                <a:latin typeface="Asap"/>
                <a:ea typeface="Asap"/>
                <a:cs typeface="Asap"/>
                <a:sym typeface="Asap"/>
              </a:defRPr>
            </a:lvl8pPr>
            <a:lvl9pPr lvl="8">
              <a:spcBef>
                <a:spcPts val="0"/>
              </a:spcBef>
              <a:spcAft>
                <a:spcPts val="0"/>
              </a:spcAft>
              <a:buSzPts val="3400"/>
              <a:buNone/>
              <a:defRPr>
                <a:latin typeface="Asap"/>
                <a:ea typeface="Asap"/>
                <a:cs typeface="Asap"/>
                <a:sym typeface="Asap"/>
              </a:defRPr>
            </a:lvl9pPr>
          </a:lstStyle>
          <a:p/>
        </p:txBody>
      </p:sp>
      <p:sp>
        <p:nvSpPr>
          <p:cNvPr id="1536" name="Google Shape;1536;p29"/>
          <p:cNvSpPr txBox="1"/>
          <p:nvPr>
            <p:ph idx="13" type="subTitle"/>
          </p:nvPr>
        </p:nvSpPr>
        <p:spPr>
          <a:xfrm>
            <a:off x="6160352" y="1990209"/>
            <a:ext cx="2270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37" name="Google Shape;1537;p29"/>
          <p:cNvSpPr txBox="1"/>
          <p:nvPr>
            <p:ph idx="14" type="title"/>
          </p:nvPr>
        </p:nvSpPr>
        <p:spPr>
          <a:xfrm>
            <a:off x="6160352" y="3092121"/>
            <a:ext cx="2270400" cy="4209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1800"/>
            </a:lvl1pPr>
            <a:lvl2pPr lvl="1">
              <a:spcBef>
                <a:spcPts val="0"/>
              </a:spcBef>
              <a:spcAft>
                <a:spcPts val="0"/>
              </a:spcAft>
              <a:buSzPts val="3400"/>
              <a:buNone/>
              <a:defRPr>
                <a:latin typeface="Asap"/>
                <a:ea typeface="Asap"/>
                <a:cs typeface="Asap"/>
                <a:sym typeface="Asap"/>
              </a:defRPr>
            </a:lvl2pPr>
            <a:lvl3pPr lvl="2">
              <a:spcBef>
                <a:spcPts val="0"/>
              </a:spcBef>
              <a:spcAft>
                <a:spcPts val="0"/>
              </a:spcAft>
              <a:buSzPts val="3400"/>
              <a:buNone/>
              <a:defRPr>
                <a:latin typeface="Asap"/>
                <a:ea typeface="Asap"/>
                <a:cs typeface="Asap"/>
                <a:sym typeface="Asap"/>
              </a:defRPr>
            </a:lvl3pPr>
            <a:lvl4pPr lvl="3">
              <a:spcBef>
                <a:spcPts val="0"/>
              </a:spcBef>
              <a:spcAft>
                <a:spcPts val="0"/>
              </a:spcAft>
              <a:buSzPts val="3400"/>
              <a:buNone/>
              <a:defRPr>
                <a:latin typeface="Asap"/>
                <a:ea typeface="Asap"/>
                <a:cs typeface="Asap"/>
                <a:sym typeface="Asap"/>
              </a:defRPr>
            </a:lvl4pPr>
            <a:lvl5pPr lvl="4">
              <a:spcBef>
                <a:spcPts val="0"/>
              </a:spcBef>
              <a:spcAft>
                <a:spcPts val="0"/>
              </a:spcAft>
              <a:buSzPts val="3400"/>
              <a:buNone/>
              <a:defRPr>
                <a:latin typeface="Asap"/>
                <a:ea typeface="Asap"/>
                <a:cs typeface="Asap"/>
                <a:sym typeface="Asap"/>
              </a:defRPr>
            </a:lvl5pPr>
            <a:lvl6pPr lvl="5">
              <a:spcBef>
                <a:spcPts val="0"/>
              </a:spcBef>
              <a:spcAft>
                <a:spcPts val="0"/>
              </a:spcAft>
              <a:buSzPts val="3400"/>
              <a:buNone/>
              <a:defRPr>
                <a:latin typeface="Asap"/>
                <a:ea typeface="Asap"/>
                <a:cs typeface="Asap"/>
                <a:sym typeface="Asap"/>
              </a:defRPr>
            </a:lvl6pPr>
            <a:lvl7pPr lvl="6">
              <a:spcBef>
                <a:spcPts val="0"/>
              </a:spcBef>
              <a:spcAft>
                <a:spcPts val="0"/>
              </a:spcAft>
              <a:buSzPts val="3400"/>
              <a:buNone/>
              <a:defRPr>
                <a:latin typeface="Asap"/>
                <a:ea typeface="Asap"/>
                <a:cs typeface="Asap"/>
                <a:sym typeface="Asap"/>
              </a:defRPr>
            </a:lvl7pPr>
            <a:lvl8pPr lvl="7">
              <a:spcBef>
                <a:spcPts val="0"/>
              </a:spcBef>
              <a:spcAft>
                <a:spcPts val="0"/>
              </a:spcAft>
              <a:buSzPts val="3400"/>
              <a:buNone/>
              <a:defRPr>
                <a:latin typeface="Asap"/>
                <a:ea typeface="Asap"/>
                <a:cs typeface="Asap"/>
                <a:sym typeface="Asap"/>
              </a:defRPr>
            </a:lvl8pPr>
            <a:lvl9pPr lvl="8">
              <a:spcBef>
                <a:spcPts val="0"/>
              </a:spcBef>
              <a:spcAft>
                <a:spcPts val="0"/>
              </a:spcAft>
              <a:buSzPts val="3400"/>
              <a:buNone/>
              <a:defRPr>
                <a:latin typeface="Asap"/>
                <a:ea typeface="Asap"/>
                <a:cs typeface="Asap"/>
                <a:sym typeface="Asap"/>
              </a:defRPr>
            </a:lvl9pPr>
          </a:lstStyle>
          <a:p/>
        </p:txBody>
      </p:sp>
      <p:sp>
        <p:nvSpPr>
          <p:cNvPr id="1538" name="Google Shape;1538;p29"/>
          <p:cNvSpPr txBox="1"/>
          <p:nvPr>
            <p:ph idx="15" type="subTitle"/>
          </p:nvPr>
        </p:nvSpPr>
        <p:spPr>
          <a:xfrm>
            <a:off x="6160352" y="3404133"/>
            <a:ext cx="2270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grpSp>
        <p:nvGrpSpPr>
          <p:cNvPr id="1539" name="Google Shape;1539;p29"/>
          <p:cNvGrpSpPr/>
          <p:nvPr/>
        </p:nvGrpSpPr>
        <p:grpSpPr>
          <a:xfrm flipH="1">
            <a:off x="-163777" y="1210295"/>
            <a:ext cx="1941800" cy="3493159"/>
            <a:chOff x="3074425" y="1038250"/>
            <a:chExt cx="989200" cy="1779500"/>
          </a:xfrm>
        </p:grpSpPr>
        <p:sp>
          <p:nvSpPr>
            <p:cNvPr id="1540" name="Google Shape;1540;p29"/>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29"/>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29"/>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29"/>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29"/>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5" name="Google Shape;1545;p29"/>
          <p:cNvGrpSpPr/>
          <p:nvPr/>
        </p:nvGrpSpPr>
        <p:grpSpPr>
          <a:xfrm>
            <a:off x="2216482" y="1683636"/>
            <a:ext cx="1511499" cy="3290861"/>
            <a:chOff x="1622025" y="238125"/>
            <a:chExt cx="746825" cy="1626000"/>
          </a:xfrm>
        </p:grpSpPr>
        <p:sp>
          <p:nvSpPr>
            <p:cNvPr id="1546" name="Google Shape;1546;p29"/>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29"/>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29"/>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29"/>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29"/>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1" name="Google Shape;1551;p29"/>
          <p:cNvGrpSpPr/>
          <p:nvPr/>
        </p:nvGrpSpPr>
        <p:grpSpPr>
          <a:xfrm>
            <a:off x="4458299" y="1328282"/>
            <a:ext cx="2528583" cy="3403880"/>
            <a:chOff x="3074425" y="836100"/>
            <a:chExt cx="1472075" cy="1981650"/>
          </a:xfrm>
        </p:grpSpPr>
        <p:sp>
          <p:nvSpPr>
            <p:cNvPr id="1552" name="Google Shape;1552;p29"/>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29"/>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29"/>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29"/>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29"/>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29"/>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29"/>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29"/>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0" name="Google Shape;1560;p29"/>
          <p:cNvGrpSpPr/>
          <p:nvPr/>
        </p:nvGrpSpPr>
        <p:grpSpPr>
          <a:xfrm flipH="1">
            <a:off x="7354377" y="1509533"/>
            <a:ext cx="1727332" cy="3760613"/>
            <a:chOff x="1622025" y="238125"/>
            <a:chExt cx="746825" cy="1626000"/>
          </a:xfrm>
        </p:grpSpPr>
        <p:sp>
          <p:nvSpPr>
            <p:cNvPr id="1561" name="Google Shape;1561;p29"/>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29"/>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29"/>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29"/>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29"/>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6" name="Google Shape;1566;p29"/>
          <p:cNvGrpSpPr/>
          <p:nvPr/>
        </p:nvGrpSpPr>
        <p:grpSpPr>
          <a:xfrm flipH="1">
            <a:off x="-350262" y="4005140"/>
            <a:ext cx="9870375" cy="883510"/>
            <a:chOff x="-381000" y="4005140"/>
            <a:chExt cx="9870375" cy="883510"/>
          </a:xfrm>
        </p:grpSpPr>
        <p:sp>
          <p:nvSpPr>
            <p:cNvPr id="1567" name="Google Shape;1567;p29"/>
            <p:cNvSpPr/>
            <p:nvPr/>
          </p:nvSpPr>
          <p:spPr>
            <a:xfrm>
              <a:off x="1869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29"/>
            <p:cNvSpPr/>
            <p:nvPr/>
          </p:nvSpPr>
          <p:spPr>
            <a:xfrm>
              <a:off x="3764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29"/>
            <p:cNvSpPr/>
            <p:nvPr/>
          </p:nvSpPr>
          <p:spPr>
            <a:xfrm>
              <a:off x="110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29"/>
            <p:cNvSpPr/>
            <p:nvPr/>
          </p:nvSpPr>
          <p:spPr>
            <a:xfrm>
              <a:off x="4155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29"/>
            <p:cNvSpPr/>
            <p:nvPr/>
          </p:nvSpPr>
          <p:spPr>
            <a:xfrm>
              <a:off x="2631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29"/>
            <p:cNvSpPr/>
            <p:nvPr/>
          </p:nvSpPr>
          <p:spPr>
            <a:xfrm>
              <a:off x="3393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29"/>
            <p:cNvSpPr/>
            <p:nvPr/>
          </p:nvSpPr>
          <p:spPr>
            <a:xfrm>
              <a:off x="6441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29"/>
            <p:cNvSpPr/>
            <p:nvPr/>
          </p:nvSpPr>
          <p:spPr>
            <a:xfrm>
              <a:off x="491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29"/>
            <p:cNvSpPr/>
            <p:nvPr/>
          </p:nvSpPr>
          <p:spPr>
            <a:xfrm>
              <a:off x="5679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29"/>
            <p:cNvSpPr/>
            <p:nvPr/>
          </p:nvSpPr>
          <p:spPr>
            <a:xfrm>
              <a:off x="7965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29"/>
            <p:cNvSpPr/>
            <p:nvPr/>
          </p:nvSpPr>
          <p:spPr>
            <a:xfrm>
              <a:off x="7203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29"/>
            <p:cNvSpPr/>
            <p:nvPr/>
          </p:nvSpPr>
          <p:spPr>
            <a:xfrm>
              <a:off x="872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29"/>
            <p:cNvSpPr/>
            <p:nvPr/>
          </p:nvSpPr>
          <p:spPr>
            <a:xfrm>
              <a:off x="-381000"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29"/>
            <p:cNvSpPr/>
            <p:nvPr/>
          </p:nvSpPr>
          <p:spPr>
            <a:xfrm>
              <a:off x="1524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29"/>
            <p:cNvSpPr/>
            <p:nvPr/>
          </p:nvSpPr>
          <p:spPr>
            <a:xfrm>
              <a:off x="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29"/>
            <p:cNvSpPr/>
            <p:nvPr/>
          </p:nvSpPr>
          <p:spPr>
            <a:xfrm>
              <a:off x="762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29"/>
            <p:cNvSpPr/>
            <p:nvPr/>
          </p:nvSpPr>
          <p:spPr>
            <a:xfrm>
              <a:off x="7620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29"/>
            <p:cNvSpPr/>
            <p:nvPr/>
          </p:nvSpPr>
          <p:spPr>
            <a:xfrm>
              <a:off x="8382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29"/>
            <p:cNvSpPr/>
            <p:nvPr/>
          </p:nvSpPr>
          <p:spPr>
            <a:xfrm>
              <a:off x="3764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29"/>
            <p:cNvSpPr/>
            <p:nvPr/>
          </p:nvSpPr>
          <p:spPr>
            <a:xfrm>
              <a:off x="79653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29"/>
            <p:cNvSpPr/>
            <p:nvPr/>
          </p:nvSpPr>
          <p:spPr>
            <a:xfrm>
              <a:off x="87273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29"/>
            <p:cNvSpPr/>
            <p:nvPr/>
          </p:nvSpPr>
          <p:spPr>
            <a:xfrm>
              <a:off x="-381000"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29"/>
            <p:cNvSpPr/>
            <p:nvPr/>
          </p:nvSpPr>
          <p:spPr>
            <a:xfrm>
              <a:off x="-11" y="4005150"/>
              <a:ext cx="2214900" cy="8835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0" name="Google Shape;1590;p29"/>
          <p:cNvSpPr/>
          <p:nvPr/>
        </p:nvSpPr>
        <p:spPr>
          <a:xfrm flipH="1">
            <a:off x="-4886" y="4879925"/>
            <a:ext cx="9144000" cy="29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29"/>
          <p:cNvSpPr/>
          <p:nvPr/>
        </p:nvSpPr>
        <p:spPr>
          <a:xfrm flipH="1">
            <a:off x="7381073" y="4603469"/>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29"/>
          <p:cNvSpPr/>
          <p:nvPr/>
        </p:nvSpPr>
        <p:spPr>
          <a:xfrm flipH="1">
            <a:off x="287680" y="4783673"/>
            <a:ext cx="1679113" cy="297898"/>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29"/>
          <p:cNvSpPr/>
          <p:nvPr/>
        </p:nvSpPr>
        <p:spPr>
          <a:xfrm flipH="1">
            <a:off x="6913778" y="147676"/>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29"/>
          <p:cNvSpPr/>
          <p:nvPr/>
        </p:nvSpPr>
        <p:spPr>
          <a:xfrm flipH="1">
            <a:off x="830490" y="363123"/>
            <a:ext cx="1247188" cy="176372"/>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3">
    <p:spTree>
      <p:nvGrpSpPr>
        <p:cNvPr id="1595" name="Shape 1595"/>
        <p:cNvGrpSpPr/>
        <p:nvPr/>
      </p:nvGrpSpPr>
      <p:grpSpPr>
        <a:xfrm>
          <a:off x="0" y="0"/>
          <a:ext cx="0" cy="0"/>
          <a:chOff x="0" y="0"/>
          <a:chExt cx="0" cy="0"/>
        </a:xfrm>
      </p:grpSpPr>
      <p:sp>
        <p:nvSpPr>
          <p:cNvPr id="1596" name="Google Shape;1596;p30"/>
          <p:cNvSpPr txBox="1"/>
          <p:nvPr>
            <p:ph type="title"/>
          </p:nvPr>
        </p:nvSpPr>
        <p:spPr>
          <a:xfrm>
            <a:off x="3907075" y="2454900"/>
            <a:ext cx="4523700" cy="572700"/>
          </a:xfrm>
          <a:prstGeom prst="rect">
            <a:avLst/>
          </a:prstGeom>
        </p:spPr>
        <p:txBody>
          <a:bodyPr anchorCtr="0" anchor="t" bIns="91425" lIns="91425" spcFirstLastPara="1" rIns="91425" wrap="square" tIns="91425">
            <a:noAutofit/>
          </a:bodyPr>
          <a:lstStyle>
            <a:lvl1pPr lvl="0" algn="l">
              <a:spcBef>
                <a:spcPts val="0"/>
              </a:spcBef>
              <a:spcAft>
                <a:spcPts val="0"/>
              </a:spcAft>
              <a:buSzPts val="3000"/>
              <a:buNone/>
              <a:defRPr sz="26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597" name="Google Shape;1597;p30"/>
          <p:cNvSpPr txBox="1"/>
          <p:nvPr>
            <p:ph idx="1" type="subTitle"/>
          </p:nvPr>
        </p:nvSpPr>
        <p:spPr>
          <a:xfrm>
            <a:off x="3907075" y="935900"/>
            <a:ext cx="4523700" cy="1518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2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grpSp>
        <p:nvGrpSpPr>
          <p:cNvPr id="1598" name="Google Shape;1598;p30"/>
          <p:cNvGrpSpPr/>
          <p:nvPr/>
        </p:nvGrpSpPr>
        <p:grpSpPr>
          <a:xfrm>
            <a:off x="2333803" y="-59389"/>
            <a:ext cx="1511535" cy="800058"/>
            <a:chOff x="3927875" y="2818025"/>
            <a:chExt cx="1071175" cy="566975"/>
          </a:xfrm>
        </p:grpSpPr>
        <p:sp>
          <p:nvSpPr>
            <p:cNvPr id="1599" name="Google Shape;1599;p30"/>
            <p:cNvSpPr/>
            <p:nvPr/>
          </p:nvSpPr>
          <p:spPr>
            <a:xfrm>
              <a:off x="3927875" y="3269075"/>
              <a:ext cx="1071175" cy="115925"/>
            </a:xfrm>
            <a:custGeom>
              <a:rect b="b" l="l" r="r" t="t"/>
              <a:pathLst>
                <a:path extrusionOk="0" h="4637" w="42847">
                  <a:moveTo>
                    <a:pt x="0" y="192"/>
                  </a:moveTo>
                  <a:cubicBezTo>
                    <a:pt x="0" y="192"/>
                    <a:pt x="0" y="192"/>
                    <a:pt x="0" y="192"/>
                  </a:cubicBezTo>
                  <a:lnTo>
                    <a:pt x="0" y="192"/>
                  </a:lnTo>
                  <a:lnTo>
                    <a:pt x="0" y="192"/>
                  </a:lnTo>
                  <a:close/>
                  <a:moveTo>
                    <a:pt x="42846" y="0"/>
                  </a:moveTo>
                  <a:lnTo>
                    <a:pt x="40005" y="35"/>
                  </a:lnTo>
                  <a:cubicBezTo>
                    <a:pt x="32108" y="87"/>
                    <a:pt x="10093" y="227"/>
                    <a:pt x="2563" y="227"/>
                  </a:cubicBezTo>
                  <a:cubicBezTo>
                    <a:pt x="973" y="227"/>
                    <a:pt x="18" y="210"/>
                    <a:pt x="0" y="192"/>
                  </a:cubicBezTo>
                  <a:lnTo>
                    <a:pt x="0" y="192"/>
                  </a:lnTo>
                  <a:lnTo>
                    <a:pt x="2022" y="4236"/>
                  </a:lnTo>
                  <a:lnTo>
                    <a:pt x="2231" y="4637"/>
                  </a:lnTo>
                  <a:lnTo>
                    <a:pt x="40719" y="4637"/>
                  </a:lnTo>
                  <a:lnTo>
                    <a:pt x="42375" y="1029"/>
                  </a:lnTo>
                  <a:lnTo>
                    <a:pt x="4284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0"/>
            <p:cNvSpPr/>
            <p:nvPr/>
          </p:nvSpPr>
          <p:spPr>
            <a:xfrm>
              <a:off x="3947050" y="3252075"/>
              <a:ext cx="1032825" cy="25"/>
            </a:xfrm>
            <a:custGeom>
              <a:rect b="b" l="l" r="r" t="t"/>
              <a:pathLst>
                <a:path extrusionOk="0" fill="none" h="1" w="41313">
                  <a:moveTo>
                    <a:pt x="0" y="0"/>
                  </a:moveTo>
                  <a:lnTo>
                    <a:pt x="41312" y="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0"/>
            <p:cNvSpPr/>
            <p:nvPr/>
          </p:nvSpPr>
          <p:spPr>
            <a:xfrm>
              <a:off x="3991925" y="3253375"/>
              <a:ext cx="25" cy="35775"/>
            </a:xfrm>
            <a:custGeom>
              <a:rect b="b" l="l" r="r" t="t"/>
              <a:pathLst>
                <a:path extrusionOk="0" fill="none" h="1431" w="1">
                  <a:moveTo>
                    <a:pt x="1" y="1"/>
                  </a:moveTo>
                  <a:lnTo>
                    <a:pt x="1" y="143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0"/>
            <p:cNvSpPr/>
            <p:nvPr/>
          </p:nvSpPr>
          <p:spPr>
            <a:xfrm>
              <a:off x="4927550" y="3253375"/>
              <a:ext cx="25" cy="35775"/>
            </a:xfrm>
            <a:custGeom>
              <a:rect b="b" l="l" r="r" t="t"/>
              <a:pathLst>
                <a:path extrusionOk="0" fill="none" h="1431" w="1">
                  <a:moveTo>
                    <a:pt x="0" y="1"/>
                  </a:moveTo>
                  <a:lnTo>
                    <a:pt x="0" y="143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0"/>
            <p:cNvSpPr/>
            <p:nvPr/>
          </p:nvSpPr>
          <p:spPr>
            <a:xfrm>
              <a:off x="3978425" y="3294775"/>
              <a:ext cx="1008850" cy="90225"/>
            </a:xfrm>
            <a:custGeom>
              <a:rect b="b" l="l" r="r" t="t"/>
              <a:pathLst>
                <a:path extrusionOk="0" h="3609" w="40354">
                  <a:moveTo>
                    <a:pt x="40353" y="1"/>
                  </a:moveTo>
                  <a:lnTo>
                    <a:pt x="0" y="3208"/>
                  </a:lnTo>
                  <a:lnTo>
                    <a:pt x="209" y="3609"/>
                  </a:lnTo>
                  <a:lnTo>
                    <a:pt x="38680" y="3609"/>
                  </a:lnTo>
                  <a:lnTo>
                    <a:pt x="4035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0"/>
            <p:cNvSpPr/>
            <p:nvPr/>
          </p:nvSpPr>
          <p:spPr>
            <a:xfrm>
              <a:off x="4044225" y="2940925"/>
              <a:ext cx="152975" cy="335575"/>
            </a:xfrm>
            <a:custGeom>
              <a:rect b="b" l="l" r="r" t="t"/>
              <a:pathLst>
                <a:path extrusionOk="0" fill="none" h="13423" w="6119">
                  <a:moveTo>
                    <a:pt x="0" y="13423"/>
                  </a:moveTo>
                  <a:lnTo>
                    <a:pt x="4131" y="1"/>
                  </a:lnTo>
                  <a:lnTo>
                    <a:pt x="6119" y="13423"/>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0"/>
            <p:cNvSpPr/>
            <p:nvPr/>
          </p:nvSpPr>
          <p:spPr>
            <a:xfrm>
              <a:off x="4133550" y="2913900"/>
              <a:ext cx="28350" cy="28350"/>
            </a:xfrm>
            <a:custGeom>
              <a:rect b="b" l="l" r="r" t="t"/>
              <a:pathLst>
                <a:path extrusionOk="0" fill="none" h="1134" w="1134">
                  <a:moveTo>
                    <a:pt x="1134" y="559"/>
                  </a:moveTo>
                  <a:cubicBezTo>
                    <a:pt x="1134" y="872"/>
                    <a:pt x="872" y="1134"/>
                    <a:pt x="558" y="1134"/>
                  </a:cubicBezTo>
                  <a:cubicBezTo>
                    <a:pt x="245" y="1134"/>
                    <a:pt x="1" y="872"/>
                    <a:pt x="1" y="559"/>
                  </a:cubicBezTo>
                  <a:cubicBezTo>
                    <a:pt x="1" y="245"/>
                    <a:pt x="245" y="1"/>
                    <a:pt x="558" y="1"/>
                  </a:cubicBezTo>
                  <a:cubicBezTo>
                    <a:pt x="872" y="1"/>
                    <a:pt x="1134" y="245"/>
                    <a:pt x="1134" y="559"/>
                  </a:cubicBezTo>
                  <a:close/>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0"/>
            <p:cNvSpPr/>
            <p:nvPr/>
          </p:nvSpPr>
          <p:spPr>
            <a:xfrm>
              <a:off x="4146625" y="2818025"/>
              <a:ext cx="900" cy="95900"/>
            </a:xfrm>
            <a:custGeom>
              <a:rect b="b" l="l" r="r" t="t"/>
              <a:pathLst>
                <a:path extrusionOk="0" fill="none" h="3836" w="36">
                  <a:moveTo>
                    <a:pt x="35" y="3836"/>
                  </a:moveTo>
                  <a:lnTo>
                    <a:pt x="1" y="1"/>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0"/>
            <p:cNvSpPr/>
            <p:nvPr/>
          </p:nvSpPr>
          <p:spPr>
            <a:xfrm>
              <a:off x="4736675" y="2938300"/>
              <a:ext cx="153425" cy="335575"/>
            </a:xfrm>
            <a:custGeom>
              <a:rect b="b" l="l" r="r" t="t"/>
              <a:pathLst>
                <a:path extrusionOk="0" fill="none" h="13423" w="6137">
                  <a:moveTo>
                    <a:pt x="6136" y="13423"/>
                  </a:moveTo>
                  <a:lnTo>
                    <a:pt x="2005" y="1"/>
                  </a:lnTo>
                  <a:lnTo>
                    <a:pt x="0" y="13423"/>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0"/>
            <p:cNvSpPr/>
            <p:nvPr/>
          </p:nvSpPr>
          <p:spPr>
            <a:xfrm>
              <a:off x="4771975" y="2911300"/>
              <a:ext cx="28775" cy="28775"/>
            </a:xfrm>
            <a:custGeom>
              <a:rect b="b" l="l" r="r" t="t"/>
              <a:pathLst>
                <a:path extrusionOk="0" fill="none" h="1151" w="1151">
                  <a:moveTo>
                    <a:pt x="1151" y="575"/>
                  </a:moveTo>
                  <a:cubicBezTo>
                    <a:pt x="1151" y="889"/>
                    <a:pt x="889" y="1151"/>
                    <a:pt x="576" y="1151"/>
                  </a:cubicBezTo>
                  <a:cubicBezTo>
                    <a:pt x="262" y="1151"/>
                    <a:pt x="0" y="889"/>
                    <a:pt x="0" y="575"/>
                  </a:cubicBezTo>
                  <a:cubicBezTo>
                    <a:pt x="0" y="262"/>
                    <a:pt x="262" y="0"/>
                    <a:pt x="576" y="0"/>
                  </a:cubicBezTo>
                  <a:cubicBezTo>
                    <a:pt x="889" y="0"/>
                    <a:pt x="1151" y="262"/>
                    <a:pt x="1151" y="575"/>
                  </a:cubicBezTo>
                  <a:close/>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0"/>
            <p:cNvSpPr/>
            <p:nvPr/>
          </p:nvSpPr>
          <p:spPr>
            <a:xfrm>
              <a:off x="4786350" y="2818900"/>
              <a:ext cx="900" cy="92425"/>
            </a:xfrm>
            <a:custGeom>
              <a:rect b="b" l="l" r="r" t="t"/>
              <a:pathLst>
                <a:path extrusionOk="0" fill="none" h="3697" w="36">
                  <a:moveTo>
                    <a:pt x="1" y="3696"/>
                  </a:moveTo>
                  <a:lnTo>
                    <a:pt x="36" y="1"/>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0" name="Google Shape;1610;p30"/>
          <p:cNvGrpSpPr/>
          <p:nvPr/>
        </p:nvGrpSpPr>
        <p:grpSpPr>
          <a:xfrm>
            <a:off x="4712082" y="1023482"/>
            <a:ext cx="2528583" cy="3403880"/>
            <a:chOff x="3074425" y="836100"/>
            <a:chExt cx="1472075" cy="1981650"/>
          </a:xfrm>
        </p:grpSpPr>
        <p:sp>
          <p:nvSpPr>
            <p:cNvPr id="1611" name="Google Shape;1611;p30"/>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0"/>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0"/>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30"/>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0"/>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0"/>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0"/>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30"/>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9" name="Google Shape;1619;p30"/>
          <p:cNvGrpSpPr/>
          <p:nvPr/>
        </p:nvGrpSpPr>
        <p:grpSpPr>
          <a:xfrm>
            <a:off x="2470265" y="1378836"/>
            <a:ext cx="1511499" cy="3290861"/>
            <a:chOff x="1622025" y="238125"/>
            <a:chExt cx="746825" cy="1626000"/>
          </a:xfrm>
        </p:grpSpPr>
        <p:sp>
          <p:nvSpPr>
            <p:cNvPr id="1620" name="Google Shape;1620;p30"/>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0"/>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0"/>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0"/>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0"/>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5" name="Google Shape;1625;p30"/>
          <p:cNvGrpSpPr/>
          <p:nvPr/>
        </p:nvGrpSpPr>
        <p:grpSpPr>
          <a:xfrm flipH="1">
            <a:off x="7608160" y="1204733"/>
            <a:ext cx="1727332" cy="3760613"/>
            <a:chOff x="1622025" y="238125"/>
            <a:chExt cx="746825" cy="1626000"/>
          </a:xfrm>
        </p:grpSpPr>
        <p:sp>
          <p:nvSpPr>
            <p:cNvPr id="1626" name="Google Shape;1626;p30"/>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0"/>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0"/>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0"/>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0"/>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1" name="Google Shape;1631;p30"/>
          <p:cNvGrpSpPr/>
          <p:nvPr/>
        </p:nvGrpSpPr>
        <p:grpSpPr>
          <a:xfrm flipH="1">
            <a:off x="90006" y="905495"/>
            <a:ext cx="1941800" cy="3493159"/>
            <a:chOff x="3074425" y="1038250"/>
            <a:chExt cx="989200" cy="1779500"/>
          </a:xfrm>
        </p:grpSpPr>
        <p:sp>
          <p:nvSpPr>
            <p:cNvPr id="1632" name="Google Shape;1632;p30"/>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30"/>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30"/>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30"/>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30"/>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37" name="Google Shape;1637;p30"/>
          <p:cNvSpPr/>
          <p:nvPr/>
        </p:nvSpPr>
        <p:spPr>
          <a:xfrm>
            <a:off x="-218825" y="451239"/>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30"/>
          <p:cNvSpPr/>
          <p:nvPr/>
        </p:nvSpPr>
        <p:spPr>
          <a:xfrm>
            <a:off x="5602806" y="225667"/>
            <a:ext cx="1625922" cy="229945"/>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30"/>
          <p:cNvSpPr/>
          <p:nvPr/>
        </p:nvSpPr>
        <p:spPr>
          <a:xfrm flipH="1">
            <a:off x="-3955" y="4879925"/>
            <a:ext cx="9144000" cy="263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40" name="Google Shape;1640;p30"/>
          <p:cNvGrpSpPr/>
          <p:nvPr/>
        </p:nvGrpSpPr>
        <p:grpSpPr>
          <a:xfrm flipH="1">
            <a:off x="-349330" y="3162504"/>
            <a:ext cx="9870375" cy="1746000"/>
            <a:chOff x="-381000" y="2898432"/>
            <a:chExt cx="9870375" cy="1746000"/>
          </a:xfrm>
        </p:grpSpPr>
        <p:grpSp>
          <p:nvGrpSpPr>
            <p:cNvPr id="1641" name="Google Shape;1641;p30"/>
            <p:cNvGrpSpPr/>
            <p:nvPr/>
          </p:nvGrpSpPr>
          <p:grpSpPr>
            <a:xfrm>
              <a:off x="-381000" y="3189432"/>
              <a:ext cx="9870375" cy="1455000"/>
              <a:chOff x="-381000" y="3189432"/>
              <a:chExt cx="9870375" cy="1455000"/>
            </a:xfrm>
          </p:grpSpPr>
          <p:grpSp>
            <p:nvGrpSpPr>
              <p:cNvPr id="1642" name="Google Shape;1642;p30"/>
              <p:cNvGrpSpPr/>
              <p:nvPr/>
            </p:nvGrpSpPr>
            <p:grpSpPr>
              <a:xfrm>
                <a:off x="-381000" y="3189432"/>
                <a:ext cx="9870375" cy="1455000"/>
                <a:chOff x="-381000" y="2758675"/>
                <a:chExt cx="9870375" cy="1455000"/>
              </a:xfrm>
            </p:grpSpPr>
            <p:sp>
              <p:nvSpPr>
                <p:cNvPr id="1643" name="Google Shape;1643;p30"/>
                <p:cNvSpPr/>
                <p:nvPr/>
              </p:nvSpPr>
              <p:spPr>
                <a:xfrm>
                  <a:off x="152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30"/>
                <p:cNvSpPr/>
                <p:nvPr/>
              </p:nvSpPr>
              <p:spPr>
                <a:xfrm>
                  <a:off x="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30"/>
                <p:cNvSpPr/>
                <p:nvPr/>
              </p:nvSpPr>
              <p:spPr>
                <a:xfrm>
                  <a:off x="76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30"/>
                <p:cNvSpPr/>
                <p:nvPr/>
              </p:nvSpPr>
              <p:spPr>
                <a:xfrm>
                  <a:off x="381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30"/>
                <p:cNvSpPr/>
                <p:nvPr/>
              </p:nvSpPr>
              <p:spPr>
                <a:xfrm>
                  <a:off x="228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30"/>
                <p:cNvSpPr/>
                <p:nvPr/>
              </p:nvSpPr>
              <p:spPr>
                <a:xfrm>
                  <a:off x="304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30"/>
                <p:cNvSpPr/>
                <p:nvPr/>
              </p:nvSpPr>
              <p:spPr>
                <a:xfrm>
                  <a:off x="609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30"/>
                <p:cNvSpPr/>
                <p:nvPr/>
              </p:nvSpPr>
              <p:spPr>
                <a:xfrm>
                  <a:off x="457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30"/>
                <p:cNvSpPr/>
                <p:nvPr/>
              </p:nvSpPr>
              <p:spPr>
                <a:xfrm>
                  <a:off x="533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0"/>
                <p:cNvSpPr/>
                <p:nvPr/>
              </p:nvSpPr>
              <p:spPr>
                <a:xfrm>
                  <a:off x="762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0"/>
                <p:cNvSpPr/>
                <p:nvPr/>
              </p:nvSpPr>
              <p:spPr>
                <a:xfrm>
                  <a:off x="685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0"/>
                <p:cNvSpPr/>
                <p:nvPr/>
              </p:nvSpPr>
              <p:spPr>
                <a:xfrm>
                  <a:off x="838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0"/>
                <p:cNvSpPr/>
                <p:nvPr/>
              </p:nvSpPr>
              <p:spPr>
                <a:xfrm>
                  <a:off x="186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30"/>
                <p:cNvSpPr/>
                <p:nvPr/>
              </p:nvSpPr>
              <p:spPr>
                <a:xfrm>
                  <a:off x="3764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30"/>
                <p:cNvSpPr/>
                <p:nvPr/>
              </p:nvSpPr>
              <p:spPr>
                <a:xfrm>
                  <a:off x="110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0"/>
                <p:cNvSpPr/>
                <p:nvPr/>
              </p:nvSpPr>
              <p:spPr>
                <a:xfrm>
                  <a:off x="415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0"/>
                <p:cNvSpPr/>
                <p:nvPr/>
              </p:nvSpPr>
              <p:spPr>
                <a:xfrm>
                  <a:off x="263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30"/>
                <p:cNvSpPr/>
                <p:nvPr/>
              </p:nvSpPr>
              <p:spPr>
                <a:xfrm>
                  <a:off x="339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30"/>
                <p:cNvSpPr/>
                <p:nvPr/>
              </p:nvSpPr>
              <p:spPr>
                <a:xfrm>
                  <a:off x="644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30"/>
                <p:cNvSpPr/>
                <p:nvPr/>
              </p:nvSpPr>
              <p:spPr>
                <a:xfrm>
                  <a:off x="491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30"/>
                <p:cNvSpPr/>
                <p:nvPr/>
              </p:nvSpPr>
              <p:spPr>
                <a:xfrm>
                  <a:off x="567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30"/>
                <p:cNvSpPr/>
                <p:nvPr/>
              </p:nvSpPr>
              <p:spPr>
                <a:xfrm>
                  <a:off x="796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30"/>
                <p:cNvSpPr/>
                <p:nvPr/>
              </p:nvSpPr>
              <p:spPr>
                <a:xfrm>
                  <a:off x="720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30"/>
                <p:cNvSpPr/>
                <p:nvPr/>
              </p:nvSpPr>
              <p:spPr>
                <a:xfrm>
                  <a:off x="872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30"/>
                <p:cNvSpPr/>
                <p:nvPr/>
              </p:nvSpPr>
              <p:spPr>
                <a:xfrm>
                  <a:off x="-381000"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30"/>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30"/>
                <p:cNvSpPr/>
                <p:nvPr/>
              </p:nvSpPr>
              <p:spPr>
                <a:xfrm>
                  <a:off x="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0"/>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30"/>
                <p:cNvSpPr/>
                <p:nvPr/>
              </p:nvSpPr>
              <p:spPr>
                <a:xfrm>
                  <a:off x="381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30"/>
                <p:cNvSpPr/>
                <p:nvPr/>
              </p:nvSpPr>
              <p:spPr>
                <a:xfrm>
                  <a:off x="2286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30"/>
                <p:cNvSpPr/>
                <p:nvPr/>
              </p:nvSpPr>
              <p:spPr>
                <a:xfrm>
                  <a:off x="304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30"/>
                <p:cNvSpPr/>
                <p:nvPr/>
              </p:nvSpPr>
              <p:spPr>
                <a:xfrm>
                  <a:off x="6096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30"/>
                <p:cNvSpPr/>
                <p:nvPr/>
              </p:nvSpPr>
              <p:spPr>
                <a:xfrm>
                  <a:off x="457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30"/>
                <p:cNvSpPr/>
                <p:nvPr/>
              </p:nvSpPr>
              <p:spPr>
                <a:xfrm>
                  <a:off x="533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30"/>
                <p:cNvSpPr/>
                <p:nvPr/>
              </p:nvSpPr>
              <p:spPr>
                <a:xfrm>
                  <a:off x="762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30"/>
                <p:cNvSpPr/>
                <p:nvPr/>
              </p:nvSpPr>
              <p:spPr>
                <a:xfrm>
                  <a:off x="685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0"/>
                <p:cNvSpPr/>
                <p:nvPr/>
              </p:nvSpPr>
              <p:spPr>
                <a:xfrm>
                  <a:off x="838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0"/>
                <p:cNvSpPr/>
                <p:nvPr/>
              </p:nvSpPr>
              <p:spPr>
                <a:xfrm>
                  <a:off x="1869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30"/>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30"/>
                <p:cNvSpPr/>
                <p:nvPr/>
              </p:nvSpPr>
              <p:spPr>
                <a:xfrm>
                  <a:off x="110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30"/>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30"/>
                <p:cNvSpPr/>
                <p:nvPr/>
              </p:nvSpPr>
              <p:spPr>
                <a:xfrm>
                  <a:off x="7203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30"/>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30"/>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30"/>
                <p:cNvSpPr/>
                <p:nvPr/>
              </p:nvSpPr>
              <p:spPr>
                <a:xfrm>
                  <a:off x="7620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30"/>
                <p:cNvSpPr/>
                <p:nvPr/>
              </p:nvSpPr>
              <p:spPr>
                <a:xfrm>
                  <a:off x="8382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30"/>
                <p:cNvSpPr/>
                <p:nvPr/>
              </p:nvSpPr>
              <p:spPr>
                <a:xfrm>
                  <a:off x="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0" name="Google Shape;1690;p30"/>
              <p:cNvGrpSpPr/>
              <p:nvPr/>
            </p:nvGrpSpPr>
            <p:grpSpPr>
              <a:xfrm>
                <a:off x="762000" y="3189432"/>
                <a:ext cx="1524000" cy="291000"/>
                <a:chOff x="762000" y="3340675"/>
                <a:chExt cx="1524000" cy="291000"/>
              </a:xfrm>
            </p:grpSpPr>
            <p:sp>
              <p:nvSpPr>
                <p:cNvPr id="1691" name="Google Shape;1691;p30"/>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30"/>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93" name="Google Shape;1693;p30"/>
            <p:cNvGrpSpPr/>
            <p:nvPr/>
          </p:nvGrpSpPr>
          <p:grpSpPr>
            <a:xfrm>
              <a:off x="7965375" y="2898432"/>
              <a:ext cx="1524000" cy="291000"/>
              <a:chOff x="7965375" y="3049675"/>
              <a:chExt cx="1524000" cy="291000"/>
            </a:xfrm>
          </p:grpSpPr>
          <p:sp>
            <p:nvSpPr>
              <p:cNvPr id="1694" name="Google Shape;1694;p30"/>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30"/>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6" name="Google Shape;1696;p30"/>
            <p:cNvGrpSpPr/>
            <p:nvPr/>
          </p:nvGrpSpPr>
          <p:grpSpPr>
            <a:xfrm>
              <a:off x="-381000" y="2902607"/>
              <a:ext cx="1519475" cy="291000"/>
              <a:chOff x="-381000" y="3049675"/>
              <a:chExt cx="1519475" cy="291000"/>
            </a:xfrm>
          </p:grpSpPr>
          <p:sp>
            <p:nvSpPr>
              <p:cNvPr id="1697" name="Google Shape;1697;p30"/>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0"/>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99" name="Google Shape;1699;p30"/>
          <p:cNvSpPr/>
          <p:nvPr/>
        </p:nvSpPr>
        <p:spPr>
          <a:xfrm>
            <a:off x="8079324" y="4427347"/>
            <a:ext cx="1060721" cy="492044"/>
          </a:xfrm>
          <a:custGeom>
            <a:rect b="b" l="l" r="r" t="t"/>
            <a:pathLst>
              <a:path extrusionOk="0" h="5143" w="11087">
                <a:moveTo>
                  <a:pt x="11087" y="0"/>
                </a:moveTo>
                <a:cubicBezTo>
                  <a:pt x="10790" y="35"/>
                  <a:pt x="10511" y="105"/>
                  <a:pt x="10232" y="192"/>
                </a:cubicBezTo>
                <a:cubicBezTo>
                  <a:pt x="8611" y="715"/>
                  <a:pt x="7164" y="1813"/>
                  <a:pt x="6084" y="3121"/>
                </a:cubicBezTo>
                <a:cubicBezTo>
                  <a:pt x="5658" y="2742"/>
                  <a:pt x="5079" y="2596"/>
                  <a:pt x="4490" y="2596"/>
                </a:cubicBezTo>
                <a:cubicBezTo>
                  <a:pt x="4211" y="2596"/>
                  <a:pt x="3930" y="2629"/>
                  <a:pt x="3661" y="2685"/>
                </a:cubicBezTo>
                <a:cubicBezTo>
                  <a:pt x="2179" y="3016"/>
                  <a:pt x="872" y="3887"/>
                  <a:pt x="0" y="5143"/>
                </a:cubicBezTo>
                <a:lnTo>
                  <a:pt x="11087" y="5143"/>
                </a:lnTo>
                <a:lnTo>
                  <a:pt x="1108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30"/>
          <p:cNvSpPr/>
          <p:nvPr/>
        </p:nvSpPr>
        <p:spPr>
          <a:xfrm>
            <a:off x="7120" y="3178097"/>
            <a:ext cx="3621300" cy="17460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30"/>
          <p:cNvSpPr/>
          <p:nvPr/>
        </p:nvSpPr>
        <p:spPr>
          <a:xfrm>
            <a:off x="3023387" y="4782357"/>
            <a:ext cx="1625936" cy="288464"/>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02" name="Google Shape;1702;p30"/>
          <p:cNvGrpSpPr/>
          <p:nvPr/>
        </p:nvGrpSpPr>
        <p:grpSpPr>
          <a:xfrm>
            <a:off x="5602806" y="4421153"/>
            <a:ext cx="1760682" cy="642759"/>
            <a:chOff x="3991550" y="1985765"/>
            <a:chExt cx="721650" cy="263447"/>
          </a:xfrm>
        </p:grpSpPr>
        <p:sp>
          <p:nvSpPr>
            <p:cNvPr id="1703" name="Google Shape;1703;p30"/>
            <p:cNvSpPr/>
            <p:nvPr/>
          </p:nvSpPr>
          <p:spPr>
            <a:xfrm>
              <a:off x="3991550" y="1985765"/>
              <a:ext cx="527625" cy="248475"/>
            </a:xfrm>
            <a:custGeom>
              <a:rect b="b" l="l" r="r" t="t"/>
              <a:pathLst>
                <a:path extrusionOk="0" h="9939" w="21105">
                  <a:moveTo>
                    <a:pt x="12210" y="1"/>
                  </a:moveTo>
                  <a:cubicBezTo>
                    <a:pt x="10896" y="1"/>
                    <a:pt x="9488" y="338"/>
                    <a:pt x="8217" y="379"/>
                  </a:cubicBezTo>
                  <a:cubicBezTo>
                    <a:pt x="6340" y="445"/>
                    <a:pt x="4046" y="3091"/>
                    <a:pt x="2937" y="4858"/>
                  </a:cubicBezTo>
                  <a:cubicBezTo>
                    <a:pt x="1565" y="6955"/>
                    <a:pt x="259" y="8799"/>
                    <a:pt x="105" y="9216"/>
                  </a:cubicBezTo>
                  <a:cubicBezTo>
                    <a:pt x="1" y="9521"/>
                    <a:pt x="1075" y="9562"/>
                    <a:pt x="1802" y="9562"/>
                  </a:cubicBezTo>
                  <a:cubicBezTo>
                    <a:pt x="2070" y="9562"/>
                    <a:pt x="2291" y="9556"/>
                    <a:pt x="2388" y="9556"/>
                  </a:cubicBezTo>
                  <a:cubicBezTo>
                    <a:pt x="3201" y="9556"/>
                    <a:pt x="4013" y="9490"/>
                    <a:pt x="4825" y="9490"/>
                  </a:cubicBezTo>
                  <a:cubicBezTo>
                    <a:pt x="5130" y="9490"/>
                    <a:pt x="5440" y="9489"/>
                    <a:pt x="5754" y="9489"/>
                  </a:cubicBezTo>
                  <a:cubicBezTo>
                    <a:pt x="6958" y="9489"/>
                    <a:pt x="8214" y="9510"/>
                    <a:pt x="9381" y="9710"/>
                  </a:cubicBezTo>
                  <a:cubicBezTo>
                    <a:pt x="10359" y="9876"/>
                    <a:pt x="11301" y="9938"/>
                    <a:pt x="12234" y="9938"/>
                  </a:cubicBezTo>
                  <a:cubicBezTo>
                    <a:pt x="13771" y="9938"/>
                    <a:pt x="15284" y="9768"/>
                    <a:pt x="16889" y="9611"/>
                  </a:cubicBezTo>
                  <a:cubicBezTo>
                    <a:pt x="17756" y="9490"/>
                    <a:pt x="18569" y="9425"/>
                    <a:pt x="19381" y="9359"/>
                  </a:cubicBezTo>
                  <a:cubicBezTo>
                    <a:pt x="19941" y="9304"/>
                    <a:pt x="20644" y="9304"/>
                    <a:pt x="21105" y="9040"/>
                  </a:cubicBezTo>
                  <a:cubicBezTo>
                    <a:pt x="19842" y="7471"/>
                    <a:pt x="18371" y="6142"/>
                    <a:pt x="17153" y="4430"/>
                  </a:cubicBezTo>
                  <a:cubicBezTo>
                    <a:pt x="16033" y="2915"/>
                    <a:pt x="15276" y="511"/>
                    <a:pt x="13442" y="127"/>
                  </a:cubicBezTo>
                  <a:cubicBezTo>
                    <a:pt x="13047" y="36"/>
                    <a:pt x="12634" y="1"/>
                    <a:pt x="122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30"/>
            <p:cNvSpPr/>
            <p:nvPr/>
          </p:nvSpPr>
          <p:spPr>
            <a:xfrm>
              <a:off x="4206150" y="2087638"/>
              <a:ext cx="507050" cy="161575"/>
            </a:xfrm>
            <a:custGeom>
              <a:rect b="b" l="l" r="r" t="t"/>
              <a:pathLst>
                <a:path extrusionOk="0" h="6463" w="20282">
                  <a:moveTo>
                    <a:pt x="12116" y="1"/>
                  </a:moveTo>
                  <a:cubicBezTo>
                    <a:pt x="12042" y="1"/>
                    <a:pt x="11968" y="2"/>
                    <a:pt x="11895" y="4"/>
                  </a:cubicBezTo>
                  <a:cubicBezTo>
                    <a:pt x="8733" y="114"/>
                    <a:pt x="6406" y="1980"/>
                    <a:pt x="3695" y="3407"/>
                  </a:cubicBezTo>
                  <a:cubicBezTo>
                    <a:pt x="2904" y="3769"/>
                    <a:pt x="2147" y="4187"/>
                    <a:pt x="1412" y="4648"/>
                  </a:cubicBezTo>
                  <a:cubicBezTo>
                    <a:pt x="1038" y="4889"/>
                    <a:pt x="347" y="5218"/>
                    <a:pt x="215" y="5680"/>
                  </a:cubicBezTo>
                  <a:cubicBezTo>
                    <a:pt x="0" y="6348"/>
                    <a:pt x="869" y="6463"/>
                    <a:pt x="1544" y="6463"/>
                  </a:cubicBezTo>
                  <a:cubicBezTo>
                    <a:pt x="1800" y="6463"/>
                    <a:pt x="2028" y="6446"/>
                    <a:pt x="2158" y="6437"/>
                  </a:cubicBezTo>
                  <a:lnTo>
                    <a:pt x="3091" y="6327"/>
                  </a:lnTo>
                  <a:cubicBezTo>
                    <a:pt x="3091" y="6327"/>
                    <a:pt x="5089" y="6390"/>
                    <a:pt x="7502" y="6390"/>
                  </a:cubicBezTo>
                  <a:cubicBezTo>
                    <a:pt x="9470" y="6390"/>
                    <a:pt x="11715" y="6348"/>
                    <a:pt x="13377" y="6195"/>
                  </a:cubicBezTo>
                  <a:cubicBezTo>
                    <a:pt x="14881" y="6009"/>
                    <a:pt x="16396" y="6075"/>
                    <a:pt x="17899" y="6042"/>
                  </a:cubicBezTo>
                  <a:cubicBezTo>
                    <a:pt x="18931" y="6042"/>
                    <a:pt x="20282" y="5899"/>
                    <a:pt x="19568" y="4571"/>
                  </a:cubicBezTo>
                  <a:cubicBezTo>
                    <a:pt x="18745" y="3177"/>
                    <a:pt x="17197" y="1958"/>
                    <a:pt x="15847" y="1069"/>
                  </a:cubicBezTo>
                  <a:cubicBezTo>
                    <a:pt x="14724" y="372"/>
                    <a:pt x="13433" y="1"/>
                    <a:pt x="12116" y="1"/>
                  </a:cubicBezTo>
                  <a:close/>
                </a:path>
              </a:pathLst>
            </a:custGeom>
            <a:solidFill>
              <a:srgbClr val="FEB9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5" name="Google Shape;1705;p30"/>
          <p:cNvSpPr/>
          <p:nvPr/>
        </p:nvSpPr>
        <p:spPr>
          <a:xfrm>
            <a:off x="-3941" y="4603997"/>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5">
    <p:spTree>
      <p:nvGrpSpPr>
        <p:cNvPr id="1706" name="Shape 1706"/>
        <p:cNvGrpSpPr/>
        <p:nvPr/>
      </p:nvGrpSpPr>
      <p:grpSpPr>
        <a:xfrm>
          <a:off x="0" y="0"/>
          <a:ext cx="0" cy="0"/>
          <a:chOff x="0" y="0"/>
          <a:chExt cx="0" cy="0"/>
        </a:xfrm>
      </p:grpSpPr>
      <p:sp>
        <p:nvSpPr>
          <p:cNvPr id="1707" name="Google Shape;1707;p31"/>
          <p:cNvSpPr txBox="1"/>
          <p:nvPr>
            <p:ph idx="1" type="subTitle"/>
          </p:nvPr>
        </p:nvSpPr>
        <p:spPr>
          <a:xfrm>
            <a:off x="2612875" y="1076500"/>
            <a:ext cx="3918300" cy="3708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08" name="Google Shape;1708;p31"/>
          <p:cNvSpPr txBox="1"/>
          <p:nvPr>
            <p:ph hasCustomPrompt="1" type="title"/>
          </p:nvPr>
        </p:nvSpPr>
        <p:spPr>
          <a:xfrm>
            <a:off x="2612875" y="539500"/>
            <a:ext cx="3918300" cy="689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solidFill>
                  <a:schemeClr val="accent3"/>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r>
              <a:t>xx%</a:t>
            </a:r>
          </a:p>
        </p:txBody>
      </p:sp>
      <p:sp>
        <p:nvSpPr>
          <p:cNvPr id="1709" name="Google Shape;1709;p31"/>
          <p:cNvSpPr txBox="1"/>
          <p:nvPr>
            <p:ph idx="2" type="subTitle"/>
          </p:nvPr>
        </p:nvSpPr>
        <p:spPr>
          <a:xfrm>
            <a:off x="2612875" y="2494625"/>
            <a:ext cx="3918300" cy="3708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10" name="Google Shape;1710;p31"/>
          <p:cNvSpPr txBox="1"/>
          <p:nvPr>
            <p:ph hasCustomPrompt="1" idx="3" type="title"/>
          </p:nvPr>
        </p:nvSpPr>
        <p:spPr>
          <a:xfrm>
            <a:off x="2612875" y="1957625"/>
            <a:ext cx="3918300" cy="689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solidFill>
                  <a:schemeClr val="accent3"/>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r>
              <a:t>xx%</a:t>
            </a:r>
          </a:p>
        </p:txBody>
      </p:sp>
      <p:sp>
        <p:nvSpPr>
          <p:cNvPr id="1711" name="Google Shape;1711;p31"/>
          <p:cNvSpPr txBox="1"/>
          <p:nvPr>
            <p:ph idx="4" type="subTitle"/>
          </p:nvPr>
        </p:nvSpPr>
        <p:spPr>
          <a:xfrm>
            <a:off x="2612875" y="3912750"/>
            <a:ext cx="3918300" cy="3708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12" name="Google Shape;1712;p31"/>
          <p:cNvSpPr txBox="1"/>
          <p:nvPr>
            <p:ph hasCustomPrompt="1" idx="5" type="title"/>
          </p:nvPr>
        </p:nvSpPr>
        <p:spPr>
          <a:xfrm>
            <a:off x="2612875" y="3375750"/>
            <a:ext cx="3918300" cy="689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solidFill>
                  <a:schemeClr val="accent3"/>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r>
              <a:t>xx%</a:t>
            </a:r>
          </a:p>
        </p:txBody>
      </p:sp>
      <p:grpSp>
        <p:nvGrpSpPr>
          <p:cNvPr id="1713" name="Google Shape;1713;p31"/>
          <p:cNvGrpSpPr/>
          <p:nvPr/>
        </p:nvGrpSpPr>
        <p:grpSpPr>
          <a:xfrm>
            <a:off x="6254327" y="1343012"/>
            <a:ext cx="2889683" cy="3889979"/>
            <a:chOff x="3074425" y="836100"/>
            <a:chExt cx="1472075" cy="1981650"/>
          </a:xfrm>
        </p:grpSpPr>
        <p:sp>
          <p:nvSpPr>
            <p:cNvPr id="1714" name="Google Shape;1714;p31"/>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1"/>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1"/>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31"/>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31"/>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31"/>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31"/>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1"/>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2" name="Google Shape;1722;p31"/>
          <p:cNvGrpSpPr/>
          <p:nvPr/>
        </p:nvGrpSpPr>
        <p:grpSpPr>
          <a:xfrm>
            <a:off x="-13955" y="461100"/>
            <a:ext cx="2222252" cy="4838326"/>
            <a:chOff x="1622025" y="238125"/>
            <a:chExt cx="746825" cy="1626000"/>
          </a:xfrm>
        </p:grpSpPr>
        <p:sp>
          <p:nvSpPr>
            <p:cNvPr id="1723" name="Google Shape;1723;p31"/>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31"/>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31"/>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1"/>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31"/>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8" name="Google Shape;1728;p31"/>
          <p:cNvGrpSpPr/>
          <p:nvPr/>
        </p:nvGrpSpPr>
        <p:grpSpPr>
          <a:xfrm flipH="1">
            <a:off x="2397999" y="1495402"/>
            <a:ext cx="3508289" cy="3889979"/>
            <a:chOff x="3074425" y="836100"/>
            <a:chExt cx="1863732" cy="1981650"/>
          </a:xfrm>
        </p:grpSpPr>
        <p:sp>
          <p:nvSpPr>
            <p:cNvPr id="1729" name="Google Shape;1729;p31"/>
            <p:cNvSpPr/>
            <p:nvPr/>
          </p:nvSpPr>
          <p:spPr>
            <a:xfrm>
              <a:off x="4381317" y="1606358"/>
              <a:ext cx="556840" cy="1211366"/>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31"/>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31"/>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31"/>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31"/>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31"/>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31"/>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1"/>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7" name="Google Shape;1737;p31"/>
          <p:cNvGrpSpPr/>
          <p:nvPr/>
        </p:nvGrpSpPr>
        <p:grpSpPr>
          <a:xfrm>
            <a:off x="6432983" y="2284597"/>
            <a:ext cx="1677397" cy="2332770"/>
            <a:chOff x="1791025" y="2947729"/>
            <a:chExt cx="1161150" cy="1614821"/>
          </a:xfrm>
        </p:grpSpPr>
        <p:sp>
          <p:nvSpPr>
            <p:cNvPr id="1738" name="Google Shape;1738;p31"/>
            <p:cNvSpPr/>
            <p:nvPr/>
          </p:nvSpPr>
          <p:spPr>
            <a:xfrm>
              <a:off x="1791025" y="3456800"/>
              <a:ext cx="1161150" cy="1105750"/>
            </a:xfrm>
            <a:custGeom>
              <a:rect b="b" l="l" r="r" t="t"/>
              <a:pathLst>
                <a:path extrusionOk="0" h="44230" w="46446">
                  <a:moveTo>
                    <a:pt x="0" y="0"/>
                  </a:moveTo>
                  <a:lnTo>
                    <a:pt x="0" y="44229"/>
                  </a:lnTo>
                  <a:lnTo>
                    <a:pt x="46445" y="44229"/>
                  </a:lnTo>
                  <a:lnTo>
                    <a:pt x="46445" y="0"/>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31"/>
            <p:cNvSpPr/>
            <p:nvPr/>
          </p:nvSpPr>
          <p:spPr>
            <a:xfrm>
              <a:off x="1791025" y="2947729"/>
              <a:ext cx="26075" cy="513625"/>
            </a:xfrm>
            <a:custGeom>
              <a:rect b="b" l="l" r="r" t="t"/>
              <a:pathLst>
                <a:path extrusionOk="0" h="20545" w="1043">
                  <a:moveTo>
                    <a:pt x="0" y="0"/>
                  </a:moveTo>
                  <a:lnTo>
                    <a:pt x="0" y="20544"/>
                  </a:lnTo>
                  <a:lnTo>
                    <a:pt x="1043" y="20544"/>
                  </a:lnTo>
                  <a:lnTo>
                    <a:pt x="1043" y="0"/>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1"/>
            <p:cNvSpPr/>
            <p:nvPr/>
          </p:nvSpPr>
          <p:spPr>
            <a:xfrm>
              <a:off x="2476025" y="2947729"/>
              <a:ext cx="26425" cy="513625"/>
            </a:xfrm>
            <a:custGeom>
              <a:rect b="b" l="l" r="r" t="t"/>
              <a:pathLst>
                <a:path extrusionOk="0" h="20545" w="1057">
                  <a:moveTo>
                    <a:pt x="1" y="0"/>
                  </a:moveTo>
                  <a:lnTo>
                    <a:pt x="1" y="20544"/>
                  </a:lnTo>
                  <a:lnTo>
                    <a:pt x="1056" y="20544"/>
                  </a:lnTo>
                  <a:lnTo>
                    <a:pt x="1056" y="0"/>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1"/>
            <p:cNvSpPr/>
            <p:nvPr/>
          </p:nvSpPr>
          <p:spPr>
            <a:xfrm>
              <a:off x="2926075" y="2947729"/>
              <a:ext cx="26100" cy="513625"/>
            </a:xfrm>
            <a:custGeom>
              <a:rect b="b" l="l" r="r" t="t"/>
              <a:pathLst>
                <a:path extrusionOk="0" h="20545" w="1044">
                  <a:moveTo>
                    <a:pt x="1" y="0"/>
                  </a:moveTo>
                  <a:lnTo>
                    <a:pt x="1" y="20544"/>
                  </a:lnTo>
                  <a:lnTo>
                    <a:pt x="1043" y="20544"/>
                  </a:lnTo>
                  <a:lnTo>
                    <a:pt x="1043" y="0"/>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31"/>
            <p:cNvSpPr/>
            <p:nvPr/>
          </p:nvSpPr>
          <p:spPr>
            <a:xfrm>
              <a:off x="1859450" y="3515775"/>
              <a:ext cx="564775" cy="31650"/>
            </a:xfrm>
            <a:custGeom>
              <a:rect b="b" l="l" r="r" t="t"/>
              <a:pathLst>
                <a:path extrusionOk="0" h="1266" w="22591">
                  <a:moveTo>
                    <a:pt x="0" y="1"/>
                  </a:moveTo>
                  <a:lnTo>
                    <a:pt x="0" y="1265"/>
                  </a:lnTo>
                  <a:lnTo>
                    <a:pt x="22591" y="1265"/>
                  </a:lnTo>
                  <a:lnTo>
                    <a:pt x="22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31"/>
            <p:cNvSpPr/>
            <p:nvPr/>
          </p:nvSpPr>
          <p:spPr>
            <a:xfrm>
              <a:off x="1859450" y="3630825"/>
              <a:ext cx="564775" cy="31625"/>
            </a:xfrm>
            <a:custGeom>
              <a:rect b="b" l="l" r="r" t="t"/>
              <a:pathLst>
                <a:path extrusionOk="0" h="1265" w="22591">
                  <a:moveTo>
                    <a:pt x="0" y="0"/>
                  </a:moveTo>
                  <a:lnTo>
                    <a:pt x="0" y="1265"/>
                  </a:lnTo>
                  <a:lnTo>
                    <a:pt x="22591" y="1265"/>
                  </a:lnTo>
                  <a:lnTo>
                    <a:pt x="2259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31"/>
            <p:cNvSpPr/>
            <p:nvPr/>
          </p:nvSpPr>
          <p:spPr>
            <a:xfrm>
              <a:off x="1859450" y="3746175"/>
              <a:ext cx="564775" cy="31650"/>
            </a:xfrm>
            <a:custGeom>
              <a:rect b="b" l="l" r="r" t="t"/>
              <a:pathLst>
                <a:path extrusionOk="0" h="1266" w="22591">
                  <a:moveTo>
                    <a:pt x="0" y="1"/>
                  </a:moveTo>
                  <a:lnTo>
                    <a:pt x="0" y="1265"/>
                  </a:lnTo>
                  <a:lnTo>
                    <a:pt x="22591" y="1265"/>
                  </a:lnTo>
                  <a:lnTo>
                    <a:pt x="22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31"/>
            <p:cNvSpPr/>
            <p:nvPr/>
          </p:nvSpPr>
          <p:spPr>
            <a:xfrm>
              <a:off x="1859450" y="3861225"/>
              <a:ext cx="564775" cy="31625"/>
            </a:xfrm>
            <a:custGeom>
              <a:rect b="b" l="l" r="r" t="t"/>
              <a:pathLst>
                <a:path extrusionOk="0" h="1265" w="22591">
                  <a:moveTo>
                    <a:pt x="0" y="0"/>
                  </a:moveTo>
                  <a:lnTo>
                    <a:pt x="0" y="1265"/>
                  </a:lnTo>
                  <a:lnTo>
                    <a:pt x="22591" y="1265"/>
                  </a:lnTo>
                  <a:lnTo>
                    <a:pt x="2259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31"/>
            <p:cNvSpPr/>
            <p:nvPr/>
          </p:nvSpPr>
          <p:spPr>
            <a:xfrm>
              <a:off x="1859450" y="3976250"/>
              <a:ext cx="564775" cy="31650"/>
            </a:xfrm>
            <a:custGeom>
              <a:rect b="b" l="l" r="r" t="t"/>
              <a:pathLst>
                <a:path extrusionOk="0" h="1266" w="22591">
                  <a:moveTo>
                    <a:pt x="0" y="1"/>
                  </a:moveTo>
                  <a:lnTo>
                    <a:pt x="0" y="1265"/>
                  </a:lnTo>
                  <a:lnTo>
                    <a:pt x="22591" y="1265"/>
                  </a:lnTo>
                  <a:lnTo>
                    <a:pt x="22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1"/>
            <p:cNvSpPr/>
            <p:nvPr/>
          </p:nvSpPr>
          <p:spPr>
            <a:xfrm>
              <a:off x="1859450" y="4091300"/>
              <a:ext cx="564775" cy="31625"/>
            </a:xfrm>
            <a:custGeom>
              <a:rect b="b" l="l" r="r" t="t"/>
              <a:pathLst>
                <a:path extrusionOk="0" h="1265" w="22591">
                  <a:moveTo>
                    <a:pt x="0" y="0"/>
                  </a:moveTo>
                  <a:lnTo>
                    <a:pt x="0" y="1265"/>
                  </a:lnTo>
                  <a:lnTo>
                    <a:pt x="22591" y="1265"/>
                  </a:lnTo>
                  <a:lnTo>
                    <a:pt x="2259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1"/>
            <p:cNvSpPr/>
            <p:nvPr/>
          </p:nvSpPr>
          <p:spPr>
            <a:xfrm>
              <a:off x="1859450" y="4206650"/>
              <a:ext cx="564775" cy="31650"/>
            </a:xfrm>
            <a:custGeom>
              <a:rect b="b" l="l" r="r" t="t"/>
              <a:pathLst>
                <a:path extrusionOk="0" h="1266" w="22591">
                  <a:moveTo>
                    <a:pt x="0" y="1"/>
                  </a:moveTo>
                  <a:lnTo>
                    <a:pt x="0" y="1265"/>
                  </a:lnTo>
                  <a:lnTo>
                    <a:pt x="22591" y="1265"/>
                  </a:lnTo>
                  <a:lnTo>
                    <a:pt x="22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1"/>
            <p:cNvSpPr/>
            <p:nvPr/>
          </p:nvSpPr>
          <p:spPr>
            <a:xfrm>
              <a:off x="1859450" y="4321700"/>
              <a:ext cx="564775" cy="31625"/>
            </a:xfrm>
            <a:custGeom>
              <a:rect b="b" l="l" r="r" t="t"/>
              <a:pathLst>
                <a:path extrusionOk="0" h="1265" w="22591">
                  <a:moveTo>
                    <a:pt x="0" y="0"/>
                  </a:moveTo>
                  <a:lnTo>
                    <a:pt x="0" y="1265"/>
                  </a:lnTo>
                  <a:lnTo>
                    <a:pt x="22591" y="1265"/>
                  </a:lnTo>
                  <a:lnTo>
                    <a:pt x="2259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31"/>
            <p:cNvSpPr/>
            <p:nvPr/>
          </p:nvSpPr>
          <p:spPr>
            <a:xfrm>
              <a:off x="1859450" y="4436725"/>
              <a:ext cx="564775" cy="31650"/>
            </a:xfrm>
            <a:custGeom>
              <a:rect b="b" l="l" r="r" t="t"/>
              <a:pathLst>
                <a:path extrusionOk="0" h="1266" w="22591">
                  <a:moveTo>
                    <a:pt x="0" y="1"/>
                  </a:moveTo>
                  <a:lnTo>
                    <a:pt x="0" y="1265"/>
                  </a:lnTo>
                  <a:lnTo>
                    <a:pt x="22591" y="1265"/>
                  </a:lnTo>
                  <a:lnTo>
                    <a:pt x="22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1"/>
            <p:cNvSpPr/>
            <p:nvPr/>
          </p:nvSpPr>
          <p:spPr>
            <a:xfrm>
              <a:off x="2541525" y="3515775"/>
              <a:ext cx="350350" cy="31650"/>
            </a:xfrm>
            <a:custGeom>
              <a:rect b="b" l="l" r="r" t="t"/>
              <a:pathLst>
                <a:path extrusionOk="0" h="1266" w="14014">
                  <a:moveTo>
                    <a:pt x="1" y="1"/>
                  </a:moveTo>
                  <a:lnTo>
                    <a:pt x="1" y="1265"/>
                  </a:lnTo>
                  <a:lnTo>
                    <a:pt x="14014" y="1265"/>
                  </a:lnTo>
                  <a:lnTo>
                    <a:pt x="1401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1"/>
            <p:cNvSpPr/>
            <p:nvPr/>
          </p:nvSpPr>
          <p:spPr>
            <a:xfrm>
              <a:off x="2541525" y="3630825"/>
              <a:ext cx="350350" cy="31625"/>
            </a:xfrm>
            <a:custGeom>
              <a:rect b="b" l="l" r="r" t="t"/>
              <a:pathLst>
                <a:path extrusionOk="0" h="1265" w="14014">
                  <a:moveTo>
                    <a:pt x="1" y="0"/>
                  </a:moveTo>
                  <a:lnTo>
                    <a:pt x="1" y="1265"/>
                  </a:lnTo>
                  <a:lnTo>
                    <a:pt x="14014" y="1265"/>
                  </a:lnTo>
                  <a:lnTo>
                    <a:pt x="1401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1"/>
            <p:cNvSpPr/>
            <p:nvPr/>
          </p:nvSpPr>
          <p:spPr>
            <a:xfrm>
              <a:off x="2541525" y="3746175"/>
              <a:ext cx="350350" cy="31650"/>
            </a:xfrm>
            <a:custGeom>
              <a:rect b="b" l="l" r="r" t="t"/>
              <a:pathLst>
                <a:path extrusionOk="0" h="1266" w="14014">
                  <a:moveTo>
                    <a:pt x="1" y="1"/>
                  </a:moveTo>
                  <a:lnTo>
                    <a:pt x="1" y="1265"/>
                  </a:lnTo>
                  <a:lnTo>
                    <a:pt x="14014" y="1265"/>
                  </a:lnTo>
                  <a:lnTo>
                    <a:pt x="1401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1"/>
            <p:cNvSpPr/>
            <p:nvPr/>
          </p:nvSpPr>
          <p:spPr>
            <a:xfrm>
              <a:off x="2541525" y="3861225"/>
              <a:ext cx="350350" cy="31625"/>
            </a:xfrm>
            <a:custGeom>
              <a:rect b="b" l="l" r="r" t="t"/>
              <a:pathLst>
                <a:path extrusionOk="0" h="1265" w="14014">
                  <a:moveTo>
                    <a:pt x="1" y="0"/>
                  </a:moveTo>
                  <a:lnTo>
                    <a:pt x="1" y="1265"/>
                  </a:lnTo>
                  <a:lnTo>
                    <a:pt x="14014" y="1265"/>
                  </a:lnTo>
                  <a:lnTo>
                    <a:pt x="1401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1"/>
            <p:cNvSpPr/>
            <p:nvPr/>
          </p:nvSpPr>
          <p:spPr>
            <a:xfrm>
              <a:off x="2541525" y="3976250"/>
              <a:ext cx="350350" cy="31650"/>
            </a:xfrm>
            <a:custGeom>
              <a:rect b="b" l="l" r="r" t="t"/>
              <a:pathLst>
                <a:path extrusionOk="0" h="1266" w="14014">
                  <a:moveTo>
                    <a:pt x="1" y="1"/>
                  </a:moveTo>
                  <a:lnTo>
                    <a:pt x="1" y="1265"/>
                  </a:lnTo>
                  <a:lnTo>
                    <a:pt x="14014" y="1265"/>
                  </a:lnTo>
                  <a:lnTo>
                    <a:pt x="1401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31"/>
            <p:cNvSpPr/>
            <p:nvPr/>
          </p:nvSpPr>
          <p:spPr>
            <a:xfrm>
              <a:off x="2541525" y="4091300"/>
              <a:ext cx="350350" cy="31625"/>
            </a:xfrm>
            <a:custGeom>
              <a:rect b="b" l="l" r="r" t="t"/>
              <a:pathLst>
                <a:path extrusionOk="0" h="1265" w="14014">
                  <a:moveTo>
                    <a:pt x="1" y="0"/>
                  </a:moveTo>
                  <a:lnTo>
                    <a:pt x="1" y="1265"/>
                  </a:lnTo>
                  <a:lnTo>
                    <a:pt x="14014" y="1265"/>
                  </a:lnTo>
                  <a:lnTo>
                    <a:pt x="1401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1"/>
            <p:cNvSpPr/>
            <p:nvPr/>
          </p:nvSpPr>
          <p:spPr>
            <a:xfrm>
              <a:off x="2541525" y="4206650"/>
              <a:ext cx="350350" cy="31650"/>
            </a:xfrm>
            <a:custGeom>
              <a:rect b="b" l="l" r="r" t="t"/>
              <a:pathLst>
                <a:path extrusionOk="0" h="1266" w="14014">
                  <a:moveTo>
                    <a:pt x="1" y="1"/>
                  </a:moveTo>
                  <a:lnTo>
                    <a:pt x="1" y="1265"/>
                  </a:lnTo>
                  <a:lnTo>
                    <a:pt x="14014" y="1265"/>
                  </a:lnTo>
                  <a:lnTo>
                    <a:pt x="1401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1"/>
            <p:cNvSpPr/>
            <p:nvPr/>
          </p:nvSpPr>
          <p:spPr>
            <a:xfrm>
              <a:off x="2541525" y="4321700"/>
              <a:ext cx="350350" cy="31625"/>
            </a:xfrm>
            <a:custGeom>
              <a:rect b="b" l="l" r="r" t="t"/>
              <a:pathLst>
                <a:path extrusionOk="0" h="1265" w="14014">
                  <a:moveTo>
                    <a:pt x="1" y="0"/>
                  </a:moveTo>
                  <a:lnTo>
                    <a:pt x="1" y="1265"/>
                  </a:lnTo>
                  <a:lnTo>
                    <a:pt x="14014" y="1265"/>
                  </a:lnTo>
                  <a:lnTo>
                    <a:pt x="1401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1"/>
            <p:cNvSpPr/>
            <p:nvPr/>
          </p:nvSpPr>
          <p:spPr>
            <a:xfrm>
              <a:off x="2541525" y="4436725"/>
              <a:ext cx="350350" cy="31650"/>
            </a:xfrm>
            <a:custGeom>
              <a:rect b="b" l="l" r="r" t="t"/>
              <a:pathLst>
                <a:path extrusionOk="0" h="1266" w="14014">
                  <a:moveTo>
                    <a:pt x="1" y="1"/>
                  </a:moveTo>
                  <a:lnTo>
                    <a:pt x="1" y="1265"/>
                  </a:lnTo>
                  <a:lnTo>
                    <a:pt x="14014" y="1265"/>
                  </a:lnTo>
                  <a:lnTo>
                    <a:pt x="1401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0" name="Google Shape;1760;p31"/>
          <p:cNvGrpSpPr/>
          <p:nvPr/>
        </p:nvGrpSpPr>
        <p:grpSpPr>
          <a:xfrm>
            <a:off x="6254278" y="526122"/>
            <a:ext cx="3508278" cy="4091243"/>
            <a:chOff x="2338828" y="880300"/>
            <a:chExt cx="3508278" cy="4091243"/>
          </a:xfrm>
        </p:grpSpPr>
        <p:sp>
          <p:nvSpPr>
            <p:cNvPr id="1761" name="Google Shape;1761;p31"/>
            <p:cNvSpPr/>
            <p:nvPr/>
          </p:nvSpPr>
          <p:spPr>
            <a:xfrm>
              <a:off x="2628617" y="1253859"/>
              <a:ext cx="2828530" cy="417150"/>
            </a:xfrm>
            <a:custGeom>
              <a:rect b="b" l="l" r="r" t="t"/>
              <a:pathLst>
                <a:path extrusionOk="0" fill="none" h="6623" w="44908">
                  <a:moveTo>
                    <a:pt x="1" y="6623"/>
                  </a:moveTo>
                  <a:lnTo>
                    <a:pt x="5071" y="1"/>
                  </a:lnTo>
                  <a:lnTo>
                    <a:pt x="44908" y="1"/>
                  </a:lnTo>
                  <a:lnTo>
                    <a:pt x="44908" y="6623"/>
                  </a:lnTo>
                  <a:close/>
                </a:path>
              </a:pathLst>
            </a:custGeom>
            <a:noFill/>
            <a:ln cap="flat" cmpd="sng" w="1237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31"/>
            <p:cNvSpPr/>
            <p:nvPr/>
          </p:nvSpPr>
          <p:spPr>
            <a:xfrm>
              <a:off x="2960354" y="1262929"/>
              <a:ext cx="301383" cy="403986"/>
            </a:xfrm>
            <a:custGeom>
              <a:rect b="b" l="l" r="r" t="t"/>
              <a:pathLst>
                <a:path extrusionOk="0" fill="none" h="6414" w="4785">
                  <a:moveTo>
                    <a:pt x="0" y="0"/>
                  </a:moveTo>
                  <a:lnTo>
                    <a:pt x="4784" y="6414"/>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31"/>
            <p:cNvSpPr/>
            <p:nvPr/>
          </p:nvSpPr>
          <p:spPr>
            <a:xfrm>
              <a:off x="2960354" y="1253859"/>
              <a:ext cx="301383" cy="413056"/>
            </a:xfrm>
            <a:custGeom>
              <a:rect b="b" l="l" r="r" t="t"/>
              <a:pathLst>
                <a:path extrusionOk="0" fill="none" h="6558" w="4785">
                  <a:moveTo>
                    <a:pt x="4784" y="1"/>
                  </a:moveTo>
                  <a:lnTo>
                    <a:pt x="0" y="655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31"/>
            <p:cNvSpPr/>
            <p:nvPr/>
          </p:nvSpPr>
          <p:spPr>
            <a:xfrm>
              <a:off x="2789542" y="1460762"/>
              <a:ext cx="162627" cy="206969"/>
            </a:xfrm>
            <a:custGeom>
              <a:rect b="b" l="l" r="r" t="t"/>
              <a:pathLst>
                <a:path extrusionOk="0" fill="none" h="3286" w="2582">
                  <a:moveTo>
                    <a:pt x="1" y="1"/>
                  </a:moveTo>
                  <a:lnTo>
                    <a:pt x="2582" y="3286"/>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1"/>
            <p:cNvSpPr/>
            <p:nvPr/>
          </p:nvSpPr>
          <p:spPr>
            <a:xfrm>
              <a:off x="3273952" y="1262929"/>
              <a:ext cx="301383" cy="404805"/>
            </a:xfrm>
            <a:custGeom>
              <a:rect b="b" l="l" r="r" t="t"/>
              <a:pathLst>
                <a:path extrusionOk="0" fill="none" h="6427" w="4785">
                  <a:moveTo>
                    <a:pt x="1" y="0"/>
                  </a:moveTo>
                  <a:lnTo>
                    <a:pt x="4785" y="6427"/>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1"/>
            <p:cNvSpPr/>
            <p:nvPr/>
          </p:nvSpPr>
          <p:spPr>
            <a:xfrm>
              <a:off x="3273952" y="1253859"/>
              <a:ext cx="301383" cy="413874"/>
            </a:xfrm>
            <a:custGeom>
              <a:rect b="b" l="l" r="r" t="t"/>
              <a:pathLst>
                <a:path extrusionOk="0" fill="none" h="6571" w="4785">
                  <a:moveTo>
                    <a:pt x="4785" y="1"/>
                  </a:moveTo>
                  <a:lnTo>
                    <a:pt x="1" y="657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31"/>
            <p:cNvSpPr/>
            <p:nvPr/>
          </p:nvSpPr>
          <p:spPr>
            <a:xfrm>
              <a:off x="3587612" y="1264566"/>
              <a:ext cx="301383" cy="404805"/>
            </a:xfrm>
            <a:custGeom>
              <a:rect b="b" l="l" r="r" t="t"/>
              <a:pathLst>
                <a:path extrusionOk="0" fill="none" h="6427" w="4785">
                  <a:moveTo>
                    <a:pt x="0" y="0"/>
                  </a:moveTo>
                  <a:lnTo>
                    <a:pt x="4784" y="6427"/>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31"/>
            <p:cNvSpPr/>
            <p:nvPr/>
          </p:nvSpPr>
          <p:spPr>
            <a:xfrm>
              <a:off x="3587612" y="1256316"/>
              <a:ext cx="301383" cy="413056"/>
            </a:xfrm>
            <a:custGeom>
              <a:rect b="b" l="l" r="r" t="t"/>
              <a:pathLst>
                <a:path extrusionOk="0" fill="none" h="6558" w="4785">
                  <a:moveTo>
                    <a:pt x="4784" y="1"/>
                  </a:moveTo>
                  <a:lnTo>
                    <a:pt x="0" y="655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31"/>
            <p:cNvSpPr/>
            <p:nvPr/>
          </p:nvSpPr>
          <p:spPr>
            <a:xfrm>
              <a:off x="3901209" y="1264566"/>
              <a:ext cx="301383" cy="404805"/>
            </a:xfrm>
            <a:custGeom>
              <a:rect b="b" l="l" r="r" t="t"/>
              <a:pathLst>
                <a:path extrusionOk="0" fill="none" h="6427" w="4785">
                  <a:moveTo>
                    <a:pt x="1" y="0"/>
                  </a:moveTo>
                  <a:lnTo>
                    <a:pt x="4785" y="6427"/>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31"/>
            <p:cNvSpPr/>
            <p:nvPr/>
          </p:nvSpPr>
          <p:spPr>
            <a:xfrm>
              <a:off x="3901209" y="1256316"/>
              <a:ext cx="301383" cy="413056"/>
            </a:xfrm>
            <a:custGeom>
              <a:rect b="b" l="l" r="r" t="t"/>
              <a:pathLst>
                <a:path extrusionOk="0" fill="none" h="6558" w="4785">
                  <a:moveTo>
                    <a:pt x="4785" y="1"/>
                  </a:moveTo>
                  <a:lnTo>
                    <a:pt x="1" y="655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31"/>
            <p:cNvSpPr/>
            <p:nvPr/>
          </p:nvSpPr>
          <p:spPr>
            <a:xfrm>
              <a:off x="4214870" y="1263748"/>
              <a:ext cx="301383" cy="404805"/>
            </a:xfrm>
            <a:custGeom>
              <a:rect b="b" l="l" r="r" t="t"/>
              <a:pathLst>
                <a:path extrusionOk="0" fill="none" h="6427" w="4785">
                  <a:moveTo>
                    <a:pt x="0" y="0"/>
                  </a:moveTo>
                  <a:lnTo>
                    <a:pt x="4784" y="6427"/>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31"/>
            <p:cNvSpPr/>
            <p:nvPr/>
          </p:nvSpPr>
          <p:spPr>
            <a:xfrm>
              <a:off x="4214870" y="1254678"/>
              <a:ext cx="301383" cy="413874"/>
            </a:xfrm>
            <a:custGeom>
              <a:rect b="b" l="l" r="r" t="t"/>
              <a:pathLst>
                <a:path extrusionOk="0" fill="none" h="6571" w="4785">
                  <a:moveTo>
                    <a:pt x="4784" y="1"/>
                  </a:moveTo>
                  <a:lnTo>
                    <a:pt x="0" y="657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31"/>
            <p:cNvSpPr/>
            <p:nvPr/>
          </p:nvSpPr>
          <p:spPr>
            <a:xfrm>
              <a:off x="4528467" y="1263748"/>
              <a:ext cx="301383" cy="404805"/>
            </a:xfrm>
            <a:custGeom>
              <a:rect b="b" l="l" r="r" t="t"/>
              <a:pathLst>
                <a:path extrusionOk="0" fill="none" h="6427" w="4785">
                  <a:moveTo>
                    <a:pt x="1" y="0"/>
                  </a:moveTo>
                  <a:lnTo>
                    <a:pt x="4785" y="6427"/>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31"/>
            <p:cNvSpPr/>
            <p:nvPr/>
          </p:nvSpPr>
          <p:spPr>
            <a:xfrm>
              <a:off x="4528467" y="1254678"/>
              <a:ext cx="301383" cy="413874"/>
            </a:xfrm>
            <a:custGeom>
              <a:rect b="b" l="l" r="r" t="t"/>
              <a:pathLst>
                <a:path extrusionOk="0" fill="none" h="6571" w="4785">
                  <a:moveTo>
                    <a:pt x="4785" y="1"/>
                  </a:moveTo>
                  <a:lnTo>
                    <a:pt x="1" y="657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31"/>
            <p:cNvSpPr/>
            <p:nvPr/>
          </p:nvSpPr>
          <p:spPr>
            <a:xfrm>
              <a:off x="4842127" y="1266204"/>
              <a:ext cx="301383" cy="403986"/>
            </a:xfrm>
            <a:custGeom>
              <a:rect b="b" l="l" r="r" t="t"/>
              <a:pathLst>
                <a:path extrusionOk="0" fill="none" h="6414" w="4785">
                  <a:moveTo>
                    <a:pt x="0" y="0"/>
                  </a:moveTo>
                  <a:lnTo>
                    <a:pt x="4784" y="6414"/>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31"/>
            <p:cNvSpPr/>
            <p:nvPr/>
          </p:nvSpPr>
          <p:spPr>
            <a:xfrm>
              <a:off x="4842127" y="1257134"/>
              <a:ext cx="301383" cy="413056"/>
            </a:xfrm>
            <a:custGeom>
              <a:rect b="b" l="l" r="r" t="t"/>
              <a:pathLst>
                <a:path extrusionOk="0" fill="none" h="6558" w="4785">
                  <a:moveTo>
                    <a:pt x="4784" y="1"/>
                  </a:moveTo>
                  <a:lnTo>
                    <a:pt x="0" y="655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31"/>
            <p:cNvSpPr/>
            <p:nvPr/>
          </p:nvSpPr>
          <p:spPr>
            <a:xfrm>
              <a:off x="5155725" y="1266204"/>
              <a:ext cx="301383" cy="403986"/>
            </a:xfrm>
            <a:custGeom>
              <a:rect b="b" l="l" r="r" t="t"/>
              <a:pathLst>
                <a:path extrusionOk="0" fill="none" h="6414" w="4785">
                  <a:moveTo>
                    <a:pt x="1" y="0"/>
                  </a:moveTo>
                  <a:lnTo>
                    <a:pt x="4785" y="6414"/>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31"/>
            <p:cNvSpPr/>
            <p:nvPr/>
          </p:nvSpPr>
          <p:spPr>
            <a:xfrm>
              <a:off x="5155725" y="1257134"/>
              <a:ext cx="301383" cy="413056"/>
            </a:xfrm>
            <a:custGeom>
              <a:rect b="b" l="l" r="r" t="t"/>
              <a:pathLst>
                <a:path extrusionOk="0" fill="none" h="6558" w="4785">
                  <a:moveTo>
                    <a:pt x="4785" y="1"/>
                  </a:moveTo>
                  <a:lnTo>
                    <a:pt x="1" y="655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1"/>
            <p:cNvSpPr/>
            <p:nvPr/>
          </p:nvSpPr>
          <p:spPr>
            <a:xfrm>
              <a:off x="5652479" y="1267023"/>
              <a:ext cx="194624" cy="190530"/>
            </a:xfrm>
            <a:custGeom>
              <a:rect b="b" l="l" r="r" t="t"/>
              <a:pathLst>
                <a:path extrusionOk="0" fill="none" h="3025" w="3090">
                  <a:moveTo>
                    <a:pt x="0" y="0"/>
                  </a:moveTo>
                  <a:lnTo>
                    <a:pt x="3090" y="3025"/>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31"/>
            <p:cNvSpPr/>
            <p:nvPr/>
          </p:nvSpPr>
          <p:spPr>
            <a:xfrm>
              <a:off x="5652479" y="1450937"/>
              <a:ext cx="194624" cy="220070"/>
            </a:xfrm>
            <a:custGeom>
              <a:rect b="b" l="l" r="r" t="t"/>
              <a:pathLst>
                <a:path extrusionOk="0" fill="none" h="3494" w="3090">
                  <a:moveTo>
                    <a:pt x="3090" y="0"/>
                  </a:moveTo>
                  <a:lnTo>
                    <a:pt x="0" y="3494"/>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1"/>
            <p:cNvSpPr/>
            <p:nvPr/>
          </p:nvSpPr>
          <p:spPr>
            <a:xfrm>
              <a:off x="5457040" y="1263748"/>
              <a:ext cx="195505" cy="199536"/>
            </a:xfrm>
            <a:custGeom>
              <a:rect b="b" l="l" r="r" t="t"/>
              <a:pathLst>
                <a:path extrusionOk="0" fill="none" h="3168" w="3104">
                  <a:moveTo>
                    <a:pt x="3103" y="0"/>
                  </a:moveTo>
                  <a:lnTo>
                    <a:pt x="1" y="316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1"/>
            <p:cNvSpPr/>
            <p:nvPr/>
          </p:nvSpPr>
          <p:spPr>
            <a:xfrm>
              <a:off x="5457040" y="1463219"/>
              <a:ext cx="195505" cy="207788"/>
            </a:xfrm>
            <a:custGeom>
              <a:rect b="b" l="l" r="r" t="t"/>
              <a:pathLst>
                <a:path extrusionOk="0" fill="none" h="3299" w="3104">
                  <a:moveTo>
                    <a:pt x="1" y="1"/>
                  </a:moveTo>
                  <a:lnTo>
                    <a:pt x="3103" y="329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1"/>
            <p:cNvSpPr/>
            <p:nvPr/>
          </p:nvSpPr>
          <p:spPr>
            <a:xfrm>
              <a:off x="5457040" y="1253859"/>
              <a:ext cx="390066" cy="417150"/>
            </a:xfrm>
            <a:custGeom>
              <a:rect b="b" l="l" r="r" t="t"/>
              <a:pathLst>
                <a:path extrusionOk="0" fill="none" h="6623" w="6193">
                  <a:moveTo>
                    <a:pt x="1" y="1"/>
                  </a:moveTo>
                  <a:lnTo>
                    <a:pt x="6193" y="1"/>
                  </a:lnTo>
                  <a:lnTo>
                    <a:pt x="6193" y="6623"/>
                  </a:lnTo>
                  <a:lnTo>
                    <a:pt x="1" y="6623"/>
                  </a:lnTo>
                  <a:close/>
                </a:path>
              </a:pathLst>
            </a:custGeom>
            <a:noFill/>
            <a:ln cap="flat" cmpd="sng" w="1237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31"/>
            <p:cNvSpPr/>
            <p:nvPr/>
          </p:nvSpPr>
          <p:spPr>
            <a:xfrm>
              <a:off x="5077750" y="1670940"/>
              <a:ext cx="267686" cy="3300603"/>
            </a:xfrm>
            <a:custGeom>
              <a:rect b="b" l="l" r="r" t="t"/>
              <a:pathLst>
                <a:path extrusionOk="0" fill="none" h="52403" w="4250">
                  <a:moveTo>
                    <a:pt x="4250" y="52403"/>
                  </a:moveTo>
                  <a:lnTo>
                    <a:pt x="0" y="52403"/>
                  </a:lnTo>
                  <a:lnTo>
                    <a:pt x="0" y="1"/>
                  </a:lnTo>
                  <a:lnTo>
                    <a:pt x="4250" y="1"/>
                  </a:lnTo>
                  <a:close/>
                </a:path>
              </a:pathLst>
            </a:custGeom>
            <a:noFill/>
            <a:ln cap="flat" cmpd="sng" w="1237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31"/>
            <p:cNvSpPr/>
            <p:nvPr/>
          </p:nvSpPr>
          <p:spPr>
            <a:xfrm>
              <a:off x="5083482" y="4253921"/>
              <a:ext cx="259498" cy="353913"/>
            </a:xfrm>
            <a:custGeom>
              <a:rect b="b" l="l" r="r" t="t"/>
              <a:pathLst>
                <a:path extrusionOk="0" fill="none" h="5619" w="4120">
                  <a:moveTo>
                    <a:pt x="1" y="5618"/>
                  </a:moveTo>
                  <a:lnTo>
                    <a:pt x="4120"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1"/>
            <p:cNvSpPr/>
            <p:nvPr/>
          </p:nvSpPr>
          <p:spPr>
            <a:xfrm>
              <a:off x="5077750" y="4253921"/>
              <a:ext cx="265230" cy="353913"/>
            </a:xfrm>
            <a:custGeom>
              <a:rect b="b" l="l" r="r" t="t"/>
              <a:pathLst>
                <a:path extrusionOk="0" fill="none" h="5619" w="4211">
                  <a:moveTo>
                    <a:pt x="0" y="0"/>
                  </a:moveTo>
                  <a:lnTo>
                    <a:pt x="4211" y="561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1"/>
            <p:cNvSpPr/>
            <p:nvPr/>
          </p:nvSpPr>
          <p:spPr>
            <a:xfrm>
              <a:off x="5083482" y="4613498"/>
              <a:ext cx="259498" cy="354732"/>
            </a:xfrm>
            <a:custGeom>
              <a:rect b="b" l="l" r="r" t="t"/>
              <a:pathLst>
                <a:path extrusionOk="0" fill="none" h="5632" w="4120">
                  <a:moveTo>
                    <a:pt x="1" y="5632"/>
                  </a:moveTo>
                  <a:lnTo>
                    <a:pt x="4120"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1"/>
            <p:cNvSpPr/>
            <p:nvPr/>
          </p:nvSpPr>
          <p:spPr>
            <a:xfrm>
              <a:off x="5077750" y="4613498"/>
              <a:ext cx="265230" cy="354732"/>
            </a:xfrm>
            <a:custGeom>
              <a:rect b="b" l="l" r="r" t="t"/>
              <a:pathLst>
                <a:path extrusionOk="0" fill="none" h="5632" w="4211">
                  <a:moveTo>
                    <a:pt x="0" y="1"/>
                  </a:moveTo>
                  <a:lnTo>
                    <a:pt x="4211"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31"/>
            <p:cNvSpPr/>
            <p:nvPr/>
          </p:nvSpPr>
          <p:spPr>
            <a:xfrm>
              <a:off x="5083482" y="3884456"/>
              <a:ext cx="259498" cy="354732"/>
            </a:xfrm>
            <a:custGeom>
              <a:rect b="b" l="l" r="r" t="t"/>
              <a:pathLst>
                <a:path extrusionOk="0" fill="none" h="5632" w="4120">
                  <a:moveTo>
                    <a:pt x="1" y="5631"/>
                  </a:moveTo>
                  <a:lnTo>
                    <a:pt x="4120"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31"/>
            <p:cNvSpPr/>
            <p:nvPr/>
          </p:nvSpPr>
          <p:spPr>
            <a:xfrm>
              <a:off x="5077750" y="3884456"/>
              <a:ext cx="265230" cy="354732"/>
            </a:xfrm>
            <a:custGeom>
              <a:rect b="b" l="l" r="r" t="t"/>
              <a:pathLst>
                <a:path extrusionOk="0" fill="none" h="5632" w="4211">
                  <a:moveTo>
                    <a:pt x="0" y="0"/>
                  </a:moveTo>
                  <a:lnTo>
                    <a:pt x="4211" y="563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31"/>
            <p:cNvSpPr/>
            <p:nvPr/>
          </p:nvSpPr>
          <p:spPr>
            <a:xfrm>
              <a:off x="5084301" y="3515810"/>
              <a:ext cx="260317" cy="353913"/>
            </a:xfrm>
            <a:custGeom>
              <a:rect b="b" l="l" r="r" t="t"/>
              <a:pathLst>
                <a:path extrusionOk="0" fill="none" h="5619" w="4133">
                  <a:moveTo>
                    <a:pt x="1" y="5619"/>
                  </a:moveTo>
                  <a:lnTo>
                    <a:pt x="4133"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31"/>
            <p:cNvSpPr/>
            <p:nvPr/>
          </p:nvSpPr>
          <p:spPr>
            <a:xfrm>
              <a:off x="5078569" y="3515810"/>
              <a:ext cx="266049" cy="353913"/>
            </a:xfrm>
            <a:custGeom>
              <a:rect b="b" l="l" r="r" t="t"/>
              <a:pathLst>
                <a:path extrusionOk="0" fill="none" h="5619" w="4224">
                  <a:moveTo>
                    <a:pt x="0" y="0"/>
                  </a:moveTo>
                  <a:lnTo>
                    <a:pt x="4224"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1"/>
            <p:cNvSpPr/>
            <p:nvPr/>
          </p:nvSpPr>
          <p:spPr>
            <a:xfrm>
              <a:off x="5084301" y="3147163"/>
              <a:ext cx="260317" cy="353913"/>
            </a:xfrm>
            <a:custGeom>
              <a:rect b="b" l="l" r="r" t="t"/>
              <a:pathLst>
                <a:path extrusionOk="0" fill="none" h="5619" w="4133">
                  <a:moveTo>
                    <a:pt x="1" y="5619"/>
                  </a:moveTo>
                  <a:lnTo>
                    <a:pt x="4133"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1"/>
            <p:cNvSpPr/>
            <p:nvPr/>
          </p:nvSpPr>
          <p:spPr>
            <a:xfrm>
              <a:off x="5078569" y="3147163"/>
              <a:ext cx="266049" cy="353913"/>
            </a:xfrm>
            <a:custGeom>
              <a:rect b="b" l="l" r="r" t="t"/>
              <a:pathLst>
                <a:path extrusionOk="0" fill="none" h="5619" w="4224">
                  <a:moveTo>
                    <a:pt x="0" y="0"/>
                  </a:moveTo>
                  <a:lnTo>
                    <a:pt x="4224"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31"/>
            <p:cNvSpPr/>
            <p:nvPr/>
          </p:nvSpPr>
          <p:spPr>
            <a:xfrm>
              <a:off x="5084301" y="2777698"/>
              <a:ext cx="259498" cy="354732"/>
            </a:xfrm>
            <a:custGeom>
              <a:rect b="b" l="l" r="r" t="t"/>
              <a:pathLst>
                <a:path extrusionOk="0" fill="none" h="5632" w="4120">
                  <a:moveTo>
                    <a:pt x="1" y="5632"/>
                  </a:moveTo>
                  <a:lnTo>
                    <a:pt x="4120"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31"/>
            <p:cNvSpPr/>
            <p:nvPr/>
          </p:nvSpPr>
          <p:spPr>
            <a:xfrm>
              <a:off x="5078569" y="2777698"/>
              <a:ext cx="265230" cy="354732"/>
            </a:xfrm>
            <a:custGeom>
              <a:rect b="b" l="l" r="r" t="t"/>
              <a:pathLst>
                <a:path extrusionOk="0" fill="none" h="5632" w="4211">
                  <a:moveTo>
                    <a:pt x="0" y="0"/>
                  </a:moveTo>
                  <a:lnTo>
                    <a:pt x="4211"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1"/>
            <p:cNvSpPr/>
            <p:nvPr/>
          </p:nvSpPr>
          <p:spPr>
            <a:xfrm>
              <a:off x="5084301" y="2409052"/>
              <a:ext cx="259498" cy="353913"/>
            </a:xfrm>
            <a:custGeom>
              <a:rect b="b" l="l" r="r" t="t"/>
              <a:pathLst>
                <a:path extrusionOk="0" fill="none" h="5619" w="4120">
                  <a:moveTo>
                    <a:pt x="1" y="5619"/>
                  </a:moveTo>
                  <a:lnTo>
                    <a:pt x="4120"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1"/>
            <p:cNvSpPr/>
            <p:nvPr/>
          </p:nvSpPr>
          <p:spPr>
            <a:xfrm>
              <a:off x="5078569" y="2409052"/>
              <a:ext cx="265230" cy="353913"/>
            </a:xfrm>
            <a:custGeom>
              <a:rect b="b" l="l" r="r" t="t"/>
              <a:pathLst>
                <a:path extrusionOk="0" fill="none" h="5619" w="4211">
                  <a:moveTo>
                    <a:pt x="0" y="1"/>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31"/>
            <p:cNvSpPr/>
            <p:nvPr/>
          </p:nvSpPr>
          <p:spPr>
            <a:xfrm>
              <a:off x="5085120" y="2040406"/>
              <a:ext cx="259498" cy="353913"/>
            </a:xfrm>
            <a:custGeom>
              <a:rect b="b" l="l" r="r" t="t"/>
              <a:pathLst>
                <a:path extrusionOk="0" fill="none" h="5619" w="4120">
                  <a:moveTo>
                    <a:pt x="1" y="5619"/>
                  </a:moveTo>
                  <a:lnTo>
                    <a:pt x="4120"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31"/>
            <p:cNvSpPr/>
            <p:nvPr/>
          </p:nvSpPr>
          <p:spPr>
            <a:xfrm>
              <a:off x="5079388" y="2040406"/>
              <a:ext cx="265230" cy="353913"/>
            </a:xfrm>
            <a:custGeom>
              <a:rect b="b" l="l" r="r" t="t"/>
              <a:pathLst>
                <a:path extrusionOk="0" fill="none" h="5619" w="4211">
                  <a:moveTo>
                    <a:pt x="0" y="1"/>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1"/>
            <p:cNvSpPr/>
            <p:nvPr/>
          </p:nvSpPr>
          <p:spPr>
            <a:xfrm>
              <a:off x="5085120" y="1670940"/>
              <a:ext cx="260317" cy="354795"/>
            </a:xfrm>
            <a:custGeom>
              <a:rect b="b" l="l" r="r" t="t"/>
              <a:pathLst>
                <a:path extrusionOk="0" fill="none" h="5633" w="4133">
                  <a:moveTo>
                    <a:pt x="1" y="5632"/>
                  </a:moveTo>
                  <a:lnTo>
                    <a:pt x="4133"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1"/>
            <p:cNvSpPr/>
            <p:nvPr/>
          </p:nvSpPr>
          <p:spPr>
            <a:xfrm>
              <a:off x="5079388" y="1670940"/>
              <a:ext cx="266049" cy="354795"/>
            </a:xfrm>
            <a:custGeom>
              <a:rect b="b" l="l" r="r" t="t"/>
              <a:pathLst>
                <a:path extrusionOk="0" fill="none" h="5633" w="4224">
                  <a:moveTo>
                    <a:pt x="0" y="1"/>
                  </a:moveTo>
                  <a:lnTo>
                    <a:pt x="4224"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31"/>
            <p:cNvSpPr/>
            <p:nvPr/>
          </p:nvSpPr>
          <p:spPr>
            <a:xfrm>
              <a:off x="5341275" y="1671759"/>
              <a:ext cx="268568" cy="3299784"/>
            </a:xfrm>
            <a:custGeom>
              <a:rect b="b" l="l" r="r" t="t"/>
              <a:pathLst>
                <a:path extrusionOk="0" fill="none" h="52390" w="4264">
                  <a:moveTo>
                    <a:pt x="4263" y="52390"/>
                  </a:moveTo>
                  <a:lnTo>
                    <a:pt x="1" y="52390"/>
                  </a:lnTo>
                  <a:lnTo>
                    <a:pt x="1" y="1"/>
                  </a:lnTo>
                  <a:lnTo>
                    <a:pt x="4263" y="1"/>
                  </a:lnTo>
                  <a:close/>
                </a:path>
              </a:pathLst>
            </a:custGeom>
            <a:noFill/>
            <a:ln cap="flat" cmpd="sng" w="1237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31"/>
            <p:cNvSpPr/>
            <p:nvPr/>
          </p:nvSpPr>
          <p:spPr>
            <a:xfrm>
              <a:off x="5347070" y="4253921"/>
              <a:ext cx="260317" cy="353913"/>
            </a:xfrm>
            <a:custGeom>
              <a:rect b="b" l="l" r="r" t="t"/>
              <a:pathLst>
                <a:path extrusionOk="0" fill="none" h="5619" w="4133">
                  <a:moveTo>
                    <a:pt x="0" y="5618"/>
                  </a:moveTo>
                  <a:lnTo>
                    <a:pt x="4132"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1"/>
            <p:cNvSpPr/>
            <p:nvPr/>
          </p:nvSpPr>
          <p:spPr>
            <a:xfrm>
              <a:off x="5341275" y="4253921"/>
              <a:ext cx="266112" cy="353913"/>
            </a:xfrm>
            <a:custGeom>
              <a:rect b="b" l="l" r="r" t="t"/>
              <a:pathLst>
                <a:path extrusionOk="0" fill="none" h="5619" w="4225">
                  <a:moveTo>
                    <a:pt x="1" y="0"/>
                  </a:moveTo>
                  <a:lnTo>
                    <a:pt x="4224" y="561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31"/>
            <p:cNvSpPr/>
            <p:nvPr/>
          </p:nvSpPr>
          <p:spPr>
            <a:xfrm>
              <a:off x="5347070" y="4613498"/>
              <a:ext cx="260317" cy="354732"/>
            </a:xfrm>
            <a:custGeom>
              <a:rect b="b" l="l" r="r" t="t"/>
              <a:pathLst>
                <a:path extrusionOk="0" fill="none" h="5632" w="4133">
                  <a:moveTo>
                    <a:pt x="0" y="5632"/>
                  </a:moveTo>
                  <a:lnTo>
                    <a:pt x="4132"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31"/>
            <p:cNvSpPr/>
            <p:nvPr/>
          </p:nvSpPr>
          <p:spPr>
            <a:xfrm>
              <a:off x="5341275" y="4613498"/>
              <a:ext cx="266112" cy="354732"/>
            </a:xfrm>
            <a:custGeom>
              <a:rect b="b" l="l" r="r" t="t"/>
              <a:pathLst>
                <a:path extrusionOk="0" fill="none" h="5632" w="4225">
                  <a:moveTo>
                    <a:pt x="1" y="1"/>
                  </a:moveTo>
                  <a:lnTo>
                    <a:pt x="4224"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31"/>
            <p:cNvSpPr/>
            <p:nvPr/>
          </p:nvSpPr>
          <p:spPr>
            <a:xfrm>
              <a:off x="5347070" y="3884456"/>
              <a:ext cx="260317" cy="354732"/>
            </a:xfrm>
            <a:custGeom>
              <a:rect b="b" l="l" r="r" t="t"/>
              <a:pathLst>
                <a:path extrusionOk="0" fill="none" h="5632" w="4133">
                  <a:moveTo>
                    <a:pt x="0" y="5631"/>
                  </a:moveTo>
                  <a:lnTo>
                    <a:pt x="4132"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31"/>
            <p:cNvSpPr/>
            <p:nvPr/>
          </p:nvSpPr>
          <p:spPr>
            <a:xfrm>
              <a:off x="5341275" y="3884456"/>
              <a:ext cx="266112" cy="354732"/>
            </a:xfrm>
            <a:custGeom>
              <a:rect b="b" l="l" r="r" t="t"/>
              <a:pathLst>
                <a:path extrusionOk="0" fill="none" h="5632" w="4225">
                  <a:moveTo>
                    <a:pt x="1" y="0"/>
                  </a:moveTo>
                  <a:lnTo>
                    <a:pt x="4224" y="563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31"/>
            <p:cNvSpPr/>
            <p:nvPr/>
          </p:nvSpPr>
          <p:spPr>
            <a:xfrm>
              <a:off x="5348708" y="3515810"/>
              <a:ext cx="259498" cy="353913"/>
            </a:xfrm>
            <a:custGeom>
              <a:rect b="b" l="l" r="r" t="t"/>
              <a:pathLst>
                <a:path extrusionOk="0" fill="none" h="5619" w="4120">
                  <a:moveTo>
                    <a:pt x="0" y="5619"/>
                  </a:moveTo>
                  <a:lnTo>
                    <a:pt x="4119"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31"/>
            <p:cNvSpPr/>
            <p:nvPr/>
          </p:nvSpPr>
          <p:spPr>
            <a:xfrm>
              <a:off x="5342913" y="3515810"/>
              <a:ext cx="265293" cy="353913"/>
            </a:xfrm>
            <a:custGeom>
              <a:rect b="b" l="l" r="r" t="t"/>
              <a:pathLst>
                <a:path extrusionOk="0" fill="none" h="5619" w="4212">
                  <a:moveTo>
                    <a:pt x="1" y="0"/>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31"/>
            <p:cNvSpPr/>
            <p:nvPr/>
          </p:nvSpPr>
          <p:spPr>
            <a:xfrm>
              <a:off x="5348708" y="3147163"/>
              <a:ext cx="259498" cy="353913"/>
            </a:xfrm>
            <a:custGeom>
              <a:rect b="b" l="l" r="r" t="t"/>
              <a:pathLst>
                <a:path extrusionOk="0" fill="none" h="5619" w="4120">
                  <a:moveTo>
                    <a:pt x="0" y="5619"/>
                  </a:moveTo>
                  <a:lnTo>
                    <a:pt x="4119"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31"/>
            <p:cNvSpPr/>
            <p:nvPr/>
          </p:nvSpPr>
          <p:spPr>
            <a:xfrm>
              <a:off x="5342913" y="3147163"/>
              <a:ext cx="265293" cy="353913"/>
            </a:xfrm>
            <a:custGeom>
              <a:rect b="b" l="l" r="r" t="t"/>
              <a:pathLst>
                <a:path extrusionOk="0" fill="none" h="5619" w="4212">
                  <a:moveTo>
                    <a:pt x="1" y="0"/>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31"/>
            <p:cNvSpPr/>
            <p:nvPr/>
          </p:nvSpPr>
          <p:spPr>
            <a:xfrm>
              <a:off x="5347889" y="2777698"/>
              <a:ext cx="259498" cy="354732"/>
            </a:xfrm>
            <a:custGeom>
              <a:rect b="b" l="l" r="r" t="t"/>
              <a:pathLst>
                <a:path extrusionOk="0" fill="none" h="5632" w="4120">
                  <a:moveTo>
                    <a:pt x="0" y="5632"/>
                  </a:moveTo>
                  <a:lnTo>
                    <a:pt x="4119"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31"/>
            <p:cNvSpPr/>
            <p:nvPr/>
          </p:nvSpPr>
          <p:spPr>
            <a:xfrm>
              <a:off x="5342094" y="2777698"/>
              <a:ext cx="265293" cy="354732"/>
            </a:xfrm>
            <a:custGeom>
              <a:rect b="b" l="l" r="r" t="t"/>
              <a:pathLst>
                <a:path extrusionOk="0" fill="none" h="5632" w="4212">
                  <a:moveTo>
                    <a:pt x="1" y="0"/>
                  </a:moveTo>
                  <a:lnTo>
                    <a:pt x="4211"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31"/>
            <p:cNvSpPr/>
            <p:nvPr/>
          </p:nvSpPr>
          <p:spPr>
            <a:xfrm>
              <a:off x="5347889" y="2409052"/>
              <a:ext cx="259498" cy="353913"/>
            </a:xfrm>
            <a:custGeom>
              <a:rect b="b" l="l" r="r" t="t"/>
              <a:pathLst>
                <a:path extrusionOk="0" fill="none" h="5619" w="4120">
                  <a:moveTo>
                    <a:pt x="0" y="5619"/>
                  </a:moveTo>
                  <a:lnTo>
                    <a:pt x="4119"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31"/>
            <p:cNvSpPr/>
            <p:nvPr/>
          </p:nvSpPr>
          <p:spPr>
            <a:xfrm>
              <a:off x="5342094" y="2409052"/>
              <a:ext cx="265293" cy="353913"/>
            </a:xfrm>
            <a:custGeom>
              <a:rect b="b" l="l" r="r" t="t"/>
              <a:pathLst>
                <a:path extrusionOk="0" fill="none" h="5619" w="4212">
                  <a:moveTo>
                    <a:pt x="1" y="1"/>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31"/>
            <p:cNvSpPr/>
            <p:nvPr/>
          </p:nvSpPr>
          <p:spPr>
            <a:xfrm>
              <a:off x="5349526" y="2040406"/>
              <a:ext cx="259498" cy="353913"/>
            </a:xfrm>
            <a:custGeom>
              <a:rect b="b" l="l" r="r" t="t"/>
              <a:pathLst>
                <a:path extrusionOk="0" fill="none" h="5619" w="4120">
                  <a:moveTo>
                    <a:pt x="0" y="5619"/>
                  </a:moveTo>
                  <a:lnTo>
                    <a:pt x="4119"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31"/>
            <p:cNvSpPr/>
            <p:nvPr/>
          </p:nvSpPr>
          <p:spPr>
            <a:xfrm>
              <a:off x="5343732" y="2040406"/>
              <a:ext cx="265293" cy="353913"/>
            </a:xfrm>
            <a:custGeom>
              <a:rect b="b" l="l" r="r" t="t"/>
              <a:pathLst>
                <a:path extrusionOk="0" fill="none" h="5619" w="4212">
                  <a:moveTo>
                    <a:pt x="1" y="1"/>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1"/>
            <p:cNvSpPr/>
            <p:nvPr/>
          </p:nvSpPr>
          <p:spPr>
            <a:xfrm>
              <a:off x="5349526" y="1670940"/>
              <a:ext cx="259498" cy="354795"/>
            </a:xfrm>
            <a:custGeom>
              <a:rect b="b" l="l" r="r" t="t"/>
              <a:pathLst>
                <a:path extrusionOk="0" fill="none" h="5633" w="4120">
                  <a:moveTo>
                    <a:pt x="0" y="5632"/>
                  </a:moveTo>
                  <a:lnTo>
                    <a:pt x="4119"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31"/>
            <p:cNvSpPr/>
            <p:nvPr/>
          </p:nvSpPr>
          <p:spPr>
            <a:xfrm>
              <a:off x="5343732" y="1670940"/>
              <a:ext cx="265293" cy="354795"/>
            </a:xfrm>
            <a:custGeom>
              <a:rect b="b" l="l" r="r" t="t"/>
              <a:pathLst>
                <a:path extrusionOk="0" fill="none" h="5633" w="4212">
                  <a:moveTo>
                    <a:pt x="1" y="1"/>
                  </a:moveTo>
                  <a:lnTo>
                    <a:pt x="4211"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1"/>
            <p:cNvSpPr/>
            <p:nvPr/>
          </p:nvSpPr>
          <p:spPr>
            <a:xfrm>
              <a:off x="5560523" y="880300"/>
              <a:ext cx="882" cy="215157"/>
            </a:xfrm>
            <a:custGeom>
              <a:rect b="b" l="l" r="r" t="t"/>
              <a:pathLst>
                <a:path extrusionOk="0" fill="none" h="3416" w="14">
                  <a:moveTo>
                    <a:pt x="0" y="3416"/>
                  </a:moveTo>
                  <a:lnTo>
                    <a:pt x="13" y="1"/>
                  </a:lnTo>
                </a:path>
              </a:pathLst>
            </a:custGeom>
            <a:solidFill>
              <a:schemeClr val="accent5"/>
            </a:solidFill>
            <a:ln cap="rnd"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1"/>
            <p:cNvSpPr/>
            <p:nvPr/>
          </p:nvSpPr>
          <p:spPr>
            <a:xfrm>
              <a:off x="3184451" y="881938"/>
              <a:ext cx="2373716" cy="370352"/>
            </a:xfrm>
            <a:custGeom>
              <a:rect b="b" l="l" r="r" t="t"/>
              <a:pathLst>
                <a:path extrusionOk="0" fill="none" h="5880" w="37687">
                  <a:moveTo>
                    <a:pt x="37686" y="1"/>
                  </a:moveTo>
                  <a:lnTo>
                    <a:pt x="1" y="5880"/>
                  </a:lnTo>
                </a:path>
              </a:pathLst>
            </a:custGeom>
            <a:solidFill>
              <a:schemeClr val="accent5"/>
            </a:solidFill>
            <a:ln cap="flat" cmpd="sng" w="422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1"/>
            <p:cNvSpPr/>
            <p:nvPr/>
          </p:nvSpPr>
          <p:spPr>
            <a:xfrm>
              <a:off x="5181170" y="880300"/>
              <a:ext cx="380240" cy="215157"/>
            </a:xfrm>
            <a:custGeom>
              <a:rect b="b" l="l" r="r" t="t"/>
              <a:pathLst>
                <a:path extrusionOk="0" fill="none" h="3416" w="6037">
                  <a:moveTo>
                    <a:pt x="1" y="3416"/>
                  </a:moveTo>
                  <a:lnTo>
                    <a:pt x="6036" y="1"/>
                  </a:lnTo>
                </a:path>
              </a:pathLst>
            </a:custGeom>
            <a:solidFill>
              <a:schemeClr val="accent5"/>
            </a:solidFill>
            <a:ln cap="rnd"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31"/>
            <p:cNvSpPr/>
            <p:nvPr/>
          </p:nvSpPr>
          <p:spPr>
            <a:xfrm>
              <a:off x="5092552" y="1078196"/>
              <a:ext cx="550930" cy="78038"/>
            </a:xfrm>
            <a:custGeom>
              <a:rect b="b" l="l" r="r" t="t"/>
              <a:pathLst>
                <a:path extrusionOk="0" h="1239" w="8747">
                  <a:moveTo>
                    <a:pt x="0" y="0"/>
                  </a:moveTo>
                  <a:lnTo>
                    <a:pt x="0" y="1239"/>
                  </a:lnTo>
                  <a:lnTo>
                    <a:pt x="8747" y="1239"/>
                  </a:lnTo>
                  <a:lnTo>
                    <a:pt x="8747" y="0"/>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1"/>
            <p:cNvSpPr/>
            <p:nvPr/>
          </p:nvSpPr>
          <p:spPr>
            <a:xfrm>
              <a:off x="4902025" y="1156171"/>
              <a:ext cx="811247" cy="78038"/>
            </a:xfrm>
            <a:custGeom>
              <a:rect b="b" l="l" r="r" t="t"/>
              <a:pathLst>
                <a:path extrusionOk="0" h="1239" w="12880">
                  <a:moveTo>
                    <a:pt x="1" y="1"/>
                  </a:moveTo>
                  <a:lnTo>
                    <a:pt x="1" y="1239"/>
                  </a:lnTo>
                  <a:lnTo>
                    <a:pt x="12880" y="1239"/>
                  </a:lnTo>
                  <a:lnTo>
                    <a:pt x="12880" y="1"/>
                  </a:lnTo>
                  <a:close/>
                </a:path>
              </a:pathLst>
            </a:custGeom>
            <a:solidFill>
              <a:srgbClr val="7575D3">
                <a:alpha val="530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1"/>
            <p:cNvSpPr/>
            <p:nvPr/>
          </p:nvSpPr>
          <p:spPr>
            <a:xfrm>
              <a:off x="2893024" y="1827771"/>
              <a:ext cx="316122" cy="110917"/>
            </a:xfrm>
            <a:custGeom>
              <a:rect b="b" l="l" r="r" t="t"/>
              <a:pathLst>
                <a:path extrusionOk="0" h="1761" w="5019">
                  <a:moveTo>
                    <a:pt x="0" y="1"/>
                  </a:moveTo>
                  <a:lnTo>
                    <a:pt x="0" y="1760"/>
                  </a:lnTo>
                  <a:lnTo>
                    <a:pt x="5019" y="1760"/>
                  </a:lnTo>
                  <a:lnTo>
                    <a:pt x="5019" y="1"/>
                  </a:lnTo>
                  <a:close/>
                </a:path>
              </a:pathLst>
            </a:custGeom>
            <a:solidFill>
              <a:srgbClr val="7575D3">
                <a:alpha val="530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31"/>
            <p:cNvSpPr/>
            <p:nvPr/>
          </p:nvSpPr>
          <p:spPr>
            <a:xfrm>
              <a:off x="2836339" y="1690654"/>
              <a:ext cx="405686" cy="137181"/>
            </a:xfrm>
            <a:custGeom>
              <a:rect b="b" l="l" r="r" t="t"/>
              <a:pathLst>
                <a:path extrusionOk="0" h="2178" w="6441">
                  <a:moveTo>
                    <a:pt x="1" y="1"/>
                  </a:moveTo>
                  <a:lnTo>
                    <a:pt x="1" y="2178"/>
                  </a:lnTo>
                  <a:lnTo>
                    <a:pt x="6440" y="2178"/>
                  </a:lnTo>
                  <a:lnTo>
                    <a:pt x="6440" y="1"/>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31"/>
            <p:cNvSpPr/>
            <p:nvPr/>
          </p:nvSpPr>
          <p:spPr>
            <a:xfrm>
              <a:off x="2619611" y="2112648"/>
              <a:ext cx="838330" cy="81377"/>
            </a:xfrm>
            <a:custGeom>
              <a:rect b="b" l="l" r="r" t="t"/>
              <a:pathLst>
                <a:path extrusionOk="0" fill="none" h="1292" w="13310">
                  <a:moveTo>
                    <a:pt x="13309" y="1291"/>
                  </a:moveTo>
                  <a:lnTo>
                    <a:pt x="6766" y="1"/>
                  </a:lnTo>
                  <a:lnTo>
                    <a:pt x="0" y="1239"/>
                  </a:lnTo>
                </a:path>
              </a:pathLst>
            </a:custGeom>
            <a:solidFill>
              <a:schemeClr val="accent5"/>
            </a:solidFill>
            <a:ln cap="flat" cmpd="sng" w="422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31"/>
            <p:cNvSpPr/>
            <p:nvPr/>
          </p:nvSpPr>
          <p:spPr>
            <a:xfrm>
              <a:off x="3000538" y="1895101"/>
              <a:ext cx="108460" cy="241422"/>
            </a:xfrm>
            <a:custGeom>
              <a:rect b="b" l="l" r="r" t="t"/>
              <a:pathLst>
                <a:path extrusionOk="0" fill="none" h="3833" w="1722">
                  <a:moveTo>
                    <a:pt x="731" y="0"/>
                  </a:moveTo>
                  <a:lnTo>
                    <a:pt x="731" y="1982"/>
                  </a:lnTo>
                  <a:cubicBezTo>
                    <a:pt x="731" y="1982"/>
                    <a:pt x="1721" y="2334"/>
                    <a:pt x="1343" y="3220"/>
                  </a:cubicBezTo>
                  <a:cubicBezTo>
                    <a:pt x="1083" y="3833"/>
                    <a:pt x="340" y="3781"/>
                    <a:pt x="1" y="3429"/>
                  </a:cubicBezTo>
                </a:path>
              </a:pathLst>
            </a:custGeom>
            <a:solidFill>
              <a:schemeClr val="accent5"/>
            </a:solidFill>
            <a:ln cap="rnd" cmpd="sng" w="81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31"/>
            <p:cNvSpPr/>
            <p:nvPr/>
          </p:nvSpPr>
          <p:spPr>
            <a:xfrm>
              <a:off x="2471787" y="2184072"/>
              <a:ext cx="1147902" cy="19777"/>
            </a:xfrm>
            <a:custGeom>
              <a:rect b="b" l="l" r="r" t="t"/>
              <a:pathLst>
                <a:path extrusionOk="0" h="314" w="18225">
                  <a:moveTo>
                    <a:pt x="1" y="1"/>
                  </a:moveTo>
                  <a:lnTo>
                    <a:pt x="1" y="314"/>
                  </a:lnTo>
                  <a:lnTo>
                    <a:pt x="18224" y="314"/>
                  </a:lnTo>
                  <a:lnTo>
                    <a:pt x="18224" y="1"/>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31"/>
            <p:cNvSpPr/>
            <p:nvPr/>
          </p:nvSpPr>
          <p:spPr>
            <a:xfrm>
              <a:off x="2471787" y="2294925"/>
              <a:ext cx="1147902" cy="19777"/>
            </a:xfrm>
            <a:custGeom>
              <a:rect b="b" l="l" r="r" t="t"/>
              <a:pathLst>
                <a:path extrusionOk="0" h="314" w="18225">
                  <a:moveTo>
                    <a:pt x="1" y="1"/>
                  </a:moveTo>
                  <a:lnTo>
                    <a:pt x="1" y="314"/>
                  </a:lnTo>
                  <a:lnTo>
                    <a:pt x="18224" y="314"/>
                  </a:lnTo>
                  <a:lnTo>
                    <a:pt x="18224" y="1"/>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31"/>
            <p:cNvSpPr/>
            <p:nvPr/>
          </p:nvSpPr>
          <p:spPr>
            <a:xfrm>
              <a:off x="2504665" y="2203786"/>
              <a:ext cx="1081389" cy="91202"/>
            </a:xfrm>
            <a:custGeom>
              <a:rect b="b" l="l" r="r" t="t"/>
              <a:pathLst>
                <a:path extrusionOk="0" h="1448" w="17169">
                  <a:moveTo>
                    <a:pt x="0" y="1"/>
                  </a:moveTo>
                  <a:lnTo>
                    <a:pt x="0" y="1448"/>
                  </a:lnTo>
                  <a:lnTo>
                    <a:pt x="17168" y="1448"/>
                  </a:lnTo>
                  <a:lnTo>
                    <a:pt x="17168" y="1"/>
                  </a:lnTo>
                  <a:close/>
                </a:path>
              </a:pathLst>
            </a:custGeom>
            <a:solidFill>
              <a:srgbClr val="7575D3">
                <a:alpha val="530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31"/>
            <p:cNvSpPr/>
            <p:nvPr/>
          </p:nvSpPr>
          <p:spPr>
            <a:xfrm>
              <a:off x="2338828" y="2314639"/>
              <a:ext cx="1417162" cy="19777"/>
            </a:xfrm>
            <a:custGeom>
              <a:rect b="b" l="l" r="r" t="t"/>
              <a:pathLst>
                <a:path extrusionOk="0" h="314" w="22500">
                  <a:moveTo>
                    <a:pt x="0" y="1"/>
                  </a:moveTo>
                  <a:lnTo>
                    <a:pt x="0" y="313"/>
                  </a:lnTo>
                  <a:lnTo>
                    <a:pt x="22499" y="313"/>
                  </a:lnTo>
                  <a:lnTo>
                    <a:pt x="22499" y="1"/>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31"/>
            <p:cNvSpPr/>
            <p:nvPr/>
          </p:nvSpPr>
          <p:spPr>
            <a:xfrm>
              <a:off x="2338828" y="2425491"/>
              <a:ext cx="1417162" cy="19777"/>
            </a:xfrm>
            <a:custGeom>
              <a:rect b="b" l="l" r="r" t="t"/>
              <a:pathLst>
                <a:path extrusionOk="0" h="314" w="22500">
                  <a:moveTo>
                    <a:pt x="0" y="0"/>
                  </a:moveTo>
                  <a:lnTo>
                    <a:pt x="0" y="313"/>
                  </a:lnTo>
                  <a:lnTo>
                    <a:pt x="22499" y="313"/>
                  </a:lnTo>
                  <a:lnTo>
                    <a:pt x="22499" y="0"/>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31"/>
            <p:cNvSpPr/>
            <p:nvPr/>
          </p:nvSpPr>
          <p:spPr>
            <a:xfrm>
              <a:off x="2379831" y="2334353"/>
              <a:ext cx="1335093" cy="91202"/>
            </a:xfrm>
            <a:custGeom>
              <a:rect b="b" l="l" r="r" t="t"/>
              <a:pathLst>
                <a:path extrusionOk="0" h="1448" w="21197">
                  <a:moveTo>
                    <a:pt x="1" y="0"/>
                  </a:moveTo>
                  <a:lnTo>
                    <a:pt x="1" y="1447"/>
                  </a:lnTo>
                  <a:lnTo>
                    <a:pt x="21197" y="1447"/>
                  </a:lnTo>
                  <a:lnTo>
                    <a:pt x="21197" y="0"/>
                  </a:lnTo>
                  <a:close/>
                </a:path>
              </a:pathLst>
            </a:custGeom>
            <a:solidFill>
              <a:srgbClr val="7575D3">
                <a:alpha val="530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7" name="Google Shape;1837;p31"/>
          <p:cNvSpPr/>
          <p:nvPr/>
        </p:nvSpPr>
        <p:spPr>
          <a:xfrm>
            <a:off x="1524000" y="4878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31"/>
          <p:cNvSpPr/>
          <p:nvPr/>
        </p:nvSpPr>
        <p:spPr>
          <a:xfrm>
            <a:off x="0" y="4878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31"/>
          <p:cNvSpPr/>
          <p:nvPr/>
        </p:nvSpPr>
        <p:spPr>
          <a:xfrm>
            <a:off x="762000" y="4878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31"/>
          <p:cNvSpPr/>
          <p:nvPr/>
        </p:nvSpPr>
        <p:spPr>
          <a:xfrm>
            <a:off x="3810000" y="4878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31"/>
          <p:cNvSpPr/>
          <p:nvPr/>
        </p:nvSpPr>
        <p:spPr>
          <a:xfrm>
            <a:off x="2286000" y="4878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31"/>
          <p:cNvSpPr/>
          <p:nvPr/>
        </p:nvSpPr>
        <p:spPr>
          <a:xfrm>
            <a:off x="3048000" y="4878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31"/>
          <p:cNvSpPr/>
          <p:nvPr/>
        </p:nvSpPr>
        <p:spPr>
          <a:xfrm>
            <a:off x="6096000" y="4878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31"/>
          <p:cNvSpPr/>
          <p:nvPr/>
        </p:nvSpPr>
        <p:spPr>
          <a:xfrm>
            <a:off x="4572000" y="4878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31"/>
          <p:cNvSpPr/>
          <p:nvPr/>
        </p:nvSpPr>
        <p:spPr>
          <a:xfrm>
            <a:off x="5334000" y="4878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31"/>
          <p:cNvSpPr/>
          <p:nvPr/>
        </p:nvSpPr>
        <p:spPr>
          <a:xfrm>
            <a:off x="7620000" y="4878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31"/>
          <p:cNvSpPr/>
          <p:nvPr/>
        </p:nvSpPr>
        <p:spPr>
          <a:xfrm>
            <a:off x="6858000" y="4878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31"/>
          <p:cNvSpPr/>
          <p:nvPr/>
        </p:nvSpPr>
        <p:spPr>
          <a:xfrm>
            <a:off x="8382000" y="4878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9" name="Google Shape;1849;p31"/>
          <p:cNvGrpSpPr/>
          <p:nvPr/>
        </p:nvGrpSpPr>
        <p:grpSpPr>
          <a:xfrm>
            <a:off x="-381000" y="3714140"/>
            <a:ext cx="9870375" cy="1174510"/>
            <a:chOff x="-381000" y="3714140"/>
            <a:chExt cx="9870375" cy="1174510"/>
          </a:xfrm>
        </p:grpSpPr>
        <p:sp>
          <p:nvSpPr>
            <p:cNvPr id="1850" name="Google Shape;1850;p31"/>
            <p:cNvSpPr/>
            <p:nvPr/>
          </p:nvSpPr>
          <p:spPr>
            <a:xfrm>
              <a:off x="1869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31"/>
            <p:cNvSpPr/>
            <p:nvPr/>
          </p:nvSpPr>
          <p:spPr>
            <a:xfrm>
              <a:off x="3764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31"/>
            <p:cNvSpPr/>
            <p:nvPr/>
          </p:nvSpPr>
          <p:spPr>
            <a:xfrm>
              <a:off x="110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31"/>
            <p:cNvSpPr/>
            <p:nvPr/>
          </p:nvSpPr>
          <p:spPr>
            <a:xfrm>
              <a:off x="4155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31"/>
            <p:cNvSpPr/>
            <p:nvPr/>
          </p:nvSpPr>
          <p:spPr>
            <a:xfrm>
              <a:off x="2631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31"/>
            <p:cNvSpPr/>
            <p:nvPr/>
          </p:nvSpPr>
          <p:spPr>
            <a:xfrm>
              <a:off x="3393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31"/>
            <p:cNvSpPr/>
            <p:nvPr/>
          </p:nvSpPr>
          <p:spPr>
            <a:xfrm>
              <a:off x="6441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31"/>
            <p:cNvSpPr/>
            <p:nvPr/>
          </p:nvSpPr>
          <p:spPr>
            <a:xfrm>
              <a:off x="491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31"/>
            <p:cNvSpPr/>
            <p:nvPr/>
          </p:nvSpPr>
          <p:spPr>
            <a:xfrm>
              <a:off x="5679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31"/>
            <p:cNvSpPr/>
            <p:nvPr/>
          </p:nvSpPr>
          <p:spPr>
            <a:xfrm>
              <a:off x="7965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31"/>
            <p:cNvSpPr/>
            <p:nvPr/>
          </p:nvSpPr>
          <p:spPr>
            <a:xfrm>
              <a:off x="7203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31"/>
            <p:cNvSpPr/>
            <p:nvPr/>
          </p:nvSpPr>
          <p:spPr>
            <a:xfrm>
              <a:off x="872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31"/>
            <p:cNvSpPr/>
            <p:nvPr/>
          </p:nvSpPr>
          <p:spPr>
            <a:xfrm>
              <a:off x="-381000"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31"/>
            <p:cNvSpPr/>
            <p:nvPr/>
          </p:nvSpPr>
          <p:spPr>
            <a:xfrm>
              <a:off x="1524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31"/>
            <p:cNvSpPr/>
            <p:nvPr/>
          </p:nvSpPr>
          <p:spPr>
            <a:xfrm>
              <a:off x="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31"/>
            <p:cNvSpPr/>
            <p:nvPr/>
          </p:nvSpPr>
          <p:spPr>
            <a:xfrm>
              <a:off x="762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31"/>
            <p:cNvSpPr/>
            <p:nvPr/>
          </p:nvSpPr>
          <p:spPr>
            <a:xfrm>
              <a:off x="7620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31"/>
            <p:cNvSpPr/>
            <p:nvPr/>
          </p:nvSpPr>
          <p:spPr>
            <a:xfrm>
              <a:off x="6858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31"/>
            <p:cNvSpPr/>
            <p:nvPr/>
          </p:nvSpPr>
          <p:spPr>
            <a:xfrm>
              <a:off x="8382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31"/>
            <p:cNvSpPr/>
            <p:nvPr/>
          </p:nvSpPr>
          <p:spPr>
            <a:xfrm>
              <a:off x="3764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31"/>
            <p:cNvSpPr/>
            <p:nvPr/>
          </p:nvSpPr>
          <p:spPr>
            <a:xfrm>
              <a:off x="79653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31"/>
            <p:cNvSpPr/>
            <p:nvPr/>
          </p:nvSpPr>
          <p:spPr>
            <a:xfrm>
              <a:off x="72033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31"/>
            <p:cNvSpPr/>
            <p:nvPr/>
          </p:nvSpPr>
          <p:spPr>
            <a:xfrm>
              <a:off x="87273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31"/>
            <p:cNvSpPr/>
            <p:nvPr/>
          </p:nvSpPr>
          <p:spPr>
            <a:xfrm>
              <a:off x="-381000"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31"/>
            <p:cNvSpPr/>
            <p:nvPr/>
          </p:nvSpPr>
          <p:spPr>
            <a:xfrm>
              <a:off x="8382000" y="3714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31"/>
            <p:cNvSpPr/>
            <p:nvPr/>
          </p:nvSpPr>
          <p:spPr>
            <a:xfrm>
              <a:off x="0" y="3714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31"/>
            <p:cNvSpPr/>
            <p:nvPr/>
          </p:nvSpPr>
          <p:spPr>
            <a:xfrm>
              <a:off x="0" y="3714150"/>
              <a:ext cx="2214900" cy="11745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7" name="Google Shape;1877;p31"/>
          <p:cNvSpPr/>
          <p:nvPr/>
        </p:nvSpPr>
        <p:spPr>
          <a:xfrm>
            <a:off x="0" y="4879925"/>
            <a:ext cx="9144000" cy="29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31"/>
          <p:cNvSpPr/>
          <p:nvPr/>
        </p:nvSpPr>
        <p:spPr>
          <a:xfrm>
            <a:off x="0" y="4521719"/>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31"/>
          <p:cNvSpPr/>
          <p:nvPr/>
        </p:nvSpPr>
        <p:spPr>
          <a:xfrm>
            <a:off x="5583076" y="4800024"/>
            <a:ext cx="1679113" cy="297898"/>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31"/>
          <p:cNvSpPr/>
          <p:nvPr/>
        </p:nvSpPr>
        <p:spPr>
          <a:xfrm flipH="1">
            <a:off x="8571700" y="5025282"/>
            <a:ext cx="653285" cy="235097"/>
          </a:xfrm>
          <a:custGeom>
            <a:rect b="b" l="l" r="r" t="t"/>
            <a:pathLst>
              <a:path extrusionOk="0" h="3187" w="8856">
                <a:moveTo>
                  <a:pt x="4158" y="1"/>
                </a:moveTo>
                <a:cubicBezTo>
                  <a:pt x="2578" y="1"/>
                  <a:pt x="1059" y="686"/>
                  <a:pt x="0" y="1896"/>
                </a:cubicBezTo>
                <a:lnTo>
                  <a:pt x="0" y="3186"/>
                </a:lnTo>
                <a:lnTo>
                  <a:pt x="8855" y="3186"/>
                </a:lnTo>
                <a:cubicBezTo>
                  <a:pt x="8140" y="1530"/>
                  <a:pt x="6659" y="362"/>
                  <a:pt x="4881" y="49"/>
                </a:cubicBezTo>
                <a:cubicBezTo>
                  <a:pt x="4639" y="16"/>
                  <a:pt x="4398" y="1"/>
                  <a:pt x="4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1" name="Google Shape;1881;p31"/>
          <p:cNvGrpSpPr/>
          <p:nvPr/>
        </p:nvGrpSpPr>
        <p:grpSpPr>
          <a:xfrm>
            <a:off x="380916" y="-48484"/>
            <a:ext cx="2316202" cy="1225970"/>
            <a:chOff x="3927875" y="2818025"/>
            <a:chExt cx="1071175" cy="566975"/>
          </a:xfrm>
        </p:grpSpPr>
        <p:sp>
          <p:nvSpPr>
            <p:cNvPr id="1882" name="Google Shape;1882;p31"/>
            <p:cNvSpPr/>
            <p:nvPr/>
          </p:nvSpPr>
          <p:spPr>
            <a:xfrm>
              <a:off x="3927875" y="3269075"/>
              <a:ext cx="1071175" cy="115925"/>
            </a:xfrm>
            <a:custGeom>
              <a:rect b="b" l="l" r="r" t="t"/>
              <a:pathLst>
                <a:path extrusionOk="0" h="4637" w="42847">
                  <a:moveTo>
                    <a:pt x="0" y="192"/>
                  </a:moveTo>
                  <a:cubicBezTo>
                    <a:pt x="0" y="192"/>
                    <a:pt x="0" y="192"/>
                    <a:pt x="0" y="192"/>
                  </a:cubicBezTo>
                  <a:lnTo>
                    <a:pt x="0" y="192"/>
                  </a:lnTo>
                  <a:lnTo>
                    <a:pt x="0" y="192"/>
                  </a:lnTo>
                  <a:close/>
                  <a:moveTo>
                    <a:pt x="42846" y="0"/>
                  </a:moveTo>
                  <a:lnTo>
                    <a:pt x="40005" y="35"/>
                  </a:lnTo>
                  <a:cubicBezTo>
                    <a:pt x="32108" y="87"/>
                    <a:pt x="10093" y="227"/>
                    <a:pt x="2563" y="227"/>
                  </a:cubicBezTo>
                  <a:cubicBezTo>
                    <a:pt x="973" y="227"/>
                    <a:pt x="18" y="210"/>
                    <a:pt x="0" y="192"/>
                  </a:cubicBezTo>
                  <a:lnTo>
                    <a:pt x="0" y="192"/>
                  </a:lnTo>
                  <a:lnTo>
                    <a:pt x="2022" y="4236"/>
                  </a:lnTo>
                  <a:lnTo>
                    <a:pt x="2231" y="4637"/>
                  </a:lnTo>
                  <a:lnTo>
                    <a:pt x="40719" y="4637"/>
                  </a:lnTo>
                  <a:lnTo>
                    <a:pt x="42375" y="1029"/>
                  </a:lnTo>
                  <a:lnTo>
                    <a:pt x="4284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31"/>
            <p:cNvSpPr/>
            <p:nvPr/>
          </p:nvSpPr>
          <p:spPr>
            <a:xfrm>
              <a:off x="3947050" y="3252075"/>
              <a:ext cx="1032825" cy="25"/>
            </a:xfrm>
            <a:custGeom>
              <a:rect b="b" l="l" r="r" t="t"/>
              <a:pathLst>
                <a:path extrusionOk="0" fill="none" h="1" w="41313">
                  <a:moveTo>
                    <a:pt x="0" y="0"/>
                  </a:moveTo>
                  <a:lnTo>
                    <a:pt x="41312" y="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31"/>
            <p:cNvSpPr/>
            <p:nvPr/>
          </p:nvSpPr>
          <p:spPr>
            <a:xfrm>
              <a:off x="3991925" y="3253375"/>
              <a:ext cx="25" cy="35775"/>
            </a:xfrm>
            <a:custGeom>
              <a:rect b="b" l="l" r="r" t="t"/>
              <a:pathLst>
                <a:path extrusionOk="0" fill="none" h="1431" w="1">
                  <a:moveTo>
                    <a:pt x="1" y="1"/>
                  </a:moveTo>
                  <a:lnTo>
                    <a:pt x="1" y="143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31"/>
            <p:cNvSpPr/>
            <p:nvPr/>
          </p:nvSpPr>
          <p:spPr>
            <a:xfrm>
              <a:off x="4927550" y="3253375"/>
              <a:ext cx="25" cy="35775"/>
            </a:xfrm>
            <a:custGeom>
              <a:rect b="b" l="l" r="r" t="t"/>
              <a:pathLst>
                <a:path extrusionOk="0" fill="none" h="1431" w="1">
                  <a:moveTo>
                    <a:pt x="0" y="1"/>
                  </a:moveTo>
                  <a:lnTo>
                    <a:pt x="0" y="143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31"/>
            <p:cNvSpPr/>
            <p:nvPr/>
          </p:nvSpPr>
          <p:spPr>
            <a:xfrm>
              <a:off x="3978425" y="3294775"/>
              <a:ext cx="1008850" cy="90225"/>
            </a:xfrm>
            <a:custGeom>
              <a:rect b="b" l="l" r="r" t="t"/>
              <a:pathLst>
                <a:path extrusionOk="0" h="3609" w="40354">
                  <a:moveTo>
                    <a:pt x="40353" y="1"/>
                  </a:moveTo>
                  <a:lnTo>
                    <a:pt x="0" y="3208"/>
                  </a:lnTo>
                  <a:lnTo>
                    <a:pt x="209" y="3609"/>
                  </a:lnTo>
                  <a:lnTo>
                    <a:pt x="38680" y="3609"/>
                  </a:lnTo>
                  <a:lnTo>
                    <a:pt x="4035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31"/>
            <p:cNvSpPr/>
            <p:nvPr/>
          </p:nvSpPr>
          <p:spPr>
            <a:xfrm>
              <a:off x="4044225" y="2940925"/>
              <a:ext cx="152975" cy="335575"/>
            </a:xfrm>
            <a:custGeom>
              <a:rect b="b" l="l" r="r" t="t"/>
              <a:pathLst>
                <a:path extrusionOk="0" fill="none" h="13423" w="6119">
                  <a:moveTo>
                    <a:pt x="0" y="13423"/>
                  </a:moveTo>
                  <a:lnTo>
                    <a:pt x="4131" y="1"/>
                  </a:lnTo>
                  <a:lnTo>
                    <a:pt x="6119" y="13423"/>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31"/>
            <p:cNvSpPr/>
            <p:nvPr/>
          </p:nvSpPr>
          <p:spPr>
            <a:xfrm>
              <a:off x="4133550" y="2913900"/>
              <a:ext cx="28350" cy="28350"/>
            </a:xfrm>
            <a:custGeom>
              <a:rect b="b" l="l" r="r" t="t"/>
              <a:pathLst>
                <a:path extrusionOk="0" fill="none" h="1134" w="1134">
                  <a:moveTo>
                    <a:pt x="1134" y="559"/>
                  </a:moveTo>
                  <a:cubicBezTo>
                    <a:pt x="1134" y="872"/>
                    <a:pt x="872" y="1134"/>
                    <a:pt x="558" y="1134"/>
                  </a:cubicBezTo>
                  <a:cubicBezTo>
                    <a:pt x="245" y="1134"/>
                    <a:pt x="1" y="872"/>
                    <a:pt x="1" y="559"/>
                  </a:cubicBezTo>
                  <a:cubicBezTo>
                    <a:pt x="1" y="245"/>
                    <a:pt x="245" y="1"/>
                    <a:pt x="558" y="1"/>
                  </a:cubicBezTo>
                  <a:cubicBezTo>
                    <a:pt x="872" y="1"/>
                    <a:pt x="1134" y="245"/>
                    <a:pt x="1134" y="559"/>
                  </a:cubicBezTo>
                  <a:close/>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31"/>
            <p:cNvSpPr/>
            <p:nvPr/>
          </p:nvSpPr>
          <p:spPr>
            <a:xfrm>
              <a:off x="4146625" y="2818025"/>
              <a:ext cx="900" cy="95900"/>
            </a:xfrm>
            <a:custGeom>
              <a:rect b="b" l="l" r="r" t="t"/>
              <a:pathLst>
                <a:path extrusionOk="0" fill="none" h="3836" w="36">
                  <a:moveTo>
                    <a:pt x="35" y="3836"/>
                  </a:moveTo>
                  <a:lnTo>
                    <a:pt x="1" y="1"/>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31"/>
            <p:cNvSpPr/>
            <p:nvPr/>
          </p:nvSpPr>
          <p:spPr>
            <a:xfrm>
              <a:off x="4736675" y="2938300"/>
              <a:ext cx="153425" cy="335575"/>
            </a:xfrm>
            <a:custGeom>
              <a:rect b="b" l="l" r="r" t="t"/>
              <a:pathLst>
                <a:path extrusionOk="0" fill="none" h="13423" w="6137">
                  <a:moveTo>
                    <a:pt x="6136" y="13423"/>
                  </a:moveTo>
                  <a:lnTo>
                    <a:pt x="2005" y="1"/>
                  </a:lnTo>
                  <a:lnTo>
                    <a:pt x="0" y="13423"/>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31"/>
            <p:cNvSpPr/>
            <p:nvPr/>
          </p:nvSpPr>
          <p:spPr>
            <a:xfrm>
              <a:off x="4771975" y="2911300"/>
              <a:ext cx="28775" cy="28775"/>
            </a:xfrm>
            <a:custGeom>
              <a:rect b="b" l="l" r="r" t="t"/>
              <a:pathLst>
                <a:path extrusionOk="0" fill="none" h="1151" w="1151">
                  <a:moveTo>
                    <a:pt x="1151" y="575"/>
                  </a:moveTo>
                  <a:cubicBezTo>
                    <a:pt x="1151" y="889"/>
                    <a:pt x="889" y="1151"/>
                    <a:pt x="576" y="1151"/>
                  </a:cubicBezTo>
                  <a:cubicBezTo>
                    <a:pt x="262" y="1151"/>
                    <a:pt x="0" y="889"/>
                    <a:pt x="0" y="575"/>
                  </a:cubicBezTo>
                  <a:cubicBezTo>
                    <a:pt x="0" y="262"/>
                    <a:pt x="262" y="0"/>
                    <a:pt x="576" y="0"/>
                  </a:cubicBezTo>
                  <a:cubicBezTo>
                    <a:pt x="889" y="0"/>
                    <a:pt x="1151" y="262"/>
                    <a:pt x="1151" y="575"/>
                  </a:cubicBezTo>
                  <a:close/>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31"/>
            <p:cNvSpPr/>
            <p:nvPr/>
          </p:nvSpPr>
          <p:spPr>
            <a:xfrm>
              <a:off x="4786350" y="2818900"/>
              <a:ext cx="900" cy="92425"/>
            </a:xfrm>
            <a:custGeom>
              <a:rect b="b" l="l" r="r" t="t"/>
              <a:pathLst>
                <a:path extrusionOk="0" fill="none" h="3697" w="36">
                  <a:moveTo>
                    <a:pt x="1" y="3696"/>
                  </a:moveTo>
                  <a:lnTo>
                    <a:pt x="36" y="1"/>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3" name="Google Shape;1893;p31"/>
          <p:cNvGrpSpPr/>
          <p:nvPr/>
        </p:nvGrpSpPr>
        <p:grpSpPr>
          <a:xfrm>
            <a:off x="1560723" y="4197242"/>
            <a:ext cx="678436" cy="831316"/>
            <a:chOff x="2876954" y="198975"/>
            <a:chExt cx="2854169" cy="3497334"/>
          </a:xfrm>
        </p:grpSpPr>
        <p:sp>
          <p:nvSpPr>
            <p:cNvPr id="1894" name="Google Shape;1894;p31"/>
            <p:cNvSpPr/>
            <p:nvPr/>
          </p:nvSpPr>
          <p:spPr>
            <a:xfrm>
              <a:off x="2876954" y="3420731"/>
              <a:ext cx="2854169" cy="275579"/>
            </a:xfrm>
            <a:custGeom>
              <a:rect b="b" l="l" r="r" t="t"/>
              <a:pathLst>
                <a:path extrusionOk="0" h="535" w="5541">
                  <a:moveTo>
                    <a:pt x="1" y="0"/>
                  </a:moveTo>
                  <a:lnTo>
                    <a:pt x="1" y="535"/>
                  </a:lnTo>
                  <a:lnTo>
                    <a:pt x="5541" y="535"/>
                  </a:lnTo>
                  <a:lnTo>
                    <a:pt x="55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31"/>
            <p:cNvSpPr/>
            <p:nvPr/>
          </p:nvSpPr>
          <p:spPr>
            <a:xfrm>
              <a:off x="3091750" y="198975"/>
              <a:ext cx="2424576" cy="3236888"/>
            </a:xfrm>
            <a:custGeom>
              <a:rect b="b" l="l" r="r" t="t"/>
              <a:pathLst>
                <a:path extrusionOk="0" h="6284" w="4707">
                  <a:moveTo>
                    <a:pt x="2360" y="0"/>
                  </a:moveTo>
                  <a:lnTo>
                    <a:pt x="1" y="6283"/>
                  </a:lnTo>
                  <a:lnTo>
                    <a:pt x="4707" y="6283"/>
                  </a:lnTo>
                  <a:lnTo>
                    <a:pt x="236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31"/>
            <p:cNvSpPr/>
            <p:nvPr/>
          </p:nvSpPr>
          <p:spPr>
            <a:xfrm>
              <a:off x="3568733" y="1810207"/>
              <a:ext cx="1471126" cy="356449"/>
            </a:xfrm>
            <a:custGeom>
              <a:rect b="b" l="l" r="r" t="t"/>
              <a:pathLst>
                <a:path extrusionOk="0" h="692" w="2856">
                  <a:moveTo>
                    <a:pt x="261" y="1"/>
                  </a:moveTo>
                  <a:lnTo>
                    <a:pt x="0" y="692"/>
                  </a:lnTo>
                  <a:lnTo>
                    <a:pt x="2855" y="692"/>
                  </a:lnTo>
                  <a:lnTo>
                    <a:pt x="260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31"/>
            <p:cNvSpPr/>
            <p:nvPr/>
          </p:nvSpPr>
          <p:spPr>
            <a:xfrm>
              <a:off x="3803618" y="1172513"/>
              <a:ext cx="1000839" cy="356449"/>
            </a:xfrm>
            <a:custGeom>
              <a:rect b="b" l="l" r="r" t="t"/>
              <a:pathLst>
                <a:path extrusionOk="0" h="692" w="1943">
                  <a:moveTo>
                    <a:pt x="261" y="0"/>
                  </a:moveTo>
                  <a:lnTo>
                    <a:pt x="1" y="691"/>
                  </a:lnTo>
                  <a:lnTo>
                    <a:pt x="1943" y="691"/>
                  </a:lnTo>
                  <a:lnTo>
                    <a:pt x="168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8" name="Google Shape;1898;p31"/>
          <p:cNvGrpSpPr/>
          <p:nvPr/>
        </p:nvGrpSpPr>
        <p:grpSpPr>
          <a:xfrm>
            <a:off x="2332848" y="4266617"/>
            <a:ext cx="678436" cy="831316"/>
            <a:chOff x="2876954" y="198975"/>
            <a:chExt cx="2854169" cy="3497334"/>
          </a:xfrm>
        </p:grpSpPr>
        <p:sp>
          <p:nvSpPr>
            <p:cNvPr id="1899" name="Google Shape;1899;p31"/>
            <p:cNvSpPr/>
            <p:nvPr/>
          </p:nvSpPr>
          <p:spPr>
            <a:xfrm>
              <a:off x="2876954" y="3420731"/>
              <a:ext cx="2854169" cy="275579"/>
            </a:xfrm>
            <a:custGeom>
              <a:rect b="b" l="l" r="r" t="t"/>
              <a:pathLst>
                <a:path extrusionOk="0" h="535" w="5541">
                  <a:moveTo>
                    <a:pt x="1" y="0"/>
                  </a:moveTo>
                  <a:lnTo>
                    <a:pt x="1" y="535"/>
                  </a:lnTo>
                  <a:lnTo>
                    <a:pt x="5541" y="535"/>
                  </a:lnTo>
                  <a:lnTo>
                    <a:pt x="55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31"/>
            <p:cNvSpPr/>
            <p:nvPr/>
          </p:nvSpPr>
          <p:spPr>
            <a:xfrm>
              <a:off x="3091750" y="198975"/>
              <a:ext cx="2424576" cy="3236888"/>
            </a:xfrm>
            <a:custGeom>
              <a:rect b="b" l="l" r="r" t="t"/>
              <a:pathLst>
                <a:path extrusionOk="0" h="6284" w="4707">
                  <a:moveTo>
                    <a:pt x="2360" y="0"/>
                  </a:moveTo>
                  <a:lnTo>
                    <a:pt x="1" y="6283"/>
                  </a:lnTo>
                  <a:lnTo>
                    <a:pt x="4707" y="6283"/>
                  </a:lnTo>
                  <a:lnTo>
                    <a:pt x="236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31"/>
            <p:cNvSpPr/>
            <p:nvPr/>
          </p:nvSpPr>
          <p:spPr>
            <a:xfrm>
              <a:off x="3568733" y="1810207"/>
              <a:ext cx="1471126" cy="356449"/>
            </a:xfrm>
            <a:custGeom>
              <a:rect b="b" l="l" r="r" t="t"/>
              <a:pathLst>
                <a:path extrusionOk="0" h="692" w="2856">
                  <a:moveTo>
                    <a:pt x="261" y="1"/>
                  </a:moveTo>
                  <a:lnTo>
                    <a:pt x="0" y="692"/>
                  </a:lnTo>
                  <a:lnTo>
                    <a:pt x="2855" y="692"/>
                  </a:lnTo>
                  <a:lnTo>
                    <a:pt x="260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31"/>
            <p:cNvSpPr/>
            <p:nvPr/>
          </p:nvSpPr>
          <p:spPr>
            <a:xfrm>
              <a:off x="3803618" y="1172513"/>
              <a:ext cx="1000839" cy="356449"/>
            </a:xfrm>
            <a:custGeom>
              <a:rect b="b" l="l" r="r" t="t"/>
              <a:pathLst>
                <a:path extrusionOk="0" h="692" w="1943">
                  <a:moveTo>
                    <a:pt x="261" y="0"/>
                  </a:moveTo>
                  <a:lnTo>
                    <a:pt x="1" y="691"/>
                  </a:lnTo>
                  <a:lnTo>
                    <a:pt x="1943" y="691"/>
                  </a:lnTo>
                  <a:lnTo>
                    <a:pt x="168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03" name="Google Shape;1903;p31"/>
          <p:cNvSpPr/>
          <p:nvPr/>
        </p:nvSpPr>
        <p:spPr>
          <a:xfrm flipH="1">
            <a:off x="2456807" y="395800"/>
            <a:ext cx="920752" cy="130324"/>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31"/>
          <p:cNvSpPr/>
          <p:nvPr/>
        </p:nvSpPr>
        <p:spPr>
          <a:xfrm flipH="1">
            <a:off x="6045712" y="121642"/>
            <a:ext cx="1625922" cy="229945"/>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5_1">
    <p:spTree>
      <p:nvGrpSpPr>
        <p:cNvPr id="1905" name="Shape 1905"/>
        <p:cNvGrpSpPr/>
        <p:nvPr/>
      </p:nvGrpSpPr>
      <p:grpSpPr>
        <a:xfrm>
          <a:off x="0" y="0"/>
          <a:ext cx="0" cy="0"/>
          <a:chOff x="0" y="0"/>
          <a:chExt cx="0" cy="0"/>
        </a:xfrm>
      </p:grpSpPr>
      <p:sp>
        <p:nvSpPr>
          <p:cNvPr id="1906" name="Google Shape;1906;p32"/>
          <p:cNvSpPr txBox="1"/>
          <p:nvPr>
            <p:ph type="title"/>
          </p:nvPr>
        </p:nvSpPr>
        <p:spPr>
          <a:xfrm>
            <a:off x="713250" y="539500"/>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1907" name="Google Shape;1907;p32"/>
          <p:cNvSpPr txBox="1"/>
          <p:nvPr>
            <p:ph idx="2" type="title"/>
          </p:nvPr>
        </p:nvSpPr>
        <p:spPr>
          <a:xfrm>
            <a:off x="719300" y="1430366"/>
            <a:ext cx="2853900" cy="422700"/>
          </a:xfrm>
          <a:prstGeom prst="rect">
            <a:avLst/>
          </a:prstGeom>
        </p:spPr>
        <p:txBody>
          <a:bodyPr anchorCtr="0" anchor="t" bIns="91425" lIns="91425" spcFirstLastPara="1" rIns="91425" wrap="square" tIns="91425">
            <a:noAutofit/>
          </a:bodyPr>
          <a:lstStyle>
            <a:lvl1pPr lvl="0" algn="r">
              <a:spcBef>
                <a:spcPts val="0"/>
              </a:spcBef>
              <a:spcAft>
                <a:spcPts val="0"/>
              </a:spcAft>
              <a:buSzPts val="2200"/>
              <a:buNone/>
              <a:defRPr sz="1800"/>
            </a:lvl1pPr>
            <a:lvl2pPr lvl="1" algn="r">
              <a:spcBef>
                <a:spcPts val="0"/>
              </a:spcBef>
              <a:spcAft>
                <a:spcPts val="0"/>
              </a:spcAft>
              <a:buSzPts val="3400"/>
              <a:buNone/>
              <a:defRPr>
                <a:latin typeface="Asap"/>
                <a:ea typeface="Asap"/>
                <a:cs typeface="Asap"/>
                <a:sym typeface="Asap"/>
              </a:defRPr>
            </a:lvl2pPr>
            <a:lvl3pPr lvl="2" algn="r">
              <a:spcBef>
                <a:spcPts val="0"/>
              </a:spcBef>
              <a:spcAft>
                <a:spcPts val="0"/>
              </a:spcAft>
              <a:buSzPts val="3400"/>
              <a:buNone/>
              <a:defRPr>
                <a:latin typeface="Asap"/>
                <a:ea typeface="Asap"/>
                <a:cs typeface="Asap"/>
                <a:sym typeface="Asap"/>
              </a:defRPr>
            </a:lvl3pPr>
            <a:lvl4pPr lvl="3" algn="r">
              <a:spcBef>
                <a:spcPts val="0"/>
              </a:spcBef>
              <a:spcAft>
                <a:spcPts val="0"/>
              </a:spcAft>
              <a:buSzPts val="3400"/>
              <a:buNone/>
              <a:defRPr>
                <a:latin typeface="Asap"/>
                <a:ea typeface="Asap"/>
                <a:cs typeface="Asap"/>
                <a:sym typeface="Asap"/>
              </a:defRPr>
            </a:lvl4pPr>
            <a:lvl5pPr lvl="4" algn="r">
              <a:spcBef>
                <a:spcPts val="0"/>
              </a:spcBef>
              <a:spcAft>
                <a:spcPts val="0"/>
              </a:spcAft>
              <a:buSzPts val="3400"/>
              <a:buNone/>
              <a:defRPr>
                <a:latin typeface="Asap"/>
                <a:ea typeface="Asap"/>
                <a:cs typeface="Asap"/>
                <a:sym typeface="Asap"/>
              </a:defRPr>
            </a:lvl5pPr>
            <a:lvl6pPr lvl="5" algn="r">
              <a:spcBef>
                <a:spcPts val="0"/>
              </a:spcBef>
              <a:spcAft>
                <a:spcPts val="0"/>
              </a:spcAft>
              <a:buSzPts val="3400"/>
              <a:buNone/>
              <a:defRPr>
                <a:latin typeface="Asap"/>
                <a:ea typeface="Asap"/>
                <a:cs typeface="Asap"/>
                <a:sym typeface="Asap"/>
              </a:defRPr>
            </a:lvl6pPr>
            <a:lvl7pPr lvl="6" algn="r">
              <a:spcBef>
                <a:spcPts val="0"/>
              </a:spcBef>
              <a:spcAft>
                <a:spcPts val="0"/>
              </a:spcAft>
              <a:buSzPts val="3400"/>
              <a:buNone/>
              <a:defRPr>
                <a:latin typeface="Asap"/>
                <a:ea typeface="Asap"/>
                <a:cs typeface="Asap"/>
                <a:sym typeface="Asap"/>
              </a:defRPr>
            </a:lvl7pPr>
            <a:lvl8pPr lvl="7" algn="r">
              <a:spcBef>
                <a:spcPts val="0"/>
              </a:spcBef>
              <a:spcAft>
                <a:spcPts val="0"/>
              </a:spcAft>
              <a:buSzPts val="3400"/>
              <a:buNone/>
              <a:defRPr>
                <a:latin typeface="Asap"/>
                <a:ea typeface="Asap"/>
                <a:cs typeface="Asap"/>
                <a:sym typeface="Asap"/>
              </a:defRPr>
            </a:lvl8pPr>
            <a:lvl9pPr lvl="8" algn="r">
              <a:spcBef>
                <a:spcPts val="0"/>
              </a:spcBef>
              <a:spcAft>
                <a:spcPts val="0"/>
              </a:spcAft>
              <a:buSzPts val="3400"/>
              <a:buNone/>
              <a:defRPr>
                <a:latin typeface="Asap"/>
                <a:ea typeface="Asap"/>
                <a:cs typeface="Asap"/>
                <a:sym typeface="Asap"/>
              </a:defRPr>
            </a:lvl9pPr>
          </a:lstStyle>
          <a:p/>
        </p:txBody>
      </p:sp>
      <p:sp>
        <p:nvSpPr>
          <p:cNvPr id="1908" name="Google Shape;1908;p32"/>
          <p:cNvSpPr txBox="1"/>
          <p:nvPr>
            <p:ph idx="1" type="subTitle"/>
          </p:nvPr>
        </p:nvSpPr>
        <p:spPr>
          <a:xfrm>
            <a:off x="1410300" y="1746245"/>
            <a:ext cx="2163000" cy="5727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909" name="Google Shape;1909;p32"/>
          <p:cNvSpPr txBox="1"/>
          <p:nvPr>
            <p:ph hasCustomPrompt="1" idx="3" type="title"/>
          </p:nvPr>
        </p:nvSpPr>
        <p:spPr>
          <a:xfrm>
            <a:off x="3573025" y="1537537"/>
            <a:ext cx="1145700" cy="6894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3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910" name="Google Shape;1910;p32"/>
          <p:cNvSpPr txBox="1"/>
          <p:nvPr>
            <p:ph idx="4" type="title"/>
          </p:nvPr>
        </p:nvSpPr>
        <p:spPr>
          <a:xfrm>
            <a:off x="719350" y="2377266"/>
            <a:ext cx="2853900" cy="422700"/>
          </a:xfrm>
          <a:prstGeom prst="rect">
            <a:avLst/>
          </a:prstGeom>
        </p:spPr>
        <p:txBody>
          <a:bodyPr anchorCtr="0" anchor="t" bIns="91425" lIns="91425" spcFirstLastPara="1" rIns="91425" wrap="square" tIns="91425">
            <a:noAutofit/>
          </a:bodyPr>
          <a:lstStyle>
            <a:lvl1pPr lvl="0" algn="r">
              <a:spcBef>
                <a:spcPts val="0"/>
              </a:spcBef>
              <a:spcAft>
                <a:spcPts val="0"/>
              </a:spcAft>
              <a:buSzPts val="2200"/>
              <a:buNone/>
              <a:defRPr sz="1800"/>
            </a:lvl1pPr>
            <a:lvl2pPr lvl="1" algn="r">
              <a:spcBef>
                <a:spcPts val="0"/>
              </a:spcBef>
              <a:spcAft>
                <a:spcPts val="0"/>
              </a:spcAft>
              <a:buSzPts val="3400"/>
              <a:buNone/>
              <a:defRPr>
                <a:latin typeface="Asap"/>
                <a:ea typeface="Asap"/>
                <a:cs typeface="Asap"/>
                <a:sym typeface="Asap"/>
              </a:defRPr>
            </a:lvl2pPr>
            <a:lvl3pPr lvl="2" algn="r">
              <a:spcBef>
                <a:spcPts val="0"/>
              </a:spcBef>
              <a:spcAft>
                <a:spcPts val="0"/>
              </a:spcAft>
              <a:buSzPts val="3400"/>
              <a:buNone/>
              <a:defRPr>
                <a:latin typeface="Asap"/>
                <a:ea typeface="Asap"/>
                <a:cs typeface="Asap"/>
                <a:sym typeface="Asap"/>
              </a:defRPr>
            </a:lvl3pPr>
            <a:lvl4pPr lvl="3" algn="r">
              <a:spcBef>
                <a:spcPts val="0"/>
              </a:spcBef>
              <a:spcAft>
                <a:spcPts val="0"/>
              </a:spcAft>
              <a:buSzPts val="3400"/>
              <a:buNone/>
              <a:defRPr>
                <a:latin typeface="Asap"/>
                <a:ea typeface="Asap"/>
                <a:cs typeface="Asap"/>
                <a:sym typeface="Asap"/>
              </a:defRPr>
            </a:lvl4pPr>
            <a:lvl5pPr lvl="4" algn="r">
              <a:spcBef>
                <a:spcPts val="0"/>
              </a:spcBef>
              <a:spcAft>
                <a:spcPts val="0"/>
              </a:spcAft>
              <a:buSzPts val="3400"/>
              <a:buNone/>
              <a:defRPr>
                <a:latin typeface="Asap"/>
                <a:ea typeface="Asap"/>
                <a:cs typeface="Asap"/>
                <a:sym typeface="Asap"/>
              </a:defRPr>
            </a:lvl5pPr>
            <a:lvl6pPr lvl="5" algn="r">
              <a:spcBef>
                <a:spcPts val="0"/>
              </a:spcBef>
              <a:spcAft>
                <a:spcPts val="0"/>
              </a:spcAft>
              <a:buSzPts val="3400"/>
              <a:buNone/>
              <a:defRPr>
                <a:latin typeface="Asap"/>
                <a:ea typeface="Asap"/>
                <a:cs typeface="Asap"/>
                <a:sym typeface="Asap"/>
              </a:defRPr>
            </a:lvl6pPr>
            <a:lvl7pPr lvl="6" algn="r">
              <a:spcBef>
                <a:spcPts val="0"/>
              </a:spcBef>
              <a:spcAft>
                <a:spcPts val="0"/>
              </a:spcAft>
              <a:buSzPts val="3400"/>
              <a:buNone/>
              <a:defRPr>
                <a:latin typeface="Asap"/>
                <a:ea typeface="Asap"/>
                <a:cs typeface="Asap"/>
                <a:sym typeface="Asap"/>
              </a:defRPr>
            </a:lvl7pPr>
            <a:lvl8pPr lvl="7" algn="r">
              <a:spcBef>
                <a:spcPts val="0"/>
              </a:spcBef>
              <a:spcAft>
                <a:spcPts val="0"/>
              </a:spcAft>
              <a:buSzPts val="3400"/>
              <a:buNone/>
              <a:defRPr>
                <a:latin typeface="Asap"/>
                <a:ea typeface="Asap"/>
                <a:cs typeface="Asap"/>
                <a:sym typeface="Asap"/>
              </a:defRPr>
            </a:lvl8pPr>
            <a:lvl9pPr lvl="8" algn="r">
              <a:spcBef>
                <a:spcPts val="0"/>
              </a:spcBef>
              <a:spcAft>
                <a:spcPts val="0"/>
              </a:spcAft>
              <a:buSzPts val="3400"/>
              <a:buNone/>
              <a:defRPr>
                <a:latin typeface="Asap"/>
                <a:ea typeface="Asap"/>
                <a:cs typeface="Asap"/>
                <a:sym typeface="Asap"/>
              </a:defRPr>
            </a:lvl9pPr>
          </a:lstStyle>
          <a:p/>
        </p:txBody>
      </p:sp>
      <p:sp>
        <p:nvSpPr>
          <p:cNvPr id="1911" name="Google Shape;1911;p32"/>
          <p:cNvSpPr txBox="1"/>
          <p:nvPr>
            <p:ph idx="5" type="subTitle"/>
          </p:nvPr>
        </p:nvSpPr>
        <p:spPr>
          <a:xfrm>
            <a:off x="1410350" y="2693166"/>
            <a:ext cx="2163000" cy="5727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912" name="Google Shape;1912;p32"/>
          <p:cNvSpPr txBox="1"/>
          <p:nvPr>
            <p:ph hasCustomPrompt="1" idx="6" type="title"/>
          </p:nvPr>
        </p:nvSpPr>
        <p:spPr>
          <a:xfrm>
            <a:off x="3573025" y="2480662"/>
            <a:ext cx="1145700" cy="6894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3000">
                <a:solidFill>
                  <a:schemeClr val="accent3"/>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913" name="Google Shape;1913;p32"/>
          <p:cNvSpPr txBox="1"/>
          <p:nvPr>
            <p:ph idx="7" type="title"/>
          </p:nvPr>
        </p:nvSpPr>
        <p:spPr>
          <a:xfrm>
            <a:off x="719350" y="3324164"/>
            <a:ext cx="2853900" cy="422700"/>
          </a:xfrm>
          <a:prstGeom prst="rect">
            <a:avLst/>
          </a:prstGeom>
        </p:spPr>
        <p:txBody>
          <a:bodyPr anchorCtr="0" anchor="t" bIns="91425" lIns="91425" spcFirstLastPara="1" rIns="91425" wrap="square" tIns="91425">
            <a:noAutofit/>
          </a:bodyPr>
          <a:lstStyle>
            <a:lvl1pPr lvl="0" algn="r">
              <a:spcBef>
                <a:spcPts val="0"/>
              </a:spcBef>
              <a:spcAft>
                <a:spcPts val="0"/>
              </a:spcAft>
              <a:buSzPts val="2200"/>
              <a:buNone/>
              <a:defRPr sz="1800"/>
            </a:lvl1pPr>
            <a:lvl2pPr lvl="1" algn="r">
              <a:spcBef>
                <a:spcPts val="0"/>
              </a:spcBef>
              <a:spcAft>
                <a:spcPts val="0"/>
              </a:spcAft>
              <a:buSzPts val="3400"/>
              <a:buNone/>
              <a:defRPr>
                <a:latin typeface="Asap"/>
                <a:ea typeface="Asap"/>
                <a:cs typeface="Asap"/>
                <a:sym typeface="Asap"/>
              </a:defRPr>
            </a:lvl2pPr>
            <a:lvl3pPr lvl="2" algn="r">
              <a:spcBef>
                <a:spcPts val="0"/>
              </a:spcBef>
              <a:spcAft>
                <a:spcPts val="0"/>
              </a:spcAft>
              <a:buSzPts val="3400"/>
              <a:buNone/>
              <a:defRPr>
                <a:latin typeface="Asap"/>
                <a:ea typeface="Asap"/>
                <a:cs typeface="Asap"/>
                <a:sym typeface="Asap"/>
              </a:defRPr>
            </a:lvl3pPr>
            <a:lvl4pPr lvl="3" algn="r">
              <a:spcBef>
                <a:spcPts val="0"/>
              </a:spcBef>
              <a:spcAft>
                <a:spcPts val="0"/>
              </a:spcAft>
              <a:buSzPts val="3400"/>
              <a:buNone/>
              <a:defRPr>
                <a:latin typeface="Asap"/>
                <a:ea typeface="Asap"/>
                <a:cs typeface="Asap"/>
                <a:sym typeface="Asap"/>
              </a:defRPr>
            </a:lvl4pPr>
            <a:lvl5pPr lvl="4" algn="r">
              <a:spcBef>
                <a:spcPts val="0"/>
              </a:spcBef>
              <a:spcAft>
                <a:spcPts val="0"/>
              </a:spcAft>
              <a:buSzPts val="3400"/>
              <a:buNone/>
              <a:defRPr>
                <a:latin typeface="Asap"/>
                <a:ea typeface="Asap"/>
                <a:cs typeface="Asap"/>
                <a:sym typeface="Asap"/>
              </a:defRPr>
            </a:lvl5pPr>
            <a:lvl6pPr lvl="5" algn="r">
              <a:spcBef>
                <a:spcPts val="0"/>
              </a:spcBef>
              <a:spcAft>
                <a:spcPts val="0"/>
              </a:spcAft>
              <a:buSzPts val="3400"/>
              <a:buNone/>
              <a:defRPr>
                <a:latin typeface="Asap"/>
                <a:ea typeface="Asap"/>
                <a:cs typeface="Asap"/>
                <a:sym typeface="Asap"/>
              </a:defRPr>
            </a:lvl6pPr>
            <a:lvl7pPr lvl="6" algn="r">
              <a:spcBef>
                <a:spcPts val="0"/>
              </a:spcBef>
              <a:spcAft>
                <a:spcPts val="0"/>
              </a:spcAft>
              <a:buSzPts val="3400"/>
              <a:buNone/>
              <a:defRPr>
                <a:latin typeface="Asap"/>
                <a:ea typeface="Asap"/>
                <a:cs typeface="Asap"/>
                <a:sym typeface="Asap"/>
              </a:defRPr>
            </a:lvl7pPr>
            <a:lvl8pPr lvl="7" algn="r">
              <a:spcBef>
                <a:spcPts val="0"/>
              </a:spcBef>
              <a:spcAft>
                <a:spcPts val="0"/>
              </a:spcAft>
              <a:buSzPts val="3400"/>
              <a:buNone/>
              <a:defRPr>
                <a:latin typeface="Asap"/>
                <a:ea typeface="Asap"/>
                <a:cs typeface="Asap"/>
                <a:sym typeface="Asap"/>
              </a:defRPr>
            </a:lvl8pPr>
            <a:lvl9pPr lvl="8" algn="r">
              <a:spcBef>
                <a:spcPts val="0"/>
              </a:spcBef>
              <a:spcAft>
                <a:spcPts val="0"/>
              </a:spcAft>
              <a:buSzPts val="3400"/>
              <a:buNone/>
              <a:defRPr>
                <a:latin typeface="Asap"/>
                <a:ea typeface="Asap"/>
                <a:cs typeface="Asap"/>
                <a:sym typeface="Asap"/>
              </a:defRPr>
            </a:lvl9pPr>
          </a:lstStyle>
          <a:p/>
        </p:txBody>
      </p:sp>
      <p:sp>
        <p:nvSpPr>
          <p:cNvPr id="1914" name="Google Shape;1914;p32"/>
          <p:cNvSpPr txBox="1"/>
          <p:nvPr>
            <p:ph idx="8" type="subTitle"/>
          </p:nvPr>
        </p:nvSpPr>
        <p:spPr>
          <a:xfrm>
            <a:off x="1410350" y="3640066"/>
            <a:ext cx="2163000" cy="5727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915" name="Google Shape;1915;p32"/>
          <p:cNvSpPr txBox="1"/>
          <p:nvPr>
            <p:ph hasCustomPrompt="1" idx="9" type="title"/>
          </p:nvPr>
        </p:nvSpPr>
        <p:spPr>
          <a:xfrm>
            <a:off x="3573025" y="3423787"/>
            <a:ext cx="1145700" cy="6894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3000">
                <a:solidFill>
                  <a:schemeClr val="accent4"/>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grpSp>
        <p:nvGrpSpPr>
          <p:cNvPr id="1916" name="Google Shape;1916;p32"/>
          <p:cNvGrpSpPr/>
          <p:nvPr/>
        </p:nvGrpSpPr>
        <p:grpSpPr>
          <a:xfrm>
            <a:off x="7356613" y="1210295"/>
            <a:ext cx="1941800" cy="3493159"/>
            <a:chOff x="3074425" y="1038250"/>
            <a:chExt cx="989200" cy="1779500"/>
          </a:xfrm>
        </p:grpSpPr>
        <p:sp>
          <p:nvSpPr>
            <p:cNvPr id="1917" name="Google Shape;1917;p32"/>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32"/>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32"/>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32"/>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32"/>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2" name="Google Shape;1922;p32"/>
          <p:cNvGrpSpPr/>
          <p:nvPr/>
        </p:nvGrpSpPr>
        <p:grpSpPr>
          <a:xfrm flipH="1">
            <a:off x="5406654" y="1683636"/>
            <a:ext cx="1511499" cy="3290861"/>
            <a:chOff x="1622025" y="238125"/>
            <a:chExt cx="746825" cy="1626000"/>
          </a:xfrm>
        </p:grpSpPr>
        <p:sp>
          <p:nvSpPr>
            <p:cNvPr id="1923" name="Google Shape;1923;p32"/>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32"/>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32"/>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32"/>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32"/>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8" name="Google Shape;1928;p32"/>
          <p:cNvGrpSpPr/>
          <p:nvPr/>
        </p:nvGrpSpPr>
        <p:grpSpPr>
          <a:xfrm flipH="1">
            <a:off x="2147753" y="1328282"/>
            <a:ext cx="2528583" cy="3403880"/>
            <a:chOff x="3074425" y="836100"/>
            <a:chExt cx="1472075" cy="1981650"/>
          </a:xfrm>
        </p:grpSpPr>
        <p:sp>
          <p:nvSpPr>
            <p:cNvPr id="1929" name="Google Shape;1929;p32"/>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32"/>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32"/>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32"/>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32"/>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32"/>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32"/>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32"/>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7" name="Google Shape;1937;p32"/>
          <p:cNvGrpSpPr/>
          <p:nvPr/>
        </p:nvGrpSpPr>
        <p:grpSpPr>
          <a:xfrm>
            <a:off x="52927" y="1509533"/>
            <a:ext cx="1727332" cy="3760613"/>
            <a:chOff x="1622025" y="238125"/>
            <a:chExt cx="746825" cy="1626000"/>
          </a:xfrm>
        </p:grpSpPr>
        <p:sp>
          <p:nvSpPr>
            <p:cNvPr id="1938" name="Google Shape;1938;p32"/>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32"/>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32"/>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32"/>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32"/>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3" name="Google Shape;1943;p32"/>
          <p:cNvGrpSpPr/>
          <p:nvPr/>
        </p:nvGrpSpPr>
        <p:grpSpPr>
          <a:xfrm>
            <a:off x="-385478" y="4005140"/>
            <a:ext cx="9870375" cy="883510"/>
            <a:chOff x="-381000" y="4005140"/>
            <a:chExt cx="9870375" cy="883510"/>
          </a:xfrm>
        </p:grpSpPr>
        <p:sp>
          <p:nvSpPr>
            <p:cNvPr id="1944" name="Google Shape;1944;p32"/>
            <p:cNvSpPr/>
            <p:nvPr/>
          </p:nvSpPr>
          <p:spPr>
            <a:xfrm>
              <a:off x="1869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32"/>
            <p:cNvSpPr/>
            <p:nvPr/>
          </p:nvSpPr>
          <p:spPr>
            <a:xfrm>
              <a:off x="3764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32"/>
            <p:cNvSpPr/>
            <p:nvPr/>
          </p:nvSpPr>
          <p:spPr>
            <a:xfrm>
              <a:off x="110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32"/>
            <p:cNvSpPr/>
            <p:nvPr/>
          </p:nvSpPr>
          <p:spPr>
            <a:xfrm>
              <a:off x="4155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32"/>
            <p:cNvSpPr/>
            <p:nvPr/>
          </p:nvSpPr>
          <p:spPr>
            <a:xfrm>
              <a:off x="2631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32"/>
            <p:cNvSpPr/>
            <p:nvPr/>
          </p:nvSpPr>
          <p:spPr>
            <a:xfrm>
              <a:off x="3393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32"/>
            <p:cNvSpPr/>
            <p:nvPr/>
          </p:nvSpPr>
          <p:spPr>
            <a:xfrm>
              <a:off x="6441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32"/>
            <p:cNvSpPr/>
            <p:nvPr/>
          </p:nvSpPr>
          <p:spPr>
            <a:xfrm>
              <a:off x="491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32"/>
            <p:cNvSpPr/>
            <p:nvPr/>
          </p:nvSpPr>
          <p:spPr>
            <a:xfrm>
              <a:off x="5679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32"/>
            <p:cNvSpPr/>
            <p:nvPr/>
          </p:nvSpPr>
          <p:spPr>
            <a:xfrm>
              <a:off x="7965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32"/>
            <p:cNvSpPr/>
            <p:nvPr/>
          </p:nvSpPr>
          <p:spPr>
            <a:xfrm>
              <a:off x="7203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32"/>
            <p:cNvSpPr/>
            <p:nvPr/>
          </p:nvSpPr>
          <p:spPr>
            <a:xfrm>
              <a:off x="872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32"/>
            <p:cNvSpPr/>
            <p:nvPr/>
          </p:nvSpPr>
          <p:spPr>
            <a:xfrm>
              <a:off x="-381000"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32"/>
            <p:cNvSpPr/>
            <p:nvPr/>
          </p:nvSpPr>
          <p:spPr>
            <a:xfrm>
              <a:off x="1524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32"/>
            <p:cNvSpPr/>
            <p:nvPr/>
          </p:nvSpPr>
          <p:spPr>
            <a:xfrm>
              <a:off x="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32"/>
            <p:cNvSpPr/>
            <p:nvPr/>
          </p:nvSpPr>
          <p:spPr>
            <a:xfrm>
              <a:off x="762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32"/>
            <p:cNvSpPr/>
            <p:nvPr/>
          </p:nvSpPr>
          <p:spPr>
            <a:xfrm>
              <a:off x="7620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32"/>
            <p:cNvSpPr/>
            <p:nvPr/>
          </p:nvSpPr>
          <p:spPr>
            <a:xfrm>
              <a:off x="8382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32"/>
            <p:cNvSpPr/>
            <p:nvPr/>
          </p:nvSpPr>
          <p:spPr>
            <a:xfrm>
              <a:off x="3764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32"/>
            <p:cNvSpPr/>
            <p:nvPr/>
          </p:nvSpPr>
          <p:spPr>
            <a:xfrm>
              <a:off x="79653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32"/>
            <p:cNvSpPr/>
            <p:nvPr/>
          </p:nvSpPr>
          <p:spPr>
            <a:xfrm>
              <a:off x="87273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32"/>
            <p:cNvSpPr/>
            <p:nvPr/>
          </p:nvSpPr>
          <p:spPr>
            <a:xfrm>
              <a:off x="-381000"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32"/>
            <p:cNvSpPr/>
            <p:nvPr/>
          </p:nvSpPr>
          <p:spPr>
            <a:xfrm>
              <a:off x="-11" y="4005150"/>
              <a:ext cx="2214900" cy="8835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67" name="Google Shape;1967;p32"/>
          <p:cNvSpPr/>
          <p:nvPr/>
        </p:nvSpPr>
        <p:spPr>
          <a:xfrm>
            <a:off x="-4478" y="4879925"/>
            <a:ext cx="9144000" cy="29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32"/>
          <p:cNvSpPr/>
          <p:nvPr/>
        </p:nvSpPr>
        <p:spPr>
          <a:xfrm>
            <a:off x="-4465" y="4603894"/>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32"/>
          <p:cNvSpPr/>
          <p:nvPr/>
        </p:nvSpPr>
        <p:spPr>
          <a:xfrm>
            <a:off x="4316923" y="4854849"/>
            <a:ext cx="1136568" cy="201654"/>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32"/>
          <p:cNvSpPr/>
          <p:nvPr/>
        </p:nvSpPr>
        <p:spPr>
          <a:xfrm flipH="1">
            <a:off x="6832388" y="135246"/>
            <a:ext cx="2162993" cy="306153"/>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32"/>
          <p:cNvSpPr/>
          <p:nvPr/>
        </p:nvSpPr>
        <p:spPr>
          <a:xfrm flipH="1">
            <a:off x="292990" y="363123"/>
            <a:ext cx="1247188" cy="176372"/>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972" name="Shape 1972"/>
        <p:cNvGrpSpPr/>
        <p:nvPr/>
      </p:nvGrpSpPr>
      <p:grpSpPr>
        <a:xfrm>
          <a:off x="0" y="0"/>
          <a:ext cx="0" cy="0"/>
          <a:chOff x="0" y="0"/>
          <a:chExt cx="0" cy="0"/>
        </a:xfrm>
      </p:grpSpPr>
      <p:grpSp>
        <p:nvGrpSpPr>
          <p:cNvPr id="1973" name="Google Shape;1973;p33"/>
          <p:cNvGrpSpPr/>
          <p:nvPr/>
        </p:nvGrpSpPr>
        <p:grpSpPr>
          <a:xfrm>
            <a:off x="90006" y="1204733"/>
            <a:ext cx="1727332" cy="3760613"/>
            <a:chOff x="1622025" y="238125"/>
            <a:chExt cx="746825" cy="1626000"/>
          </a:xfrm>
        </p:grpSpPr>
        <p:sp>
          <p:nvSpPr>
            <p:cNvPr id="1974" name="Google Shape;1974;p33"/>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33"/>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33"/>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33"/>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33"/>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9" name="Google Shape;1979;p33"/>
          <p:cNvGrpSpPr/>
          <p:nvPr/>
        </p:nvGrpSpPr>
        <p:grpSpPr>
          <a:xfrm>
            <a:off x="7393692" y="905495"/>
            <a:ext cx="1941800" cy="3493159"/>
            <a:chOff x="3074425" y="1038250"/>
            <a:chExt cx="989200" cy="1779500"/>
          </a:xfrm>
        </p:grpSpPr>
        <p:sp>
          <p:nvSpPr>
            <p:cNvPr id="1980" name="Google Shape;1980;p33"/>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33"/>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33"/>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33"/>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33"/>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5" name="Google Shape;1985;p33"/>
          <p:cNvGrpSpPr/>
          <p:nvPr/>
        </p:nvGrpSpPr>
        <p:grpSpPr>
          <a:xfrm>
            <a:off x="175670" y="1484597"/>
            <a:ext cx="1342898" cy="2594409"/>
            <a:chOff x="3308625" y="459175"/>
            <a:chExt cx="736925" cy="1423700"/>
          </a:xfrm>
        </p:grpSpPr>
        <p:sp>
          <p:nvSpPr>
            <p:cNvPr id="1986" name="Google Shape;1986;p33"/>
            <p:cNvSpPr/>
            <p:nvPr/>
          </p:nvSpPr>
          <p:spPr>
            <a:xfrm>
              <a:off x="3308625" y="459175"/>
              <a:ext cx="736925" cy="1423700"/>
            </a:xfrm>
            <a:custGeom>
              <a:rect b="b" l="l" r="r" t="t"/>
              <a:pathLst>
                <a:path extrusionOk="0" h="56948" w="29477">
                  <a:moveTo>
                    <a:pt x="0" y="0"/>
                  </a:moveTo>
                  <a:lnTo>
                    <a:pt x="0" y="56948"/>
                  </a:lnTo>
                  <a:lnTo>
                    <a:pt x="29477" y="56948"/>
                  </a:lnTo>
                  <a:lnTo>
                    <a:pt x="29477" y="0"/>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33"/>
            <p:cNvSpPr/>
            <p:nvPr/>
          </p:nvSpPr>
          <p:spPr>
            <a:xfrm>
              <a:off x="3352625" y="748525"/>
              <a:ext cx="109850" cy="148175"/>
            </a:xfrm>
            <a:custGeom>
              <a:rect b="b" l="l" r="r" t="t"/>
              <a:pathLst>
                <a:path extrusionOk="0" h="5927" w="4394">
                  <a:moveTo>
                    <a:pt x="2197" y="0"/>
                  </a:moveTo>
                  <a:cubicBezTo>
                    <a:pt x="977" y="0"/>
                    <a:pt x="1" y="994"/>
                    <a:pt x="1" y="2214"/>
                  </a:cubicBezTo>
                  <a:lnTo>
                    <a:pt x="1" y="5927"/>
                  </a:lnTo>
                  <a:lnTo>
                    <a:pt x="4394" y="5927"/>
                  </a:lnTo>
                  <a:lnTo>
                    <a:pt x="4394" y="2197"/>
                  </a:lnTo>
                  <a:cubicBezTo>
                    <a:pt x="4394"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33"/>
            <p:cNvSpPr/>
            <p:nvPr/>
          </p:nvSpPr>
          <p:spPr>
            <a:xfrm>
              <a:off x="3499500" y="748525"/>
              <a:ext cx="109825" cy="148175"/>
            </a:xfrm>
            <a:custGeom>
              <a:rect b="b" l="l" r="r" t="t"/>
              <a:pathLst>
                <a:path extrusionOk="0" h="5927" w="4393">
                  <a:moveTo>
                    <a:pt x="2197" y="0"/>
                  </a:moveTo>
                  <a:cubicBezTo>
                    <a:pt x="994" y="0"/>
                    <a:pt x="0" y="994"/>
                    <a:pt x="0" y="2214"/>
                  </a:cubicBezTo>
                  <a:lnTo>
                    <a:pt x="0" y="5927"/>
                  </a:lnTo>
                  <a:lnTo>
                    <a:pt x="4393" y="5927"/>
                  </a:lnTo>
                  <a:lnTo>
                    <a:pt x="4393" y="2214"/>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33"/>
            <p:cNvSpPr/>
            <p:nvPr/>
          </p:nvSpPr>
          <p:spPr>
            <a:xfrm>
              <a:off x="3646350" y="748525"/>
              <a:ext cx="110275" cy="148175"/>
            </a:xfrm>
            <a:custGeom>
              <a:rect b="b" l="l" r="r" t="t"/>
              <a:pathLst>
                <a:path extrusionOk="0" h="5927" w="4411">
                  <a:moveTo>
                    <a:pt x="2214" y="0"/>
                  </a:moveTo>
                  <a:cubicBezTo>
                    <a:pt x="994" y="0"/>
                    <a:pt x="1" y="994"/>
                    <a:pt x="1" y="2214"/>
                  </a:cubicBezTo>
                  <a:lnTo>
                    <a:pt x="1" y="5927"/>
                  </a:lnTo>
                  <a:lnTo>
                    <a:pt x="4411" y="5927"/>
                  </a:lnTo>
                  <a:lnTo>
                    <a:pt x="4411" y="2214"/>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33"/>
            <p:cNvSpPr/>
            <p:nvPr/>
          </p:nvSpPr>
          <p:spPr>
            <a:xfrm>
              <a:off x="3352625" y="554600"/>
              <a:ext cx="109850" cy="148200"/>
            </a:xfrm>
            <a:custGeom>
              <a:rect b="b" l="l" r="r" t="t"/>
              <a:pathLst>
                <a:path extrusionOk="0" h="5928" w="4394">
                  <a:moveTo>
                    <a:pt x="2197" y="0"/>
                  </a:moveTo>
                  <a:cubicBezTo>
                    <a:pt x="977" y="0"/>
                    <a:pt x="1" y="994"/>
                    <a:pt x="1" y="2197"/>
                  </a:cubicBezTo>
                  <a:lnTo>
                    <a:pt x="1" y="5927"/>
                  </a:lnTo>
                  <a:lnTo>
                    <a:pt x="4394" y="5927"/>
                  </a:lnTo>
                  <a:lnTo>
                    <a:pt x="4394" y="2197"/>
                  </a:lnTo>
                  <a:cubicBezTo>
                    <a:pt x="4394" y="977"/>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33"/>
            <p:cNvSpPr/>
            <p:nvPr/>
          </p:nvSpPr>
          <p:spPr>
            <a:xfrm>
              <a:off x="3499500" y="554600"/>
              <a:ext cx="109825" cy="148200"/>
            </a:xfrm>
            <a:custGeom>
              <a:rect b="b" l="l" r="r" t="t"/>
              <a:pathLst>
                <a:path extrusionOk="0" h="5928" w="4393">
                  <a:moveTo>
                    <a:pt x="2197" y="0"/>
                  </a:moveTo>
                  <a:cubicBezTo>
                    <a:pt x="994"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33"/>
            <p:cNvSpPr/>
            <p:nvPr/>
          </p:nvSpPr>
          <p:spPr>
            <a:xfrm>
              <a:off x="3646350" y="554600"/>
              <a:ext cx="110275" cy="148200"/>
            </a:xfrm>
            <a:custGeom>
              <a:rect b="b" l="l" r="r" t="t"/>
              <a:pathLst>
                <a:path extrusionOk="0" h="5928" w="4411">
                  <a:moveTo>
                    <a:pt x="2214" y="0"/>
                  </a:moveTo>
                  <a:cubicBezTo>
                    <a:pt x="994" y="0"/>
                    <a:pt x="1" y="994"/>
                    <a:pt x="1" y="2197"/>
                  </a:cubicBezTo>
                  <a:lnTo>
                    <a:pt x="1"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33"/>
            <p:cNvSpPr/>
            <p:nvPr/>
          </p:nvSpPr>
          <p:spPr>
            <a:xfrm>
              <a:off x="3352625" y="956825"/>
              <a:ext cx="109850" cy="148200"/>
            </a:xfrm>
            <a:custGeom>
              <a:rect b="b" l="l" r="r" t="t"/>
              <a:pathLst>
                <a:path extrusionOk="0" h="5928" w="4394">
                  <a:moveTo>
                    <a:pt x="2197" y="0"/>
                  </a:moveTo>
                  <a:cubicBezTo>
                    <a:pt x="977" y="0"/>
                    <a:pt x="1" y="994"/>
                    <a:pt x="1" y="2197"/>
                  </a:cubicBezTo>
                  <a:lnTo>
                    <a:pt x="1" y="5927"/>
                  </a:lnTo>
                  <a:lnTo>
                    <a:pt x="4394" y="5927"/>
                  </a:lnTo>
                  <a:lnTo>
                    <a:pt x="4394" y="2197"/>
                  </a:lnTo>
                  <a:cubicBezTo>
                    <a:pt x="4394" y="977"/>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33"/>
            <p:cNvSpPr/>
            <p:nvPr/>
          </p:nvSpPr>
          <p:spPr>
            <a:xfrm>
              <a:off x="3499500" y="956825"/>
              <a:ext cx="109825" cy="148200"/>
            </a:xfrm>
            <a:custGeom>
              <a:rect b="b" l="l" r="r" t="t"/>
              <a:pathLst>
                <a:path extrusionOk="0" h="5928" w="4393">
                  <a:moveTo>
                    <a:pt x="2197" y="0"/>
                  </a:moveTo>
                  <a:cubicBezTo>
                    <a:pt x="994"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33"/>
            <p:cNvSpPr/>
            <p:nvPr/>
          </p:nvSpPr>
          <p:spPr>
            <a:xfrm>
              <a:off x="3646350" y="956825"/>
              <a:ext cx="110275" cy="148200"/>
            </a:xfrm>
            <a:custGeom>
              <a:rect b="b" l="l" r="r" t="t"/>
              <a:pathLst>
                <a:path extrusionOk="0" h="5928" w="4411">
                  <a:moveTo>
                    <a:pt x="2214" y="0"/>
                  </a:moveTo>
                  <a:cubicBezTo>
                    <a:pt x="994" y="0"/>
                    <a:pt x="1" y="994"/>
                    <a:pt x="1" y="2197"/>
                  </a:cubicBezTo>
                  <a:lnTo>
                    <a:pt x="1"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33"/>
            <p:cNvSpPr/>
            <p:nvPr/>
          </p:nvSpPr>
          <p:spPr>
            <a:xfrm>
              <a:off x="3354825" y="1356000"/>
              <a:ext cx="110275" cy="148175"/>
            </a:xfrm>
            <a:custGeom>
              <a:rect b="b" l="l" r="r" t="t"/>
              <a:pathLst>
                <a:path extrusionOk="0" h="5927" w="4411">
                  <a:moveTo>
                    <a:pt x="2196" y="0"/>
                  </a:moveTo>
                  <a:cubicBezTo>
                    <a:pt x="994" y="0"/>
                    <a:pt x="0" y="994"/>
                    <a:pt x="0" y="2197"/>
                  </a:cubicBezTo>
                  <a:lnTo>
                    <a:pt x="0" y="5927"/>
                  </a:lnTo>
                  <a:lnTo>
                    <a:pt x="4410" y="5927"/>
                  </a:lnTo>
                  <a:lnTo>
                    <a:pt x="4410" y="2197"/>
                  </a:lnTo>
                  <a:cubicBezTo>
                    <a:pt x="4410" y="994"/>
                    <a:pt x="3417" y="0"/>
                    <a:pt x="2196"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33"/>
            <p:cNvSpPr/>
            <p:nvPr/>
          </p:nvSpPr>
          <p:spPr>
            <a:xfrm>
              <a:off x="3501675" y="1356000"/>
              <a:ext cx="110275" cy="148175"/>
            </a:xfrm>
            <a:custGeom>
              <a:rect b="b" l="l" r="r" t="t"/>
              <a:pathLst>
                <a:path extrusionOk="0" h="5927" w="4411">
                  <a:moveTo>
                    <a:pt x="2214" y="0"/>
                  </a:moveTo>
                  <a:cubicBezTo>
                    <a:pt x="994" y="0"/>
                    <a:pt x="0" y="994"/>
                    <a:pt x="18" y="2197"/>
                  </a:cubicBezTo>
                  <a:lnTo>
                    <a:pt x="18"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33"/>
            <p:cNvSpPr/>
            <p:nvPr/>
          </p:nvSpPr>
          <p:spPr>
            <a:xfrm>
              <a:off x="3648975" y="1356000"/>
              <a:ext cx="109825" cy="148175"/>
            </a:xfrm>
            <a:custGeom>
              <a:rect b="b" l="l" r="r" t="t"/>
              <a:pathLst>
                <a:path extrusionOk="0" h="5927" w="4393">
                  <a:moveTo>
                    <a:pt x="2197" y="0"/>
                  </a:moveTo>
                  <a:cubicBezTo>
                    <a:pt x="976"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33"/>
            <p:cNvSpPr/>
            <p:nvPr/>
          </p:nvSpPr>
          <p:spPr>
            <a:xfrm>
              <a:off x="3354825" y="1562125"/>
              <a:ext cx="110275" cy="148175"/>
            </a:xfrm>
            <a:custGeom>
              <a:rect b="b" l="l" r="r" t="t"/>
              <a:pathLst>
                <a:path extrusionOk="0" h="5927" w="4411">
                  <a:moveTo>
                    <a:pt x="2196" y="0"/>
                  </a:moveTo>
                  <a:cubicBezTo>
                    <a:pt x="994" y="0"/>
                    <a:pt x="0" y="976"/>
                    <a:pt x="0" y="2197"/>
                  </a:cubicBezTo>
                  <a:lnTo>
                    <a:pt x="0" y="5927"/>
                  </a:lnTo>
                  <a:lnTo>
                    <a:pt x="4410" y="5927"/>
                  </a:lnTo>
                  <a:lnTo>
                    <a:pt x="4410" y="2197"/>
                  </a:lnTo>
                  <a:cubicBezTo>
                    <a:pt x="4410" y="976"/>
                    <a:pt x="3417" y="0"/>
                    <a:pt x="2196"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33"/>
            <p:cNvSpPr/>
            <p:nvPr/>
          </p:nvSpPr>
          <p:spPr>
            <a:xfrm>
              <a:off x="3501675" y="1562125"/>
              <a:ext cx="110275" cy="148175"/>
            </a:xfrm>
            <a:custGeom>
              <a:rect b="b" l="l" r="r" t="t"/>
              <a:pathLst>
                <a:path extrusionOk="0" h="5927" w="4411">
                  <a:moveTo>
                    <a:pt x="2214" y="0"/>
                  </a:moveTo>
                  <a:cubicBezTo>
                    <a:pt x="994" y="0"/>
                    <a:pt x="0" y="976"/>
                    <a:pt x="18" y="2197"/>
                  </a:cubicBezTo>
                  <a:lnTo>
                    <a:pt x="18" y="5927"/>
                  </a:lnTo>
                  <a:lnTo>
                    <a:pt x="4411" y="5927"/>
                  </a:lnTo>
                  <a:lnTo>
                    <a:pt x="4411" y="2197"/>
                  </a:lnTo>
                  <a:cubicBezTo>
                    <a:pt x="4411" y="976"/>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33"/>
            <p:cNvSpPr/>
            <p:nvPr/>
          </p:nvSpPr>
          <p:spPr>
            <a:xfrm>
              <a:off x="3648975" y="1562125"/>
              <a:ext cx="109825" cy="148175"/>
            </a:xfrm>
            <a:custGeom>
              <a:rect b="b" l="l" r="r" t="t"/>
              <a:pathLst>
                <a:path extrusionOk="0" h="5927" w="4393">
                  <a:moveTo>
                    <a:pt x="2197" y="0"/>
                  </a:moveTo>
                  <a:cubicBezTo>
                    <a:pt x="976" y="0"/>
                    <a:pt x="0" y="976"/>
                    <a:pt x="0" y="2197"/>
                  </a:cubicBezTo>
                  <a:lnTo>
                    <a:pt x="0" y="5927"/>
                  </a:lnTo>
                  <a:lnTo>
                    <a:pt x="4393" y="5927"/>
                  </a:lnTo>
                  <a:lnTo>
                    <a:pt x="4393" y="2197"/>
                  </a:lnTo>
                  <a:cubicBezTo>
                    <a:pt x="4393" y="976"/>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33"/>
            <p:cNvSpPr/>
            <p:nvPr/>
          </p:nvSpPr>
          <p:spPr>
            <a:xfrm>
              <a:off x="3352625" y="1156400"/>
              <a:ext cx="109850" cy="148200"/>
            </a:xfrm>
            <a:custGeom>
              <a:rect b="b" l="l" r="r" t="t"/>
              <a:pathLst>
                <a:path extrusionOk="0" h="5928" w="4394">
                  <a:moveTo>
                    <a:pt x="2197" y="1"/>
                  </a:moveTo>
                  <a:cubicBezTo>
                    <a:pt x="977" y="1"/>
                    <a:pt x="1" y="994"/>
                    <a:pt x="1" y="2197"/>
                  </a:cubicBezTo>
                  <a:lnTo>
                    <a:pt x="1" y="5927"/>
                  </a:lnTo>
                  <a:lnTo>
                    <a:pt x="4394" y="5927"/>
                  </a:lnTo>
                  <a:lnTo>
                    <a:pt x="4394" y="2197"/>
                  </a:lnTo>
                  <a:cubicBezTo>
                    <a:pt x="4394" y="977"/>
                    <a:pt x="3417" y="1"/>
                    <a:pt x="2197"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33"/>
            <p:cNvSpPr/>
            <p:nvPr/>
          </p:nvSpPr>
          <p:spPr>
            <a:xfrm>
              <a:off x="3499500" y="1156400"/>
              <a:ext cx="109825" cy="148200"/>
            </a:xfrm>
            <a:custGeom>
              <a:rect b="b" l="l" r="r" t="t"/>
              <a:pathLst>
                <a:path extrusionOk="0" h="5928" w="4393">
                  <a:moveTo>
                    <a:pt x="2197" y="1"/>
                  </a:moveTo>
                  <a:cubicBezTo>
                    <a:pt x="994" y="1"/>
                    <a:pt x="0" y="994"/>
                    <a:pt x="0" y="2197"/>
                  </a:cubicBezTo>
                  <a:lnTo>
                    <a:pt x="0" y="5927"/>
                  </a:lnTo>
                  <a:lnTo>
                    <a:pt x="4393" y="5927"/>
                  </a:lnTo>
                  <a:lnTo>
                    <a:pt x="4393" y="2197"/>
                  </a:lnTo>
                  <a:cubicBezTo>
                    <a:pt x="4393" y="994"/>
                    <a:pt x="3417" y="1"/>
                    <a:pt x="2197"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33"/>
            <p:cNvSpPr/>
            <p:nvPr/>
          </p:nvSpPr>
          <p:spPr>
            <a:xfrm>
              <a:off x="3646350" y="1156400"/>
              <a:ext cx="110275" cy="148200"/>
            </a:xfrm>
            <a:custGeom>
              <a:rect b="b" l="l" r="r" t="t"/>
              <a:pathLst>
                <a:path extrusionOk="0" h="5928" w="4411">
                  <a:moveTo>
                    <a:pt x="2214" y="1"/>
                  </a:moveTo>
                  <a:cubicBezTo>
                    <a:pt x="994" y="1"/>
                    <a:pt x="1" y="994"/>
                    <a:pt x="1" y="2197"/>
                  </a:cubicBezTo>
                  <a:lnTo>
                    <a:pt x="1" y="5927"/>
                  </a:lnTo>
                  <a:lnTo>
                    <a:pt x="4411" y="5927"/>
                  </a:lnTo>
                  <a:lnTo>
                    <a:pt x="4411" y="2197"/>
                  </a:lnTo>
                  <a:cubicBezTo>
                    <a:pt x="4411" y="994"/>
                    <a:pt x="3417" y="1"/>
                    <a:pt x="2214"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33"/>
            <p:cNvSpPr/>
            <p:nvPr/>
          </p:nvSpPr>
          <p:spPr>
            <a:xfrm>
              <a:off x="3813700" y="459175"/>
              <a:ext cx="231850" cy="1423700"/>
            </a:xfrm>
            <a:custGeom>
              <a:rect b="b" l="l" r="r" t="t"/>
              <a:pathLst>
                <a:path extrusionOk="0" h="56948" w="9274">
                  <a:moveTo>
                    <a:pt x="0" y="0"/>
                  </a:moveTo>
                  <a:lnTo>
                    <a:pt x="0" y="56948"/>
                  </a:lnTo>
                  <a:lnTo>
                    <a:pt x="9274" y="56948"/>
                  </a:lnTo>
                  <a:lnTo>
                    <a:pt x="927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6" name="Google Shape;2006;p33"/>
          <p:cNvGrpSpPr/>
          <p:nvPr/>
        </p:nvGrpSpPr>
        <p:grpSpPr>
          <a:xfrm>
            <a:off x="7154186" y="1762490"/>
            <a:ext cx="1009921" cy="1963959"/>
            <a:chOff x="4087800" y="723675"/>
            <a:chExt cx="700750" cy="1362725"/>
          </a:xfrm>
        </p:grpSpPr>
        <p:sp>
          <p:nvSpPr>
            <p:cNvPr id="2007" name="Google Shape;2007;p33"/>
            <p:cNvSpPr/>
            <p:nvPr/>
          </p:nvSpPr>
          <p:spPr>
            <a:xfrm>
              <a:off x="4255125" y="723675"/>
              <a:ext cx="342125" cy="111600"/>
            </a:xfrm>
            <a:custGeom>
              <a:rect b="b" l="l" r="r" t="t"/>
              <a:pathLst>
                <a:path extrusionOk="0" h="4464" w="13685">
                  <a:moveTo>
                    <a:pt x="1" y="1"/>
                  </a:moveTo>
                  <a:lnTo>
                    <a:pt x="1" y="4463"/>
                  </a:lnTo>
                  <a:lnTo>
                    <a:pt x="13685" y="4463"/>
                  </a:lnTo>
                  <a:lnTo>
                    <a:pt x="13685"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33"/>
            <p:cNvSpPr/>
            <p:nvPr/>
          </p:nvSpPr>
          <p:spPr>
            <a:xfrm>
              <a:off x="4512250" y="723675"/>
              <a:ext cx="85000" cy="111600"/>
            </a:xfrm>
            <a:custGeom>
              <a:rect b="b" l="l" r="r" t="t"/>
              <a:pathLst>
                <a:path extrusionOk="0" h="4464" w="3400">
                  <a:moveTo>
                    <a:pt x="0" y="1"/>
                  </a:moveTo>
                  <a:lnTo>
                    <a:pt x="0" y="4463"/>
                  </a:lnTo>
                  <a:lnTo>
                    <a:pt x="3400" y="4463"/>
                  </a:lnTo>
                  <a:lnTo>
                    <a:pt x="340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33"/>
            <p:cNvSpPr/>
            <p:nvPr/>
          </p:nvSpPr>
          <p:spPr>
            <a:xfrm>
              <a:off x="4087800" y="816075"/>
              <a:ext cx="700750" cy="1270325"/>
            </a:xfrm>
            <a:custGeom>
              <a:rect b="b" l="l" r="r" t="t"/>
              <a:pathLst>
                <a:path extrusionOk="0" h="50813" w="28030">
                  <a:moveTo>
                    <a:pt x="0" y="0"/>
                  </a:moveTo>
                  <a:lnTo>
                    <a:pt x="0" y="50812"/>
                  </a:lnTo>
                  <a:lnTo>
                    <a:pt x="28030" y="50812"/>
                  </a:lnTo>
                  <a:lnTo>
                    <a:pt x="28030" y="0"/>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33"/>
            <p:cNvSpPr/>
            <p:nvPr/>
          </p:nvSpPr>
          <p:spPr>
            <a:xfrm>
              <a:off x="4582400" y="816075"/>
              <a:ext cx="206150" cy="1270325"/>
            </a:xfrm>
            <a:custGeom>
              <a:rect b="b" l="l" r="r" t="t"/>
              <a:pathLst>
                <a:path extrusionOk="0" h="50813" w="8246">
                  <a:moveTo>
                    <a:pt x="1" y="0"/>
                  </a:moveTo>
                  <a:lnTo>
                    <a:pt x="1" y="50812"/>
                  </a:lnTo>
                  <a:lnTo>
                    <a:pt x="8246" y="50812"/>
                  </a:lnTo>
                  <a:lnTo>
                    <a:pt x="824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33"/>
            <p:cNvSpPr/>
            <p:nvPr/>
          </p:nvSpPr>
          <p:spPr>
            <a:xfrm>
              <a:off x="4138350" y="942875"/>
              <a:ext cx="68450" cy="68875"/>
            </a:xfrm>
            <a:custGeom>
              <a:rect b="b" l="l" r="r" t="t"/>
              <a:pathLst>
                <a:path extrusionOk="0" h="2755"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33"/>
            <p:cNvSpPr/>
            <p:nvPr/>
          </p:nvSpPr>
          <p:spPr>
            <a:xfrm>
              <a:off x="4297850" y="942875"/>
              <a:ext cx="68875" cy="68875"/>
            </a:xfrm>
            <a:custGeom>
              <a:rect b="b" l="l" r="r" t="t"/>
              <a:pathLst>
                <a:path extrusionOk="0" h="2755"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33"/>
            <p:cNvSpPr/>
            <p:nvPr/>
          </p:nvSpPr>
          <p:spPr>
            <a:xfrm>
              <a:off x="4456475" y="942875"/>
              <a:ext cx="68425" cy="68875"/>
            </a:xfrm>
            <a:custGeom>
              <a:rect b="b" l="l" r="r" t="t"/>
              <a:pathLst>
                <a:path extrusionOk="0" h="2755"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33"/>
            <p:cNvSpPr/>
            <p:nvPr/>
          </p:nvSpPr>
          <p:spPr>
            <a:xfrm>
              <a:off x="4138350" y="1088425"/>
              <a:ext cx="68450" cy="68875"/>
            </a:xfrm>
            <a:custGeom>
              <a:rect b="b" l="l" r="r" t="t"/>
              <a:pathLst>
                <a:path extrusionOk="0" h="2755"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33"/>
            <p:cNvSpPr/>
            <p:nvPr/>
          </p:nvSpPr>
          <p:spPr>
            <a:xfrm>
              <a:off x="4297850" y="1088425"/>
              <a:ext cx="68875" cy="68875"/>
            </a:xfrm>
            <a:custGeom>
              <a:rect b="b" l="l" r="r" t="t"/>
              <a:pathLst>
                <a:path extrusionOk="0" h="2755"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33"/>
            <p:cNvSpPr/>
            <p:nvPr/>
          </p:nvSpPr>
          <p:spPr>
            <a:xfrm>
              <a:off x="4456475" y="1088425"/>
              <a:ext cx="68425" cy="68875"/>
            </a:xfrm>
            <a:custGeom>
              <a:rect b="b" l="l" r="r" t="t"/>
              <a:pathLst>
                <a:path extrusionOk="0" h="2755"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33"/>
            <p:cNvSpPr/>
            <p:nvPr/>
          </p:nvSpPr>
          <p:spPr>
            <a:xfrm>
              <a:off x="4138350" y="1233975"/>
              <a:ext cx="68450" cy="68450"/>
            </a:xfrm>
            <a:custGeom>
              <a:rect b="b" l="l" r="r" t="t"/>
              <a:pathLst>
                <a:path extrusionOk="0" h="2738" w="2738">
                  <a:moveTo>
                    <a:pt x="0" y="1"/>
                  </a:moveTo>
                  <a:lnTo>
                    <a:pt x="0" y="2737"/>
                  </a:lnTo>
                  <a:lnTo>
                    <a:pt x="2737" y="2737"/>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33"/>
            <p:cNvSpPr/>
            <p:nvPr/>
          </p:nvSpPr>
          <p:spPr>
            <a:xfrm>
              <a:off x="4297850" y="1233975"/>
              <a:ext cx="68875" cy="68450"/>
            </a:xfrm>
            <a:custGeom>
              <a:rect b="b" l="l" r="r" t="t"/>
              <a:pathLst>
                <a:path extrusionOk="0" h="2738" w="2755">
                  <a:moveTo>
                    <a:pt x="0" y="1"/>
                  </a:moveTo>
                  <a:lnTo>
                    <a:pt x="0" y="2737"/>
                  </a:lnTo>
                  <a:lnTo>
                    <a:pt x="2754" y="2737"/>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33"/>
            <p:cNvSpPr/>
            <p:nvPr/>
          </p:nvSpPr>
          <p:spPr>
            <a:xfrm>
              <a:off x="4456475" y="1233975"/>
              <a:ext cx="68425" cy="68450"/>
            </a:xfrm>
            <a:custGeom>
              <a:rect b="b" l="l" r="r" t="t"/>
              <a:pathLst>
                <a:path extrusionOk="0" h="2738" w="2737">
                  <a:moveTo>
                    <a:pt x="0" y="1"/>
                  </a:moveTo>
                  <a:lnTo>
                    <a:pt x="0" y="2737"/>
                  </a:lnTo>
                  <a:lnTo>
                    <a:pt x="2737" y="2737"/>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33"/>
            <p:cNvSpPr/>
            <p:nvPr/>
          </p:nvSpPr>
          <p:spPr>
            <a:xfrm>
              <a:off x="4138350" y="1379100"/>
              <a:ext cx="68450" cy="68875"/>
            </a:xfrm>
            <a:custGeom>
              <a:rect b="b" l="l" r="r" t="t"/>
              <a:pathLst>
                <a:path extrusionOk="0" h="2755" w="2738">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33"/>
            <p:cNvSpPr/>
            <p:nvPr/>
          </p:nvSpPr>
          <p:spPr>
            <a:xfrm>
              <a:off x="4297850" y="1379100"/>
              <a:ext cx="68875" cy="68875"/>
            </a:xfrm>
            <a:custGeom>
              <a:rect b="b" l="l" r="r" t="t"/>
              <a:pathLst>
                <a:path extrusionOk="0" h="2755" w="2755">
                  <a:moveTo>
                    <a:pt x="0" y="0"/>
                  </a:moveTo>
                  <a:lnTo>
                    <a:pt x="0" y="2754"/>
                  </a:lnTo>
                  <a:lnTo>
                    <a:pt x="2754" y="2754"/>
                  </a:lnTo>
                  <a:lnTo>
                    <a:pt x="275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33"/>
            <p:cNvSpPr/>
            <p:nvPr/>
          </p:nvSpPr>
          <p:spPr>
            <a:xfrm>
              <a:off x="4456475" y="1379100"/>
              <a:ext cx="68425" cy="68875"/>
            </a:xfrm>
            <a:custGeom>
              <a:rect b="b" l="l" r="r" t="t"/>
              <a:pathLst>
                <a:path extrusionOk="0" h="2755" w="2737">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33"/>
            <p:cNvSpPr/>
            <p:nvPr/>
          </p:nvSpPr>
          <p:spPr>
            <a:xfrm>
              <a:off x="4138350" y="1524650"/>
              <a:ext cx="68450" cy="68875"/>
            </a:xfrm>
            <a:custGeom>
              <a:rect b="b" l="l" r="r" t="t"/>
              <a:pathLst>
                <a:path extrusionOk="0" h="2755" w="2738">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33"/>
            <p:cNvSpPr/>
            <p:nvPr/>
          </p:nvSpPr>
          <p:spPr>
            <a:xfrm>
              <a:off x="4297850" y="1524650"/>
              <a:ext cx="68875" cy="68875"/>
            </a:xfrm>
            <a:custGeom>
              <a:rect b="b" l="l" r="r" t="t"/>
              <a:pathLst>
                <a:path extrusionOk="0" h="2755" w="2755">
                  <a:moveTo>
                    <a:pt x="0" y="0"/>
                  </a:moveTo>
                  <a:lnTo>
                    <a:pt x="0" y="2754"/>
                  </a:lnTo>
                  <a:lnTo>
                    <a:pt x="2754" y="2754"/>
                  </a:lnTo>
                  <a:lnTo>
                    <a:pt x="275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33"/>
            <p:cNvSpPr/>
            <p:nvPr/>
          </p:nvSpPr>
          <p:spPr>
            <a:xfrm>
              <a:off x="4456475" y="1524650"/>
              <a:ext cx="68425" cy="68875"/>
            </a:xfrm>
            <a:custGeom>
              <a:rect b="b" l="l" r="r" t="t"/>
              <a:pathLst>
                <a:path extrusionOk="0" h="2755" w="2737">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33"/>
            <p:cNvSpPr/>
            <p:nvPr/>
          </p:nvSpPr>
          <p:spPr>
            <a:xfrm>
              <a:off x="4138350" y="1668875"/>
              <a:ext cx="68450" cy="68900"/>
            </a:xfrm>
            <a:custGeom>
              <a:rect b="b" l="l" r="r" t="t"/>
              <a:pathLst>
                <a:path extrusionOk="0" h="2756"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33"/>
            <p:cNvSpPr/>
            <p:nvPr/>
          </p:nvSpPr>
          <p:spPr>
            <a:xfrm>
              <a:off x="4297850" y="1668875"/>
              <a:ext cx="68875" cy="68900"/>
            </a:xfrm>
            <a:custGeom>
              <a:rect b="b" l="l" r="r" t="t"/>
              <a:pathLst>
                <a:path extrusionOk="0" h="2756"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33"/>
            <p:cNvSpPr/>
            <p:nvPr/>
          </p:nvSpPr>
          <p:spPr>
            <a:xfrm>
              <a:off x="4456475" y="1668875"/>
              <a:ext cx="68425" cy="68900"/>
            </a:xfrm>
            <a:custGeom>
              <a:rect b="b" l="l" r="r" t="t"/>
              <a:pathLst>
                <a:path extrusionOk="0" h="2756"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29" name="Google Shape;2029;p33"/>
          <p:cNvGrpSpPr/>
          <p:nvPr/>
        </p:nvGrpSpPr>
        <p:grpSpPr>
          <a:xfrm>
            <a:off x="8065680" y="1417071"/>
            <a:ext cx="942761" cy="1827009"/>
            <a:chOff x="4826000" y="484000"/>
            <a:chExt cx="654150" cy="1267700"/>
          </a:xfrm>
        </p:grpSpPr>
        <p:sp>
          <p:nvSpPr>
            <p:cNvPr id="2030" name="Google Shape;2030;p33"/>
            <p:cNvSpPr/>
            <p:nvPr/>
          </p:nvSpPr>
          <p:spPr>
            <a:xfrm>
              <a:off x="4826000" y="484000"/>
              <a:ext cx="654150" cy="1267700"/>
            </a:xfrm>
            <a:custGeom>
              <a:rect b="b" l="l" r="r" t="t"/>
              <a:pathLst>
                <a:path extrusionOk="0" h="50708" w="26166">
                  <a:moveTo>
                    <a:pt x="1" y="1"/>
                  </a:moveTo>
                  <a:lnTo>
                    <a:pt x="1" y="50708"/>
                  </a:lnTo>
                  <a:lnTo>
                    <a:pt x="26165" y="50708"/>
                  </a:lnTo>
                  <a:lnTo>
                    <a:pt x="26165"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33"/>
            <p:cNvSpPr/>
            <p:nvPr/>
          </p:nvSpPr>
          <p:spPr>
            <a:xfrm>
              <a:off x="4885275" y="558950"/>
              <a:ext cx="51450" cy="210500"/>
            </a:xfrm>
            <a:custGeom>
              <a:rect b="b" l="l" r="r" t="t"/>
              <a:pathLst>
                <a:path extrusionOk="0" h="8420" w="2058">
                  <a:moveTo>
                    <a:pt x="1" y="1"/>
                  </a:moveTo>
                  <a:lnTo>
                    <a:pt x="1"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33"/>
            <p:cNvSpPr/>
            <p:nvPr/>
          </p:nvSpPr>
          <p:spPr>
            <a:xfrm>
              <a:off x="498290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33"/>
            <p:cNvSpPr/>
            <p:nvPr/>
          </p:nvSpPr>
          <p:spPr>
            <a:xfrm>
              <a:off x="508095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33"/>
            <p:cNvSpPr/>
            <p:nvPr/>
          </p:nvSpPr>
          <p:spPr>
            <a:xfrm>
              <a:off x="517900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33"/>
            <p:cNvSpPr/>
            <p:nvPr/>
          </p:nvSpPr>
          <p:spPr>
            <a:xfrm>
              <a:off x="4885275" y="852675"/>
              <a:ext cx="51450" cy="210500"/>
            </a:xfrm>
            <a:custGeom>
              <a:rect b="b" l="l" r="r" t="t"/>
              <a:pathLst>
                <a:path extrusionOk="0" h="8420" w="2058">
                  <a:moveTo>
                    <a:pt x="1" y="0"/>
                  </a:moveTo>
                  <a:lnTo>
                    <a:pt x="1"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33"/>
            <p:cNvSpPr/>
            <p:nvPr/>
          </p:nvSpPr>
          <p:spPr>
            <a:xfrm>
              <a:off x="498290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33"/>
            <p:cNvSpPr/>
            <p:nvPr/>
          </p:nvSpPr>
          <p:spPr>
            <a:xfrm>
              <a:off x="508095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33"/>
            <p:cNvSpPr/>
            <p:nvPr/>
          </p:nvSpPr>
          <p:spPr>
            <a:xfrm>
              <a:off x="517900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33"/>
            <p:cNvSpPr/>
            <p:nvPr/>
          </p:nvSpPr>
          <p:spPr>
            <a:xfrm>
              <a:off x="4885275" y="1134175"/>
              <a:ext cx="51450" cy="210525"/>
            </a:xfrm>
            <a:custGeom>
              <a:rect b="b" l="l" r="r" t="t"/>
              <a:pathLst>
                <a:path extrusionOk="0" h="8421" w="2058">
                  <a:moveTo>
                    <a:pt x="1" y="1"/>
                  </a:moveTo>
                  <a:lnTo>
                    <a:pt x="1"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33"/>
            <p:cNvSpPr/>
            <p:nvPr/>
          </p:nvSpPr>
          <p:spPr>
            <a:xfrm>
              <a:off x="498290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33"/>
            <p:cNvSpPr/>
            <p:nvPr/>
          </p:nvSpPr>
          <p:spPr>
            <a:xfrm>
              <a:off x="508095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33"/>
            <p:cNvSpPr/>
            <p:nvPr/>
          </p:nvSpPr>
          <p:spPr>
            <a:xfrm>
              <a:off x="517900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33"/>
            <p:cNvSpPr/>
            <p:nvPr/>
          </p:nvSpPr>
          <p:spPr>
            <a:xfrm>
              <a:off x="4885275" y="1409150"/>
              <a:ext cx="51450" cy="210075"/>
            </a:xfrm>
            <a:custGeom>
              <a:rect b="b" l="l" r="r" t="t"/>
              <a:pathLst>
                <a:path extrusionOk="0" h="8403" w="2058">
                  <a:moveTo>
                    <a:pt x="1" y="1"/>
                  </a:moveTo>
                  <a:lnTo>
                    <a:pt x="1"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33"/>
            <p:cNvSpPr/>
            <p:nvPr/>
          </p:nvSpPr>
          <p:spPr>
            <a:xfrm>
              <a:off x="498290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33"/>
            <p:cNvSpPr/>
            <p:nvPr/>
          </p:nvSpPr>
          <p:spPr>
            <a:xfrm>
              <a:off x="508095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33"/>
            <p:cNvSpPr/>
            <p:nvPr/>
          </p:nvSpPr>
          <p:spPr>
            <a:xfrm>
              <a:off x="517900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33"/>
            <p:cNvSpPr/>
            <p:nvPr/>
          </p:nvSpPr>
          <p:spPr>
            <a:xfrm>
              <a:off x="5317575" y="484000"/>
              <a:ext cx="162575" cy="1267700"/>
            </a:xfrm>
            <a:custGeom>
              <a:rect b="b" l="l" r="r" t="t"/>
              <a:pathLst>
                <a:path extrusionOk="0" h="50708" w="6503">
                  <a:moveTo>
                    <a:pt x="0" y="1"/>
                  </a:moveTo>
                  <a:lnTo>
                    <a:pt x="0" y="50708"/>
                  </a:lnTo>
                  <a:lnTo>
                    <a:pt x="6502" y="50708"/>
                  </a:lnTo>
                  <a:lnTo>
                    <a:pt x="650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48" name="Google Shape;2048;p33"/>
          <p:cNvSpPr txBox="1"/>
          <p:nvPr>
            <p:ph type="title"/>
          </p:nvPr>
        </p:nvSpPr>
        <p:spPr>
          <a:xfrm>
            <a:off x="2476650" y="1469013"/>
            <a:ext cx="4190700" cy="13707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sz="8000"/>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2049" name="Google Shape;2049;p33"/>
          <p:cNvSpPr txBox="1"/>
          <p:nvPr>
            <p:ph idx="1" type="subTitle"/>
          </p:nvPr>
        </p:nvSpPr>
        <p:spPr>
          <a:xfrm>
            <a:off x="2721103" y="2839588"/>
            <a:ext cx="3702000" cy="8349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grpSp>
        <p:nvGrpSpPr>
          <p:cNvPr id="2050" name="Google Shape;2050;p33"/>
          <p:cNvGrpSpPr/>
          <p:nvPr/>
        </p:nvGrpSpPr>
        <p:grpSpPr>
          <a:xfrm flipH="1">
            <a:off x="2184832" y="1023482"/>
            <a:ext cx="2528583" cy="3403880"/>
            <a:chOff x="3074425" y="836100"/>
            <a:chExt cx="1472075" cy="1981650"/>
          </a:xfrm>
        </p:grpSpPr>
        <p:sp>
          <p:nvSpPr>
            <p:cNvPr id="2051" name="Google Shape;2051;p33"/>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33"/>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33"/>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33"/>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33"/>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33"/>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33"/>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33"/>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9" name="Google Shape;2059;p33"/>
          <p:cNvGrpSpPr/>
          <p:nvPr/>
        </p:nvGrpSpPr>
        <p:grpSpPr>
          <a:xfrm flipH="1">
            <a:off x="5443733" y="1378836"/>
            <a:ext cx="1511499" cy="3290861"/>
            <a:chOff x="1622025" y="238125"/>
            <a:chExt cx="746825" cy="1626000"/>
          </a:xfrm>
        </p:grpSpPr>
        <p:sp>
          <p:nvSpPr>
            <p:cNvPr id="2060" name="Google Shape;2060;p33"/>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33"/>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33"/>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33"/>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33"/>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65" name="Google Shape;2065;p33"/>
          <p:cNvSpPr/>
          <p:nvPr/>
        </p:nvSpPr>
        <p:spPr>
          <a:xfrm>
            <a:off x="570150" y="539501"/>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33"/>
          <p:cNvSpPr/>
          <p:nvPr/>
        </p:nvSpPr>
        <p:spPr>
          <a:xfrm>
            <a:off x="7032931" y="198967"/>
            <a:ext cx="1625922" cy="229945"/>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33"/>
          <p:cNvSpPr/>
          <p:nvPr/>
        </p:nvSpPr>
        <p:spPr>
          <a:xfrm flipH="1">
            <a:off x="-3955" y="4879925"/>
            <a:ext cx="9144000" cy="263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68" name="Google Shape;2068;p33"/>
          <p:cNvGrpSpPr/>
          <p:nvPr/>
        </p:nvGrpSpPr>
        <p:grpSpPr>
          <a:xfrm flipH="1">
            <a:off x="-349330" y="3162504"/>
            <a:ext cx="9870375" cy="1746000"/>
            <a:chOff x="-381000" y="2898432"/>
            <a:chExt cx="9870375" cy="1746000"/>
          </a:xfrm>
        </p:grpSpPr>
        <p:grpSp>
          <p:nvGrpSpPr>
            <p:cNvPr id="2069" name="Google Shape;2069;p33"/>
            <p:cNvGrpSpPr/>
            <p:nvPr/>
          </p:nvGrpSpPr>
          <p:grpSpPr>
            <a:xfrm>
              <a:off x="-381000" y="3189432"/>
              <a:ext cx="9870375" cy="1455000"/>
              <a:chOff x="-381000" y="3189432"/>
              <a:chExt cx="9870375" cy="1455000"/>
            </a:xfrm>
          </p:grpSpPr>
          <p:grpSp>
            <p:nvGrpSpPr>
              <p:cNvPr id="2070" name="Google Shape;2070;p33"/>
              <p:cNvGrpSpPr/>
              <p:nvPr/>
            </p:nvGrpSpPr>
            <p:grpSpPr>
              <a:xfrm>
                <a:off x="-381000" y="3189432"/>
                <a:ext cx="9870375" cy="1455000"/>
                <a:chOff x="-381000" y="2758675"/>
                <a:chExt cx="9870375" cy="1455000"/>
              </a:xfrm>
            </p:grpSpPr>
            <p:sp>
              <p:nvSpPr>
                <p:cNvPr id="2071" name="Google Shape;2071;p33"/>
                <p:cNvSpPr/>
                <p:nvPr/>
              </p:nvSpPr>
              <p:spPr>
                <a:xfrm>
                  <a:off x="152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33"/>
                <p:cNvSpPr/>
                <p:nvPr/>
              </p:nvSpPr>
              <p:spPr>
                <a:xfrm>
                  <a:off x="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33"/>
                <p:cNvSpPr/>
                <p:nvPr/>
              </p:nvSpPr>
              <p:spPr>
                <a:xfrm>
                  <a:off x="76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33"/>
                <p:cNvSpPr/>
                <p:nvPr/>
              </p:nvSpPr>
              <p:spPr>
                <a:xfrm>
                  <a:off x="381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33"/>
                <p:cNvSpPr/>
                <p:nvPr/>
              </p:nvSpPr>
              <p:spPr>
                <a:xfrm>
                  <a:off x="228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33"/>
                <p:cNvSpPr/>
                <p:nvPr/>
              </p:nvSpPr>
              <p:spPr>
                <a:xfrm>
                  <a:off x="304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33"/>
                <p:cNvSpPr/>
                <p:nvPr/>
              </p:nvSpPr>
              <p:spPr>
                <a:xfrm>
                  <a:off x="609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33"/>
                <p:cNvSpPr/>
                <p:nvPr/>
              </p:nvSpPr>
              <p:spPr>
                <a:xfrm>
                  <a:off x="457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33"/>
                <p:cNvSpPr/>
                <p:nvPr/>
              </p:nvSpPr>
              <p:spPr>
                <a:xfrm>
                  <a:off x="533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33"/>
                <p:cNvSpPr/>
                <p:nvPr/>
              </p:nvSpPr>
              <p:spPr>
                <a:xfrm>
                  <a:off x="762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33"/>
                <p:cNvSpPr/>
                <p:nvPr/>
              </p:nvSpPr>
              <p:spPr>
                <a:xfrm>
                  <a:off x="685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33"/>
                <p:cNvSpPr/>
                <p:nvPr/>
              </p:nvSpPr>
              <p:spPr>
                <a:xfrm>
                  <a:off x="838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33"/>
                <p:cNvSpPr/>
                <p:nvPr/>
              </p:nvSpPr>
              <p:spPr>
                <a:xfrm>
                  <a:off x="186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33"/>
                <p:cNvSpPr/>
                <p:nvPr/>
              </p:nvSpPr>
              <p:spPr>
                <a:xfrm>
                  <a:off x="3764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33"/>
                <p:cNvSpPr/>
                <p:nvPr/>
              </p:nvSpPr>
              <p:spPr>
                <a:xfrm>
                  <a:off x="110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33"/>
                <p:cNvSpPr/>
                <p:nvPr/>
              </p:nvSpPr>
              <p:spPr>
                <a:xfrm>
                  <a:off x="415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33"/>
                <p:cNvSpPr/>
                <p:nvPr/>
              </p:nvSpPr>
              <p:spPr>
                <a:xfrm>
                  <a:off x="263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33"/>
                <p:cNvSpPr/>
                <p:nvPr/>
              </p:nvSpPr>
              <p:spPr>
                <a:xfrm>
                  <a:off x="339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33"/>
                <p:cNvSpPr/>
                <p:nvPr/>
              </p:nvSpPr>
              <p:spPr>
                <a:xfrm>
                  <a:off x="644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33"/>
                <p:cNvSpPr/>
                <p:nvPr/>
              </p:nvSpPr>
              <p:spPr>
                <a:xfrm>
                  <a:off x="491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33"/>
                <p:cNvSpPr/>
                <p:nvPr/>
              </p:nvSpPr>
              <p:spPr>
                <a:xfrm>
                  <a:off x="567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33"/>
                <p:cNvSpPr/>
                <p:nvPr/>
              </p:nvSpPr>
              <p:spPr>
                <a:xfrm>
                  <a:off x="796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33"/>
                <p:cNvSpPr/>
                <p:nvPr/>
              </p:nvSpPr>
              <p:spPr>
                <a:xfrm>
                  <a:off x="720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33"/>
                <p:cNvSpPr/>
                <p:nvPr/>
              </p:nvSpPr>
              <p:spPr>
                <a:xfrm>
                  <a:off x="872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33"/>
                <p:cNvSpPr/>
                <p:nvPr/>
              </p:nvSpPr>
              <p:spPr>
                <a:xfrm>
                  <a:off x="-381000"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33"/>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33"/>
                <p:cNvSpPr/>
                <p:nvPr/>
              </p:nvSpPr>
              <p:spPr>
                <a:xfrm>
                  <a:off x="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33"/>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33"/>
                <p:cNvSpPr/>
                <p:nvPr/>
              </p:nvSpPr>
              <p:spPr>
                <a:xfrm>
                  <a:off x="762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33"/>
                <p:cNvSpPr/>
                <p:nvPr/>
              </p:nvSpPr>
              <p:spPr>
                <a:xfrm>
                  <a:off x="685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33"/>
                <p:cNvSpPr/>
                <p:nvPr/>
              </p:nvSpPr>
              <p:spPr>
                <a:xfrm>
                  <a:off x="838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33"/>
                <p:cNvSpPr/>
                <p:nvPr/>
              </p:nvSpPr>
              <p:spPr>
                <a:xfrm>
                  <a:off x="1869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33"/>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33"/>
                <p:cNvSpPr/>
                <p:nvPr/>
              </p:nvSpPr>
              <p:spPr>
                <a:xfrm>
                  <a:off x="110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33"/>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33"/>
                <p:cNvSpPr/>
                <p:nvPr/>
              </p:nvSpPr>
              <p:spPr>
                <a:xfrm>
                  <a:off x="7203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33"/>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33"/>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33"/>
                <p:cNvSpPr/>
                <p:nvPr/>
              </p:nvSpPr>
              <p:spPr>
                <a:xfrm>
                  <a:off x="7620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33"/>
                <p:cNvSpPr/>
                <p:nvPr/>
              </p:nvSpPr>
              <p:spPr>
                <a:xfrm>
                  <a:off x="8382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33"/>
                <p:cNvSpPr/>
                <p:nvPr/>
              </p:nvSpPr>
              <p:spPr>
                <a:xfrm>
                  <a:off x="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2" name="Google Shape;2112;p33"/>
              <p:cNvGrpSpPr/>
              <p:nvPr/>
            </p:nvGrpSpPr>
            <p:grpSpPr>
              <a:xfrm>
                <a:off x="762000" y="3189432"/>
                <a:ext cx="1524000" cy="291000"/>
                <a:chOff x="762000" y="3340675"/>
                <a:chExt cx="1524000" cy="291000"/>
              </a:xfrm>
            </p:grpSpPr>
            <p:sp>
              <p:nvSpPr>
                <p:cNvPr id="2113" name="Google Shape;2113;p33"/>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33"/>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15" name="Google Shape;2115;p33"/>
            <p:cNvGrpSpPr/>
            <p:nvPr/>
          </p:nvGrpSpPr>
          <p:grpSpPr>
            <a:xfrm>
              <a:off x="7965375" y="2898432"/>
              <a:ext cx="1524000" cy="291000"/>
              <a:chOff x="7965375" y="3049675"/>
              <a:chExt cx="1524000" cy="291000"/>
            </a:xfrm>
          </p:grpSpPr>
          <p:sp>
            <p:nvSpPr>
              <p:cNvPr id="2116" name="Google Shape;2116;p33"/>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33"/>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8" name="Google Shape;2118;p33"/>
            <p:cNvGrpSpPr/>
            <p:nvPr/>
          </p:nvGrpSpPr>
          <p:grpSpPr>
            <a:xfrm>
              <a:off x="-381000" y="2902607"/>
              <a:ext cx="1519475" cy="291000"/>
              <a:chOff x="-381000" y="3049675"/>
              <a:chExt cx="1519475" cy="291000"/>
            </a:xfrm>
          </p:grpSpPr>
          <p:sp>
            <p:nvSpPr>
              <p:cNvPr id="2119" name="Google Shape;2119;p33"/>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33"/>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121" name="Google Shape;2121;p33"/>
          <p:cNvSpPr/>
          <p:nvPr/>
        </p:nvSpPr>
        <p:spPr>
          <a:xfrm flipH="1">
            <a:off x="5518745" y="3178097"/>
            <a:ext cx="3621300" cy="17460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33"/>
          <p:cNvSpPr/>
          <p:nvPr/>
        </p:nvSpPr>
        <p:spPr>
          <a:xfrm>
            <a:off x="-3941" y="4603997"/>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23" name="Google Shape;2123;p33"/>
          <p:cNvGrpSpPr/>
          <p:nvPr/>
        </p:nvGrpSpPr>
        <p:grpSpPr>
          <a:xfrm>
            <a:off x="1911011" y="4186605"/>
            <a:ext cx="678436" cy="831316"/>
            <a:chOff x="2876954" y="198975"/>
            <a:chExt cx="2854169" cy="3497334"/>
          </a:xfrm>
        </p:grpSpPr>
        <p:sp>
          <p:nvSpPr>
            <p:cNvPr id="2124" name="Google Shape;2124;p33"/>
            <p:cNvSpPr/>
            <p:nvPr/>
          </p:nvSpPr>
          <p:spPr>
            <a:xfrm>
              <a:off x="2876954" y="3420731"/>
              <a:ext cx="2854169" cy="275579"/>
            </a:xfrm>
            <a:custGeom>
              <a:rect b="b" l="l" r="r" t="t"/>
              <a:pathLst>
                <a:path extrusionOk="0" h="535" w="5541">
                  <a:moveTo>
                    <a:pt x="1" y="0"/>
                  </a:moveTo>
                  <a:lnTo>
                    <a:pt x="1" y="535"/>
                  </a:lnTo>
                  <a:lnTo>
                    <a:pt x="5541" y="535"/>
                  </a:lnTo>
                  <a:lnTo>
                    <a:pt x="55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33"/>
            <p:cNvSpPr/>
            <p:nvPr/>
          </p:nvSpPr>
          <p:spPr>
            <a:xfrm>
              <a:off x="3091750" y="198975"/>
              <a:ext cx="2424576" cy="3236888"/>
            </a:xfrm>
            <a:custGeom>
              <a:rect b="b" l="l" r="r" t="t"/>
              <a:pathLst>
                <a:path extrusionOk="0" h="6284" w="4707">
                  <a:moveTo>
                    <a:pt x="2360" y="0"/>
                  </a:moveTo>
                  <a:lnTo>
                    <a:pt x="1" y="6283"/>
                  </a:lnTo>
                  <a:lnTo>
                    <a:pt x="4707" y="6283"/>
                  </a:lnTo>
                  <a:lnTo>
                    <a:pt x="236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33"/>
            <p:cNvSpPr/>
            <p:nvPr/>
          </p:nvSpPr>
          <p:spPr>
            <a:xfrm>
              <a:off x="3568733" y="1810207"/>
              <a:ext cx="1471126" cy="356449"/>
            </a:xfrm>
            <a:custGeom>
              <a:rect b="b" l="l" r="r" t="t"/>
              <a:pathLst>
                <a:path extrusionOk="0" h="692" w="2856">
                  <a:moveTo>
                    <a:pt x="261" y="1"/>
                  </a:moveTo>
                  <a:lnTo>
                    <a:pt x="0" y="692"/>
                  </a:lnTo>
                  <a:lnTo>
                    <a:pt x="2855" y="692"/>
                  </a:lnTo>
                  <a:lnTo>
                    <a:pt x="260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33"/>
            <p:cNvSpPr/>
            <p:nvPr/>
          </p:nvSpPr>
          <p:spPr>
            <a:xfrm>
              <a:off x="3803618" y="1172513"/>
              <a:ext cx="1000839" cy="356449"/>
            </a:xfrm>
            <a:custGeom>
              <a:rect b="b" l="l" r="r" t="t"/>
              <a:pathLst>
                <a:path extrusionOk="0" h="692" w="1943">
                  <a:moveTo>
                    <a:pt x="261" y="0"/>
                  </a:moveTo>
                  <a:lnTo>
                    <a:pt x="1" y="691"/>
                  </a:lnTo>
                  <a:lnTo>
                    <a:pt x="1943" y="691"/>
                  </a:lnTo>
                  <a:lnTo>
                    <a:pt x="168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8" name="Google Shape;2128;p33"/>
          <p:cNvSpPr/>
          <p:nvPr/>
        </p:nvSpPr>
        <p:spPr>
          <a:xfrm>
            <a:off x="4796319" y="4820290"/>
            <a:ext cx="2036911" cy="361376"/>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29" name="Google Shape;2129;p33"/>
          <p:cNvGrpSpPr/>
          <p:nvPr/>
        </p:nvGrpSpPr>
        <p:grpSpPr>
          <a:xfrm>
            <a:off x="2683136" y="4255980"/>
            <a:ext cx="678436" cy="831316"/>
            <a:chOff x="2876954" y="198975"/>
            <a:chExt cx="2854169" cy="3497334"/>
          </a:xfrm>
        </p:grpSpPr>
        <p:sp>
          <p:nvSpPr>
            <p:cNvPr id="2130" name="Google Shape;2130;p33"/>
            <p:cNvSpPr/>
            <p:nvPr/>
          </p:nvSpPr>
          <p:spPr>
            <a:xfrm>
              <a:off x="2876954" y="3420731"/>
              <a:ext cx="2854169" cy="275579"/>
            </a:xfrm>
            <a:custGeom>
              <a:rect b="b" l="l" r="r" t="t"/>
              <a:pathLst>
                <a:path extrusionOk="0" h="535" w="5541">
                  <a:moveTo>
                    <a:pt x="1" y="0"/>
                  </a:moveTo>
                  <a:lnTo>
                    <a:pt x="1" y="535"/>
                  </a:lnTo>
                  <a:lnTo>
                    <a:pt x="5541" y="535"/>
                  </a:lnTo>
                  <a:lnTo>
                    <a:pt x="55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33"/>
            <p:cNvSpPr/>
            <p:nvPr/>
          </p:nvSpPr>
          <p:spPr>
            <a:xfrm>
              <a:off x="3091750" y="198975"/>
              <a:ext cx="2424576" cy="3236888"/>
            </a:xfrm>
            <a:custGeom>
              <a:rect b="b" l="l" r="r" t="t"/>
              <a:pathLst>
                <a:path extrusionOk="0" h="6284" w="4707">
                  <a:moveTo>
                    <a:pt x="2360" y="0"/>
                  </a:moveTo>
                  <a:lnTo>
                    <a:pt x="1" y="6283"/>
                  </a:lnTo>
                  <a:lnTo>
                    <a:pt x="4707" y="6283"/>
                  </a:lnTo>
                  <a:lnTo>
                    <a:pt x="236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33"/>
            <p:cNvSpPr/>
            <p:nvPr/>
          </p:nvSpPr>
          <p:spPr>
            <a:xfrm>
              <a:off x="3568733" y="1810207"/>
              <a:ext cx="1471126" cy="356449"/>
            </a:xfrm>
            <a:custGeom>
              <a:rect b="b" l="l" r="r" t="t"/>
              <a:pathLst>
                <a:path extrusionOk="0" h="692" w="2856">
                  <a:moveTo>
                    <a:pt x="261" y="1"/>
                  </a:moveTo>
                  <a:lnTo>
                    <a:pt x="0" y="692"/>
                  </a:lnTo>
                  <a:lnTo>
                    <a:pt x="2855" y="692"/>
                  </a:lnTo>
                  <a:lnTo>
                    <a:pt x="260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33"/>
            <p:cNvSpPr/>
            <p:nvPr/>
          </p:nvSpPr>
          <p:spPr>
            <a:xfrm>
              <a:off x="3803618" y="1172513"/>
              <a:ext cx="1000839" cy="356449"/>
            </a:xfrm>
            <a:custGeom>
              <a:rect b="b" l="l" r="r" t="t"/>
              <a:pathLst>
                <a:path extrusionOk="0" h="692" w="1943">
                  <a:moveTo>
                    <a:pt x="261" y="0"/>
                  </a:moveTo>
                  <a:lnTo>
                    <a:pt x="1" y="691"/>
                  </a:lnTo>
                  <a:lnTo>
                    <a:pt x="1943" y="691"/>
                  </a:lnTo>
                  <a:lnTo>
                    <a:pt x="168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34" name="Google Shape;2134;p33"/>
          <p:cNvGrpSpPr/>
          <p:nvPr/>
        </p:nvGrpSpPr>
        <p:grpSpPr>
          <a:xfrm>
            <a:off x="6955234" y="3890363"/>
            <a:ext cx="3131738" cy="1196926"/>
            <a:chOff x="4525475" y="1014550"/>
            <a:chExt cx="279375" cy="106775"/>
          </a:xfrm>
        </p:grpSpPr>
        <p:sp>
          <p:nvSpPr>
            <p:cNvPr id="2135" name="Google Shape;2135;p33"/>
            <p:cNvSpPr/>
            <p:nvPr/>
          </p:nvSpPr>
          <p:spPr>
            <a:xfrm>
              <a:off x="4543025" y="1068050"/>
              <a:ext cx="226150" cy="53275"/>
            </a:xfrm>
            <a:custGeom>
              <a:rect b="b" l="l" r="r" t="t"/>
              <a:pathLst>
                <a:path extrusionOk="0" h="2131" w="9046">
                  <a:moveTo>
                    <a:pt x="1" y="1"/>
                  </a:moveTo>
                  <a:lnTo>
                    <a:pt x="1" y="2130"/>
                  </a:lnTo>
                  <a:lnTo>
                    <a:pt x="8343" y="2130"/>
                  </a:lnTo>
                  <a:cubicBezTo>
                    <a:pt x="8728" y="2130"/>
                    <a:pt x="9046" y="1647"/>
                    <a:pt x="9046" y="1066"/>
                  </a:cubicBezTo>
                  <a:cubicBezTo>
                    <a:pt x="9046" y="473"/>
                    <a:pt x="8728" y="1"/>
                    <a:pt x="8343" y="1"/>
                  </a:cubicBezTo>
                  <a:close/>
                </a:path>
              </a:pathLst>
            </a:custGeom>
            <a:solidFill>
              <a:srgbClr val="AABB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33"/>
            <p:cNvSpPr/>
            <p:nvPr/>
          </p:nvSpPr>
          <p:spPr>
            <a:xfrm>
              <a:off x="4543025" y="1068050"/>
              <a:ext cx="226150" cy="53275"/>
            </a:xfrm>
            <a:custGeom>
              <a:rect b="b" l="l" r="r" t="t"/>
              <a:pathLst>
                <a:path extrusionOk="0" h="2131" w="9046">
                  <a:moveTo>
                    <a:pt x="1" y="1"/>
                  </a:moveTo>
                  <a:lnTo>
                    <a:pt x="1" y="2130"/>
                  </a:lnTo>
                  <a:lnTo>
                    <a:pt x="8343" y="2130"/>
                  </a:lnTo>
                  <a:cubicBezTo>
                    <a:pt x="8728" y="2130"/>
                    <a:pt x="9046" y="1647"/>
                    <a:pt x="9046" y="1066"/>
                  </a:cubicBezTo>
                  <a:cubicBezTo>
                    <a:pt x="9046" y="473"/>
                    <a:pt x="8728" y="1"/>
                    <a:pt x="83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33"/>
            <p:cNvSpPr/>
            <p:nvPr/>
          </p:nvSpPr>
          <p:spPr>
            <a:xfrm>
              <a:off x="4525475" y="1068050"/>
              <a:ext cx="35150" cy="53275"/>
            </a:xfrm>
            <a:custGeom>
              <a:rect b="b" l="l" r="r" t="t"/>
              <a:pathLst>
                <a:path extrusionOk="0" h="2131" w="1406">
                  <a:moveTo>
                    <a:pt x="703" y="1"/>
                  </a:moveTo>
                  <a:cubicBezTo>
                    <a:pt x="318" y="1"/>
                    <a:pt x="0" y="473"/>
                    <a:pt x="0" y="1066"/>
                  </a:cubicBezTo>
                  <a:cubicBezTo>
                    <a:pt x="0" y="1647"/>
                    <a:pt x="318" y="2130"/>
                    <a:pt x="703" y="2130"/>
                  </a:cubicBezTo>
                  <a:cubicBezTo>
                    <a:pt x="1098" y="2130"/>
                    <a:pt x="1405" y="1647"/>
                    <a:pt x="1405" y="1066"/>
                  </a:cubicBezTo>
                  <a:cubicBezTo>
                    <a:pt x="1405" y="473"/>
                    <a:pt x="1098" y="1"/>
                    <a:pt x="7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33"/>
            <p:cNvSpPr/>
            <p:nvPr/>
          </p:nvSpPr>
          <p:spPr>
            <a:xfrm>
              <a:off x="4529025" y="1073275"/>
              <a:ext cx="28300" cy="42550"/>
            </a:xfrm>
            <a:custGeom>
              <a:rect b="b" l="l" r="r" t="t"/>
              <a:pathLst>
                <a:path extrusionOk="0" h="1702" w="1132">
                  <a:moveTo>
                    <a:pt x="561" y="0"/>
                  </a:moveTo>
                  <a:cubicBezTo>
                    <a:pt x="253" y="0"/>
                    <a:pt x="1" y="385"/>
                    <a:pt x="1" y="857"/>
                  </a:cubicBezTo>
                  <a:cubicBezTo>
                    <a:pt x="1" y="1329"/>
                    <a:pt x="253" y="1702"/>
                    <a:pt x="561" y="1702"/>
                  </a:cubicBezTo>
                  <a:cubicBezTo>
                    <a:pt x="879" y="1702"/>
                    <a:pt x="1131" y="1329"/>
                    <a:pt x="1131" y="857"/>
                  </a:cubicBezTo>
                  <a:cubicBezTo>
                    <a:pt x="1131" y="385"/>
                    <a:pt x="879" y="0"/>
                    <a:pt x="56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33"/>
            <p:cNvSpPr/>
            <p:nvPr/>
          </p:nvSpPr>
          <p:spPr>
            <a:xfrm>
              <a:off x="4578700" y="1068050"/>
              <a:ext cx="226150" cy="53275"/>
            </a:xfrm>
            <a:custGeom>
              <a:rect b="b" l="l" r="r" t="t"/>
              <a:pathLst>
                <a:path extrusionOk="0" h="2131" w="9046">
                  <a:moveTo>
                    <a:pt x="1" y="1"/>
                  </a:moveTo>
                  <a:lnTo>
                    <a:pt x="1" y="2130"/>
                  </a:lnTo>
                  <a:lnTo>
                    <a:pt x="8343" y="2130"/>
                  </a:lnTo>
                  <a:cubicBezTo>
                    <a:pt x="8728" y="2130"/>
                    <a:pt x="9046" y="1647"/>
                    <a:pt x="9046" y="1066"/>
                  </a:cubicBezTo>
                  <a:cubicBezTo>
                    <a:pt x="9046" y="473"/>
                    <a:pt x="8728" y="1"/>
                    <a:pt x="8343" y="1"/>
                  </a:cubicBezTo>
                  <a:close/>
                </a:path>
              </a:pathLst>
            </a:custGeom>
            <a:solidFill>
              <a:srgbClr val="AABB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33"/>
            <p:cNvSpPr/>
            <p:nvPr/>
          </p:nvSpPr>
          <p:spPr>
            <a:xfrm>
              <a:off x="4578700" y="1068050"/>
              <a:ext cx="226150" cy="53275"/>
            </a:xfrm>
            <a:custGeom>
              <a:rect b="b" l="l" r="r" t="t"/>
              <a:pathLst>
                <a:path extrusionOk="0" h="2131" w="9046">
                  <a:moveTo>
                    <a:pt x="1" y="1"/>
                  </a:moveTo>
                  <a:lnTo>
                    <a:pt x="1" y="2130"/>
                  </a:lnTo>
                  <a:lnTo>
                    <a:pt x="8343" y="2130"/>
                  </a:lnTo>
                  <a:cubicBezTo>
                    <a:pt x="8728" y="2130"/>
                    <a:pt x="9046" y="1647"/>
                    <a:pt x="9046" y="1066"/>
                  </a:cubicBezTo>
                  <a:cubicBezTo>
                    <a:pt x="9046" y="473"/>
                    <a:pt x="8728" y="1"/>
                    <a:pt x="83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33"/>
            <p:cNvSpPr/>
            <p:nvPr/>
          </p:nvSpPr>
          <p:spPr>
            <a:xfrm>
              <a:off x="4561150" y="1068050"/>
              <a:ext cx="35150" cy="53275"/>
            </a:xfrm>
            <a:custGeom>
              <a:rect b="b" l="l" r="r" t="t"/>
              <a:pathLst>
                <a:path extrusionOk="0" h="2131" w="1406">
                  <a:moveTo>
                    <a:pt x="703" y="1"/>
                  </a:moveTo>
                  <a:cubicBezTo>
                    <a:pt x="318" y="1"/>
                    <a:pt x="0" y="473"/>
                    <a:pt x="0" y="1066"/>
                  </a:cubicBezTo>
                  <a:cubicBezTo>
                    <a:pt x="0" y="1647"/>
                    <a:pt x="318" y="2130"/>
                    <a:pt x="703" y="2130"/>
                  </a:cubicBezTo>
                  <a:cubicBezTo>
                    <a:pt x="1098" y="2130"/>
                    <a:pt x="1405" y="1647"/>
                    <a:pt x="1405" y="1066"/>
                  </a:cubicBezTo>
                  <a:cubicBezTo>
                    <a:pt x="1405" y="473"/>
                    <a:pt x="1098" y="1"/>
                    <a:pt x="7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33"/>
            <p:cNvSpPr/>
            <p:nvPr/>
          </p:nvSpPr>
          <p:spPr>
            <a:xfrm>
              <a:off x="4564700" y="1073275"/>
              <a:ext cx="28300" cy="42550"/>
            </a:xfrm>
            <a:custGeom>
              <a:rect b="b" l="l" r="r" t="t"/>
              <a:pathLst>
                <a:path extrusionOk="0" h="1702" w="1132">
                  <a:moveTo>
                    <a:pt x="561" y="0"/>
                  </a:moveTo>
                  <a:cubicBezTo>
                    <a:pt x="253" y="0"/>
                    <a:pt x="1" y="385"/>
                    <a:pt x="1" y="857"/>
                  </a:cubicBezTo>
                  <a:cubicBezTo>
                    <a:pt x="1" y="1329"/>
                    <a:pt x="253" y="1702"/>
                    <a:pt x="561" y="1702"/>
                  </a:cubicBezTo>
                  <a:cubicBezTo>
                    <a:pt x="879" y="1702"/>
                    <a:pt x="1131" y="1329"/>
                    <a:pt x="1131" y="857"/>
                  </a:cubicBezTo>
                  <a:cubicBezTo>
                    <a:pt x="1131" y="385"/>
                    <a:pt x="879" y="0"/>
                    <a:pt x="56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33"/>
            <p:cNvSpPr/>
            <p:nvPr/>
          </p:nvSpPr>
          <p:spPr>
            <a:xfrm>
              <a:off x="4561700" y="1014550"/>
              <a:ext cx="208300" cy="53250"/>
            </a:xfrm>
            <a:custGeom>
              <a:rect b="b" l="l" r="r" t="t"/>
              <a:pathLst>
                <a:path extrusionOk="0" h="2130" w="8332">
                  <a:moveTo>
                    <a:pt x="0" y="0"/>
                  </a:moveTo>
                  <a:lnTo>
                    <a:pt x="0" y="2130"/>
                  </a:lnTo>
                  <a:lnTo>
                    <a:pt x="8332" y="2130"/>
                  </a:lnTo>
                  <a:lnTo>
                    <a:pt x="833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33"/>
            <p:cNvSpPr/>
            <p:nvPr/>
          </p:nvSpPr>
          <p:spPr>
            <a:xfrm>
              <a:off x="4752425" y="1014825"/>
              <a:ext cx="35150" cy="52975"/>
            </a:xfrm>
            <a:custGeom>
              <a:rect b="b" l="l" r="r" t="t"/>
              <a:pathLst>
                <a:path extrusionOk="0" h="2119" w="1406">
                  <a:moveTo>
                    <a:pt x="703" y="0"/>
                  </a:moveTo>
                  <a:cubicBezTo>
                    <a:pt x="319" y="0"/>
                    <a:pt x="0" y="472"/>
                    <a:pt x="0" y="1054"/>
                  </a:cubicBezTo>
                  <a:cubicBezTo>
                    <a:pt x="0" y="1647"/>
                    <a:pt x="319" y="2119"/>
                    <a:pt x="703" y="2119"/>
                  </a:cubicBezTo>
                  <a:cubicBezTo>
                    <a:pt x="1098" y="2119"/>
                    <a:pt x="1405" y="1647"/>
                    <a:pt x="1405" y="1054"/>
                  </a:cubicBezTo>
                  <a:cubicBezTo>
                    <a:pt x="1405" y="472"/>
                    <a:pt x="1098" y="0"/>
                    <a:pt x="703" y="0"/>
                  </a:cubicBezTo>
                  <a:close/>
                </a:path>
              </a:pathLst>
            </a:custGeom>
            <a:solidFill>
              <a:srgbClr val="AABB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33"/>
            <p:cNvSpPr/>
            <p:nvPr/>
          </p:nvSpPr>
          <p:spPr>
            <a:xfrm>
              <a:off x="4544125" y="1014550"/>
              <a:ext cx="35150" cy="53250"/>
            </a:xfrm>
            <a:custGeom>
              <a:rect b="b" l="l" r="r" t="t"/>
              <a:pathLst>
                <a:path extrusionOk="0" h="2130" w="1406">
                  <a:moveTo>
                    <a:pt x="703" y="0"/>
                  </a:moveTo>
                  <a:cubicBezTo>
                    <a:pt x="319" y="0"/>
                    <a:pt x="1" y="483"/>
                    <a:pt x="1" y="1065"/>
                  </a:cubicBezTo>
                  <a:cubicBezTo>
                    <a:pt x="1" y="1658"/>
                    <a:pt x="308" y="2130"/>
                    <a:pt x="703" y="2130"/>
                  </a:cubicBezTo>
                  <a:cubicBezTo>
                    <a:pt x="1087" y="2130"/>
                    <a:pt x="1406" y="1658"/>
                    <a:pt x="1406" y="1065"/>
                  </a:cubicBezTo>
                  <a:cubicBezTo>
                    <a:pt x="1406" y="483"/>
                    <a:pt x="1087" y="0"/>
                    <a:pt x="7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33"/>
            <p:cNvSpPr/>
            <p:nvPr/>
          </p:nvSpPr>
          <p:spPr>
            <a:xfrm>
              <a:off x="4547700" y="1020025"/>
              <a:ext cx="28000" cy="42575"/>
            </a:xfrm>
            <a:custGeom>
              <a:rect b="b" l="l" r="r" t="t"/>
              <a:pathLst>
                <a:path extrusionOk="0" h="1703" w="1120">
                  <a:moveTo>
                    <a:pt x="560" y="1"/>
                  </a:moveTo>
                  <a:cubicBezTo>
                    <a:pt x="253" y="1"/>
                    <a:pt x="0" y="385"/>
                    <a:pt x="0" y="846"/>
                  </a:cubicBezTo>
                  <a:cubicBezTo>
                    <a:pt x="0" y="1318"/>
                    <a:pt x="242" y="1702"/>
                    <a:pt x="560" y="1702"/>
                  </a:cubicBezTo>
                  <a:cubicBezTo>
                    <a:pt x="867" y="1702"/>
                    <a:pt x="1120" y="1318"/>
                    <a:pt x="1120" y="846"/>
                  </a:cubicBezTo>
                  <a:cubicBezTo>
                    <a:pt x="1120" y="385"/>
                    <a:pt x="867" y="1"/>
                    <a:pt x="56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2147" name="Shape 2147"/>
        <p:cNvGrpSpPr/>
        <p:nvPr/>
      </p:nvGrpSpPr>
      <p:grpSpPr>
        <a:xfrm>
          <a:off x="0" y="0"/>
          <a:ext cx="0" cy="0"/>
          <a:chOff x="0" y="0"/>
          <a:chExt cx="0" cy="0"/>
        </a:xfrm>
      </p:grpSpPr>
      <p:sp>
        <p:nvSpPr>
          <p:cNvPr id="2148" name="Google Shape;2148;p34"/>
          <p:cNvSpPr txBox="1"/>
          <p:nvPr>
            <p:ph type="title"/>
          </p:nvPr>
        </p:nvSpPr>
        <p:spPr>
          <a:xfrm>
            <a:off x="713250" y="539500"/>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2149" name="Google Shape;2149;p34"/>
          <p:cNvSpPr txBox="1"/>
          <p:nvPr>
            <p:ph idx="1" type="subTitle"/>
          </p:nvPr>
        </p:nvSpPr>
        <p:spPr>
          <a:xfrm>
            <a:off x="1094825" y="2000100"/>
            <a:ext cx="2792700" cy="12519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grpSp>
        <p:nvGrpSpPr>
          <p:cNvPr id="2150" name="Google Shape;2150;p34"/>
          <p:cNvGrpSpPr/>
          <p:nvPr/>
        </p:nvGrpSpPr>
        <p:grpSpPr>
          <a:xfrm flipH="1">
            <a:off x="-22984" y="939791"/>
            <a:ext cx="4045976" cy="3889979"/>
            <a:chOff x="3074425" y="836100"/>
            <a:chExt cx="1863732" cy="1981650"/>
          </a:xfrm>
        </p:grpSpPr>
        <p:sp>
          <p:nvSpPr>
            <p:cNvPr id="2151" name="Google Shape;2151;p34"/>
            <p:cNvSpPr/>
            <p:nvPr/>
          </p:nvSpPr>
          <p:spPr>
            <a:xfrm>
              <a:off x="4381317" y="1606358"/>
              <a:ext cx="556840" cy="1211366"/>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34"/>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34"/>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34"/>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34"/>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34"/>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34"/>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34"/>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9" name="Google Shape;2159;p34"/>
          <p:cNvGrpSpPr/>
          <p:nvPr/>
        </p:nvGrpSpPr>
        <p:grpSpPr>
          <a:xfrm>
            <a:off x="-128935" y="2000100"/>
            <a:ext cx="1145771" cy="2213569"/>
            <a:chOff x="3308625" y="459175"/>
            <a:chExt cx="736925" cy="1423700"/>
          </a:xfrm>
        </p:grpSpPr>
        <p:sp>
          <p:nvSpPr>
            <p:cNvPr id="2160" name="Google Shape;2160;p34"/>
            <p:cNvSpPr/>
            <p:nvPr/>
          </p:nvSpPr>
          <p:spPr>
            <a:xfrm>
              <a:off x="3308625" y="459175"/>
              <a:ext cx="736925" cy="1423700"/>
            </a:xfrm>
            <a:custGeom>
              <a:rect b="b" l="l" r="r" t="t"/>
              <a:pathLst>
                <a:path extrusionOk="0" h="56948" w="29477">
                  <a:moveTo>
                    <a:pt x="0" y="0"/>
                  </a:moveTo>
                  <a:lnTo>
                    <a:pt x="0" y="56948"/>
                  </a:lnTo>
                  <a:lnTo>
                    <a:pt x="29477" y="56948"/>
                  </a:lnTo>
                  <a:lnTo>
                    <a:pt x="29477" y="0"/>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34"/>
            <p:cNvSpPr/>
            <p:nvPr/>
          </p:nvSpPr>
          <p:spPr>
            <a:xfrm>
              <a:off x="3352625" y="748525"/>
              <a:ext cx="109850" cy="148175"/>
            </a:xfrm>
            <a:custGeom>
              <a:rect b="b" l="l" r="r" t="t"/>
              <a:pathLst>
                <a:path extrusionOk="0" h="5927" w="4394">
                  <a:moveTo>
                    <a:pt x="2197" y="0"/>
                  </a:moveTo>
                  <a:cubicBezTo>
                    <a:pt x="977" y="0"/>
                    <a:pt x="1" y="994"/>
                    <a:pt x="1" y="2214"/>
                  </a:cubicBezTo>
                  <a:lnTo>
                    <a:pt x="1" y="5927"/>
                  </a:lnTo>
                  <a:lnTo>
                    <a:pt x="4394" y="5927"/>
                  </a:lnTo>
                  <a:lnTo>
                    <a:pt x="4394" y="2197"/>
                  </a:lnTo>
                  <a:cubicBezTo>
                    <a:pt x="4394"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34"/>
            <p:cNvSpPr/>
            <p:nvPr/>
          </p:nvSpPr>
          <p:spPr>
            <a:xfrm>
              <a:off x="3499500" y="748525"/>
              <a:ext cx="109825" cy="148175"/>
            </a:xfrm>
            <a:custGeom>
              <a:rect b="b" l="l" r="r" t="t"/>
              <a:pathLst>
                <a:path extrusionOk="0" h="5927" w="4393">
                  <a:moveTo>
                    <a:pt x="2197" y="0"/>
                  </a:moveTo>
                  <a:cubicBezTo>
                    <a:pt x="994" y="0"/>
                    <a:pt x="0" y="994"/>
                    <a:pt x="0" y="2214"/>
                  </a:cubicBezTo>
                  <a:lnTo>
                    <a:pt x="0" y="5927"/>
                  </a:lnTo>
                  <a:lnTo>
                    <a:pt x="4393" y="5927"/>
                  </a:lnTo>
                  <a:lnTo>
                    <a:pt x="4393" y="2214"/>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34"/>
            <p:cNvSpPr/>
            <p:nvPr/>
          </p:nvSpPr>
          <p:spPr>
            <a:xfrm>
              <a:off x="3646350" y="748525"/>
              <a:ext cx="110275" cy="148175"/>
            </a:xfrm>
            <a:custGeom>
              <a:rect b="b" l="l" r="r" t="t"/>
              <a:pathLst>
                <a:path extrusionOk="0" h="5927" w="4411">
                  <a:moveTo>
                    <a:pt x="2214" y="0"/>
                  </a:moveTo>
                  <a:cubicBezTo>
                    <a:pt x="994" y="0"/>
                    <a:pt x="1" y="994"/>
                    <a:pt x="1" y="2214"/>
                  </a:cubicBezTo>
                  <a:lnTo>
                    <a:pt x="1" y="5927"/>
                  </a:lnTo>
                  <a:lnTo>
                    <a:pt x="4411" y="5927"/>
                  </a:lnTo>
                  <a:lnTo>
                    <a:pt x="4411" y="2214"/>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34"/>
            <p:cNvSpPr/>
            <p:nvPr/>
          </p:nvSpPr>
          <p:spPr>
            <a:xfrm>
              <a:off x="3352625" y="554600"/>
              <a:ext cx="109850" cy="148200"/>
            </a:xfrm>
            <a:custGeom>
              <a:rect b="b" l="l" r="r" t="t"/>
              <a:pathLst>
                <a:path extrusionOk="0" h="5928" w="4394">
                  <a:moveTo>
                    <a:pt x="2197" y="0"/>
                  </a:moveTo>
                  <a:cubicBezTo>
                    <a:pt x="977" y="0"/>
                    <a:pt x="1" y="994"/>
                    <a:pt x="1" y="2197"/>
                  </a:cubicBezTo>
                  <a:lnTo>
                    <a:pt x="1" y="5927"/>
                  </a:lnTo>
                  <a:lnTo>
                    <a:pt x="4394" y="5927"/>
                  </a:lnTo>
                  <a:lnTo>
                    <a:pt x="4394" y="2197"/>
                  </a:lnTo>
                  <a:cubicBezTo>
                    <a:pt x="4394" y="977"/>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34"/>
            <p:cNvSpPr/>
            <p:nvPr/>
          </p:nvSpPr>
          <p:spPr>
            <a:xfrm>
              <a:off x="3499500" y="554600"/>
              <a:ext cx="109825" cy="148200"/>
            </a:xfrm>
            <a:custGeom>
              <a:rect b="b" l="l" r="r" t="t"/>
              <a:pathLst>
                <a:path extrusionOk="0" h="5928" w="4393">
                  <a:moveTo>
                    <a:pt x="2197" y="0"/>
                  </a:moveTo>
                  <a:cubicBezTo>
                    <a:pt x="994"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34"/>
            <p:cNvSpPr/>
            <p:nvPr/>
          </p:nvSpPr>
          <p:spPr>
            <a:xfrm>
              <a:off x="3646350" y="554600"/>
              <a:ext cx="110275" cy="148200"/>
            </a:xfrm>
            <a:custGeom>
              <a:rect b="b" l="l" r="r" t="t"/>
              <a:pathLst>
                <a:path extrusionOk="0" h="5928" w="4411">
                  <a:moveTo>
                    <a:pt x="2214" y="0"/>
                  </a:moveTo>
                  <a:cubicBezTo>
                    <a:pt x="994" y="0"/>
                    <a:pt x="1" y="994"/>
                    <a:pt x="1" y="2197"/>
                  </a:cubicBezTo>
                  <a:lnTo>
                    <a:pt x="1"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34"/>
            <p:cNvSpPr/>
            <p:nvPr/>
          </p:nvSpPr>
          <p:spPr>
            <a:xfrm>
              <a:off x="3352625" y="956825"/>
              <a:ext cx="109850" cy="148200"/>
            </a:xfrm>
            <a:custGeom>
              <a:rect b="b" l="l" r="r" t="t"/>
              <a:pathLst>
                <a:path extrusionOk="0" h="5928" w="4394">
                  <a:moveTo>
                    <a:pt x="2197" y="0"/>
                  </a:moveTo>
                  <a:cubicBezTo>
                    <a:pt x="977" y="0"/>
                    <a:pt x="1" y="994"/>
                    <a:pt x="1" y="2197"/>
                  </a:cubicBezTo>
                  <a:lnTo>
                    <a:pt x="1" y="5927"/>
                  </a:lnTo>
                  <a:lnTo>
                    <a:pt x="4394" y="5927"/>
                  </a:lnTo>
                  <a:lnTo>
                    <a:pt x="4394" y="2197"/>
                  </a:lnTo>
                  <a:cubicBezTo>
                    <a:pt x="4394" y="977"/>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34"/>
            <p:cNvSpPr/>
            <p:nvPr/>
          </p:nvSpPr>
          <p:spPr>
            <a:xfrm>
              <a:off x="3499500" y="956825"/>
              <a:ext cx="109825" cy="148200"/>
            </a:xfrm>
            <a:custGeom>
              <a:rect b="b" l="l" r="r" t="t"/>
              <a:pathLst>
                <a:path extrusionOk="0" h="5928" w="4393">
                  <a:moveTo>
                    <a:pt x="2197" y="0"/>
                  </a:moveTo>
                  <a:cubicBezTo>
                    <a:pt x="994"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34"/>
            <p:cNvSpPr/>
            <p:nvPr/>
          </p:nvSpPr>
          <p:spPr>
            <a:xfrm>
              <a:off x="3646350" y="956825"/>
              <a:ext cx="110275" cy="148200"/>
            </a:xfrm>
            <a:custGeom>
              <a:rect b="b" l="l" r="r" t="t"/>
              <a:pathLst>
                <a:path extrusionOk="0" h="5928" w="4411">
                  <a:moveTo>
                    <a:pt x="2214" y="0"/>
                  </a:moveTo>
                  <a:cubicBezTo>
                    <a:pt x="994" y="0"/>
                    <a:pt x="1" y="994"/>
                    <a:pt x="1" y="2197"/>
                  </a:cubicBezTo>
                  <a:lnTo>
                    <a:pt x="1"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34"/>
            <p:cNvSpPr/>
            <p:nvPr/>
          </p:nvSpPr>
          <p:spPr>
            <a:xfrm>
              <a:off x="3354825" y="1356000"/>
              <a:ext cx="110275" cy="148175"/>
            </a:xfrm>
            <a:custGeom>
              <a:rect b="b" l="l" r="r" t="t"/>
              <a:pathLst>
                <a:path extrusionOk="0" h="5927" w="4411">
                  <a:moveTo>
                    <a:pt x="2196" y="0"/>
                  </a:moveTo>
                  <a:cubicBezTo>
                    <a:pt x="994" y="0"/>
                    <a:pt x="0" y="994"/>
                    <a:pt x="0" y="2197"/>
                  </a:cubicBezTo>
                  <a:lnTo>
                    <a:pt x="0" y="5927"/>
                  </a:lnTo>
                  <a:lnTo>
                    <a:pt x="4410" y="5927"/>
                  </a:lnTo>
                  <a:lnTo>
                    <a:pt x="4410" y="2197"/>
                  </a:lnTo>
                  <a:cubicBezTo>
                    <a:pt x="4410" y="994"/>
                    <a:pt x="3417" y="0"/>
                    <a:pt x="2196"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34"/>
            <p:cNvSpPr/>
            <p:nvPr/>
          </p:nvSpPr>
          <p:spPr>
            <a:xfrm>
              <a:off x="3501675" y="1356000"/>
              <a:ext cx="110275" cy="148175"/>
            </a:xfrm>
            <a:custGeom>
              <a:rect b="b" l="l" r="r" t="t"/>
              <a:pathLst>
                <a:path extrusionOk="0" h="5927" w="4411">
                  <a:moveTo>
                    <a:pt x="2214" y="0"/>
                  </a:moveTo>
                  <a:cubicBezTo>
                    <a:pt x="994" y="0"/>
                    <a:pt x="0" y="994"/>
                    <a:pt x="18" y="2197"/>
                  </a:cubicBezTo>
                  <a:lnTo>
                    <a:pt x="18"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34"/>
            <p:cNvSpPr/>
            <p:nvPr/>
          </p:nvSpPr>
          <p:spPr>
            <a:xfrm>
              <a:off x="3648975" y="1356000"/>
              <a:ext cx="109825" cy="148175"/>
            </a:xfrm>
            <a:custGeom>
              <a:rect b="b" l="l" r="r" t="t"/>
              <a:pathLst>
                <a:path extrusionOk="0" h="5927" w="4393">
                  <a:moveTo>
                    <a:pt x="2197" y="0"/>
                  </a:moveTo>
                  <a:cubicBezTo>
                    <a:pt x="976"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34"/>
            <p:cNvSpPr/>
            <p:nvPr/>
          </p:nvSpPr>
          <p:spPr>
            <a:xfrm>
              <a:off x="3354825" y="1562125"/>
              <a:ext cx="110275" cy="148175"/>
            </a:xfrm>
            <a:custGeom>
              <a:rect b="b" l="l" r="r" t="t"/>
              <a:pathLst>
                <a:path extrusionOk="0" h="5927" w="4411">
                  <a:moveTo>
                    <a:pt x="2196" y="0"/>
                  </a:moveTo>
                  <a:cubicBezTo>
                    <a:pt x="994" y="0"/>
                    <a:pt x="0" y="976"/>
                    <a:pt x="0" y="2197"/>
                  </a:cubicBezTo>
                  <a:lnTo>
                    <a:pt x="0" y="5927"/>
                  </a:lnTo>
                  <a:lnTo>
                    <a:pt x="4410" y="5927"/>
                  </a:lnTo>
                  <a:lnTo>
                    <a:pt x="4410" y="2197"/>
                  </a:lnTo>
                  <a:cubicBezTo>
                    <a:pt x="4410" y="976"/>
                    <a:pt x="3417" y="0"/>
                    <a:pt x="2196"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34"/>
            <p:cNvSpPr/>
            <p:nvPr/>
          </p:nvSpPr>
          <p:spPr>
            <a:xfrm>
              <a:off x="3501675" y="1562125"/>
              <a:ext cx="110275" cy="148175"/>
            </a:xfrm>
            <a:custGeom>
              <a:rect b="b" l="l" r="r" t="t"/>
              <a:pathLst>
                <a:path extrusionOk="0" h="5927" w="4411">
                  <a:moveTo>
                    <a:pt x="2214" y="0"/>
                  </a:moveTo>
                  <a:cubicBezTo>
                    <a:pt x="994" y="0"/>
                    <a:pt x="0" y="976"/>
                    <a:pt x="18" y="2197"/>
                  </a:cubicBezTo>
                  <a:lnTo>
                    <a:pt x="18" y="5927"/>
                  </a:lnTo>
                  <a:lnTo>
                    <a:pt x="4411" y="5927"/>
                  </a:lnTo>
                  <a:lnTo>
                    <a:pt x="4411" y="2197"/>
                  </a:lnTo>
                  <a:cubicBezTo>
                    <a:pt x="4411" y="976"/>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34"/>
            <p:cNvSpPr/>
            <p:nvPr/>
          </p:nvSpPr>
          <p:spPr>
            <a:xfrm>
              <a:off x="3648975" y="1562125"/>
              <a:ext cx="109825" cy="148175"/>
            </a:xfrm>
            <a:custGeom>
              <a:rect b="b" l="l" r="r" t="t"/>
              <a:pathLst>
                <a:path extrusionOk="0" h="5927" w="4393">
                  <a:moveTo>
                    <a:pt x="2197" y="0"/>
                  </a:moveTo>
                  <a:cubicBezTo>
                    <a:pt x="976" y="0"/>
                    <a:pt x="0" y="976"/>
                    <a:pt x="0" y="2197"/>
                  </a:cubicBezTo>
                  <a:lnTo>
                    <a:pt x="0" y="5927"/>
                  </a:lnTo>
                  <a:lnTo>
                    <a:pt x="4393" y="5927"/>
                  </a:lnTo>
                  <a:lnTo>
                    <a:pt x="4393" y="2197"/>
                  </a:lnTo>
                  <a:cubicBezTo>
                    <a:pt x="4393" y="976"/>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34"/>
            <p:cNvSpPr/>
            <p:nvPr/>
          </p:nvSpPr>
          <p:spPr>
            <a:xfrm>
              <a:off x="3352625" y="1156400"/>
              <a:ext cx="109850" cy="148200"/>
            </a:xfrm>
            <a:custGeom>
              <a:rect b="b" l="l" r="r" t="t"/>
              <a:pathLst>
                <a:path extrusionOk="0" h="5928" w="4394">
                  <a:moveTo>
                    <a:pt x="2197" y="1"/>
                  </a:moveTo>
                  <a:cubicBezTo>
                    <a:pt x="977" y="1"/>
                    <a:pt x="1" y="994"/>
                    <a:pt x="1" y="2197"/>
                  </a:cubicBezTo>
                  <a:lnTo>
                    <a:pt x="1" y="5927"/>
                  </a:lnTo>
                  <a:lnTo>
                    <a:pt x="4394" y="5927"/>
                  </a:lnTo>
                  <a:lnTo>
                    <a:pt x="4394" y="2197"/>
                  </a:lnTo>
                  <a:cubicBezTo>
                    <a:pt x="4394" y="977"/>
                    <a:pt x="3417" y="1"/>
                    <a:pt x="2197"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34"/>
            <p:cNvSpPr/>
            <p:nvPr/>
          </p:nvSpPr>
          <p:spPr>
            <a:xfrm>
              <a:off x="3499500" y="1156400"/>
              <a:ext cx="109825" cy="148200"/>
            </a:xfrm>
            <a:custGeom>
              <a:rect b="b" l="l" r="r" t="t"/>
              <a:pathLst>
                <a:path extrusionOk="0" h="5928" w="4393">
                  <a:moveTo>
                    <a:pt x="2197" y="1"/>
                  </a:moveTo>
                  <a:cubicBezTo>
                    <a:pt x="994" y="1"/>
                    <a:pt x="0" y="994"/>
                    <a:pt x="0" y="2197"/>
                  </a:cubicBezTo>
                  <a:lnTo>
                    <a:pt x="0" y="5927"/>
                  </a:lnTo>
                  <a:lnTo>
                    <a:pt x="4393" y="5927"/>
                  </a:lnTo>
                  <a:lnTo>
                    <a:pt x="4393" y="2197"/>
                  </a:lnTo>
                  <a:cubicBezTo>
                    <a:pt x="4393" y="994"/>
                    <a:pt x="3417" y="1"/>
                    <a:pt x="2197"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34"/>
            <p:cNvSpPr/>
            <p:nvPr/>
          </p:nvSpPr>
          <p:spPr>
            <a:xfrm>
              <a:off x="3646350" y="1156400"/>
              <a:ext cx="110275" cy="148200"/>
            </a:xfrm>
            <a:custGeom>
              <a:rect b="b" l="l" r="r" t="t"/>
              <a:pathLst>
                <a:path extrusionOk="0" h="5928" w="4411">
                  <a:moveTo>
                    <a:pt x="2214" y="1"/>
                  </a:moveTo>
                  <a:cubicBezTo>
                    <a:pt x="994" y="1"/>
                    <a:pt x="1" y="994"/>
                    <a:pt x="1" y="2197"/>
                  </a:cubicBezTo>
                  <a:lnTo>
                    <a:pt x="1" y="5927"/>
                  </a:lnTo>
                  <a:lnTo>
                    <a:pt x="4411" y="5927"/>
                  </a:lnTo>
                  <a:lnTo>
                    <a:pt x="4411" y="2197"/>
                  </a:lnTo>
                  <a:cubicBezTo>
                    <a:pt x="4411" y="994"/>
                    <a:pt x="3417" y="1"/>
                    <a:pt x="2214"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34"/>
            <p:cNvSpPr/>
            <p:nvPr/>
          </p:nvSpPr>
          <p:spPr>
            <a:xfrm>
              <a:off x="3813700" y="459175"/>
              <a:ext cx="231850" cy="1423700"/>
            </a:xfrm>
            <a:custGeom>
              <a:rect b="b" l="l" r="r" t="t"/>
              <a:pathLst>
                <a:path extrusionOk="0" h="56948" w="9274">
                  <a:moveTo>
                    <a:pt x="0" y="0"/>
                  </a:moveTo>
                  <a:lnTo>
                    <a:pt x="0" y="56948"/>
                  </a:lnTo>
                  <a:lnTo>
                    <a:pt x="9274" y="56948"/>
                  </a:lnTo>
                  <a:lnTo>
                    <a:pt x="927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80" name="Google Shape;2180;p34"/>
          <p:cNvGrpSpPr/>
          <p:nvPr/>
        </p:nvGrpSpPr>
        <p:grpSpPr>
          <a:xfrm flipH="1">
            <a:off x="7158613" y="539493"/>
            <a:ext cx="2014112" cy="4385159"/>
            <a:chOff x="1622025" y="238125"/>
            <a:chExt cx="746825" cy="1626000"/>
          </a:xfrm>
        </p:grpSpPr>
        <p:sp>
          <p:nvSpPr>
            <p:cNvPr id="2181" name="Google Shape;2181;p34"/>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34"/>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34"/>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34"/>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34"/>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86" name="Google Shape;2186;p34"/>
          <p:cNvSpPr/>
          <p:nvPr/>
        </p:nvSpPr>
        <p:spPr>
          <a:xfrm flipH="1">
            <a:off x="7066978" y="348826"/>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34"/>
          <p:cNvSpPr/>
          <p:nvPr/>
        </p:nvSpPr>
        <p:spPr>
          <a:xfrm flipH="1">
            <a:off x="-609088" y="939792"/>
            <a:ext cx="1625922" cy="229945"/>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88" name="Google Shape;2188;p34"/>
          <p:cNvGrpSpPr/>
          <p:nvPr/>
        </p:nvGrpSpPr>
        <p:grpSpPr>
          <a:xfrm>
            <a:off x="-379993" y="4005140"/>
            <a:ext cx="9870375" cy="883510"/>
            <a:chOff x="-381000" y="4005140"/>
            <a:chExt cx="9870375" cy="883510"/>
          </a:xfrm>
        </p:grpSpPr>
        <p:sp>
          <p:nvSpPr>
            <p:cNvPr id="2189" name="Google Shape;2189;p34"/>
            <p:cNvSpPr/>
            <p:nvPr/>
          </p:nvSpPr>
          <p:spPr>
            <a:xfrm>
              <a:off x="1869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34"/>
            <p:cNvSpPr/>
            <p:nvPr/>
          </p:nvSpPr>
          <p:spPr>
            <a:xfrm>
              <a:off x="3764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34"/>
            <p:cNvSpPr/>
            <p:nvPr/>
          </p:nvSpPr>
          <p:spPr>
            <a:xfrm>
              <a:off x="110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34"/>
            <p:cNvSpPr/>
            <p:nvPr/>
          </p:nvSpPr>
          <p:spPr>
            <a:xfrm>
              <a:off x="4155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34"/>
            <p:cNvSpPr/>
            <p:nvPr/>
          </p:nvSpPr>
          <p:spPr>
            <a:xfrm>
              <a:off x="2631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34"/>
            <p:cNvSpPr/>
            <p:nvPr/>
          </p:nvSpPr>
          <p:spPr>
            <a:xfrm>
              <a:off x="3393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34"/>
            <p:cNvSpPr/>
            <p:nvPr/>
          </p:nvSpPr>
          <p:spPr>
            <a:xfrm>
              <a:off x="6441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34"/>
            <p:cNvSpPr/>
            <p:nvPr/>
          </p:nvSpPr>
          <p:spPr>
            <a:xfrm>
              <a:off x="491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34"/>
            <p:cNvSpPr/>
            <p:nvPr/>
          </p:nvSpPr>
          <p:spPr>
            <a:xfrm>
              <a:off x="5679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34"/>
            <p:cNvSpPr/>
            <p:nvPr/>
          </p:nvSpPr>
          <p:spPr>
            <a:xfrm>
              <a:off x="7965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34"/>
            <p:cNvSpPr/>
            <p:nvPr/>
          </p:nvSpPr>
          <p:spPr>
            <a:xfrm>
              <a:off x="7203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34"/>
            <p:cNvSpPr/>
            <p:nvPr/>
          </p:nvSpPr>
          <p:spPr>
            <a:xfrm>
              <a:off x="872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34"/>
            <p:cNvSpPr/>
            <p:nvPr/>
          </p:nvSpPr>
          <p:spPr>
            <a:xfrm>
              <a:off x="-381000"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34"/>
            <p:cNvSpPr/>
            <p:nvPr/>
          </p:nvSpPr>
          <p:spPr>
            <a:xfrm>
              <a:off x="1524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34"/>
            <p:cNvSpPr/>
            <p:nvPr/>
          </p:nvSpPr>
          <p:spPr>
            <a:xfrm>
              <a:off x="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34"/>
            <p:cNvSpPr/>
            <p:nvPr/>
          </p:nvSpPr>
          <p:spPr>
            <a:xfrm>
              <a:off x="762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34"/>
            <p:cNvSpPr/>
            <p:nvPr/>
          </p:nvSpPr>
          <p:spPr>
            <a:xfrm>
              <a:off x="7620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34"/>
            <p:cNvSpPr/>
            <p:nvPr/>
          </p:nvSpPr>
          <p:spPr>
            <a:xfrm>
              <a:off x="8382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34"/>
            <p:cNvSpPr/>
            <p:nvPr/>
          </p:nvSpPr>
          <p:spPr>
            <a:xfrm>
              <a:off x="3764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34"/>
            <p:cNvSpPr/>
            <p:nvPr/>
          </p:nvSpPr>
          <p:spPr>
            <a:xfrm>
              <a:off x="79653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34"/>
            <p:cNvSpPr/>
            <p:nvPr/>
          </p:nvSpPr>
          <p:spPr>
            <a:xfrm>
              <a:off x="87273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34"/>
            <p:cNvSpPr/>
            <p:nvPr/>
          </p:nvSpPr>
          <p:spPr>
            <a:xfrm>
              <a:off x="-381000"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34"/>
            <p:cNvSpPr/>
            <p:nvPr/>
          </p:nvSpPr>
          <p:spPr>
            <a:xfrm>
              <a:off x="-11" y="4005150"/>
              <a:ext cx="2214900" cy="8835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12" name="Google Shape;2212;p34"/>
          <p:cNvSpPr/>
          <p:nvPr/>
        </p:nvSpPr>
        <p:spPr>
          <a:xfrm>
            <a:off x="1007" y="4879925"/>
            <a:ext cx="9144000" cy="29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34"/>
          <p:cNvSpPr/>
          <p:nvPr/>
        </p:nvSpPr>
        <p:spPr>
          <a:xfrm>
            <a:off x="-5" y="4603994"/>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34"/>
          <p:cNvSpPr/>
          <p:nvPr/>
        </p:nvSpPr>
        <p:spPr>
          <a:xfrm>
            <a:off x="7173328" y="4783673"/>
            <a:ext cx="1679113" cy="297898"/>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34"/>
          <p:cNvSpPr/>
          <p:nvPr/>
        </p:nvSpPr>
        <p:spPr>
          <a:xfrm flipH="1">
            <a:off x="4385395" y="219072"/>
            <a:ext cx="916679" cy="12974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16" name="Google Shape;2216;p34"/>
          <p:cNvGrpSpPr/>
          <p:nvPr/>
        </p:nvGrpSpPr>
        <p:grpSpPr>
          <a:xfrm>
            <a:off x="1727305" y="3688065"/>
            <a:ext cx="1894812" cy="1342016"/>
            <a:chOff x="539750" y="4542450"/>
            <a:chExt cx="1297550" cy="919000"/>
          </a:xfrm>
        </p:grpSpPr>
        <p:sp>
          <p:nvSpPr>
            <p:cNvPr id="2217" name="Google Shape;2217;p34"/>
            <p:cNvSpPr/>
            <p:nvPr/>
          </p:nvSpPr>
          <p:spPr>
            <a:xfrm>
              <a:off x="703050" y="4650050"/>
              <a:ext cx="56175" cy="811400"/>
            </a:xfrm>
            <a:custGeom>
              <a:rect b="b" l="l" r="r" t="t"/>
              <a:pathLst>
                <a:path extrusionOk="0" h="32456" w="2247">
                  <a:moveTo>
                    <a:pt x="1" y="1"/>
                  </a:moveTo>
                  <a:lnTo>
                    <a:pt x="1" y="32455"/>
                  </a:lnTo>
                  <a:lnTo>
                    <a:pt x="2247" y="32455"/>
                  </a:lnTo>
                  <a:lnTo>
                    <a:pt x="22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34"/>
            <p:cNvSpPr/>
            <p:nvPr/>
          </p:nvSpPr>
          <p:spPr>
            <a:xfrm>
              <a:off x="1648250" y="4650050"/>
              <a:ext cx="56625" cy="811400"/>
            </a:xfrm>
            <a:custGeom>
              <a:rect b="b" l="l" r="r" t="t"/>
              <a:pathLst>
                <a:path extrusionOk="0" h="32456" w="2265">
                  <a:moveTo>
                    <a:pt x="0" y="1"/>
                  </a:moveTo>
                  <a:lnTo>
                    <a:pt x="0" y="32455"/>
                  </a:lnTo>
                  <a:lnTo>
                    <a:pt x="2265" y="32455"/>
                  </a:lnTo>
                  <a:lnTo>
                    <a:pt x="226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34"/>
            <p:cNvSpPr/>
            <p:nvPr/>
          </p:nvSpPr>
          <p:spPr>
            <a:xfrm>
              <a:off x="539750" y="4542450"/>
              <a:ext cx="1297550" cy="269075"/>
            </a:xfrm>
            <a:custGeom>
              <a:rect b="b" l="l" r="r" t="t"/>
              <a:pathLst>
                <a:path extrusionOk="0" h="10763" w="51902">
                  <a:moveTo>
                    <a:pt x="1" y="0"/>
                  </a:moveTo>
                  <a:lnTo>
                    <a:pt x="1" y="10762"/>
                  </a:lnTo>
                  <a:lnTo>
                    <a:pt x="51902" y="10762"/>
                  </a:lnTo>
                  <a:lnTo>
                    <a:pt x="5190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34"/>
            <p:cNvSpPr/>
            <p:nvPr/>
          </p:nvSpPr>
          <p:spPr>
            <a:xfrm>
              <a:off x="539750" y="4542450"/>
              <a:ext cx="215275" cy="269075"/>
            </a:xfrm>
            <a:custGeom>
              <a:rect b="b" l="l" r="r" t="t"/>
              <a:pathLst>
                <a:path extrusionOk="0" h="10763" w="8611">
                  <a:moveTo>
                    <a:pt x="5429" y="0"/>
                  </a:moveTo>
                  <a:lnTo>
                    <a:pt x="1" y="10762"/>
                  </a:lnTo>
                  <a:lnTo>
                    <a:pt x="3183"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34"/>
            <p:cNvSpPr/>
            <p:nvPr/>
          </p:nvSpPr>
          <p:spPr>
            <a:xfrm>
              <a:off x="694175" y="4542450"/>
              <a:ext cx="215250" cy="269075"/>
            </a:xfrm>
            <a:custGeom>
              <a:rect b="b" l="l" r="r" t="t"/>
              <a:pathLst>
                <a:path extrusionOk="0" h="10763" w="8610">
                  <a:moveTo>
                    <a:pt x="5428" y="0"/>
                  </a:moveTo>
                  <a:lnTo>
                    <a:pt x="0" y="10762"/>
                  </a:lnTo>
                  <a:lnTo>
                    <a:pt x="3201"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34"/>
            <p:cNvSpPr/>
            <p:nvPr/>
          </p:nvSpPr>
          <p:spPr>
            <a:xfrm>
              <a:off x="849050" y="4542450"/>
              <a:ext cx="215250" cy="269075"/>
            </a:xfrm>
            <a:custGeom>
              <a:rect b="b" l="l" r="r" t="t"/>
              <a:pathLst>
                <a:path extrusionOk="0" h="10763" w="8610">
                  <a:moveTo>
                    <a:pt x="5428" y="0"/>
                  </a:moveTo>
                  <a:lnTo>
                    <a:pt x="0" y="10762"/>
                  </a:lnTo>
                  <a:lnTo>
                    <a:pt x="3182"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34"/>
            <p:cNvSpPr/>
            <p:nvPr/>
          </p:nvSpPr>
          <p:spPr>
            <a:xfrm>
              <a:off x="1003450" y="4542450"/>
              <a:ext cx="215275" cy="269075"/>
            </a:xfrm>
            <a:custGeom>
              <a:rect b="b" l="l" r="r" t="t"/>
              <a:pathLst>
                <a:path extrusionOk="0" h="10763" w="8611">
                  <a:moveTo>
                    <a:pt x="5429" y="0"/>
                  </a:moveTo>
                  <a:lnTo>
                    <a:pt x="1" y="10762"/>
                  </a:lnTo>
                  <a:lnTo>
                    <a:pt x="3183"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34"/>
            <p:cNvSpPr/>
            <p:nvPr/>
          </p:nvSpPr>
          <p:spPr>
            <a:xfrm>
              <a:off x="1158325" y="4542450"/>
              <a:ext cx="215275" cy="269075"/>
            </a:xfrm>
            <a:custGeom>
              <a:rect b="b" l="l" r="r" t="t"/>
              <a:pathLst>
                <a:path extrusionOk="0" h="10763" w="8611">
                  <a:moveTo>
                    <a:pt x="5410" y="0"/>
                  </a:moveTo>
                  <a:lnTo>
                    <a:pt x="1" y="10762"/>
                  </a:lnTo>
                  <a:lnTo>
                    <a:pt x="3183" y="10762"/>
                  </a:lnTo>
                  <a:lnTo>
                    <a:pt x="86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34"/>
            <p:cNvSpPr/>
            <p:nvPr/>
          </p:nvSpPr>
          <p:spPr>
            <a:xfrm>
              <a:off x="1312750" y="4542450"/>
              <a:ext cx="215250" cy="269075"/>
            </a:xfrm>
            <a:custGeom>
              <a:rect b="b" l="l" r="r" t="t"/>
              <a:pathLst>
                <a:path extrusionOk="0" h="10763" w="8610">
                  <a:moveTo>
                    <a:pt x="5428" y="0"/>
                  </a:moveTo>
                  <a:lnTo>
                    <a:pt x="0" y="10762"/>
                  </a:lnTo>
                  <a:lnTo>
                    <a:pt x="3182"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34"/>
            <p:cNvSpPr/>
            <p:nvPr/>
          </p:nvSpPr>
          <p:spPr>
            <a:xfrm>
              <a:off x="1467150" y="4542450"/>
              <a:ext cx="215275" cy="269075"/>
            </a:xfrm>
            <a:custGeom>
              <a:rect b="b" l="l" r="r" t="t"/>
              <a:pathLst>
                <a:path extrusionOk="0" h="10763" w="8611">
                  <a:moveTo>
                    <a:pt x="5429" y="0"/>
                  </a:moveTo>
                  <a:lnTo>
                    <a:pt x="1" y="10762"/>
                  </a:lnTo>
                  <a:lnTo>
                    <a:pt x="3201" y="10762"/>
                  </a:lnTo>
                  <a:lnTo>
                    <a:pt x="86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34"/>
            <p:cNvSpPr/>
            <p:nvPr/>
          </p:nvSpPr>
          <p:spPr>
            <a:xfrm>
              <a:off x="1622025" y="4542450"/>
              <a:ext cx="215275" cy="269075"/>
            </a:xfrm>
            <a:custGeom>
              <a:rect b="b" l="l" r="r" t="t"/>
              <a:pathLst>
                <a:path extrusionOk="0" h="10763" w="8611">
                  <a:moveTo>
                    <a:pt x="5429" y="0"/>
                  </a:moveTo>
                  <a:lnTo>
                    <a:pt x="1" y="10762"/>
                  </a:lnTo>
                  <a:lnTo>
                    <a:pt x="3183" y="10762"/>
                  </a:lnTo>
                  <a:lnTo>
                    <a:pt x="86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34"/>
            <p:cNvSpPr/>
            <p:nvPr/>
          </p:nvSpPr>
          <p:spPr>
            <a:xfrm>
              <a:off x="539750" y="4908825"/>
              <a:ext cx="1297550" cy="269525"/>
            </a:xfrm>
            <a:custGeom>
              <a:rect b="b" l="l" r="r" t="t"/>
              <a:pathLst>
                <a:path extrusionOk="0" h="10781" w="51902">
                  <a:moveTo>
                    <a:pt x="1" y="0"/>
                  </a:moveTo>
                  <a:lnTo>
                    <a:pt x="1" y="10781"/>
                  </a:lnTo>
                  <a:lnTo>
                    <a:pt x="51902" y="10781"/>
                  </a:lnTo>
                  <a:lnTo>
                    <a:pt x="5190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34"/>
            <p:cNvSpPr/>
            <p:nvPr/>
          </p:nvSpPr>
          <p:spPr>
            <a:xfrm>
              <a:off x="539750" y="4909275"/>
              <a:ext cx="215275" cy="269075"/>
            </a:xfrm>
            <a:custGeom>
              <a:rect b="b" l="l" r="r" t="t"/>
              <a:pathLst>
                <a:path extrusionOk="0" h="10763" w="8611">
                  <a:moveTo>
                    <a:pt x="5429" y="1"/>
                  </a:moveTo>
                  <a:lnTo>
                    <a:pt x="1" y="10763"/>
                  </a:lnTo>
                  <a:lnTo>
                    <a:pt x="3183"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34"/>
            <p:cNvSpPr/>
            <p:nvPr/>
          </p:nvSpPr>
          <p:spPr>
            <a:xfrm>
              <a:off x="694175" y="4909275"/>
              <a:ext cx="215250" cy="269075"/>
            </a:xfrm>
            <a:custGeom>
              <a:rect b="b" l="l" r="r" t="t"/>
              <a:pathLst>
                <a:path extrusionOk="0" h="10763" w="8610">
                  <a:moveTo>
                    <a:pt x="5428" y="1"/>
                  </a:moveTo>
                  <a:lnTo>
                    <a:pt x="0" y="10763"/>
                  </a:lnTo>
                  <a:lnTo>
                    <a:pt x="3201"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34"/>
            <p:cNvSpPr/>
            <p:nvPr/>
          </p:nvSpPr>
          <p:spPr>
            <a:xfrm>
              <a:off x="849050" y="4909275"/>
              <a:ext cx="215250" cy="269075"/>
            </a:xfrm>
            <a:custGeom>
              <a:rect b="b" l="l" r="r" t="t"/>
              <a:pathLst>
                <a:path extrusionOk="0" h="10763" w="8610">
                  <a:moveTo>
                    <a:pt x="5428" y="1"/>
                  </a:moveTo>
                  <a:lnTo>
                    <a:pt x="0" y="10763"/>
                  </a:lnTo>
                  <a:lnTo>
                    <a:pt x="3182"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34"/>
            <p:cNvSpPr/>
            <p:nvPr/>
          </p:nvSpPr>
          <p:spPr>
            <a:xfrm>
              <a:off x="1003450" y="4909275"/>
              <a:ext cx="215275" cy="269075"/>
            </a:xfrm>
            <a:custGeom>
              <a:rect b="b" l="l" r="r" t="t"/>
              <a:pathLst>
                <a:path extrusionOk="0" h="10763" w="8611">
                  <a:moveTo>
                    <a:pt x="5429" y="1"/>
                  </a:moveTo>
                  <a:lnTo>
                    <a:pt x="1" y="10763"/>
                  </a:lnTo>
                  <a:lnTo>
                    <a:pt x="3183"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34"/>
            <p:cNvSpPr/>
            <p:nvPr/>
          </p:nvSpPr>
          <p:spPr>
            <a:xfrm>
              <a:off x="1158325" y="4909275"/>
              <a:ext cx="215275" cy="269075"/>
            </a:xfrm>
            <a:custGeom>
              <a:rect b="b" l="l" r="r" t="t"/>
              <a:pathLst>
                <a:path extrusionOk="0" h="10763" w="8611">
                  <a:moveTo>
                    <a:pt x="5410" y="1"/>
                  </a:moveTo>
                  <a:lnTo>
                    <a:pt x="1" y="10763"/>
                  </a:lnTo>
                  <a:lnTo>
                    <a:pt x="3183" y="10763"/>
                  </a:lnTo>
                  <a:lnTo>
                    <a:pt x="861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34"/>
            <p:cNvSpPr/>
            <p:nvPr/>
          </p:nvSpPr>
          <p:spPr>
            <a:xfrm>
              <a:off x="1312750" y="4909275"/>
              <a:ext cx="215250" cy="269075"/>
            </a:xfrm>
            <a:custGeom>
              <a:rect b="b" l="l" r="r" t="t"/>
              <a:pathLst>
                <a:path extrusionOk="0" h="10763" w="8610">
                  <a:moveTo>
                    <a:pt x="5428" y="1"/>
                  </a:moveTo>
                  <a:lnTo>
                    <a:pt x="0" y="10763"/>
                  </a:lnTo>
                  <a:lnTo>
                    <a:pt x="3182"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34"/>
            <p:cNvSpPr/>
            <p:nvPr/>
          </p:nvSpPr>
          <p:spPr>
            <a:xfrm>
              <a:off x="1467150" y="4909275"/>
              <a:ext cx="215275" cy="269075"/>
            </a:xfrm>
            <a:custGeom>
              <a:rect b="b" l="l" r="r" t="t"/>
              <a:pathLst>
                <a:path extrusionOk="0" h="10763" w="8611">
                  <a:moveTo>
                    <a:pt x="5429" y="1"/>
                  </a:moveTo>
                  <a:lnTo>
                    <a:pt x="1" y="10763"/>
                  </a:lnTo>
                  <a:lnTo>
                    <a:pt x="3201" y="10763"/>
                  </a:lnTo>
                  <a:lnTo>
                    <a:pt x="86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34"/>
            <p:cNvSpPr/>
            <p:nvPr/>
          </p:nvSpPr>
          <p:spPr>
            <a:xfrm>
              <a:off x="1622025" y="4909275"/>
              <a:ext cx="215275" cy="269075"/>
            </a:xfrm>
            <a:custGeom>
              <a:rect b="b" l="l" r="r" t="t"/>
              <a:pathLst>
                <a:path extrusionOk="0" h="10763" w="8611">
                  <a:moveTo>
                    <a:pt x="5429" y="1"/>
                  </a:moveTo>
                  <a:lnTo>
                    <a:pt x="1" y="10763"/>
                  </a:lnTo>
                  <a:lnTo>
                    <a:pt x="3183" y="10763"/>
                  </a:lnTo>
                  <a:lnTo>
                    <a:pt x="861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_1">
    <p:spTree>
      <p:nvGrpSpPr>
        <p:cNvPr id="2237" name="Shape 2237"/>
        <p:cNvGrpSpPr/>
        <p:nvPr/>
      </p:nvGrpSpPr>
      <p:grpSpPr>
        <a:xfrm>
          <a:off x="0" y="0"/>
          <a:ext cx="0" cy="0"/>
          <a:chOff x="0" y="0"/>
          <a:chExt cx="0" cy="0"/>
        </a:xfrm>
      </p:grpSpPr>
      <p:sp>
        <p:nvSpPr>
          <p:cNvPr id="2238" name="Google Shape;2238;p35"/>
          <p:cNvSpPr txBox="1"/>
          <p:nvPr>
            <p:ph type="title"/>
          </p:nvPr>
        </p:nvSpPr>
        <p:spPr>
          <a:xfrm>
            <a:off x="713250" y="539500"/>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2239" name="Google Shape;2239;p35"/>
          <p:cNvSpPr txBox="1"/>
          <p:nvPr>
            <p:ph idx="1" type="subTitle"/>
          </p:nvPr>
        </p:nvSpPr>
        <p:spPr>
          <a:xfrm>
            <a:off x="5704900" y="1990204"/>
            <a:ext cx="2725800" cy="1221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grpSp>
        <p:nvGrpSpPr>
          <p:cNvPr id="2240" name="Google Shape;2240;p35"/>
          <p:cNvGrpSpPr/>
          <p:nvPr/>
        </p:nvGrpSpPr>
        <p:grpSpPr>
          <a:xfrm>
            <a:off x="-261313" y="1272101"/>
            <a:ext cx="1727284" cy="3107421"/>
            <a:chOff x="5195125" y="2889950"/>
            <a:chExt cx="787025" cy="1415875"/>
          </a:xfrm>
        </p:grpSpPr>
        <p:sp>
          <p:nvSpPr>
            <p:cNvPr id="2241" name="Google Shape;2241;p35"/>
            <p:cNvSpPr/>
            <p:nvPr/>
          </p:nvSpPr>
          <p:spPr>
            <a:xfrm>
              <a:off x="5291425" y="3540550"/>
              <a:ext cx="25" cy="692925"/>
            </a:xfrm>
            <a:custGeom>
              <a:rect b="b" l="l" r="r" t="t"/>
              <a:pathLst>
                <a:path extrusionOk="0" fill="none" h="27717" w="1">
                  <a:moveTo>
                    <a:pt x="0" y="1"/>
                  </a:moveTo>
                  <a:lnTo>
                    <a:pt x="0" y="27716"/>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35"/>
            <p:cNvSpPr/>
            <p:nvPr/>
          </p:nvSpPr>
          <p:spPr>
            <a:xfrm>
              <a:off x="5345900" y="3298700"/>
              <a:ext cx="25" cy="934775"/>
            </a:xfrm>
            <a:custGeom>
              <a:rect b="b" l="l" r="r" t="t"/>
              <a:pathLst>
                <a:path extrusionOk="0" fill="none" h="37391" w="1">
                  <a:moveTo>
                    <a:pt x="0" y="1"/>
                  </a:moveTo>
                  <a:lnTo>
                    <a:pt x="0" y="3739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35"/>
            <p:cNvSpPr/>
            <p:nvPr/>
          </p:nvSpPr>
          <p:spPr>
            <a:xfrm>
              <a:off x="5238250" y="3536200"/>
              <a:ext cx="25" cy="755675"/>
            </a:xfrm>
            <a:custGeom>
              <a:rect b="b" l="l" r="r" t="t"/>
              <a:pathLst>
                <a:path extrusionOk="0" fill="none" h="30227" w="1">
                  <a:moveTo>
                    <a:pt x="1" y="1"/>
                  </a:moveTo>
                  <a:lnTo>
                    <a:pt x="1" y="30226"/>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35"/>
            <p:cNvSpPr/>
            <p:nvPr/>
          </p:nvSpPr>
          <p:spPr>
            <a:xfrm>
              <a:off x="5433925"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35"/>
            <p:cNvSpPr/>
            <p:nvPr/>
          </p:nvSpPr>
          <p:spPr>
            <a:xfrm>
              <a:off x="5504075" y="2970550"/>
              <a:ext cx="25" cy="1335275"/>
            </a:xfrm>
            <a:custGeom>
              <a:rect b="b" l="l" r="r" t="t"/>
              <a:pathLst>
                <a:path extrusionOk="0" fill="none" h="53411" w="1">
                  <a:moveTo>
                    <a:pt x="1" y="1"/>
                  </a:moveTo>
                  <a:lnTo>
                    <a:pt x="1" y="5341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35"/>
            <p:cNvSpPr/>
            <p:nvPr/>
          </p:nvSpPr>
          <p:spPr>
            <a:xfrm>
              <a:off x="557425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35"/>
            <p:cNvSpPr/>
            <p:nvPr/>
          </p:nvSpPr>
          <p:spPr>
            <a:xfrm>
              <a:off x="557425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35"/>
            <p:cNvSpPr/>
            <p:nvPr/>
          </p:nvSpPr>
          <p:spPr>
            <a:xfrm>
              <a:off x="5643975" y="2937000"/>
              <a:ext cx="25" cy="1335250"/>
            </a:xfrm>
            <a:custGeom>
              <a:rect b="b" l="l" r="r" t="t"/>
              <a:pathLst>
                <a:path extrusionOk="0" fill="none" h="53410" w="1">
                  <a:moveTo>
                    <a:pt x="0" y="1"/>
                  </a:moveTo>
                  <a:lnTo>
                    <a:pt x="0" y="5341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35"/>
            <p:cNvSpPr/>
            <p:nvPr/>
          </p:nvSpPr>
          <p:spPr>
            <a:xfrm>
              <a:off x="5714125" y="2889950"/>
              <a:ext cx="25" cy="1335250"/>
            </a:xfrm>
            <a:custGeom>
              <a:rect b="b" l="l" r="r" t="t"/>
              <a:pathLst>
                <a:path extrusionOk="0" fill="none" h="53410" w="1">
                  <a:moveTo>
                    <a:pt x="1" y="0"/>
                  </a:moveTo>
                  <a:lnTo>
                    <a:pt x="1"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35"/>
            <p:cNvSpPr/>
            <p:nvPr/>
          </p:nvSpPr>
          <p:spPr>
            <a:xfrm>
              <a:off x="578430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35"/>
            <p:cNvSpPr/>
            <p:nvPr/>
          </p:nvSpPr>
          <p:spPr>
            <a:xfrm>
              <a:off x="5827425" y="3031575"/>
              <a:ext cx="25" cy="1210175"/>
            </a:xfrm>
            <a:custGeom>
              <a:rect b="b" l="l" r="r" t="t"/>
              <a:pathLst>
                <a:path extrusionOk="0" fill="none" h="48407" w="1">
                  <a:moveTo>
                    <a:pt x="1" y="0"/>
                  </a:moveTo>
                  <a:lnTo>
                    <a:pt x="1" y="48407"/>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35"/>
            <p:cNvSpPr/>
            <p:nvPr/>
          </p:nvSpPr>
          <p:spPr>
            <a:xfrm>
              <a:off x="5897600" y="3273425"/>
              <a:ext cx="25" cy="970950"/>
            </a:xfrm>
            <a:custGeom>
              <a:rect b="b" l="l" r="r" t="t"/>
              <a:pathLst>
                <a:path extrusionOk="0" fill="none" h="38838" w="1">
                  <a:moveTo>
                    <a:pt x="0" y="1"/>
                  </a:moveTo>
                  <a:lnTo>
                    <a:pt x="0" y="38837"/>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35"/>
            <p:cNvSpPr/>
            <p:nvPr/>
          </p:nvSpPr>
          <p:spPr>
            <a:xfrm>
              <a:off x="5407350" y="3131800"/>
              <a:ext cx="466300" cy="25"/>
            </a:xfrm>
            <a:custGeom>
              <a:rect b="b" l="l" r="r" t="t"/>
              <a:pathLst>
                <a:path extrusionOk="0" fill="none" h="1" w="18652">
                  <a:moveTo>
                    <a:pt x="0" y="0"/>
                  </a:moveTo>
                  <a:lnTo>
                    <a:pt x="18652"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35"/>
            <p:cNvSpPr/>
            <p:nvPr/>
          </p:nvSpPr>
          <p:spPr>
            <a:xfrm>
              <a:off x="5332825" y="3201075"/>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35"/>
            <p:cNvSpPr/>
            <p:nvPr/>
          </p:nvSpPr>
          <p:spPr>
            <a:xfrm>
              <a:off x="5332825" y="325120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35"/>
            <p:cNvSpPr/>
            <p:nvPr/>
          </p:nvSpPr>
          <p:spPr>
            <a:xfrm>
              <a:off x="5332825" y="3304375"/>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35"/>
            <p:cNvSpPr/>
            <p:nvPr/>
          </p:nvSpPr>
          <p:spPr>
            <a:xfrm>
              <a:off x="5332825" y="340415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35"/>
            <p:cNvSpPr/>
            <p:nvPr/>
          </p:nvSpPr>
          <p:spPr>
            <a:xfrm>
              <a:off x="5332825" y="340415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35"/>
            <p:cNvSpPr/>
            <p:nvPr/>
          </p:nvSpPr>
          <p:spPr>
            <a:xfrm>
              <a:off x="5332825" y="3504400"/>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35"/>
            <p:cNvSpPr/>
            <p:nvPr/>
          </p:nvSpPr>
          <p:spPr>
            <a:xfrm>
              <a:off x="5332825" y="3504400"/>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35"/>
            <p:cNvSpPr/>
            <p:nvPr/>
          </p:nvSpPr>
          <p:spPr>
            <a:xfrm>
              <a:off x="5332825" y="3604625"/>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35"/>
            <p:cNvSpPr/>
            <p:nvPr/>
          </p:nvSpPr>
          <p:spPr>
            <a:xfrm>
              <a:off x="5195125" y="36046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35"/>
            <p:cNvSpPr/>
            <p:nvPr/>
          </p:nvSpPr>
          <p:spPr>
            <a:xfrm>
              <a:off x="5195125" y="3704850"/>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35"/>
            <p:cNvSpPr/>
            <p:nvPr/>
          </p:nvSpPr>
          <p:spPr>
            <a:xfrm>
              <a:off x="5195125" y="37911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35"/>
            <p:cNvSpPr/>
            <p:nvPr/>
          </p:nvSpPr>
          <p:spPr>
            <a:xfrm>
              <a:off x="5195125" y="37911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35"/>
            <p:cNvSpPr/>
            <p:nvPr/>
          </p:nvSpPr>
          <p:spPr>
            <a:xfrm>
              <a:off x="5195125" y="38774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35"/>
            <p:cNvSpPr/>
            <p:nvPr/>
          </p:nvSpPr>
          <p:spPr>
            <a:xfrm>
              <a:off x="5195125" y="38774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35"/>
            <p:cNvSpPr/>
            <p:nvPr/>
          </p:nvSpPr>
          <p:spPr>
            <a:xfrm>
              <a:off x="5195125" y="396370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35"/>
            <p:cNvSpPr/>
            <p:nvPr/>
          </p:nvSpPr>
          <p:spPr>
            <a:xfrm>
              <a:off x="5195125" y="396370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35"/>
            <p:cNvSpPr/>
            <p:nvPr/>
          </p:nvSpPr>
          <p:spPr>
            <a:xfrm>
              <a:off x="5195125" y="404955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35"/>
            <p:cNvSpPr/>
            <p:nvPr/>
          </p:nvSpPr>
          <p:spPr>
            <a:xfrm>
              <a:off x="5195125" y="404955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35"/>
            <p:cNvSpPr/>
            <p:nvPr/>
          </p:nvSpPr>
          <p:spPr>
            <a:xfrm>
              <a:off x="5195125" y="41358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3" name="Google Shape;2273;p35"/>
          <p:cNvGrpSpPr/>
          <p:nvPr/>
        </p:nvGrpSpPr>
        <p:grpSpPr>
          <a:xfrm>
            <a:off x="6254327" y="1343012"/>
            <a:ext cx="2889683" cy="3889979"/>
            <a:chOff x="3074425" y="836100"/>
            <a:chExt cx="1472075" cy="1981650"/>
          </a:xfrm>
        </p:grpSpPr>
        <p:sp>
          <p:nvSpPr>
            <p:cNvPr id="2274" name="Google Shape;2274;p35"/>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35"/>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35"/>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35"/>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35"/>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35"/>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35"/>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35"/>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2" name="Google Shape;2282;p35"/>
          <p:cNvGrpSpPr/>
          <p:nvPr/>
        </p:nvGrpSpPr>
        <p:grpSpPr>
          <a:xfrm>
            <a:off x="-13955" y="461100"/>
            <a:ext cx="2222252" cy="4838326"/>
            <a:chOff x="1622025" y="238125"/>
            <a:chExt cx="746825" cy="1626000"/>
          </a:xfrm>
        </p:grpSpPr>
        <p:sp>
          <p:nvSpPr>
            <p:cNvPr id="2283" name="Google Shape;2283;p35"/>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35"/>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35"/>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35"/>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35"/>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8" name="Google Shape;2288;p35"/>
          <p:cNvGrpSpPr/>
          <p:nvPr/>
        </p:nvGrpSpPr>
        <p:grpSpPr>
          <a:xfrm>
            <a:off x="-381000" y="3714140"/>
            <a:ext cx="9870375" cy="1174510"/>
            <a:chOff x="-381000" y="3714140"/>
            <a:chExt cx="9870375" cy="1174510"/>
          </a:xfrm>
        </p:grpSpPr>
        <p:sp>
          <p:nvSpPr>
            <p:cNvPr id="2289" name="Google Shape;2289;p35"/>
            <p:cNvSpPr/>
            <p:nvPr/>
          </p:nvSpPr>
          <p:spPr>
            <a:xfrm>
              <a:off x="1869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35"/>
            <p:cNvSpPr/>
            <p:nvPr/>
          </p:nvSpPr>
          <p:spPr>
            <a:xfrm>
              <a:off x="3764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35"/>
            <p:cNvSpPr/>
            <p:nvPr/>
          </p:nvSpPr>
          <p:spPr>
            <a:xfrm>
              <a:off x="110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35"/>
            <p:cNvSpPr/>
            <p:nvPr/>
          </p:nvSpPr>
          <p:spPr>
            <a:xfrm>
              <a:off x="4155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35"/>
            <p:cNvSpPr/>
            <p:nvPr/>
          </p:nvSpPr>
          <p:spPr>
            <a:xfrm>
              <a:off x="2631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35"/>
            <p:cNvSpPr/>
            <p:nvPr/>
          </p:nvSpPr>
          <p:spPr>
            <a:xfrm>
              <a:off x="3393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35"/>
            <p:cNvSpPr/>
            <p:nvPr/>
          </p:nvSpPr>
          <p:spPr>
            <a:xfrm>
              <a:off x="6441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35"/>
            <p:cNvSpPr/>
            <p:nvPr/>
          </p:nvSpPr>
          <p:spPr>
            <a:xfrm>
              <a:off x="491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35"/>
            <p:cNvSpPr/>
            <p:nvPr/>
          </p:nvSpPr>
          <p:spPr>
            <a:xfrm>
              <a:off x="5679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35"/>
            <p:cNvSpPr/>
            <p:nvPr/>
          </p:nvSpPr>
          <p:spPr>
            <a:xfrm>
              <a:off x="7965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35"/>
            <p:cNvSpPr/>
            <p:nvPr/>
          </p:nvSpPr>
          <p:spPr>
            <a:xfrm>
              <a:off x="7203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35"/>
            <p:cNvSpPr/>
            <p:nvPr/>
          </p:nvSpPr>
          <p:spPr>
            <a:xfrm>
              <a:off x="872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35"/>
            <p:cNvSpPr/>
            <p:nvPr/>
          </p:nvSpPr>
          <p:spPr>
            <a:xfrm>
              <a:off x="-381000"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35"/>
            <p:cNvSpPr/>
            <p:nvPr/>
          </p:nvSpPr>
          <p:spPr>
            <a:xfrm>
              <a:off x="1524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35"/>
            <p:cNvSpPr/>
            <p:nvPr/>
          </p:nvSpPr>
          <p:spPr>
            <a:xfrm>
              <a:off x="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35"/>
            <p:cNvSpPr/>
            <p:nvPr/>
          </p:nvSpPr>
          <p:spPr>
            <a:xfrm>
              <a:off x="762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35"/>
            <p:cNvSpPr/>
            <p:nvPr/>
          </p:nvSpPr>
          <p:spPr>
            <a:xfrm>
              <a:off x="7620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35"/>
            <p:cNvSpPr/>
            <p:nvPr/>
          </p:nvSpPr>
          <p:spPr>
            <a:xfrm>
              <a:off x="6858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35"/>
            <p:cNvSpPr/>
            <p:nvPr/>
          </p:nvSpPr>
          <p:spPr>
            <a:xfrm>
              <a:off x="8382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35"/>
            <p:cNvSpPr/>
            <p:nvPr/>
          </p:nvSpPr>
          <p:spPr>
            <a:xfrm>
              <a:off x="3764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35"/>
            <p:cNvSpPr/>
            <p:nvPr/>
          </p:nvSpPr>
          <p:spPr>
            <a:xfrm>
              <a:off x="79653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35"/>
            <p:cNvSpPr/>
            <p:nvPr/>
          </p:nvSpPr>
          <p:spPr>
            <a:xfrm>
              <a:off x="72033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35"/>
            <p:cNvSpPr/>
            <p:nvPr/>
          </p:nvSpPr>
          <p:spPr>
            <a:xfrm>
              <a:off x="87273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35"/>
            <p:cNvSpPr/>
            <p:nvPr/>
          </p:nvSpPr>
          <p:spPr>
            <a:xfrm>
              <a:off x="-381000"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35"/>
            <p:cNvSpPr/>
            <p:nvPr/>
          </p:nvSpPr>
          <p:spPr>
            <a:xfrm>
              <a:off x="8382000" y="3714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35"/>
            <p:cNvSpPr/>
            <p:nvPr/>
          </p:nvSpPr>
          <p:spPr>
            <a:xfrm>
              <a:off x="0" y="3714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35"/>
            <p:cNvSpPr/>
            <p:nvPr/>
          </p:nvSpPr>
          <p:spPr>
            <a:xfrm>
              <a:off x="0" y="3714150"/>
              <a:ext cx="2214900" cy="11745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16" name="Google Shape;2316;p35"/>
          <p:cNvSpPr/>
          <p:nvPr/>
        </p:nvSpPr>
        <p:spPr>
          <a:xfrm>
            <a:off x="0" y="4879925"/>
            <a:ext cx="9144000" cy="29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35"/>
          <p:cNvSpPr/>
          <p:nvPr/>
        </p:nvSpPr>
        <p:spPr>
          <a:xfrm>
            <a:off x="0" y="4521719"/>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35"/>
          <p:cNvSpPr/>
          <p:nvPr/>
        </p:nvSpPr>
        <p:spPr>
          <a:xfrm>
            <a:off x="6858010" y="4791913"/>
            <a:ext cx="2036911" cy="361376"/>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35"/>
          <p:cNvSpPr/>
          <p:nvPr/>
        </p:nvSpPr>
        <p:spPr>
          <a:xfrm>
            <a:off x="0" y="5025282"/>
            <a:ext cx="653285" cy="235097"/>
          </a:xfrm>
          <a:custGeom>
            <a:rect b="b" l="l" r="r" t="t"/>
            <a:pathLst>
              <a:path extrusionOk="0" h="3187" w="8856">
                <a:moveTo>
                  <a:pt x="4158" y="1"/>
                </a:moveTo>
                <a:cubicBezTo>
                  <a:pt x="2578" y="1"/>
                  <a:pt x="1059" y="686"/>
                  <a:pt x="0" y="1896"/>
                </a:cubicBezTo>
                <a:lnTo>
                  <a:pt x="0" y="3186"/>
                </a:lnTo>
                <a:lnTo>
                  <a:pt x="8855" y="3186"/>
                </a:lnTo>
                <a:cubicBezTo>
                  <a:pt x="8140" y="1530"/>
                  <a:pt x="6659" y="362"/>
                  <a:pt x="4881" y="49"/>
                </a:cubicBezTo>
                <a:cubicBezTo>
                  <a:pt x="4639" y="16"/>
                  <a:pt x="4398" y="1"/>
                  <a:pt x="4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35"/>
          <p:cNvSpPr/>
          <p:nvPr/>
        </p:nvSpPr>
        <p:spPr>
          <a:xfrm flipH="1">
            <a:off x="7354378" y="539501"/>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35"/>
          <p:cNvSpPr/>
          <p:nvPr/>
        </p:nvSpPr>
        <p:spPr>
          <a:xfrm flipH="1">
            <a:off x="1769412" y="132767"/>
            <a:ext cx="1625922" cy="229945"/>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22" name="Google Shape;2322;p35"/>
          <p:cNvGrpSpPr/>
          <p:nvPr/>
        </p:nvGrpSpPr>
        <p:grpSpPr>
          <a:xfrm flipH="1">
            <a:off x="4656960" y="4521728"/>
            <a:ext cx="1511496" cy="551791"/>
            <a:chOff x="3991550" y="1985765"/>
            <a:chExt cx="721650" cy="263447"/>
          </a:xfrm>
        </p:grpSpPr>
        <p:sp>
          <p:nvSpPr>
            <p:cNvPr id="2323" name="Google Shape;2323;p35"/>
            <p:cNvSpPr/>
            <p:nvPr/>
          </p:nvSpPr>
          <p:spPr>
            <a:xfrm>
              <a:off x="3991550" y="1985765"/>
              <a:ext cx="527625" cy="248475"/>
            </a:xfrm>
            <a:custGeom>
              <a:rect b="b" l="l" r="r" t="t"/>
              <a:pathLst>
                <a:path extrusionOk="0" h="9939" w="21105">
                  <a:moveTo>
                    <a:pt x="12210" y="1"/>
                  </a:moveTo>
                  <a:cubicBezTo>
                    <a:pt x="10896" y="1"/>
                    <a:pt x="9488" y="338"/>
                    <a:pt x="8217" y="379"/>
                  </a:cubicBezTo>
                  <a:cubicBezTo>
                    <a:pt x="6340" y="445"/>
                    <a:pt x="4046" y="3091"/>
                    <a:pt x="2937" y="4858"/>
                  </a:cubicBezTo>
                  <a:cubicBezTo>
                    <a:pt x="1565" y="6955"/>
                    <a:pt x="259" y="8799"/>
                    <a:pt x="105" y="9216"/>
                  </a:cubicBezTo>
                  <a:cubicBezTo>
                    <a:pt x="1" y="9521"/>
                    <a:pt x="1075" y="9562"/>
                    <a:pt x="1802" y="9562"/>
                  </a:cubicBezTo>
                  <a:cubicBezTo>
                    <a:pt x="2070" y="9562"/>
                    <a:pt x="2291" y="9556"/>
                    <a:pt x="2388" y="9556"/>
                  </a:cubicBezTo>
                  <a:cubicBezTo>
                    <a:pt x="3201" y="9556"/>
                    <a:pt x="4013" y="9490"/>
                    <a:pt x="4825" y="9490"/>
                  </a:cubicBezTo>
                  <a:cubicBezTo>
                    <a:pt x="5130" y="9490"/>
                    <a:pt x="5440" y="9489"/>
                    <a:pt x="5754" y="9489"/>
                  </a:cubicBezTo>
                  <a:cubicBezTo>
                    <a:pt x="6958" y="9489"/>
                    <a:pt x="8214" y="9510"/>
                    <a:pt x="9381" y="9710"/>
                  </a:cubicBezTo>
                  <a:cubicBezTo>
                    <a:pt x="10359" y="9876"/>
                    <a:pt x="11301" y="9938"/>
                    <a:pt x="12234" y="9938"/>
                  </a:cubicBezTo>
                  <a:cubicBezTo>
                    <a:pt x="13771" y="9938"/>
                    <a:pt x="15284" y="9768"/>
                    <a:pt x="16889" y="9611"/>
                  </a:cubicBezTo>
                  <a:cubicBezTo>
                    <a:pt x="17756" y="9490"/>
                    <a:pt x="18569" y="9425"/>
                    <a:pt x="19381" y="9359"/>
                  </a:cubicBezTo>
                  <a:cubicBezTo>
                    <a:pt x="19941" y="9304"/>
                    <a:pt x="20644" y="9304"/>
                    <a:pt x="21105" y="9040"/>
                  </a:cubicBezTo>
                  <a:cubicBezTo>
                    <a:pt x="19842" y="7471"/>
                    <a:pt x="18371" y="6142"/>
                    <a:pt x="17153" y="4430"/>
                  </a:cubicBezTo>
                  <a:cubicBezTo>
                    <a:pt x="16033" y="2915"/>
                    <a:pt x="15276" y="511"/>
                    <a:pt x="13442" y="127"/>
                  </a:cubicBezTo>
                  <a:cubicBezTo>
                    <a:pt x="13047" y="36"/>
                    <a:pt x="12634" y="1"/>
                    <a:pt x="122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35"/>
            <p:cNvSpPr/>
            <p:nvPr/>
          </p:nvSpPr>
          <p:spPr>
            <a:xfrm>
              <a:off x="4206150" y="2087638"/>
              <a:ext cx="507050" cy="161575"/>
            </a:xfrm>
            <a:custGeom>
              <a:rect b="b" l="l" r="r" t="t"/>
              <a:pathLst>
                <a:path extrusionOk="0" h="6463" w="20282">
                  <a:moveTo>
                    <a:pt x="12116" y="1"/>
                  </a:moveTo>
                  <a:cubicBezTo>
                    <a:pt x="12042" y="1"/>
                    <a:pt x="11968" y="2"/>
                    <a:pt x="11895" y="4"/>
                  </a:cubicBezTo>
                  <a:cubicBezTo>
                    <a:pt x="8733" y="114"/>
                    <a:pt x="6406" y="1980"/>
                    <a:pt x="3695" y="3407"/>
                  </a:cubicBezTo>
                  <a:cubicBezTo>
                    <a:pt x="2904" y="3769"/>
                    <a:pt x="2147" y="4187"/>
                    <a:pt x="1412" y="4648"/>
                  </a:cubicBezTo>
                  <a:cubicBezTo>
                    <a:pt x="1038" y="4889"/>
                    <a:pt x="347" y="5218"/>
                    <a:pt x="215" y="5680"/>
                  </a:cubicBezTo>
                  <a:cubicBezTo>
                    <a:pt x="0" y="6348"/>
                    <a:pt x="869" y="6463"/>
                    <a:pt x="1544" y="6463"/>
                  </a:cubicBezTo>
                  <a:cubicBezTo>
                    <a:pt x="1800" y="6463"/>
                    <a:pt x="2028" y="6446"/>
                    <a:pt x="2158" y="6437"/>
                  </a:cubicBezTo>
                  <a:lnTo>
                    <a:pt x="3091" y="6327"/>
                  </a:lnTo>
                  <a:cubicBezTo>
                    <a:pt x="3091" y="6327"/>
                    <a:pt x="5089" y="6390"/>
                    <a:pt x="7502" y="6390"/>
                  </a:cubicBezTo>
                  <a:cubicBezTo>
                    <a:pt x="9470" y="6390"/>
                    <a:pt x="11715" y="6348"/>
                    <a:pt x="13377" y="6195"/>
                  </a:cubicBezTo>
                  <a:cubicBezTo>
                    <a:pt x="14881" y="6009"/>
                    <a:pt x="16396" y="6075"/>
                    <a:pt x="17899" y="6042"/>
                  </a:cubicBezTo>
                  <a:cubicBezTo>
                    <a:pt x="18931" y="6042"/>
                    <a:pt x="20282" y="5899"/>
                    <a:pt x="19568" y="4571"/>
                  </a:cubicBezTo>
                  <a:cubicBezTo>
                    <a:pt x="18745" y="3177"/>
                    <a:pt x="17197" y="1958"/>
                    <a:pt x="15847" y="1069"/>
                  </a:cubicBezTo>
                  <a:cubicBezTo>
                    <a:pt x="14724" y="372"/>
                    <a:pt x="13433" y="1"/>
                    <a:pt x="12116" y="1"/>
                  </a:cubicBezTo>
                  <a:close/>
                </a:path>
              </a:pathLst>
            </a:custGeom>
            <a:solidFill>
              <a:srgbClr val="FEB9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_1">
    <p:spTree>
      <p:nvGrpSpPr>
        <p:cNvPr id="2325" name="Shape 2325"/>
        <p:cNvGrpSpPr/>
        <p:nvPr/>
      </p:nvGrpSpPr>
      <p:grpSpPr>
        <a:xfrm>
          <a:off x="0" y="0"/>
          <a:ext cx="0" cy="0"/>
          <a:chOff x="0" y="0"/>
          <a:chExt cx="0" cy="0"/>
        </a:xfrm>
      </p:grpSpPr>
      <p:sp>
        <p:nvSpPr>
          <p:cNvPr id="2326" name="Google Shape;2326;p36"/>
          <p:cNvSpPr txBox="1"/>
          <p:nvPr>
            <p:ph type="title"/>
          </p:nvPr>
        </p:nvSpPr>
        <p:spPr>
          <a:xfrm>
            <a:off x="713250" y="539500"/>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2327" name="Google Shape;2327;p36"/>
          <p:cNvSpPr txBox="1"/>
          <p:nvPr>
            <p:ph idx="1" type="subTitle"/>
          </p:nvPr>
        </p:nvSpPr>
        <p:spPr>
          <a:xfrm>
            <a:off x="2497425" y="1987100"/>
            <a:ext cx="2699700" cy="11778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grpSp>
        <p:nvGrpSpPr>
          <p:cNvPr id="2328" name="Google Shape;2328;p36"/>
          <p:cNvGrpSpPr/>
          <p:nvPr/>
        </p:nvGrpSpPr>
        <p:grpSpPr>
          <a:xfrm flipH="1">
            <a:off x="560845" y="626762"/>
            <a:ext cx="2889683" cy="3889979"/>
            <a:chOff x="3074425" y="836100"/>
            <a:chExt cx="1472075" cy="1981650"/>
          </a:xfrm>
        </p:grpSpPr>
        <p:sp>
          <p:nvSpPr>
            <p:cNvPr id="2329" name="Google Shape;2329;p36"/>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36"/>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36"/>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36"/>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36"/>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36"/>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36"/>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36"/>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37" name="Google Shape;2337;p36"/>
          <p:cNvGrpSpPr/>
          <p:nvPr/>
        </p:nvGrpSpPr>
        <p:grpSpPr>
          <a:xfrm flipH="1">
            <a:off x="140459" y="1112196"/>
            <a:ext cx="2128344" cy="3410940"/>
            <a:chOff x="5212325" y="1924475"/>
            <a:chExt cx="1870250" cy="2997575"/>
          </a:xfrm>
        </p:grpSpPr>
        <p:sp>
          <p:nvSpPr>
            <p:cNvPr id="2338" name="Google Shape;2338;p36"/>
            <p:cNvSpPr/>
            <p:nvPr/>
          </p:nvSpPr>
          <p:spPr>
            <a:xfrm>
              <a:off x="5239925" y="1945525"/>
              <a:ext cx="1828150" cy="497875"/>
            </a:xfrm>
            <a:custGeom>
              <a:rect b="b" l="l" r="r" t="t"/>
              <a:pathLst>
                <a:path extrusionOk="0" fill="none" h="19915" w="73126">
                  <a:moveTo>
                    <a:pt x="0" y="19915"/>
                  </a:moveTo>
                  <a:lnTo>
                    <a:pt x="51639" y="1"/>
                  </a:lnTo>
                  <a:lnTo>
                    <a:pt x="73126" y="19915"/>
                  </a:lnTo>
                </a:path>
              </a:pathLst>
            </a:custGeom>
            <a:noFill/>
            <a:ln cap="flat" cmpd="sng" w="6550">
              <a:solidFill>
                <a:schemeClr val="lt1"/>
              </a:solidFill>
              <a:prstDash val="solid"/>
              <a:miter lim="1871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36"/>
            <p:cNvSpPr/>
            <p:nvPr/>
          </p:nvSpPr>
          <p:spPr>
            <a:xfrm>
              <a:off x="6549602" y="2055479"/>
              <a:ext cx="26703" cy="2866571"/>
            </a:xfrm>
            <a:custGeom>
              <a:rect b="b" l="l" r="r" t="t"/>
              <a:pathLst>
                <a:path extrusionOk="0" h="91263" w="1068">
                  <a:moveTo>
                    <a:pt x="1" y="1"/>
                  </a:moveTo>
                  <a:lnTo>
                    <a:pt x="1" y="91263"/>
                  </a:lnTo>
                  <a:lnTo>
                    <a:pt x="1068" y="91263"/>
                  </a:lnTo>
                  <a:lnTo>
                    <a:pt x="10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36"/>
            <p:cNvSpPr/>
            <p:nvPr/>
          </p:nvSpPr>
          <p:spPr>
            <a:xfrm>
              <a:off x="6484570" y="2055479"/>
              <a:ext cx="26678" cy="2866571"/>
            </a:xfrm>
            <a:custGeom>
              <a:rect b="b" l="l" r="r" t="t"/>
              <a:pathLst>
                <a:path extrusionOk="0" h="91263" w="1067">
                  <a:moveTo>
                    <a:pt x="0" y="1"/>
                  </a:moveTo>
                  <a:lnTo>
                    <a:pt x="0" y="91263"/>
                  </a:lnTo>
                  <a:lnTo>
                    <a:pt x="1067" y="91263"/>
                  </a:lnTo>
                  <a:lnTo>
                    <a:pt x="106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36"/>
            <p:cNvSpPr/>
            <p:nvPr/>
          </p:nvSpPr>
          <p:spPr>
            <a:xfrm>
              <a:off x="6443850" y="2364425"/>
              <a:ext cx="174575" cy="158875"/>
            </a:xfrm>
            <a:custGeom>
              <a:rect b="b" l="l" r="r" t="t"/>
              <a:pathLst>
                <a:path extrusionOk="0" h="6355" w="6983">
                  <a:moveTo>
                    <a:pt x="3497" y="1"/>
                  </a:moveTo>
                  <a:cubicBezTo>
                    <a:pt x="3252" y="1"/>
                    <a:pt x="3002" y="30"/>
                    <a:pt x="2752" y="89"/>
                  </a:cubicBezTo>
                  <a:cubicBezTo>
                    <a:pt x="1049" y="482"/>
                    <a:pt x="1" y="2204"/>
                    <a:pt x="394" y="3908"/>
                  </a:cubicBezTo>
                  <a:cubicBezTo>
                    <a:pt x="746" y="5363"/>
                    <a:pt x="2041" y="6354"/>
                    <a:pt x="3474" y="6354"/>
                  </a:cubicBezTo>
                  <a:cubicBezTo>
                    <a:pt x="3717" y="6354"/>
                    <a:pt x="3965" y="6326"/>
                    <a:pt x="4212" y="6266"/>
                  </a:cubicBezTo>
                  <a:cubicBezTo>
                    <a:pt x="5915" y="5873"/>
                    <a:pt x="6982" y="4151"/>
                    <a:pt x="6570" y="2448"/>
                  </a:cubicBezTo>
                  <a:cubicBezTo>
                    <a:pt x="6234" y="992"/>
                    <a:pt x="4941" y="1"/>
                    <a:pt x="34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36"/>
            <p:cNvSpPr/>
            <p:nvPr/>
          </p:nvSpPr>
          <p:spPr>
            <a:xfrm>
              <a:off x="6464925" y="2041925"/>
              <a:ext cx="132425" cy="13575"/>
            </a:xfrm>
            <a:custGeom>
              <a:rect b="b" l="l" r="r" t="t"/>
              <a:pathLst>
                <a:path extrusionOk="0" h="543" w="5297">
                  <a:moveTo>
                    <a:pt x="0" y="0"/>
                  </a:moveTo>
                  <a:lnTo>
                    <a:pt x="0" y="543"/>
                  </a:lnTo>
                  <a:lnTo>
                    <a:pt x="5297" y="543"/>
                  </a:lnTo>
                  <a:lnTo>
                    <a:pt x="529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36"/>
            <p:cNvSpPr/>
            <p:nvPr/>
          </p:nvSpPr>
          <p:spPr>
            <a:xfrm>
              <a:off x="6511700" y="1991375"/>
              <a:ext cx="38875" cy="50575"/>
            </a:xfrm>
            <a:custGeom>
              <a:rect b="b" l="l" r="r" t="t"/>
              <a:pathLst>
                <a:path extrusionOk="0" h="2023" w="1555">
                  <a:moveTo>
                    <a:pt x="1" y="1"/>
                  </a:moveTo>
                  <a:lnTo>
                    <a:pt x="1" y="2022"/>
                  </a:lnTo>
                  <a:lnTo>
                    <a:pt x="1554" y="2022"/>
                  </a:lnTo>
                  <a:lnTo>
                    <a:pt x="155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36"/>
            <p:cNvSpPr/>
            <p:nvPr/>
          </p:nvSpPr>
          <p:spPr>
            <a:xfrm>
              <a:off x="6521525" y="1966125"/>
              <a:ext cx="19225" cy="25275"/>
            </a:xfrm>
            <a:custGeom>
              <a:rect b="b" l="l" r="r" t="t"/>
              <a:pathLst>
                <a:path extrusionOk="0" h="1011" w="769">
                  <a:moveTo>
                    <a:pt x="1" y="0"/>
                  </a:moveTo>
                  <a:lnTo>
                    <a:pt x="1" y="1011"/>
                  </a:lnTo>
                  <a:lnTo>
                    <a:pt x="768" y="1011"/>
                  </a:lnTo>
                  <a:lnTo>
                    <a:pt x="76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36"/>
            <p:cNvSpPr/>
            <p:nvPr/>
          </p:nvSpPr>
          <p:spPr>
            <a:xfrm>
              <a:off x="6510300" y="1924475"/>
              <a:ext cx="48700" cy="41800"/>
            </a:xfrm>
            <a:custGeom>
              <a:rect b="b" l="l" r="r" t="t"/>
              <a:pathLst>
                <a:path extrusionOk="0" h="1672" w="1948">
                  <a:moveTo>
                    <a:pt x="824" y="0"/>
                  </a:moveTo>
                  <a:cubicBezTo>
                    <a:pt x="375" y="0"/>
                    <a:pt x="1" y="375"/>
                    <a:pt x="1" y="843"/>
                  </a:cubicBezTo>
                  <a:cubicBezTo>
                    <a:pt x="1" y="1346"/>
                    <a:pt x="407" y="1672"/>
                    <a:pt x="832" y="1672"/>
                  </a:cubicBezTo>
                  <a:cubicBezTo>
                    <a:pt x="1040" y="1672"/>
                    <a:pt x="1251" y="1594"/>
                    <a:pt x="1423" y="1423"/>
                  </a:cubicBezTo>
                  <a:cubicBezTo>
                    <a:pt x="1947" y="899"/>
                    <a:pt x="1573" y="0"/>
                    <a:pt x="82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36"/>
            <p:cNvSpPr/>
            <p:nvPr/>
          </p:nvSpPr>
          <p:spPr>
            <a:xfrm>
              <a:off x="5212325" y="2429350"/>
              <a:ext cx="1870250" cy="28100"/>
            </a:xfrm>
            <a:custGeom>
              <a:rect b="b" l="l" r="r" t="t"/>
              <a:pathLst>
                <a:path extrusionOk="0" h="1124" w="74810">
                  <a:moveTo>
                    <a:pt x="0" y="0"/>
                  </a:moveTo>
                  <a:lnTo>
                    <a:pt x="0" y="1123"/>
                  </a:lnTo>
                  <a:lnTo>
                    <a:pt x="74810" y="1123"/>
                  </a:lnTo>
                  <a:lnTo>
                    <a:pt x="7481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36"/>
            <p:cNvSpPr/>
            <p:nvPr/>
          </p:nvSpPr>
          <p:spPr>
            <a:xfrm>
              <a:off x="5212325" y="2457425"/>
              <a:ext cx="335050" cy="98275"/>
            </a:xfrm>
            <a:custGeom>
              <a:rect b="b" l="l" r="r" t="t"/>
              <a:pathLst>
                <a:path extrusionOk="0" h="3931" w="13402">
                  <a:moveTo>
                    <a:pt x="0" y="0"/>
                  </a:moveTo>
                  <a:lnTo>
                    <a:pt x="0" y="3931"/>
                  </a:lnTo>
                  <a:lnTo>
                    <a:pt x="13401" y="3931"/>
                  </a:lnTo>
                  <a:lnTo>
                    <a:pt x="13401"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36"/>
            <p:cNvSpPr/>
            <p:nvPr/>
          </p:nvSpPr>
          <p:spPr>
            <a:xfrm>
              <a:off x="5894075" y="2457425"/>
              <a:ext cx="167050" cy="32300"/>
            </a:xfrm>
            <a:custGeom>
              <a:rect b="b" l="l" r="r" t="t"/>
              <a:pathLst>
                <a:path extrusionOk="0" h="1292" w="6682">
                  <a:moveTo>
                    <a:pt x="0" y="0"/>
                  </a:moveTo>
                  <a:lnTo>
                    <a:pt x="0" y="1292"/>
                  </a:lnTo>
                  <a:lnTo>
                    <a:pt x="6682" y="1292"/>
                  </a:lnTo>
                  <a:lnTo>
                    <a:pt x="6682"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36"/>
            <p:cNvSpPr/>
            <p:nvPr/>
          </p:nvSpPr>
          <p:spPr>
            <a:xfrm>
              <a:off x="6333425" y="2635225"/>
              <a:ext cx="151175" cy="281700"/>
            </a:xfrm>
            <a:custGeom>
              <a:rect b="b" l="l" r="r" t="t"/>
              <a:pathLst>
                <a:path extrusionOk="0" h="11268" w="6047">
                  <a:moveTo>
                    <a:pt x="1" y="1"/>
                  </a:moveTo>
                  <a:lnTo>
                    <a:pt x="1" y="11268"/>
                  </a:lnTo>
                  <a:lnTo>
                    <a:pt x="6046" y="11268"/>
                  </a:lnTo>
                  <a:lnTo>
                    <a:pt x="604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36"/>
            <p:cNvSpPr/>
            <p:nvPr/>
          </p:nvSpPr>
          <p:spPr>
            <a:xfrm>
              <a:off x="6793850" y="2457425"/>
              <a:ext cx="288725" cy="78625"/>
            </a:xfrm>
            <a:custGeom>
              <a:rect b="b" l="l" r="r" t="t"/>
              <a:pathLst>
                <a:path extrusionOk="0" h="3145" w="11549">
                  <a:moveTo>
                    <a:pt x="1" y="0"/>
                  </a:moveTo>
                  <a:lnTo>
                    <a:pt x="1" y="3145"/>
                  </a:lnTo>
                  <a:lnTo>
                    <a:pt x="11549" y="3145"/>
                  </a:lnTo>
                  <a:lnTo>
                    <a:pt x="1154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36"/>
            <p:cNvSpPr/>
            <p:nvPr/>
          </p:nvSpPr>
          <p:spPr>
            <a:xfrm>
              <a:off x="6926275" y="2429350"/>
              <a:ext cx="156300" cy="28100"/>
            </a:xfrm>
            <a:custGeom>
              <a:rect b="b" l="l" r="r" t="t"/>
              <a:pathLst>
                <a:path extrusionOk="0" h="1124" w="6252">
                  <a:moveTo>
                    <a:pt x="0" y="0"/>
                  </a:moveTo>
                  <a:lnTo>
                    <a:pt x="0" y="1123"/>
                  </a:lnTo>
                  <a:lnTo>
                    <a:pt x="6252" y="1123"/>
                  </a:lnTo>
                  <a:lnTo>
                    <a:pt x="6252"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36"/>
            <p:cNvSpPr/>
            <p:nvPr/>
          </p:nvSpPr>
          <p:spPr>
            <a:xfrm>
              <a:off x="6479875" y="2397325"/>
              <a:ext cx="102050" cy="92800"/>
            </a:xfrm>
            <a:custGeom>
              <a:rect b="b" l="l" r="r" t="t"/>
              <a:pathLst>
                <a:path extrusionOk="0" h="3712" w="4082">
                  <a:moveTo>
                    <a:pt x="2040" y="0"/>
                  </a:moveTo>
                  <a:cubicBezTo>
                    <a:pt x="1904" y="0"/>
                    <a:pt x="1767" y="15"/>
                    <a:pt x="1629" y="46"/>
                  </a:cubicBezTo>
                  <a:cubicBezTo>
                    <a:pt x="619" y="289"/>
                    <a:pt x="1" y="1281"/>
                    <a:pt x="244" y="2292"/>
                  </a:cubicBezTo>
                  <a:cubicBezTo>
                    <a:pt x="436" y="3138"/>
                    <a:pt x="1199" y="3711"/>
                    <a:pt x="2034" y="3711"/>
                  </a:cubicBezTo>
                  <a:cubicBezTo>
                    <a:pt x="2179" y="3711"/>
                    <a:pt x="2325" y="3694"/>
                    <a:pt x="2472" y="3658"/>
                  </a:cubicBezTo>
                  <a:cubicBezTo>
                    <a:pt x="3464" y="3434"/>
                    <a:pt x="4081" y="2423"/>
                    <a:pt x="3857" y="1431"/>
                  </a:cubicBezTo>
                  <a:cubicBezTo>
                    <a:pt x="3647" y="577"/>
                    <a:pt x="2882" y="0"/>
                    <a:pt x="204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3" name="Google Shape;2353;p36"/>
          <p:cNvGrpSpPr/>
          <p:nvPr/>
        </p:nvGrpSpPr>
        <p:grpSpPr>
          <a:xfrm flipH="1">
            <a:off x="6921757" y="461100"/>
            <a:ext cx="2222252" cy="4838326"/>
            <a:chOff x="1622025" y="238125"/>
            <a:chExt cx="746825" cy="1626000"/>
          </a:xfrm>
        </p:grpSpPr>
        <p:sp>
          <p:nvSpPr>
            <p:cNvPr id="2354" name="Google Shape;2354;p36"/>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36"/>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36"/>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36"/>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36"/>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59" name="Google Shape;2359;p36"/>
          <p:cNvSpPr/>
          <p:nvPr/>
        </p:nvSpPr>
        <p:spPr>
          <a:xfrm flipH="1">
            <a:off x="5974854" y="74006"/>
            <a:ext cx="1110445" cy="157174"/>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36"/>
          <p:cNvSpPr/>
          <p:nvPr/>
        </p:nvSpPr>
        <p:spPr>
          <a:xfrm flipH="1">
            <a:off x="936937" y="231167"/>
            <a:ext cx="1625922" cy="229945"/>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36"/>
          <p:cNvSpPr/>
          <p:nvPr/>
        </p:nvSpPr>
        <p:spPr>
          <a:xfrm>
            <a:off x="11177" y="4879925"/>
            <a:ext cx="9144000" cy="263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62" name="Google Shape;2362;p36"/>
          <p:cNvGrpSpPr/>
          <p:nvPr/>
        </p:nvGrpSpPr>
        <p:grpSpPr>
          <a:xfrm>
            <a:off x="-369822" y="3162504"/>
            <a:ext cx="9870375" cy="1746000"/>
            <a:chOff x="-381000" y="2898432"/>
            <a:chExt cx="9870375" cy="1746000"/>
          </a:xfrm>
        </p:grpSpPr>
        <p:grpSp>
          <p:nvGrpSpPr>
            <p:cNvPr id="2363" name="Google Shape;2363;p36"/>
            <p:cNvGrpSpPr/>
            <p:nvPr/>
          </p:nvGrpSpPr>
          <p:grpSpPr>
            <a:xfrm>
              <a:off x="-381000" y="3189432"/>
              <a:ext cx="9870375" cy="1455000"/>
              <a:chOff x="-381000" y="3189432"/>
              <a:chExt cx="9870375" cy="1455000"/>
            </a:xfrm>
          </p:grpSpPr>
          <p:grpSp>
            <p:nvGrpSpPr>
              <p:cNvPr id="2364" name="Google Shape;2364;p36"/>
              <p:cNvGrpSpPr/>
              <p:nvPr/>
            </p:nvGrpSpPr>
            <p:grpSpPr>
              <a:xfrm>
                <a:off x="-381000" y="3189432"/>
                <a:ext cx="9870375" cy="1455000"/>
                <a:chOff x="-381000" y="2758675"/>
                <a:chExt cx="9870375" cy="1455000"/>
              </a:xfrm>
            </p:grpSpPr>
            <p:sp>
              <p:nvSpPr>
                <p:cNvPr id="2365" name="Google Shape;2365;p36"/>
                <p:cNvSpPr/>
                <p:nvPr/>
              </p:nvSpPr>
              <p:spPr>
                <a:xfrm>
                  <a:off x="152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36"/>
                <p:cNvSpPr/>
                <p:nvPr/>
              </p:nvSpPr>
              <p:spPr>
                <a:xfrm>
                  <a:off x="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36"/>
                <p:cNvSpPr/>
                <p:nvPr/>
              </p:nvSpPr>
              <p:spPr>
                <a:xfrm>
                  <a:off x="76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36"/>
                <p:cNvSpPr/>
                <p:nvPr/>
              </p:nvSpPr>
              <p:spPr>
                <a:xfrm>
                  <a:off x="381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36"/>
                <p:cNvSpPr/>
                <p:nvPr/>
              </p:nvSpPr>
              <p:spPr>
                <a:xfrm>
                  <a:off x="228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36"/>
                <p:cNvSpPr/>
                <p:nvPr/>
              </p:nvSpPr>
              <p:spPr>
                <a:xfrm>
                  <a:off x="304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36"/>
                <p:cNvSpPr/>
                <p:nvPr/>
              </p:nvSpPr>
              <p:spPr>
                <a:xfrm>
                  <a:off x="609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36"/>
                <p:cNvSpPr/>
                <p:nvPr/>
              </p:nvSpPr>
              <p:spPr>
                <a:xfrm>
                  <a:off x="457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36"/>
                <p:cNvSpPr/>
                <p:nvPr/>
              </p:nvSpPr>
              <p:spPr>
                <a:xfrm>
                  <a:off x="533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36"/>
                <p:cNvSpPr/>
                <p:nvPr/>
              </p:nvSpPr>
              <p:spPr>
                <a:xfrm>
                  <a:off x="762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36"/>
                <p:cNvSpPr/>
                <p:nvPr/>
              </p:nvSpPr>
              <p:spPr>
                <a:xfrm>
                  <a:off x="685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36"/>
                <p:cNvSpPr/>
                <p:nvPr/>
              </p:nvSpPr>
              <p:spPr>
                <a:xfrm>
                  <a:off x="838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36"/>
                <p:cNvSpPr/>
                <p:nvPr/>
              </p:nvSpPr>
              <p:spPr>
                <a:xfrm>
                  <a:off x="186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36"/>
                <p:cNvSpPr/>
                <p:nvPr/>
              </p:nvSpPr>
              <p:spPr>
                <a:xfrm>
                  <a:off x="3764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36"/>
                <p:cNvSpPr/>
                <p:nvPr/>
              </p:nvSpPr>
              <p:spPr>
                <a:xfrm>
                  <a:off x="110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36"/>
                <p:cNvSpPr/>
                <p:nvPr/>
              </p:nvSpPr>
              <p:spPr>
                <a:xfrm>
                  <a:off x="415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36"/>
                <p:cNvSpPr/>
                <p:nvPr/>
              </p:nvSpPr>
              <p:spPr>
                <a:xfrm>
                  <a:off x="263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36"/>
                <p:cNvSpPr/>
                <p:nvPr/>
              </p:nvSpPr>
              <p:spPr>
                <a:xfrm>
                  <a:off x="339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36"/>
                <p:cNvSpPr/>
                <p:nvPr/>
              </p:nvSpPr>
              <p:spPr>
                <a:xfrm>
                  <a:off x="644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36"/>
                <p:cNvSpPr/>
                <p:nvPr/>
              </p:nvSpPr>
              <p:spPr>
                <a:xfrm>
                  <a:off x="491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36"/>
                <p:cNvSpPr/>
                <p:nvPr/>
              </p:nvSpPr>
              <p:spPr>
                <a:xfrm>
                  <a:off x="567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36"/>
                <p:cNvSpPr/>
                <p:nvPr/>
              </p:nvSpPr>
              <p:spPr>
                <a:xfrm>
                  <a:off x="796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36"/>
                <p:cNvSpPr/>
                <p:nvPr/>
              </p:nvSpPr>
              <p:spPr>
                <a:xfrm>
                  <a:off x="720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36"/>
                <p:cNvSpPr/>
                <p:nvPr/>
              </p:nvSpPr>
              <p:spPr>
                <a:xfrm>
                  <a:off x="872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36"/>
                <p:cNvSpPr/>
                <p:nvPr/>
              </p:nvSpPr>
              <p:spPr>
                <a:xfrm>
                  <a:off x="-381000"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36"/>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36"/>
                <p:cNvSpPr/>
                <p:nvPr/>
              </p:nvSpPr>
              <p:spPr>
                <a:xfrm>
                  <a:off x="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36"/>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36"/>
                <p:cNvSpPr/>
                <p:nvPr/>
              </p:nvSpPr>
              <p:spPr>
                <a:xfrm>
                  <a:off x="2286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36"/>
                <p:cNvSpPr/>
                <p:nvPr/>
              </p:nvSpPr>
              <p:spPr>
                <a:xfrm>
                  <a:off x="762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36"/>
                <p:cNvSpPr/>
                <p:nvPr/>
              </p:nvSpPr>
              <p:spPr>
                <a:xfrm>
                  <a:off x="685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36"/>
                <p:cNvSpPr/>
                <p:nvPr/>
              </p:nvSpPr>
              <p:spPr>
                <a:xfrm>
                  <a:off x="838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36"/>
                <p:cNvSpPr/>
                <p:nvPr/>
              </p:nvSpPr>
              <p:spPr>
                <a:xfrm>
                  <a:off x="1869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36"/>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36"/>
                <p:cNvSpPr/>
                <p:nvPr/>
              </p:nvSpPr>
              <p:spPr>
                <a:xfrm>
                  <a:off x="110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36"/>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36"/>
                <p:cNvSpPr/>
                <p:nvPr/>
              </p:nvSpPr>
              <p:spPr>
                <a:xfrm>
                  <a:off x="7203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36"/>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36"/>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36"/>
                <p:cNvSpPr/>
                <p:nvPr/>
              </p:nvSpPr>
              <p:spPr>
                <a:xfrm>
                  <a:off x="7620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36"/>
                <p:cNvSpPr/>
                <p:nvPr/>
              </p:nvSpPr>
              <p:spPr>
                <a:xfrm>
                  <a:off x="8382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36"/>
                <p:cNvSpPr/>
                <p:nvPr/>
              </p:nvSpPr>
              <p:spPr>
                <a:xfrm>
                  <a:off x="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07" name="Google Shape;2407;p36"/>
              <p:cNvGrpSpPr/>
              <p:nvPr/>
            </p:nvGrpSpPr>
            <p:grpSpPr>
              <a:xfrm>
                <a:off x="762000" y="3189432"/>
                <a:ext cx="1524000" cy="291000"/>
                <a:chOff x="762000" y="3340675"/>
                <a:chExt cx="1524000" cy="291000"/>
              </a:xfrm>
            </p:grpSpPr>
            <p:sp>
              <p:nvSpPr>
                <p:cNvPr id="2408" name="Google Shape;2408;p36"/>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36"/>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10" name="Google Shape;2410;p36"/>
            <p:cNvGrpSpPr/>
            <p:nvPr/>
          </p:nvGrpSpPr>
          <p:grpSpPr>
            <a:xfrm>
              <a:off x="7965375" y="2898432"/>
              <a:ext cx="1524000" cy="291000"/>
              <a:chOff x="7965375" y="3049675"/>
              <a:chExt cx="1524000" cy="291000"/>
            </a:xfrm>
          </p:grpSpPr>
          <p:sp>
            <p:nvSpPr>
              <p:cNvPr id="2411" name="Google Shape;2411;p36"/>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36"/>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3" name="Google Shape;2413;p36"/>
            <p:cNvGrpSpPr/>
            <p:nvPr/>
          </p:nvGrpSpPr>
          <p:grpSpPr>
            <a:xfrm>
              <a:off x="-381000" y="2902607"/>
              <a:ext cx="1519475" cy="291000"/>
              <a:chOff x="-381000" y="3049675"/>
              <a:chExt cx="1519475" cy="291000"/>
            </a:xfrm>
          </p:grpSpPr>
          <p:sp>
            <p:nvSpPr>
              <p:cNvPr id="2414" name="Google Shape;2414;p36"/>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36"/>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16" name="Google Shape;2416;p36"/>
          <p:cNvSpPr/>
          <p:nvPr/>
        </p:nvSpPr>
        <p:spPr>
          <a:xfrm flipH="1">
            <a:off x="5522702" y="3178097"/>
            <a:ext cx="3621300" cy="17460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36"/>
          <p:cNvSpPr/>
          <p:nvPr/>
        </p:nvSpPr>
        <p:spPr>
          <a:xfrm flipH="1">
            <a:off x="11177" y="4427347"/>
            <a:ext cx="1060721" cy="492044"/>
          </a:xfrm>
          <a:custGeom>
            <a:rect b="b" l="l" r="r" t="t"/>
            <a:pathLst>
              <a:path extrusionOk="0" h="5143" w="11087">
                <a:moveTo>
                  <a:pt x="11087" y="0"/>
                </a:moveTo>
                <a:cubicBezTo>
                  <a:pt x="10790" y="35"/>
                  <a:pt x="10511" y="105"/>
                  <a:pt x="10232" y="192"/>
                </a:cubicBezTo>
                <a:cubicBezTo>
                  <a:pt x="8611" y="715"/>
                  <a:pt x="7164" y="1813"/>
                  <a:pt x="6084" y="3121"/>
                </a:cubicBezTo>
                <a:cubicBezTo>
                  <a:pt x="5658" y="2742"/>
                  <a:pt x="5079" y="2596"/>
                  <a:pt x="4490" y="2596"/>
                </a:cubicBezTo>
                <a:cubicBezTo>
                  <a:pt x="4211" y="2596"/>
                  <a:pt x="3930" y="2629"/>
                  <a:pt x="3661" y="2685"/>
                </a:cubicBezTo>
                <a:cubicBezTo>
                  <a:pt x="2179" y="3016"/>
                  <a:pt x="872" y="3887"/>
                  <a:pt x="0" y="5143"/>
                </a:cubicBezTo>
                <a:lnTo>
                  <a:pt x="11087" y="5143"/>
                </a:lnTo>
                <a:lnTo>
                  <a:pt x="1108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36"/>
          <p:cNvSpPr/>
          <p:nvPr/>
        </p:nvSpPr>
        <p:spPr>
          <a:xfrm flipH="1">
            <a:off x="7427861" y="4603997"/>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19" name="Google Shape;2419;p36"/>
          <p:cNvGrpSpPr/>
          <p:nvPr/>
        </p:nvGrpSpPr>
        <p:grpSpPr>
          <a:xfrm>
            <a:off x="713219" y="4139988"/>
            <a:ext cx="2428188" cy="928035"/>
            <a:chOff x="4525475" y="1014550"/>
            <a:chExt cx="279375" cy="106775"/>
          </a:xfrm>
        </p:grpSpPr>
        <p:sp>
          <p:nvSpPr>
            <p:cNvPr id="2420" name="Google Shape;2420;p36"/>
            <p:cNvSpPr/>
            <p:nvPr/>
          </p:nvSpPr>
          <p:spPr>
            <a:xfrm>
              <a:off x="4543025" y="1068050"/>
              <a:ext cx="226150" cy="53275"/>
            </a:xfrm>
            <a:custGeom>
              <a:rect b="b" l="l" r="r" t="t"/>
              <a:pathLst>
                <a:path extrusionOk="0" h="2131" w="9046">
                  <a:moveTo>
                    <a:pt x="1" y="1"/>
                  </a:moveTo>
                  <a:lnTo>
                    <a:pt x="1" y="2130"/>
                  </a:lnTo>
                  <a:lnTo>
                    <a:pt x="8343" y="2130"/>
                  </a:lnTo>
                  <a:cubicBezTo>
                    <a:pt x="8728" y="2130"/>
                    <a:pt x="9046" y="1647"/>
                    <a:pt x="9046" y="1066"/>
                  </a:cubicBezTo>
                  <a:cubicBezTo>
                    <a:pt x="9046" y="473"/>
                    <a:pt x="8728" y="1"/>
                    <a:pt x="8343" y="1"/>
                  </a:cubicBezTo>
                  <a:close/>
                </a:path>
              </a:pathLst>
            </a:custGeom>
            <a:solidFill>
              <a:srgbClr val="AABB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36"/>
            <p:cNvSpPr/>
            <p:nvPr/>
          </p:nvSpPr>
          <p:spPr>
            <a:xfrm>
              <a:off x="4543025" y="1068050"/>
              <a:ext cx="226150" cy="53275"/>
            </a:xfrm>
            <a:custGeom>
              <a:rect b="b" l="l" r="r" t="t"/>
              <a:pathLst>
                <a:path extrusionOk="0" h="2131" w="9046">
                  <a:moveTo>
                    <a:pt x="1" y="1"/>
                  </a:moveTo>
                  <a:lnTo>
                    <a:pt x="1" y="2130"/>
                  </a:lnTo>
                  <a:lnTo>
                    <a:pt x="8343" y="2130"/>
                  </a:lnTo>
                  <a:cubicBezTo>
                    <a:pt x="8728" y="2130"/>
                    <a:pt x="9046" y="1647"/>
                    <a:pt x="9046" y="1066"/>
                  </a:cubicBezTo>
                  <a:cubicBezTo>
                    <a:pt x="9046" y="473"/>
                    <a:pt x="8728" y="1"/>
                    <a:pt x="83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36"/>
            <p:cNvSpPr/>
            <p:nvPr/>
          </p:nvSpPr>
          <p:spPr>
            <a:xfrm>
              <a:off x="4525475" y="1068050"/>
              <a:ext cx="35150" cy="53275"/>
            </a:xfrm>
            <a:custGeom>
              <a:rect b="b" l="l" r="r" t="t"/>
              <a:pathLst>
                <a:path extrusionOk="0" h="2131" w="1406">
                  <a:moveTo>
                    <a:pt x="703" y="1"/>
                  </a:moveTo>
                  <a:cubicBezTo>
                    <a:pt x="318" y="1"/>
                    <a:pt x="0" y="473"/>
                    <a:pt x="0" y="1066"/>
                  </a:cubicBezTo>
                  <a:cubicBezTo>
                    <a:pt x="0" y="1647"/>
                    <a:pt x="318" y="2130"/>
                    <a:pt x="703" y="2130"/>
                  </a:cubicBezTo>
                  <a:cubicBezTo>
                    <a:pt x="1098" y="2130"/>
                    <a:pt x="1405" y="1647"/>
                    <a:pt x="1405" y="1066"/>
                  </a:cubicBezTo>
                  <a:cubicBezTo>
                    <a:pt x="1405" y="473"/>
                    <a:pt x="1098" y="1"/>
                    <a:pt x="7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36"/>
            <p:cNvSpPr/>
            <p:nvPr/>
          </p:nvSpPr>
          <p:spPr>
            <a:xfrm>
              <a:off x="4529025" y="1073275"/>
              <a:ext cx="28300" cy="42550"/>
            </a:xfrm>
            <a:custGeom>
              <a:rect b="b" l="l" r="r" t="t"/>
              <a:pathLst>
                <a:path extrusionOk="0" h="1702" w="1132">
                  <a:moveTo>
                    <a:pt x="561" y="0"/>
                  </a:moveTo>
                  <a:cubicBezTo>
                    <a:pt x="253" y="0"/>
                    <a:pt x="1" y="385"/>
                    <a:pt x="1" y="857"/>
                  </a:cubicBezTo>
                  <a:cubicBezTo>
                    <a:pt x="1" y="1329"/>
                    <a:pt x="253" y="1702"/>
                    <a:pt x="561" y="1702"/>
                  </a:cubicBezTo>
                  <a:cubicBezTo>
                    <a:pt x="879" y="1702"/>
                    <a:pt x="1131" y="1329"/>
                    <a:pt x="1131" y="857"/>
                  </a:cubicBezTo>
                  <a:cubicBezTo>
                    <a:pt x="1131" y="385"/>
                    <a:pt x="879" y="0"/>
                    <a:pt x="56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36"/>
            <p:cNvSpPr/>
            <p:nvPr/>
          </p:nvSpPr>
          <p:spPr>
            <a:xfrm>
              <a:off x="4578700" y="1068050"/>
              <a:ext cx="226150" cy="53275"/>
            </a:xfrm>
            <a:custGeom>
              <a:rect b="b" l="l" r="r" t="t"/>
              <a:pathLst>
                <a:path extrusionOk="0" h="2131" w="9046">
                  <a:moveTo>
                    <a:pt x="1" y="1"/>
                  </a:moveTo>
                  <a:lnTo>
                    <a:pt x="1" y="2130"/>
                  </a:lnTo>
                  <a:lnTo>
                    <a:pt x="8343" y="2130"/>
                  </a:lnTo>
                  <a:cubicBezTo>
                    <a:pt x="8728" y="2130"/>
                    <a:pt x="9046" y="1647"/>
                    <a:pt x="9046" y="1066"/>
                  </a:cubicBezTo>
                  <a:cubicBezTo>
                    <a:pt x="9046" y="473"/>
                    <a:pt x="8728" y="1"/>
                    <a:pt x="8343" y="1"/>
                  </a:cubicBezTo>
                  <a:close/>
                </a:path>
              </a:pathLst>
            </a:custGeom>
            <a:solidFill>
              <a:srgbClr val="AABB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36"/>
            <p:cNvSpPr/>
            <p:nvPr/>
          </p:nvSpPr>
          <p:spPr>
            <a:xfrm>
              <a:off x="4578700" y="1068050"/>
              <a:ext cx="226150" cy="53275"/>
            </a:xfrm>
            <a:custGeom>
              <a:rect b="b" l="l" r="r" t="t"/>
              <a:pathLst>
                <a:path extrusionOk="0" h="2131" w="9046">
                  <a:moveTo>
                    <a:pt x="1" y="1"/>
                  </a:moveTo>
                  <a:lnTo>
                    <a:pt x="1" y="2130"/>
                  </a:lnTo>
                  <a:lnTo>
                    <a:pt x="8343" y="2130"/>
                  </a:lnTo>
                  <a:cubicBezTo>
                    <a:pt x="8728" y="2130"/>
                    <a:pt x="9046" y="1647"/>
                    <a:pt x="9046" y="1066"/>
                  </a:cubicBezTo>
                  <a:cubicBezTo>
                    <a:pt x="9046" y="473"/>
                    <a:pt x="8728" y="1"/>
                    <a:pt x="83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36"/>
            <p:cNvSpPr/>
            <p:nvPr/>
          </p:nvSpPr>
          <p:spPr>
            <a:xfrm>
              <a:off x="4561150" y="1068050"/>
              <a:ext cx="35150" cy="53275"/>
            </a:xfrm>
            <a:custGeom>
              <a:rect b="b" l="l" r="r" t="t"/>
              <a:pathLst>
                <a:path extrusionOk="0" h="2131" w="1406">
                  <a:moveTo>
                    <a:pt x="703" y="1"/>
                  </a:moveTo>
                  <a:cubicBezTo>
                    <a:pt x="318" y="1"/>
                    <a:pt x="0" y="473"/>
                    <a:pt x="0" y="1066"/>
                  </a:cubicBezTo>
                  <a:cubicBezTo>
                    <a:pt x="0" y="1647"/>
                    <a:pt x="318" y="2130"/>
                    <a:pt x="703" y="2130"/>
                  </a:cubicBezTo>
                  <a:cubicBezTo>
                    <a:pt x="1098" y="2130"/>
                    <a:pt x="1405" y="1647"/>
                    <a:pt x="1405" y="1066"/>
                  </a:cubicBezTo>
                  <a:cubicBezTo>
                    <a:pt x="1405" y="473"/>
                    <a:pt x="1098" y="1"/>
                    <a:pt x="7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36"/>
            <p:cNvSpPr/>
            <p:nvPr/>
          </p:nvSpPr>
          <p:spPr>
            <a:xfrm>
              <a:off x="4564700" y="1073275"/>
              <a:ext cx="28300" cy="42550"/>
            </a:xfrm>
            <a:custGeom>
              <a:rect b="b" l="l" r="r" t="t"/>
              <a:pathLst>
                <a:path extrusionOk="0" h="1702" w="1132">
                  <a:moveTo>
                    <a:pt x="561" y="0"/>
                  </a:moveTo>
                  <a:cubicBezTo>
                    <a:pt x="253" y="0"/>
                    <a:pt x="1" y="385"/>
                    <a:pt x="1" y="857"/>
                  </a:cubicBezTo>
                  <a:cubicBezTo>
                    <a:pt x="1" y="1329"/>
                    <a:pt x="253" y="1702"/>
                    <a:pt x="561" y="1702"/>
                  </a:cubicBezTo>
                  <a:cubicBezTo>
                    <a:pt x="879" y="1702"/>
                    <a:pt x="1131" y="1329"/>
                    <a:pt x="1131" y="857"/>
                  </a:cubicBezTo>
                  <a:cubicBezTo>
                    <a:pt x="1131" y="385"/>
                    <a:pt x="879" y="0"/>
                    <a:pt x="56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36"/>
            <p:cNvSpPr/>
            <p:nvPr/>
          </p:nvSpPr>
          <p:spPr>
            <a:xfrm>
              <a:off x="4561700" y="1014550"/>
              <a:ext cx="208300" cy="53250"/>
            </a:xfrm>
            <a:custGeom>
              <a:rect b="b" l="l" r="r" t="t"/>
              <a:pathLst>
                <a:path extrusionOk="0" h="2130" w="8332">
                  <a:moveTo>
                    <a:pt x="0" y="0"/>
                  </a:moveTo>
                  <a:lnTo>
                    <a:pt x="0" y="2130"/>
                  </a:lnTo>
                  <a:lnTo>
                    <a:pt x="8332" y="2130"/>
                  </a:lnTo>
                  <a:lnTo>
                    <a:pt x="833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36"/>
            <p:cNvSpPr/>
            <p:nvPr/>
          </p:nvSpPr>
          <p:spPr>
            <a:xfrm>
              <a:off x="4752425" y="1014825"/>
              <a:ext cx="35150" cy="52975"/>
            </a:xfrm>
            <a:custGeom>
              <a:rect b="b" l="l" r="r" t="t"/>
              <a:pathLst>
                <a:path extrusionOk="0" h="2119" w="1406">
                  <a:moveTo>
                    <a:pt x="703" y="0"/>
                  </a:moveTo>
                  <a:cubicBezTo>
                    <a:pt x="319" y="0"/>
                    <a:pt x="0" y="472"/>
                    <a:pt x="0" y="1054"/>
                  </a:cubicBezTo>
                  <a:cubicBezTo>
                    <a:pt x="0" y="1647"/>
                    <a:pt x="319" y="2119"/>
                    <a:pt x="703" y="2119"/>
                  </a:cubicBezTo>
                  <a:cubicBezTo>
                    <a:pt x="1098" y="2119"/>
                    <a:pt x="1405" y="1647"/>
                    <a:pt x="1405" y="1054"/>
                  </a:cubicBezTo>
                  <a:cubicBezTo>
                    <a:pt x="1405" y="472"/>
                    <a:pt x="1098" y="0"/>
                    <a:pt x="7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36"/>
            <p:cNvSpPr/>
            <p:nvPr/>
          </p:nvSpPr>
          <p:spPr>
            <a:xfrm>
              <a:off x="4544125" y="1014550"/>
              <a:ext cx="35150" cy="53250"/>
            </a:xfrm>
            <a:custGeom>
              <a:rect b="b" l="l" r="r" t="t"/>
              <a:pathLst>
                <a:path extrusionOk="0" h="2130" w="1406">
                  <a:moveTo>
                    <a:pt x="703" y="0"/>
                  </a:moveTo>
                  <a:cubicBezTo>
                    <a:pt x="319" y="0"/>
                    <a:pt x="1" y="483"/>
                    <a:pt x="1" y="1065"/>
                  </a:cubicBezTo>
                  <a:cubicBezTo>
                    <a:pt x="1" y="1658"/>
                    <a:pt x="308" y="2130"/>
                    <a:pt x="703" y="2130"/>
                  </a:cubicBezTo>
                  <a:cubicBezTo>
                    <a:pt x="1087" y="2130"/>
                    <a:pt x="1406" y="1658"/>
                    <a:pt x="1406" y="1065"/>
                  </a:cubicBezTo>
                  <a:cubicBezTo>
                    <a:pt x="1406" y="483"/>
                    <a:pt x="1087" y="0"/>
                    <a:pt x="7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36"/>
            <p:cNvSpPr/>
            <p:nvPr/>
          </p:nvSpPr>
          <p:spPr>
            <a:xfrm>
              <a:off x="4547700" y="1020025"/>
              <a:ext cx="28000" cy="42575"/>
            </a:xfrm>
            <a:custGeom>
              <a:rect b="b" l="l" r="r" t="t"/>
              <a:pathLst>
                <a:path extrusionOk="0" h="1703" w="1120">
                  <a:moveTo>
                    <a:pt x="560" y="1"/>
                  </a:moveTo>
                  <a:cubicBezTo>
                    <a:pt x="253" y="1"/>
                    <a:pt x="0" y="385"/>
                    <a:pt x="0" y="846"/>
                  </a:cubicBezTo>
                  <a:cubicBezTo>
                    <a:pt x="0" y="1318"/>
                    <a:pt x="242" y="1702"/>
                    <a:pt x="560" y="1702"/>
                  </a:cubicBezTo>
                  <a:cubicBezTo>
                    <a:pt x="867" y="1702"/>
                    <a:pt x="1120" y="1318"/>
                    <a:pt x="1120" y="846"/>
                  </a:cubicBezTo>
                  <a:cubicBezTo>
                    <a:pt x="1120" y="385"/>
                    <a:pt x="867" y="1"/>
                    <a:pt x="56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32" name="Google Shape;2432;p36"/>
          <p:cNvSpPr/>
          <p:nvPr/>
        </p:nvSpPr>
        <p:spPr>
          <a:xfrm flipH="1">
            <a:off x="2325842" y="4749640"/>
            <a:ext cx="2036911" cy="361376"/>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1_1_1_1">
    <p:spTree>
      <p:nvGrpSpPr>
        <p:cNvPr id="2433" name="Shape 2433"/>
        <p:cNvGrpSpPr/>
        <p:nvPr/>
      </p:nvGrpSpPr>
      <p:grpSpPr>
        <a:xfrm>
          <a:off x="0" y="0"/>
          <a:ext cx="0" cy="0"/>
          <a:chOff x="0" y="0"/>
          <a:chExt cx="0" cy="0"/>
        </a:xfrm>
      </p:grpSpPr>
      <p:sp>
        <p:nvSpPr>
          <p:cNvPr id="2434" name="Google Shape;2434;p37"/>
          <p:cNvSpPr txBox="1"/>
          <p:nvPr>
            <p:ph type="title"/>
          </p:nvPr>
        </p:nvSpPr>
        <p:spPr>
          <a:xfrm>
            <a:off x="1212450" y="1616100"/>
            <a:ext cx="3833100" cy="1821900"/>
          </a:xfrm>
          <a:prstGeom prst="rect">
            <a:avLst/>
          </a:prstGeom>
        </p:spPr>
        <p:txBody>
          <a:bodyPr anchorCtr="0" anchor="t" bIns="91425" lIns="91425" spcFirstLastPara="1" rIns="91425" wrap="square" tIns="91425">
            <a:noAutofit/>
          </a:bodyPr>
          <a:lstStyle>
            <a:lvl1pPr lvl="0" algn="r">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2435" name="Google Shape;2435;p37"/>
          <p:cNvSpPr txBox="1"/>
          <p:nvPr>
            <p:ph idx="1" type="subTitle"/>
          </p:nvPr>
        </p:nvSpPr>
        <p:spPr>
          <a:xfrm>
            <a:off x="1500463" y="3653050"/>
            <a:ext cx="3545400" cy="8004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grpSp>
        <p:nvGrpSpPr>
          <p:cNvPr id="2436" name="Google Shape;2436;p37"/>
          <p:cNvGrpSpPr/>
          <p:nvPr/>
        </p:nvGrpSpPr>
        <p:grpSpPr>
          <a:xfrm flipH="1">
            <a:off x="6921757" y="461100"/>
            <a:ext cx="2222252" cy="4838326"/>
            <a:chOff x="1622025" y="238125"/>
            <a:chExt cx="746825" cy="1626000"/>
          </a:xfrm>
        </p:grpSpPr>
        <p:sp>
          <p:nvSpPr>
            <p:cNvPr id="2437" name="Google Shape;2437;p37"/>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37"/>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37"/>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37"/>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37"/>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42" name="Google Shape;2442;p37"/>
          <p:cNvSpPr/>
          <p:nvPr/>
        </p:nvSpPr>
        <p:spPr>
          <a:xfrm flipH="1">
            <a:off x="7354378" y="539501"/>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43" name="Google Shape;2443;p37"/>
          <p:cNvGrpSpPr/>
          <p:nvPr/>
        </p:nvGrpSpPr>
        <p:grpSpPr>
          <a:xfrm>
            <a:off x="6517420" y="-581028"/>
            <a:ext cx="3508278" cy="4091243"/>
            <a:chOff x="2338828" y="880300"/>
            <a:chExt cx="3508278" cy="4091243"/>
          </a:xfrm>
        </p:grpSpPr>
        <p:sp>
          <p:nvSpPr>
            <p:cNvPr id="2444" name="Google Shape;2444;p37"/>
            <p:cNvSpPr/>
            <p:nvPr/>
          </p:nvSpPr>
          <p:spPr>
            <a:xfrm>
              <a:off x="2628617" y="1253859"/>
              <a:ext cx="2828530" cy="417150"/>
            </a:xfrm>
            <a:custGeom>
              <a:rect b="b" l="l" r="r" t="t"/>
              <a:pathLst>
                <a:path extrusionOk="0" fill="none" h="6623" w="44908">
                  <a:moveTo>
                    <a:pt x="1" y="6623"/>
                  </a:moveTo>
                  <a:lnTo>
                    <a:pt x="5071" y="1"/>
                  </a:lnTo>
                  <a:lnTo>
                    <a:pt x="44908" y="1"/>
                  </a:lnTo>
                  <a:lnTo>
                    <a:pt x="44908" y="6623"/>
                  </a:lnTo>
                  <a:close/>
                </a:path>
              </a:pathLst>
            </a:custGeom>
            <a:noFill/>
            <a:ln cap="flat" cmpd="sng" w="1237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37"/>
            <p:cNvSpPr/>
            <p:nvPr/>
          </p:nvSpPr>
          <p:spPr>
            <a:xfrm>
              <a:off x="2960354" y="1262929"/>
              <a:ext cx="301383" cy="403986"/>
            </a:xfrm>
            <a:custGeom>
              <a:rect b="b" l="l" r="r" t="t"/>
              <a:pathLst>
                <a:path extrusionOk="0" fill="none" h="6414" w="4785">
                  <a:moveTo>
                    <a:pt x="0" y="0"/>
                  </a:moveTo>
                  <a:lnTo>
                    <a:pt x="4784" y="6414"/>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37"/>
            <p:cNvSpPr/>
            <p:nvPr/>
          </p:nvSpPr>
          <p:spPr>
            <a:xfrm>
              <a:off x="2960354" y="1253859"/>
              <a:ext cx="301383" cy="413056"/>
            </a:xfrm>
            <a:custGeom>
              <a:rect b="b" l="l" r="r" t="t"/>
              <a:pathLst>
                <a:path extrusionOk="0" fill="none" h="6558" w="4785">
                  <a:moveTo>
                    <a:pt x="4784" y="1"/>
                  </a:moveTo>
                  <a:lnTo>
                    <a:pt x="0" y="655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37"/>
            <p:cNvSpPr/>
            <p:nvPr/>
          </p:nvSpPr>
          <p:spPr>
            <a:xfrm>
              <a:off x="2789542" y="1460762"/>
              <a:ext cx="162627" cy="206969"/>
            </a:xfrm>
            <a:custGeom>
              <a:rect b="b" l="l" r="r" t="t"/>
              <a:pathLst>
                <a:path extrusionOk="0" fill="none" h="3286" w="2582">
                  <a:moveTo>
                    <a:pt x="1" y="1"/>
                  </a:moveTo>
                  <a:lnTo>
                    <a:pt x="2582" y="3286"/>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37"/>
            <p:cNvSpPr/>
            <p:nvPr/>
          </p:nvSpPr>
          <p:spPr>
            <a:xfrm>
              <a:off x="3273952" y="1262929"/>
              <a:ext cx="301383" cy="404805"/>
            </a:xfrm>
            <a:custGeom>
              <a:rect b="b" l="l" r="r" t="t"/>
              <a:pathLst>
                <a:path extrusionOk="0" fill="none" h="6427" w="4785">
                  <a:moveTo>
                    <a:pt x="1" y="0"/>
                  </a:moveTo>
                  <a:lnTo>
                    <a:pt x="4785" y="6427"/>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37"/>
            <p:cNvSpPr/>
            <p:nvPr/>
          </p:nvSpPr>
          <p:spPr>
            <a:xfrm>
              <a:off x="3273952" y="1253859"/>
              <a:ext cx="301383" cy="413874"/>
            </a:xfrm>
            <a:custGeom>
              <a:rect b="b" l="l" r="r" t="t"/>
              <a:pathLst>
                <a:path extrusionOk="0" fill="none" h="6571" w="4785">
                  <a:moveTo>
                    <a:pt x="4785" y="1"/>
                  </a:moveTo>
                  <a:lnTo>
                    <a:pt x="1" y="657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37"/>
            <p:cNvSpPr/>
            <p:nvPr/>
          </p:nvSpPr>
          <p:spPr>
            <a:xfrm>
              <a:off x="3587612" y="1264566"/>
              <a:ext cx="301383" cy="404805"/>
            </a:xfrm>
            <a:custGeom>
              <a:rect b="b" l="l" r="r" t="t"/>
              <a:pathLst>
                <a:path extrusionOk="0" fill="none" h="6427" w="4785">
                  <a:moveTo>
                    <a:pt x="0" y="0"/>
                  </a:moveTo>
                  <a:lnTo>
                    <a:pt x="4784" y="6427"/>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37"/>
            <p:cNvSpPr/>
            <p:nvPr/>
          </p:nvSpPr>
          <p:spPr>
            <a:xfrm>
              <a:off x="3587612" y="1256316"/>
              <a:ext cx="301383" cy="413056"/>
            </a:xfrm>
            <a:custGeom>
              <a:rect b="b" l="l" r="r" t="t"/>
              <a:pathLst>
                <a:path extrusionOk="0" fill="none" h="6558" w="4785">
                  <a:moveTo>
                    <a:pt x="4784" y="1"/>
                  </a:moveTo>
                  <a:lnTo>
                    <a:pt x="0" y="655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37"/>
            <p:cNvSpPr/>
            <p:nvPr/>
          </p:nvSpPr>
          <p:spPr>
            <a:xfrm>
              <a:off x="3901209" y="1264566"/>
              <a:ext cx="301383" cy="404805"/>
            </a:xfrm>
            <a:custGeom>
              <a:rect b="b" l="l" r="r" t="t"/>
              <a:pathLst>
                <a:path extrusionOk="0" fill="none" h="6427" w="4785">
                  <a:moveTo>
                    <a:pt x="1" y="0"/>
                  </a:moveTo>
                  <a:lnTo>
                    <a:pt x="4785" y="6427"/>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37"/>
            <p:cNvSpPr/>
            <p:nvPr/>
          </p:nvSpPr>
          <p:spPr>
            <a:xfrm>
              <a:off x="3901209" y="1256316"/>
              <a:ext cx="301383" cy="413056"/>
            </a:xfrm>
            <a:custGeom>
              <a:rect b="b" l="l" r="r" t="t"/>
              <a:pathLst>
                <a:path extrusionOk="0" fill="none" h="6558" w="4785">
                  <a:moveTo>
                    <a:pt x="4785" y="1"/>
                  </a:moveTo>
                  <a:lnTo>
                    <a:pt x="1" y="655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37"/>
            <p:cNvSpPr/>
            <p:nvPr/>
          </p:nvSpPr>
          <p:spPr>
            <a:xfrm>
              <a:off x="4214870" y="1263748"/>
              <a:ext cx="301383" cy="404805"/>
            </a:xfrm>
            <a:custGeom>
              <a:rect b="b" l="l" r="r" t="t"/>
              <a:pathLst>
                <a:path extrusionOk="0" fill="none" h="6427" w="4785">
                  <a:moveTo>
                    <a:pt x="0" y="0"/>
                  </a:moveTo>
                  <a:lnTo>
                    <a:pt x="4784" y="6427"/>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37"/>
            <p:cNvSpPr/>
            <p:nvPr/>
          </p:nvSpPr>
          <p:spPr>
            <a:xfrm>
              <a:off x="4214870" y="1254678"/>
              <a:ext cx="301383" cy="413874"/>
            </a:xfrm>
            <a:custGeom>
              <a:rect b="b" l="l" r="r" t="t"/>
              <a:pathLst>
                <a:path extrusionOk="0" fill="none" h="6571" w="4785">
                  <a:moveTo>
                    <a:pt x="4784" y="1"/>
                  </a:moveTo>
                  <a:lnTo>
                    <a:pt x="0" y="657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37"/>
            <p:cNvSpPr/>
            <p:nvPr/>
          </p:nvSpPr>
          <p:spPr>
            <a:xfrm>
              <a:off x="4528467" y="1263748"/>
              <a:ext cx="301383" cy="404805"/>
            </a:xfrm>
            <a:custGeom>
              <a:rect b="b" l="l" r="r" t="t"/>
              <a:pathLst>
                <a:path extrusionOk="0" fill="none" h="6427" w="4785">
                  <a:moveTo>
                    <a:pt x="1" y="0"/>
                  </a:moveTo>
                  <a:lnTo>
                    <a:pt x="4785" y="6427"/>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37"/>
            <p:cNvSpPr/>
            <p:nvPr/>
          </p:nvSpPr>
          <p:spPr>
            <a:xfrm>
              <a:off x="4528467" y="1254678"/>
              <a:ext cx="301383" cy="413874"/>
            </a:xfrm>
            <a:custGeom>
              <a:rect b="b" l="l" r="r" t="t"/>
              <a:pathLst>
                <a:path extrusionOk="0" fill="none" h="6571" w="4785">
                  <a:moveTo>
                    <a:pt x="4785" y="1"/>
                  </a:moveTo>
                  <a:lnTo>
                    <a:pt x="1" y="657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37"/>
            <p:cNvSpPr/>
            <p:nvPr/>
          </p:nvSpPr>
          <p:spPr>
            <a:xfrm>
              <a:off x="4842127" y="1266204"/>
              <a:ext cx="301383" cy="403986"/>
            </a:xfrm>
            <a:custGeom>
              <a:rect b="b" l="l" r="r" t="t"/>
              <a:pathLst>
                <a:path extrusionOk="0" fill="none" h="6414" w="4785">
                  <a:moveTo>
                    <a:pt x="0" y="0"/>
                  </a:moveTo>
                  <a:lnTo>
                    <a:pt x="4784" y="6414"/>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37"/>
            <p:cNvSpPr/>
            <p:nvPr/>
          </p:nvSpPr>
          <p:spPr>
            <a:xfrm>
              <a:off x="4842127" y="1257134"/>
              <a:ext cx="301383" cy="413056"/>
            </a:xfrm>
            <a:custGeom>
              <a:rect b="b" l="l" r="r" t="t"/>
              <a:pathLst>
                <a:path extrusionOk="0" fill="none" h="6558" w="4785">
                  <a:moveTo>
                    <a:pt x="4784" y="1"/>
                  </a:moveTo>
                  <a:lnTo>
                    <a:pt x="0" y="655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37"/>
            <p:cNvSpPr/>
            <p:nvPr/>
          </p:nvSpPr>
          <p:spPr>
            <a:xfrm>
              <a:off x="5155725" y="1266204"/>
              <a:ext cx="301383" cy="403986"/>
            </a:xfrm>
            <a:custGeom>
              <a:rect b="b" l="l" r="r" t="t"/>
              <a:pathLst>
                <a:path extrusionOk="0" fill="none" h="6414" w="4785">
                  <a:moveTo>
                    <a:pt x="1" y="0"/>
                  </a:moveTo>
                  <a:lnTo>
                    <a:pt x="4785" y="6414"/>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37"/>
            <p:cNvSpPr/>
            <p:nvPr/>
          </p:nvSpPr>
          <p:spPr>
            <a:xfrm>
              <a:off x="5155725" y="1257134"/>
              <a:ext cx="301383" cy="413056"/>
            </a:xfrm>
            <a:custGeom>
              <a:rect b="b" l="l" r="r" t="t"/>
              <a:pathLst>
                <a:path extrusionOk="0" fill="none" h="6558" w="4785">
                  <a:moveTo>
                    <a:pt x="4785" y="1"/>
                  </a:moveTo>
                  <a:lnTo>
                    <a:pt x="1" y="655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37"/>
            <p:cNvSpPr/>
            <p:nvPr/>
          </p:nvSpPr>
          <p:spPr>
            <a:xfrm>
              <a:off x="5652479" y="1267023"/>
              <a:ext cx="194624" cy="190530"/>
            </a:xfrm>
            <a:custGeom>
              <a:rect b="b" l="l" r="r" t="t"/>
              <a:pathLst>
                <a:path extrusionOk="0" fill="none" h="3025" w="3090">
                  <a:moveTo>
                    <a:pt x="0" y="0"/>
                  </a:moveTo>
                  <a:lnTo>
                    <a:pt x="3090" y="3025"/>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37"/>
            <p:cNvSpPr/>
            <p:nvPr/>
          </p:nvSpPr>
          <p:spPr>
            <a:xfrm>
              <a:off x="5652479" y="1450937"/>
              <a:ext cx="194624" cy="220070"/>
            </a:xfrm>
            <a:custGeom>
              <a:rect b="b" l="l" r="r" t="t"/>
              <a:pathLst>
                <a:path extrusionOk="0" fill="none" h="3494" w="3090">
                  <a:moveTo>
                    <a:pt x="3090" y="0"/>
                  </a:moveTo>
                  <a:lnTo>
                    <a:pt x="0" y="3494"/>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37"/>
            <p:cNvSpPr/>
            <p:nvPr/>
          </p:nvSpPr>
          <p:spPr>
            <a:xfrm>
              <a:off x="5457040" y="1263748"/>
              <a:ext cx="195505" cy="199536"/>
            </a:xfrm>
            <a:custGeom>
              <a:rect b="b" l="l" r="r" t="t"/>
              <a:pathLst>
                <a:path extrusionOk="0" fill="none" h="3168" w="3104">
                  <a:moveTo>
                    <a:pt x="3103" y="0"/>
                  </a:moveTo>
                  <a:lnTo>
                    <a:pt x="1" y="316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37"/>
            <p:cNvSpPr/>
            <p:nvPr/>
          </p:nvSpPr>
          <p:spPr>
            <a:xfrm>
              <a:off x="5457040" y="1463219"/>
              <a:ext cx="195505" cy="207788"/>
            </a:xfrm>
            <a:custGeom>
              <a:rect b="b" l="l" r="r" t="t"/>
              <a:pathLst>
                <a:path extrusionOk="0" fill="none" h="3299" w="3104">
                  <a:moveTo>
                    <a:pt x="1" y="1"/>
                  </a:moveTo>
                  <a:lnTo>
                    <a:pt x="3103" y="329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37"/>
            <p:cNvSpPr/>
            <p:nvPr/>
          </p:nvSpPr>
          <p:spPr>
            <a:xfrm>
              <a:off x="5457040" y="1253859"/>
              <a:ext cx="390066" cy="417150"/>
            </a:xfrm>
            <a:custGeom>
              <a:rect b="b" l="l" r="r" t="t"/>
              <a:pathLst>
                <a:path extrusionOk="0" fill="none" h="6623" w="6193">
                  <a:moveTo>
                    <a:pt x="1" y="1"/>
                  </a:moveTo>
                  <a:lnTo>
                    <a:pt x="6193" y="1"/>
                  </a:lnTo>
                  <a:lnTo>
                    <a:pt x="6193" y="6623"/>
                  </a:lnTo>
                  <a:lnTo>
                    <a:pt x="1" y="6623"/>
                  </a:lnTo>
                  <a:close/>
                </a:path>
              </a:pathLst>
            </a:custGeom>
            <a:noFill/>
            <a:ln cap="flat" cmpd="sng" w="1237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37"/>
            <p:cNvSpPr/>
            <p:nvPr/>
          </p:nvSpPr>
          <p:spPr>
            <a:xfrm>
              <a:off x="5077750" y="1670940"/>
              <a:ext cx="267686" cy="3300603"/>
            </a:xfrm>
            <a:custGeom>
              <a:rect b="b" l="l" r="r" t="t"/>
              <a:pathLst>
                <a:path extrusionOk="0" fill="none" h="52403" w="4250">
                  <a:moveTo>
                    <a:pt x="4250" y="52403"/>
                  </a:moveTo>
                  <a:lnTo>
                    <a:pt x="0" y="52403"/>
                  </a:lnTo>
                  <a:lnTo>
                    <a:pt x="0" y="1"/>
                  </a:lnTo>
                  <a:lnTo>
                    <a:pt x="4250" y="1"/>
                  </a:lnTo>
                  <a:close/>
                </a:path>
              </a:pathLst>
            </a:custGeom>
            <a:noFill/>
            <a:ln cap="flat" cmpd="sng" w="1237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37"/>
            <p:cNvSpPr/>
            <p:nvPr/>
          </p:nvSpPr>
          <p:spPr>
            <a:xfrm>
              <a:off x="5083482" y="4253921"/>
              <a:ext cx="259498" cy="353913"/>
            </a:xfrm>
            <a:custGeom>
              <a:rect b="b" l="l" r="r" t="t"/>
              <a:pathLst>
                <a:path extrusionOk="0" fill="none" h="5619" w="4120">
                  <a:moveTo>
                    <a:pt x="1" y="5618"/>
                  </a:moveTo>
                  <a:lnTo>
                    <a:pt x="4120"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37"/>
            <p:cNvSpPr/>
            <p:nvPr/>
          </p:nvSpPr>
          <p:spPr>
            <a:xfrm>
              <a:off x="5077750" y="4253921"/>
              <a:ext cx="265230" cy="353913"/>
            </a:xfrm>
            <a:custGeom>
              <a:rect b="b" l="l" r="r" t="t"/>
              <a:pathLst>
                <a:path extrusionOk="0" fill="none" h="5619" w="4211">
                  <a:moveTo>
                    <a:pt x="0" y="0"/>
                  </a:moveTo>
                  <a:lnTo>
                    <a:pt x="4211" y="561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37"/>
            <p:cNvSpPr/>
            <p:nvPr/>
          </p:nvSpPr>
          <p:spPr>
            <a:xfrm>
              <a:off x="5083482" y="4613498"/>
              <a:ext cx="259498" cy="354732"/>
            </a:xfrm>
            <a:custGeom>
              <a:rect b="b" l="l" r="r" t="t"/>
              <a:pathLst>
                <a:path extrusionOk="0" fill="none" h="5632" w="4120">
                  <a:moveTo>
                    <a:pt x="1" y="5632"/>
                  </a:moveTo>
                  <a:lnTo>
                    <a:pt x="4120"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37"/>
            <p:cNvSpPr/>
            <p:nvPr/>
          </p:nvSpPr>
          <p:spPr>
            <a:xfrm>
              <a:off x="5077750" y="4613498"/>
              <a:ext cx="265230" cy="354732"/>
            </a:xfrm>
            <a:custGeom>
              <a:rect b="b" l="l" r="r" t="t"/>
              <a:pathLst>
                <a:path extrusionOk="0" fill="none" h="5632" w="4211">
                  <a:moveTo>
                    <a:pt x="0" y="1"/>
                  </a:moveTo>
                  <a:lnTo>
                    <a:pt x="4211"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37"/>
            <p:cNvSpPr/>
            <p:nvPr/>
          </p:nvSpPr>
          <p:spPr>
            <a:xfrm>
              <a:off x="5083482" y="3884456"/>
              <a:ext cx="259498" cy="354732"/>
            </a:xfrm>
            <a:custGeom>
              <a:rect b="b" l="l" r="r" t="t"/>
              <a:pathLst>
                <a:path extrusionOk="0" fill="none" h="5632" w="4120">
                  <a:moveTo>
                    <a:pt x="1" y="5631"/>
                  </a:moveTo>
                  <a:lnTo>
                    <a:pt x="4120"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37"/>
            <p:cNvSpPr/>
            <p:nvPr/>
          </p:nvSpPr>
          <p:spPr>
            <a:xfrm>
              <a:off x="5077750" y="3884456"/>
              <a:ext cx="265230" cy="354732"/>
            </a:xfrm>
            <a:custGeom>
              <a:rect b="b" l="l" r="r" t="t"/>
              <a:pathLst>
                <a:path extrusionOk="0" fill="none" h="5632" w="4211">
                  <a:moveTo>
                    <a:pt x="0" y="0"/>
                  </a:moveTo>
                  <a:lnTo>
                    <a:pt x="4211" y="563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37"/>
            <p:cNvSpPr/>
            <p:nvPr/>
          </p:nvSpPr>
          <p:spPr>
            <a:xfrm>
              <a:off x="5084301" y="3515810"/>
              <a:ext cx="260317" cy="353913"/>
            </a:xfrm>
            <a:custGeom>
              <a:rect b="b" l="l" r="r" t="t"/>
              <a:pathLst>
                <a:path extrusionOk="0" fill="none" h="5619" w="4133">
                  <a:moveTo>
                    <a:pt x="1" y="5619"/>
                  </a:moveTo>
                  <a:lnTo>
                    <a:pt x="4133"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37"/>
            <p:cNvSpPr/>
            <p:nvPr/>
          </p:nvSpPr>
          <p:spPr>
            <a:xfrm>
              <a:off x="5078569" y="3515810"/>
              <a:ext cx="266049" cy="353913"/>
            </a:xfrm>
            <a:custGeom>
              <a:rect b="b" l="l" r="r" t="t"/>
              <a:pathLst>
                <a:path extrusionOk="0" fill="none" h="5619" w="4224">
                  <a:moveTo>
                    <a:pt x="0" y="0"/>
                  </a:moveTo>
                  <a:lnTo>
                    <a:pt x="4224"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37"/>
            <p:cNvSpPr/>
            <p:nvPr/>
          </p:nvSpPr>
          <p:spPr>
            <a:xfrm>
              <a:off x="5084301" y="3147163"/>
              <a:ext cx="260317" cy="353913"/>
            </a:xfrm>
            <a:custGeom>
              <a:rect b="b" l="l" r="r" t="t"/>
              <a:pathLst>
                <a:path extrusionOk="0" fill="none" h="5619" w="4133">
                  <a:moveTo>
                    <a:pt x="1" y="5619"/>
                  </a:moveTo>
                  <a:lnTo>
                    <a:pt x="4133"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37"/>
            <p:cNvSpPr/>
            <p:nvPr/>
          </p:nvSpPr>
          <p:spPr>
            <a:xfrm>
              <a:off x="5078569" y="3147163"/>
              <a:ext cx="266049" cy="353913"/>
            </a:xfrm>
            <a:custGeom>
              <a:rect b="b" l="l" r="r" t="t"/>
              <a:pathLst>
                <a:path extrusionOk="0" fill="none" h="5619" w="4224">
                  <a:moveTo>
                    <a:pt x="0" y="0"/>
                  </a:moveTo>
                  <a:lnTo>
                    <a:pt x="4224"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37"/>
            <p:cNvSpPr/>
            <p:nvPr/>
          </p:nvSpPr>
          <p:spPr>
            <a:xfrm>
              <a:off x="5084301" y="2777698"/>
              <a:ext cx="259498" cy="354732"/>
            </a:xfrm>
            <a:custGeom>
              <a:rect b="b" l="l" r="r" t="t"/>
              <a:pathLst>
                <a:path extrusionOk="0" fill="none" h="5632" w="4120">
                  <a:moveTo>
                    <a:pt x="1" y="5632"/>
                  </a:moveTo>
                  <a:lnTo>
                    <a:pt x="4120"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37"/>
            <p:cNvSpPr/>
            <p:nvPr/>
          </p:nvSpPr>
          <p:spPr>
            <a:xfrm>
              <a:off x="5078569" y="2777698"/>
              <a:ext cx="265230" cy="354732"/>
            </a:xfrm>
            <a:custGeom>
              <a:rect b="b" l="l" r="r" t="t"/>
              <a:pathLst>
                <a:path extrusionOk="0" fill="none" h="5632" w="4211">
                  <a:moveTo>
                    <a:pt x="0" y="0"/>
                  </a:moveTo>
                  <a:lnTo>
                    <a:pt x="4211"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37"/>
            <p:cNvSpPr/>
            <p:nvPr/>
          </p:nvSpPr>
          <p:spPr>
            <a:xfrm>
              <a:off x="5084301" y="2409052"/>
              <a:ext cx="259498" cy="353913"/>
            </a:xfrm>
            <a:custGeom>
              <a:rect b="b" l="l" r="r" t="t"/>
              <a:pathLst>
                <a:path extrusionOk="0" fill="none" h="5619" w="4120">
                  <a:moveTo>
                    <a:pt x="1" y="5619"/>
                  </a:moveTo>
                  <a:lnTo>
                    <a:pt x="4120"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37"/>
            <p:cNvSpPr/>
            <p:nvPr/>
          </p:nvSpPr>
          <p:spPr>
            <a:xfrm>
              <a:off x="5078569" y="2409052"/>
              <a:ext cx="265230" cy="353913"/>
            </a:xfrm>
            <a:custGeom>
              <a:rect b="b" l="l" r="r" t="t"/>
              <a:pathLst>
                <a:path extrusionOk="0" fill="none" h="5619" w="4211">
                  <a:moveTo>
                    <a:pt x="0" y="1"/>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37"/>
            <p:cNvSpPr/>
            <p:nvPr/>
          </p:nvSpPr>
          <p:spPr>
            <a:xfrm>
              <a:off x="5085120" y="2040406"/>
              <a:ext cx="259498" cy="353913"/>
            </a:xfrm>
            <a:custGeom>
              <a:rect b="b" l="l" r="r" t="t"/>
              <a:pathLst>
                <a:path extrusionOk="0" fill="none" h="5619" w="4120">
                  <a:moveTo>
                    <a:pt x="1" y="5619"/>
                  </a:moveTo>
                  <a:lnTo>
                    <a:pt x="4120"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37"/>
            <p:cNvSpPr/>
            <p:nvPr/>
          </p:nvSpPr>
          <p:spPr>
            <a:xfrm>
              <a:off x="5079388" y="2040406"/>
              <a:ext cx="265230" cy="353913"/>
            </a:xfrm>
            <a:custGeom>
              <a:rect b="b" l="l" r="r" t="t"/>
              <a:pathLst>
                <a:path extrusionOk="0" fill="none" h="5619" w="4211">
                  <a:moveTo>
                    <a:pt x="0" y="1"/>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37"/>
            <p:cNvSpPr/>
            <p:nvPr/>
          </p:nvSpPr>
          <p:spPr>
            <a:xfrm>
              <a:off x="5085120" y="1670940"/>
              <a:ext cx="260317" cy="354795"/>
            </a:xfrm>
            <a:custGeom>
              <a:rect b="b" l="l" r="r" t="t"/>
              <a:pathLst>
                <a:path extrusionOk="0" fill="none" h="5633" w="4133">
                  <a:moveTo>
                    <a:pt x="1" y="5632"/>
                  </a:moveTo>
                  <a:lnTo>
                    <a:pt x="4133"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37"/>
            <p:cNvSpPr/>
            <p:nvPr/>
          </p:nvSpPr>
          <p:spPr>
            <a:xfrm>
              <a:off x="5079388" y="1670940"/>
              <a:ext cx="266049" cy="354795"/>
            </a:xfrm>
            <a:custGeom>
              <a:rect b="b" l="l" r="r" t="t"/>
              <a:pathLst>
                <a:path extrusionOk="0" fill="none" h="5633" w="4224">
                  <a:moveTo>
                    <a:pt x="0" y="1"/>
                  </a:moveTo>
                  <a:lnTo>
                    <a:pt x="4224"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37"/>
            <p:cNvSpPr/>
            <p:nvPr/>
          </p:nvSpPr>
          <p:spPr>
            <a:xfrm>
              <a:off x="5341275" y="1671759"/>
              <a:ext cx="268568" cy="3299784"/>
            </a:xfrm>
            <a:custGeom>
              <a:rect b="b" l="l" r="r" t="t"/>
              <a:pathLst>
                <a:path extrusionOk="0" fill="none" h="52390" w="4264">
                  <a:moveTo>
                    <a:pt x="4263" y="52390"/>
                  </a:moveTo>
                  <a:lnTo>
                    <a:pt x="1" y="52390"/>
                  </a:lnTo>
                  <a:lnTo>
                    <a:pt x="1" y="1"/>
                  </a:lnTo>
                  <a:lnTo>
                    <a:pt x="4263" y="1"/>
                  </a:lnTo>
                  <a:close/>
                </a:path>
              </a:pathLst>
            </a:custGeom>
            <a:noFill/>
            <a:ln cap="flat" cmpd="sng" w="1237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37"/>
            <p:cNvSpPr/>
            <p:nvPr/>
          </p:nvSpPr>
          <p:spPr>
            <a:xfrm>
              <a:off x="5347070" y="4253921"/>
              <a:ext cx="260317" cy="353913"/>
            </a:xfrm>
            <a:custGeom>
              <a:rect b="b" l="l" r="r" t="t"/>
              <a:pathLst>
                <a:path extrusionOk="0" fill="none" h="5619" w="4133">
                  <a:moveTo>
                    <a:pt x="0" y="5618"/>
                  </a:moveTo>
                  <a:lnTo>
                    <a:pt x="4132"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37"/>
            <p:cNvSpPr/>
            <p:nvPr/>
          </p:nvSpPr>
          <p:spPr>
            <a:xfrm>
              <a:off x="5341275" y="4253921"/>
              <a:ext cx="266112" cy="353913"/>
            </a:xfrm>
            <a:custGeom>
              <a:rect b="b" l="l" r="r" t="t"/>
              <a:pathLst>
                <a:path extrusionOk="0" fill="none" h="5619" w="4225">
                  <a:moveTo>
                    <a:pt x="1" y="0"/>
                  </a:moveTo>
                  <a:lnTo>
                    <a:pt x="4224" y="5618"/>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37"/>
            <p:cNvSpPr/>
            <p:nvPr/>
          </p:nvSpPr>
          <p:spPr>
            <a:xfrm>
              <a:off x="5347070" y="4613498"/>
              <a:ext cx="260317" cy="354732"/>
            </a:xfrm>
            <a:custGeom>
              <a:rect b="b" l="l" r="r" t="t"/>
              <a:pathLst>
                <a:path extrusionOk="0" fill="none" h="5632" w="4133">
                  <a:moveTo>
                    <a:pt x="0" y="5632"/>
                  </a:moveTo>
                  <a:lnTo>
                    <a:pt x="4132"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37"/>
            <p:cNvSpPr/>
            <p:nvPr/>
          </p:nvSpPr>
          <p:spPr>
            <a:xfrm>
              <a:off x="5341275" y="4613498"/>
              <a:ext cx="266112" cy="354732"/>
            </a:xfrm>
            <a:custGeom>
              <a:rect b="b" l="l" r="r" t="t"/>
              <a:pathLst>
                <a:path extrusionOk="0" fill="none" h="5632" w="4225">
                  <a:moveTo>
                    <a:pt x="1" y="1"/>
                  </a:moveTo>
                  <a:lnTo>
                    <a:pt x="4224"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37"/>
            <p:cNvSpPr/>
            <p:nvPr/>
          </p:nvSpPr>
          <p:spPr>
            <a:xfrm>
              <a:off x="5347070" y="3884456"/>
              <a:ext cx="260317" cy="354732"/>
            </a:xfrm>
            <a:custGeom>
              <a:rect b="b" l="l" r="r" t="t"/>
              <a:pathLst>
                <a:path extrusionOk="0" fill="none" h="5632" w="4133">
                  <a:moveTo>
                    <a:pt x="0" y="5631"/>
                  </a:moveTo>
                  <a:lnTo>
                    <a:pt x="4132"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37"/>
            <p:cNvSpPr/>
            <p:nvPr/>
          </p:nvSpPr>
          <p:spPr>
            <a:xfrm>
              <a:off x="5341275" y="3884456"/>
              <a:ext cx="266112" cy="354732"/>
            </a:xfrm>
            <a:custGeom>
              <a:rect b="b" l="l" r="r" t="t"/>
              <a:pathLst>
                <a:path extrusionOk="0" fill="none" h="5632" w="4225">
                  <a:moveTo>
                    <a:pt x="1" y="0"/>
                  </a:moveTo>
                  <a:lnTo>
                    <a:pt x="4224" y="563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37"/>
            <p:cNvSpPr/>
            <p:nvPr/>
          </p:nvSpPr>
          <p:spPr>
            <a:xfrm>
              <a:off x="5348708" y="3515810"/>
              <a:ext cx="259498" cy="353913"/>
            </a:xfrm>
            <a:custGeom>
              <a:rect b="b" l="l" r="r" t="t"/>
              <a:pathLst>
                <a:path extrusionOk="0" fill="none" h="5619" w="4120">
                  <a:moveTo>
                    <a:pt x="0" y="5619"/>
                  </a:moveTo>
                  <a:lnTo>
                    <a:pt x="4119"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37"/>
            <p:cNvSpPr/>
            <p:nvPr/>
          </p:nvSpPr>
          <p:spPr>
            <a:xfrm>
              <a:off x="5342913" y="3515810"/>
              <a:ext cx="265293" cy="353913"/>
            </a:xfrm>
            <a:custGeom>
              <a:rect b="b" l="l" r="r" t="t"/>
              <a:pathLst>
                <a:path extrusionOk="0" fill="none" h="5619" w="4212">
                  <a:moveTo>
                    <a:pt x="1" y="0"/>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37"/>
            <p:cNvSpPr/>
            <p:nvPr/>
          </p:nvSpPr>
          <p:spPr>
            <a:xfrm>
              <a:off x="5348708" y="3147163"/>
              <a:ext cx="259498" cy="353913"/>
            </a:xfrm>
            <a:custGeom>
              <a:rect b="b" l="l" r="r" t="t"/>
              <a:pathLst>
                <a:path extrusionOk="0" fill="none" h="5619" w="4120">
                  <a:moveTo>
                    <a:pt x="0" y="5619"/>
                  </a:moveTo>
                  <a:lnTo>
                    <a:pt x="4119"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37"/>
            <p:cNvSpPr/>
            <p:nvPr/>
          </p:nvSpPr>
          <p:spPr>
            <a:xfrm>
              <a:off x="5342913" y="3147163"/>
              <a:ext cx="265293" cy="353913"/>
            </a:xfrm>
            <a:custGeom>
              <a:rect b="b" l="l" r="r" t="t"/>
              <a:pathLst>
                <a:path extrusionOk="0" fill="none" h="5619" w="4212">
                  <a:moveTo>
                    <a:pt x="1" y="0"/>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37"/>
            <p:cNvSpPr/>
            <p:nvPr/>
          </p:nvSpPr>
          <p:spPr>
            <a:xfrm>
              <a:off x="5347889" y="2777698"/>
              <a:ext cx="259498" cy="354732"/>
            </a:xfrm>
            <a:custGeom>
              <a:rect b="b" l="l" r="r" t="t"/>
              <a:pathLst>
                <a:path extrusionOk="0" fill="none" h="5632" w="4120">
                  <a:moveTo>
                    <a:pt x="0" y="5632"/>
                  </a:moveTo>
                  <a:lnTo>
                    <a:pt x="4119" y="0"/>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37"/>
            <p:cNvSpPr/>
            <p:nvPr/>
          </p:nvSpPr>
          <p:spPr>
            <a:xfrm>
              <a:off x="5342094" y="2777698"/>
              <a:ext cx="265293" cy="354732"/>
            </a:xfrm>
            <a:custGeom>
              <a:rect b="b" l="l" r="r" t="t"/>
              <a:pathLst>
                <a:path extrusionOk="0" fill="none" h="5632" w="4212">
                  <a:moveTo>
                    <a:pt x="1" y="0"/>
                  </a:moveTo>
                  <a:lnTo>
                    <a:pt x="4211"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37"/>
            <p:cNvSpPr/>
            <p:nvPr/>
          </p:nvSpPr>
          <p:spPr>
            <a:xfrm>
              <a:off x="5347889" y="2409052"/>
              <a:ext cx="259498" cy="353913"/>
            </a:xfrm>
            <a:custGeom>
              <a:rect b="b" l="l" r="r" t="t"/>
              <a:pathLst>
                <a:path extrusionOk="0" fill="none" h="5619" w="4120">
                  <a:moveTo>
                    <a:pt x="0" y="5619"/>
                  </a:moveTo>
                  <a:lnTo>
                    <a:pt x="4119"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37"/>
            <p:cNvSpPr/>
            <p:nvPr/>
          </p:nvSpPr>
          <p:spPr>
            <a:xfrm>
              <a:off x="5342094" y="2409052"/>
              <a:ext cx="265293" cy="353913"/>
            </a:xfrm>
            <a:custGeom>
              <a:rect b="b" l="l" r="r" t="t"/>
              <a:pathLst>
                <a:path extrusionOk="0" fill="none" h="5619" w="4212">
                  <a:moveTo>
                    <a:pt x="1" y="1"/>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37"/>
            <p:cNvSpPr/>
            <p:nvPr/>
          </p:nvSpPr>
          <p:spPr>
            <a:xfrm>
              <a:off x="5349526" y="2040406"/>
              <a:ext cx="259498" cy="353913"/>
            </a:xfrm>
            <a:custGeom>
              <a:rect b="b" l="l" r="r" t="t"/>
              <a:pathLst>
                <a:path extrusionOk="0" fill="none" h="5619" w="4120">
                  <a:moveTo>
                    <a:pt x="0" y="5619"/>
                  </a:moveTo>
                  <a:lnTo>
                    <a:pt x="4119"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37"/>
            <p:cNvSpPr/>
            <p:nvPr/>
          </p:nvSpPr>
          <p:spPr>
            <a:xfrm>
              <a:off x="5343732" y="2040406"/>
              <a:ext cx="265293" cy="353913"/>
            </a:xfrm>
            <a:custGeom>
              <a:rect b="b" l="l" r="r" t="t"/>
              <a:pathLst>
                <a:path extrusionOk="0" fill="none" h="5619" w="4212">
                  <a:moveTo>
                    <a:pt x="1" y="1"/>
                  </a:moveTo>
                  <a:lnTo>
                    <a:pt x="4211" y="5619"/>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37"/>
            <p:cNvSpPr/>
            <p:nvPr/>
          </p:nvSpPr>
          <p:spPr>
            <a:xfrm>
              <a:off x="5349526" y="1670940"/>
              <a:ext cx="259498" cy="354795"/>
            </a:xfrm>
            <a:custGeom>
              <a:rect b="b" l="l" r="r" t="t"/>
              <a:pathLst>
                <a:path extrusionOk="0" fill="none" h="5633" w="4120">
                  <a:moveTo>
                    <a:pt x="0" y="5632"/>
                  </a:moveTo>
                  <a:lnTo>
                    <a:pt x="4119" y="1"/>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37"/>
            <p:cNvSpPr/>
            <p:nvPr/>
          </p:nvSpPr>
          <p:spPr>
            <a:xfrm>
              <a:off x="5343732" y="1670940"/>
              <a:ext cx="265293" cy="354795"/>
            </a:xfrm>
            <a:custGeom>
              <a:rect b="b" l="l" r="r" t="t"/>
              <a:pathLst>
                <a:path extrusionOk="0" fill="none" h="5633" w="4212">
                  <a:moveTo>
                    <a:pt x="1" y="1"/>
                  </a:moveTo>
                  <a:lnTo>
                    <a:pt x="4211" y="5632"/>
                  </a:lnTo>
                </a:path>
              </a:pathLst>
            </a:custGeom>
            <a:noFill/>
            <a:ln cap="flat"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37"/>
            <p:cNvSpPr/>
            <p:nvPr/>
          </p:nvSpPr>
          <p:spPr>
            <a:xfrm>
              <a:off x="5560523" y="880300"/>
              <a:ext cx="882" cy="215157"/>
            </a:xfrm>
            <a:custGeom>
              <a:rect b="b" l="l" r="r" t="t"/>
              <a:pathLst>
                <a:path extrusionOk="0" fill="none" h="3416" w="14">
                  <a:moveTo>
                    <a:pt x="0" y="3416"/>
                  </a:moveTo>
                  <a:lnTo>
                    <a:pt x="13" y="1"/>
                  </a:lnTo>
                </a:path>
              </a:pathLst>
            </a:custGeom>
            <a:solidFill>
              <a:schemeClr val="accent5"/>
            </a:solidFill>
            <a:ln cap="rnd"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37"/>
            <p:cNvSpPr/>
            <p:nvPr/>
          </p:nvSpPr>
          <p:spPr>
            <a:xfrm>
              <a:off x="3184451" y="881938"/>
              <a:ext cx="2373716" cy="370352"/>
            </a:xfrm>
            <a:custGeom>
              <a:rect b="b" l="l" r="r" t="t"/>
              <a:pathLst>
                <a:path extrusionOk="0" fill="none" h="5880" w="37687">
                  <a:moveTo>
                    <a:pt x="37686" y="1"/>
                  </a:moveTo>
                  <a:lnTo>
                    <a:pt x="1" y="5880"/>
                  </a:lnTo>
                </a:path>
              </a:pathLst>
            </a:custGeom>
            <a:solidFill>
              <a:schemeClr val="accent5"/>
            </a:solidFill>
            <a:ln cap="flat" cmpd="sng" w="422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37"/>
            <p:cNvSpPr/>
            <p:nvPr/>
          </p:nvSpPr>
          <p:spPr>
            <a:xfrm>
              <a:off x="5181170" y="880300"/>
              <a:ext cx="380240" cy="215157"/>
            </a:xfrm>
            <a:custGeom>
              <a:rect b="b" l="l" r="r" t="t"/>
              <a:pathLst>
                <a:path extrusionOk="0" fill="none" h="3416" w="6037">
                  <a:moveTo>
                    <a:pt x="1" y="3416"/>
                  </a:moveTo>
                  <a:lnTo>
                    <a:pt x="6036" y="1"/>
                  </a:lnTo>
                </a:path>
              </a:pathLst>
            </a:custGeom>
            <a:solidFill>
              <a:schemeClr val="accent5"/>
            </a:solidFill>
            <a:ln cap="rnd" cmpd="sng" w="8150">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37"/>
            <p:cNvSpPr/>
            <p:nvPr/>
          </p:nvSpPr>
          <p:spPr>
            <a:xfrm>
              <a:off x="5092552" y="1078196"/>
              <a:ext cx="550930" cy="78038"/>
            </a:xfrm>
            <a:custGeom>
              <a:rect b="b" l="l" r="r" t="t"/>
              <a:pathLst>
                <a:path extrusionOk="0" h="1239" w="8747">
                  <a:moveTo>
                    <a:pt x="0" y="0"/>
                  </a:moveTo>
                  <a:lnTo>
                    <a:pt x="0" y="1239"/>
                  </a:lnTo>
                  <a:lnTo>
                    <a:pt x="8747" y="1239"/>
                  </a:lnTo>
                  <a:lnTo>
                    <a:pt x="8747" y="0"/>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37"/>
            <p:cNvSpPr/>
            <p:nvPr/>
          </p:nvSpPr>
          <p:spPr>
            <a:xfrm>
              <a:off x="4902025" y="1156171"/>
              <a:ext cx="811247" cy="78038"/>
            </a:xfrm>
            <a:custGeom>
              <a:rect b="b" l="l" r="r" t="t"/>
              <a:pathLst>
                <a:path extrusionOk="0" h="1239" w="12880">
                  <a:moveTo>
                    <a:pt x="1" y="1"/>
                  </a:moveTo>
                  <a:lnTo>
                    <a:pt x="1" y="1239"/>
                  </a:lnTo>
                  <a:lnTo>
                    <a:pt x="12880" y="1239"/>
                  </a:lnTo>
                  <a:lnTo>
                    <a:pt x="12880" y="1"/>
                  </a:lnTo>
                  <a:close/>
                </a:path>
              </a:pathLst>
            </a:custGeom>
            <a:solidFill>
              <a:srgbClr val="7575D3">
                <a:alpha val="530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37"/>
            <p:cNvSpPr/>
            <p:nvPr/>
          </p:nvSpPr>
          <p:spPr>
            <a:xfrm>
              <a:off x="2893024" y="1827771"/>
              <a:ext cx="316122" cy="110917"/>
            </a:xfrm>
            <a:custGeom>
              <a:rect b="b" l="l" r="r" t="t"/>
              <a:pathLst>
                <a:path extrusionOk="0" h="1761" w="5019">
                  <a:moveTo>
                    <a:pt x="0" y="1"/>
                  </a:moveTo>
                  <a:lnTo>
                    <a:pt x="0" y="1760"/>
                  </a:lnTo>
                  <a:lnTo>
                    <a:pt x="5019" y="1760"/>
                  </a:lnTo>
                  <a:lnTo>
                    <a:pt x="5019" y="1"/>
                  </a:lnTo>
                  <a:close/>
                </a:path>
              </a:pathLst>
            </a:custGeom>
            <a:solidFill>
              <a:srgbClr val="7575D3">
                <a:alpha val="530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37"/>
            <p:cNvSpPr/>
            <p:nvPr/>
          </p:nvSpPr>
          <p:spPr>
            <a:xfrm>
              <a:off x="2836339" y="1690654"/>
              <a:ext cx="405686" cy="137181"/>
            </a:xfrm>
            <a:custGeom>
              <a:rect b="b" l="l" r="r" t="t"/>
              <a:pathLst>
                <a:path extrusionOk="0" h="2178" w="6441">
                  <a:moveTo>
                    <a:pt x="1" y="1"/>
                  </a:moveTo>
                  <a:lnTo>
                    <a:pt x="1" y="2178"/>
                  </a:lnTo>
                  <a:lnTo>
                    <a:pt x="6440" y="2178"/>
                  </a:lnTo>
                  <a:lnTo>
                    <a:pt x="6440" y="1"/>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37"/>
            <p:cNvSpPr/>
            <p:nvPr/>
          </p:nvSpPr>
          <p:spPr>
            <a:xfrm>
              <a:off x="2619611" y="2112648"/>
              <a:ext cx="838330" cy="81377"/>
            </a:xfrm>
            <a:custGeom>
              <a:rect b="b" l="l" r="r" t="t"/>
              <a:pathLst>
                <a:path extrusionOk="0" fill="none" h="1292" w="13310">
                  <a:moveTo>
                    <a:pt x="13309" y="1291"/>
                  </a:moveTo>
                  <a:lnTo>
                    <a:pt x="6766" y="1"/>
                  </a:lnTo>
                  <a:lnTo>
                    <a:pt x="0" y="1239"/>
                  </a:lnTo>
                </a:path>
              </a:pathLst>
            </a:custGeom>
            <a:solidFill>
              <a:schemeClr val="accent5"/>
            </a:solidFill>
            <a:ln cap="flat" cmpd="sng" w="4225">
              <a:solidFill>
                <a:schemeClr val="accent5"/>
              </a:solidFill>
              <a:prstDash val="solid"/>
              <a:miter lim="1303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37"/>
            <p:cNvSpPr/>
            <p:nvPr/>
          </p:nvSpPr>
          <p:spPr>
            <a:xfrm>
              <a:off x="3000538" y="1895101"/>
              <a:ext cx="108460" cy="241422"/>
            </a:xfrm>
            <a:custGeom>
              <a:rect b="b" l="l" r="r" t="t"/>
              <a:pathLst>
                <a:path extrusionOk="0" fill="none" h="3833" w="1722">
                  <a:moveTo>
                    <a:pt x="731" y="0"/>
                  </a:moveTo>
                  <a:lnTo>
                    <a:pt x="731" y="1982"/>
                  </a:lnTo>
                  <a:cubicBezTo>
                    <a:pt x="731" y="1982"/>
                    <a:pt x="1721" y="2334"/>
                    <a:pt x="1343" y="3220"/>
                  </a:cubicBezTo>
                  <a:cubicBezTo>
                    <a:pt x="1083" y="3833"/>
                    <a:pt x="340" y="3781"/>
                    <a:pt x="1" y="3429"/>
                  </a:cubicBezTo>
                </a:path>
              </a:pathLst>
            </a:custGeom>
            <a:solidFill>
              <a:schemeClr val="accent5"/>
            </a:solidFill>
            <a:ln cap="rnd" cmpd="sng" w="81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37"/>
            <p:cNvSpPr/>
            <p:nvPr/>
          </p:nvSpPr>
          <p:spPr>
            <a:xfrm>
              <a:off x="2471787" y="2184072"/>
              <a:ext cx="1147902" cy="19777"/>
            </a:xfrm>
            <a:custGeom>
              <a:rect b="b" l="l" r="r" t="t"/>
              <a:pathLst>
                <a:path extrusionOk="0" h="314" w="18225">
                  <a:moveTo>
                    <a:pt x="1" y="1"/>
                  </a:moveTo>
                  <a:lnTo>
                    <a:pt x="1" y="314"/>
                  </a:lnTo>
                  <a:lnTo>
                    <a:pt x="18224" y="314"/>
                  </a:lnTo>
                  <a:lnTo>
                    <a:pt x="18224" y="1"/>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37"/>
            <p:cNvSpPr/>
            <p:nvPr/>
          </p:nvSpPr>
          <p:spPr>
            <a:xfrm>
              <a:off x="2471787" y="2294925"/>
              <a:ext cx="1147902" cy="19777"/>
            </a:xfrm>
            <a:custGeom>
              <a:rect b="b" l="l" r="r" t="t"/>
              <a:pathLst>
                <a:path extrusionOk="0" h="314" w="18225">
                  <a:moveTo>
                    <a:pt x="1" y="1"/>
                  </a:moveTo>
                  <a:lnTo>
                    <a:pt x="1" y="314"/>
                  </a:lnTo>
                  <a:lnTo>
                    <a:pt x="18224" y="314"/>
                  </a:lnTo>
                  <a:lnTo>
                    <a:pt x="18224" y="1"/>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37"/>
            <p:cNvSpPr/>
            <p:nvPr/>
          </p:nvSpPr>
          <p:spPr>
            <a:xfrm>
              <a:off x="2504665" y="2203786"/>
              <a:ext cx="1081389" cy="91202"/>
            </a:xfrm>
            <a:custGeom>
              <a:rect b="b" l="l" r="r" t="t"/>
              <a:pathLst>
                <a:path extrusionOk="0" h="1448" w="17169">
                  <a:moveTo>
                    <a:pt x="0" y="1"/>
                  </a:moveTo>
                  <a:lnTo>
                    <a:pt x="0" y="1448"/>
                  </a:lnTo>
                  <a:lnTo>
                    <a:pt x="17168" y="1448"/>
                  </a:lnTo>
                  <a:lnTo>
                    <a:pt x="17168" y="1"/>
                  </a:lnTo>
                  <a:close/>
                </a:path>
              </a:pathLst>
            </a:custGeom>
            <a:solidFill>
              <a:srgbClr val="7575D3">
                <a:alpha val="530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37"/>
            <p:cNvSpPr/>
            <p:nvPr/>
          </p:nvSpPr>
          <p:spPr>
            <a:xfrm>
              <a:off x="2338828" y="2314639"/>
              <a:ext cx="1417162" cy="19777"/>
            </a:xfrm>
            <a:custGeom>
              <a:rect b="b" l="l" r="r" t="t"/>
              <a:pathLst>
                <a:path extrusionOk="0" h="314" w="22500">
                  <a:moveTo>
                    <a:pt x="0" y="1"/>
                  </a:moveTo>
                  <a:lnTo>
                    <a:pt x="0" y="313"/>
                  </a:lnTo>
                  <a:lnTo>
                    <a:pt x="22499" y="313"/>
                  </a:lnTo>
                  <a:lnTo>
                    <a:pt x="22499" y="1"/>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37"/>
            <p:cNvSpPr/>
            <p:nvPr/>
          </p:nvSpPr>
          <p:spPr>
            <a:xfrm>
              <a:off x="2338828" y="2425491"/>
              <a:ext cx="1417162" cy="19777"/>
            </a:xfrm>
            <a:custGeom>
              <a:rect b="b" l="l" r="r" t="t"/>
              <a:pathLst>
                <a:path extrusionOk="0" h="314" w="22500">
                  <a:moveTo>
                    <a:pt x="0" y="0"/>
                  </a:moveTo>
                  <a:lnTo>
                    <a:pt x="0" y="313"/>
                  </a:lnTo>
                  <a:lnTo>
                    <a:pt x="22499" y="313"/>
                  </a:lnTo>
                  <a:lnTo>
                    <a:pt x="22499" y="0"/>
                  </a:lnTo>
                  <a:close/>
                </a:path>
              </a:pathLst>
            </a:custGeom>
            <a:solidFill>
              <a:srgbClr val="97CFF9">
                <a:alpha val="48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37"/>
            <p:cNvSpPr/>
            <p:nvPr/>
          </p:nvSpPr>
          <p:spPr>
            <a:xfrm>
              <a:off x="2379831" y="2334353"/>
              <a:ext cx="1335093" cy="91202"/>
            </a:xfrm>
            <a:custGeom>
              <a:rect b="b" l="l" r="r" t="t"/>
              <a:pathLst>
                <a:path extrusionOk="0" h="1448" w="21197">
                  <a:moveTo>
                    <a:pt x="1" y="0"/>
                  </a:moveTo>
                  <a:lnTo>
                    <a:pt x="1" y="1447"/>
                  </a:lnTo>
                  <a:lnTo>
                    <a:pt x="21197" y="1447"/>
                  </a:lnTo>
                  <a:lnTo>
                    <a:pt x="21197" y="0"/>
                  </a:lnTo>
                  <a:close/>
                </a:path>
              </a:pathLst>
            </a:custGeom>
            <a:solidFill>
              <a:srgbClr val="7575D3">
                <a:alpha val="530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0" name="Google Shape;2520;p37"/>
          <p:cNvGrpSpPr/>
          <p:nvPr/>
        </p:nvGrpSpPr>
        <p:grpSpPr>
          <a:xfrm flipH="1">
            <a:off x="-13955" y="1343012"/>
            <a:ext cx="2889683" cy="3889979"/>
            <a:chOff x="3074425" y="836100"/>
            <a:chExt cx="1472075" cy="1981650"/>
          </a:xfrm>
        </p:grpSpPr>
        <p:sp>
          <p:nvSpPr>
            <p:cNvPr id="2521" name="Google Shape;2521;p37"/>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37"/>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37"/>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37"/>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37"/>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37"/>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37"/>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37"/>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9" name="Google Shape;2529;p37"/>
          <p:cNvGrpSpPr/>
          <p:nvPr/>
        </p:nvGrpSpPr>
        <p:grpSpPr>
          <a:xfrm>
            <a:off x="3223766" y="66202"/>
            <a:ext cx="3508289" cy="3889979"/>
            <a:chOff x="3074425" y="836100"/>
            <a:chExt cx="1863732" cy="1981650"/>
          </a:xfrm>
        </p:grpSpPr>
        <p:sp>
          <p:nvSpPr>
            <p:cNvPr id="2530" name="Google Shape;2530;p37"/>
            <p:cNvSpPr/>
            <p:nvPr/>
          </p:nvSpPr>
          <p:spPr>
            <a:xfrm>
              <a:off x="4381317" y="1606358"/>
              <a:ext cx="556840" cy="1211366"/>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37"/>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37"/>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37"/>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37"/>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37"/>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37"/>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37"/>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38" name="Google Shape;2538;p37"/>
          <p:cNvSpPr/>
          <p:nvPr/>
        </p:nvSpPr>
        <p:spPr>
          <a:xfrm flipH="1">
            <a:off x="2958662" y="182317"/>
            <a:ext cx="1625922" cy="229945"/>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39" name="Google Shape;2539;p37"/>
          <p:cNvGrpSpPr/>
          <p:nvPr/>
        </p:nvGrpSpPr>
        <p:grpSpPr>
          <a:xfrm>
            <a:off x="600852" y="-48411"/>
            <a:ext cx="1945040" cy="1029513"/>
            <a:chOff x="3927875" y="2818025"/>
            <a:chExt cx="1071175" cy="566975"/>
          </a:xfrm>
        </p:grpSpPr>
        <p:sp>
          <p:nvSpPr>
            <p:cNvPr id="2540" name="Google Shape;2540;p37"/>
            <p:cNvSpPr/>
            <p:nvPr/>
          </p:nvSpPr>
          <p:spPr>
            <a:xfrm>
              <a:off x="3927875" y="3269075"/>
              <a:ext cx="1071175" cy="115925"/>
            </a:xfrm>
            <a:custGeom>
              <a:rect b="b" l="l" r="r" t="t"/>
              <a:pathLst>
                <a:path extrusionOk="0" h="4637" w="42847">
                  <a:moveTo>
                    <a:pt x="0" y="192"/>
                  </a:moveTo>
                  <a:cubicBezTo>
                    <a:pt x="0" y="192"/>
                    <a:pt x="0" y="192"/>
                    <a:pt x="0" y="192"/>
                  </a:cubicBezTo>
                  <a:lnTo>
                    <a:pt x="0" y="192"/>
                  </a:lnTo>
                  <a:lnTo>
                    <a:pt x="0" y="192"/>
                  </a:lnTo>
                  <a:close/>
                  <a:moveTo>
                    <a:pt x="42846" y="0"/>
                  </a:moveTo>
                  <a:lnTo>
                    <a:pt x="40005" y="35"/>
                  </a:lnTo>
                  <a:cubicBezTo>
                    <a:pt x="32108" y="87"/>
                    <a:pt x="10093" y="227"/>
                    <a:pt x="2563" y="227"/>
                  </a:cubicBezTo>
                  <a:cubicBezTo>
                    <a:pt x="973" y="227"/>
                    <a:pt x="18" y="210"/>
                    <a:pt x="0" y="192"/>
                  </a:cubicBezTo>
                  <a:lnTo>
                    <a:pt x="0" y="192"/>
                  </a:lnTo>
                  <a:lnTo>
                    <a:pt x="2022" y="4236"/>
                  </a:lnTo>
                  <a:lnTo>
                    <a:pt x="2231" y="4637"/>
                  </a:lnTo>
                  <a:lnTo>
                    <a:pt x="40719" y="4637"/>
                  </a:lnTo>
                  <a:lnTo>
                    <a:pt x="42375" y="1029"/>
                  </a:lnTo>
                  <a:lnTo>
                    <a:pt x="4284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37"/>
            <p:cNvSpPr/>
            <p:nvPr/>
          </p:nvSpPr>
          <p:spPr>
            <a:xfrm>
              <a:off x="3947050" y="3252075"/>
              <a:ext cx="1032825" cy="25"/>
            </a:xfrm>
            <a:custGeom>
              <a:rect b="b" l="l" r="r" t="t"/>
              <a:pathLst>
                <a:path extrusionOk="0" fill="none" h="1" w="41313">
                  <a:moveTo>
                    <a:pt x="0" y="0"/>
                  </a:moveTo>
                  <a:lnTo>
                    <a:pt x="41312" y="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37"/>
            <p:cNvSpPr/>
            <p:nvPr/>
          </p:nvSpPr>
          <p:spPr>
            <a:xfrm>
              <a:off x="3991925" y="3253375"/>
              <a:ext cx="25" cy="35775"/>
            </a:xfrm>
            <a:custGeom>
              <a:rect b="b" l="l" r="r" t="t"/>
              <a:pathLst>
                <a:path extrusionOk="0" fill="none" h="1431" w="1">
                  <a:moveTo>
                    <a:pt x="1" y="1"/>
                  </a:moveTo>
                  <a:lnTo>
                    <a:pt x="1" y="143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37"/>
            <p:cNvSpPr/>
            <p:nvPr/>
          </p:nvSpPr>
          <p:spPr>
            <a:xfrm>
              <a:off x="4927550" y="3253375"/>
              <a:ext cx="25" cy="35775"/>
            </a:xfrm>
            <a:custGeom>
              <a:rect b="b" l="l" r="r" t="t"/>
              <a:pathLst>
                <a:path extrusionOk="0" fill="none" h="1431" w="1">
                  <a:moveTo>
                    <a:pt x="0" y="1"/>
                  </a:moveTo>
                  <a:lnTo>
                    <a:pt x="0" y="143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37"/>
            <p:cNvSpPr/>
            <p:nvPr/>
          </p:nvSpPr>
          <p:spPr>
            <a:xfrm>
              <a:off x="3978425" y="3294775"/>
              <a:ext cx="1008850" cy="90225"/>
            </a:xfrm>
            <a:custGeom>
              <a:rect b="b" l="l" r="r" t="t"/>
              <a:pathLst>
                <a:path extrusionOk="0" h="3609" w="40354">
                  <a:moveTo>
                    <a:pt x="40353" y="1"/>
                  </a:moveTo>
                  <a:lnTo>
                    <a:pt x="0" y="3208"/>
                  </a:lnTo>
                  <a:lnTo>
                    <a:pt x="209" y="3609"/>
                  </a:lnTo>
                  <a:lnTo>
                    <a:pt x="38680" y="3609"/>
                  </a:lnTo>
                  <a:lnTo>
                    <a:pt x="4035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37"/>
            <p:cNvSpPr/>
            <p:nvPr/>
          </p:nvSpPr>
          <p:spPr>
            <a:xfrm>
              <a:off x="4044225" y="2940925"/>
              <a:ext cx="152975" cy="335575"/>
            </a:xfrm>
            <a:custGeom>
              <a:rect b="b" l="l" r="r" t="t"/>
              <a:pathLst>
                <a:path extrusionOk="0" fill="none" h="13423" w="6119">
                  <a:moveTo>
                    <a:pt x="0" y="13423"/>
                  </a:moveTo>
                  <a:lnTo>
                    <a:pt x="4131" y="1"/>
                  </a:lnTo>
                  <a:lnTo>
                    <a:pt x="6119" y="13423"/>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37"/>
            <p:cNvSpPr/>
            <p:nvPr/>
          </p:nvSpPr>
          <p:spPr>
            <a:xfrm>
              <a:off x="4133550" y="2913900"/>
              <a:ext cx="28350" cy="28350"/>
            </a:xfrm>
            <a:custGeom>
              <a:rect b="b" l="l" r="r" t="t"/>
              <a:pathLst>
                <a:path extrusionOk="0" fill="none" h="1134" w="1134">
                  <a:moveTo>
                    <a:pt x="1134" y="559"/>
                  </a:moveTo>
                  <a:cubicBezTo>
                    <a:pt x="1134" y="872"/>
                    <a:pt x="872" y="1134"/>
                    <a:pt x="558" y="1134"/>
                  </a:cubicBezTo>
                  <a:cubicBezTo>
                    <a:pt x="245" y="1134"/>
                    <a:pt x="1" y="872"/>
                    <a:pt x="1" y="559"/>
                  </a:cubicBezTo>
                  <a:cubicBezTo>
                    <a:pt x="1" y="245"/>
                    <a:pt x="245" y="1"/>
                    <a:pt x="558" y="1"/>
                  </a:cubicBezTo>
                  <a:cubicBezTo>
                    <a:pt x="872" y="1"/>
                    <a:pt x="1134" y="245"/>
                    <a:pt x="1134" y="559"/>
                  </a:cubicBezTo>
                  <a:close/>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37"/>
            <p:cNvSpPr/>
            <p:nvPr/>
          </p:nvSpPr>
          <p:spPr>
            <a:xfrm>
              <a:off x="4146625" y="2818025"/>
              <a:ext cx="900" cy="95900"/>
            </a:xfrm>
            <a:custGeom>
              <a:rect b="b" l="l" r="r" t="t"/>
              <a:pathLst>
                <a:path extrusionOk="0" fill="none" h="3836" w="36">
                  <a:moveTo>
                    <a:pt x="35" y="3836"/>
                  </a:moveTo>
                  <a:lnTo>
                    <a:pt x="1" y="1"/>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37"/>
            <p:cNvSpPr/>
            <p:nvPr/>
          </p:nvSpPr>
          <p:spPr>
            <a:xfrm>
              <a:off x="4736675" y="2938300"/>
              <a:ext cx="153425" cy="335575"/>
            </a:xfrm>
            <a:custGeom>
              <a:rect b="b" l="l" r="r" t="t"/>
              <a:pathLst>
                <a:path extrusionOk="0" fill="none" h="13423" w="6137">
                  <a:moveTo>
                    <a:pt x="6136" y="13423"/>
                  </a:moveTo>
                  <a:lnTo>
                    <a:pt x="2005" y="1"/>
                  </a:lnTo>
                  <a:lnTo>
                    <a:pt x="0" y="13423"/>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37"/>
            <p:cNvSpPr/>
            <p:nvPr/>
          </p:nvSpPr>
          <p:spPr>
            <a:xfrm>
              <a:off x="4771975" y="2911300"/>
              <a:ext cx="28775" cy="28775"/>
            </a:xfrm>
            <a:custGeom>
              <a:rect b="b" l="l" r="r" t="t"/>
              <a:pathLst>
                <a:path extrusionOk="0" fill="none" h="1151" w="1151">
                  <a:moveTo>
                    <a:pt x="1151" y="575"/>
                  </a:moveTo>
                  <a:cubicBezTo>
                    <a:pt x="1151" y="889"/>
                    <a:pt x="889" y="1151"/>
                    <a:pt x="576" y="1151"/>
                  </a:cubicBezTo>
                  <a:cubicBezTo>
                    <a:pt x="262" y="1151"/>
                    <a:pt x="0" y="889"/>
                    <a:pt x="0" y="575"/>
                  </a:cubicBezTo>
                  <a:cubicBezTo>
                    <a:pt x="0" y="262"/>
                    <a:pt x="262" y="0"/>
                    <a:pt x="576" y="0"/>
                  </a:cubicBezTo>
                  <a:cubicBezTo>
                    <a:pt x="889" y="0"/>
                    <a:pt x="1151" y="262"/>
                    <a:pt x="1151" y="575"/>
                  </a:cubicBezTo>
                  <a:close/>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37"/>
            <p:cNvSpPr/>
            <p:nvPr/>
          </p:nvSpPr>
          <p:spPr>
            <a:xfrm>
              <a:off x="4786350" y="2818900"/>
              <a:ext cx="900" cy="92425"/>
            </a:xfrm>
            <a:custGeom>
              <a:rect b="b" l="l" r="r" t="t"/>
              <a:pathLst>
                <a:path extrusionOk="0" fill="none" h="3697" w="36">
                  <a:moveTo>
                    <a:pt x="1" y="3696"/>
                  </a:moveTo>
                  <a:lnTo>
                    <a:pt x="36" y="1"/>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7">
    <p:spTree>
      <p:nvGrpSpPr>
        <p:cNvPr id="2551" name="Shape 2551"/>
        <p:cNvGrpSpPr/>
        <p:nvPr/>
      </p:nvGrpSpPr>
      <p:grpSpPr>
        <a:xfrm>
          <a:off x="0" y="0"/>
          <a:ext cx="0" cy="0"/>
          <a:chOff x="0" y="0"/>
          <a:chExt cx="0" cy="0"/>
        </a:xfrm>
      </p:grpSpPr>
      <p:grpSp>
        <p:nvGrpSpPr>
          <p:cNvPr id="2552" name="Google Shape;2552;p38"/>
          <p:cNvGrpSpPr/>
          <p:nvPr/>
        </p:nvGrpSpPr>
        <p:grpSpPr>
          <a:xfrm flipH="1">
            <a:off x="225409" y="1336543"/>
            <a:ext cx="2181468" cy="2936607"/>
            <a:chOff x="3074425" y="836100"/>
            <a:chExt cx="1472075" cy="1981650"/>
          </a:xfrm>
        </p:grpSpPr>
        <p:sp>
          <p:nvSpPr>
            <p:cNvPr id="2553" name="Google Shape;2553;p38"/>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38"/>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38"/>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38"/>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38"/>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38"/>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38"/>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38"/>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61" name="Google Shape;2561;p38"/>
          <p:cNvGrpSpPr/>
          <p:nvPr/>
        </p:nvGrpSpPr>
        <p:grpSpPr>
          <a:xfrm flipH="1">
            <a:off x="6833489" y="978609"/>
            <a:ext cx="1677593" cy="3652484"/>
            <a:chOff x="1622025" y="238125"/>
            <a:chExt cx="746825" cy="1626000"/>
          </a:xfrm>
        </p:grpSpPr>
        <p:sp>
          <p:nvSpPr>
            <p:cNvPr id="2562" name="Google Shape;2562;p38"/>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38"/>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38"/>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38"/>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38"/>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67" name="Google Shape;2567;p38"/>
          <p:cNvGrpSpPr/>
          <p:nvPr/>
        </p:nvGrpSpPr>
        <p:grpSpPr>
          <a:xfrm>
            <a:off x="6809020" y="2376474"/>
            <a:ext cx="1134024" cy="2205298"/>
            <a:chOff x="4087800" y="723675"/>
            <a:chExt cx="700750" cy="1362725"/>
          </a:xfrm>
        </p:grpSpPr>
        <p:sp>
          <p:nvSpPr>
            <p:cNvPr id="2568" name="Google Shape;2568;p38"/>
            <p:cNvSpPr/>
            <p:nvPr/>
          </p:nvSpPr>
          <p:spPr>
            <a:xfrm>
              <a:off x="4255125" y="723675"/>
              <a:ext cx="342125" cy="111600"/>
            </a:xfrm>
            <a:custGeom>
              <a:rect b="b" l="l" r="r" t="t"/>
              <a:pathLst>
                <a:path extrusionOk="0" h="4464" w="13685">
                  <a:moveTo>
                    <a:pt x="1" y="1"/>
                  </a:moveTo>
                  <a:lnTo>
                    <a:pt x="1" y="4463"/>
                  </a:lnTo>
                  <a:lnTo>
                    <a:pt x="13685" y="4463"/>
                  </a:lnTo>
                  <a:lnTo>
                    <a:pt x="13685"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38"/>
            <p:cNvSpPr/>
            <p:nvPr/>
          </p:nvSpPr>
          <p:spPr>
            <a:xfrm>
              <a:off x="4512250" y="723675"/>
              <a:ext cx="85000" cy="111600"/>
            </a:xfrm>
            <a:custGeom>
              <a:rect b="b" l="l" r="r" t="t"/>
              <a:pathLst>
                <a:path extrusionOk="0" h="4464" w="3400">
                  <a:moveTo>
                    <a:pt x="0" y="1"/>
                  </a:moveTo>
                  <a:lnTo>
                    <a:pt x="0" y="4463"/>
                  </a:lnTo>
                  <a:lnTo>
                    <a:pt x="3400" y="4463"/>
                  </a:lnTo>
                  <a:lnTo>
                    <a:pt x="340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38"/>
            <p:cNvSpPr/>
            <p:nvPr/>
          </p:nvSpPr>
          <p:spPr>
            <a:xfrm>
              <a:off x="4087800" y="816075"/>
              <a:ext cx="700750" cy="1270325"/>
            </a:xfrm>
            <a:custGeom>
              <a:rect b="b" l="l" r="r" t="t"/>
              <a:pathLst>
                <a:path extrusionOk="0" h="50813" w="28030">
                  <a:moveTo>
                    <a:pt x="0" y="0"/>
                  </a:moveTo>
                  <a:lnTo>
                    <a:pt x="0" y="50812"/>
                  </a:lnTo>
                  <a:lnTo>
                    <a:pt x="28030" y="50812"/>
                  </a:lnTo>
                  <a:lnTo>
                    <a:pt x="28030" y="0"/>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38"/>
            <p:cNvSpPr/>
            <p:nvPr/>
          </p:nvSpPr>
          <p:spPr>
            <a:xfrm>
              <a:off x="4582400" y="816075"/>
              <a:ext cx="206150" cy="1270325"/>
            </a:xfrm>
            <a:custGeom>
              <a:rect b="b" l="l" r="r" t="t"/>
              <a:pathLst>
                <a:path extrusionOk="0" h="50813" w="8246">
                  <a:moveTo>
                    <a:pt x="1" y="0"/>
                  </a:moveTo>
                  <a:lnTo>
                    <a:pt x="1" y="50812"/>
                  </a:lnTo>
                  <a:lnTo>
                    <a:pt x="8246" y="50812"/>
                  </a:lnTo>
                  <a:lnTo>
                    <a:pt x="824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38"/>
            <p:cNvSpPr/>
            <p:nvPr/>
          </p:nvSpPr>
          <p:spPr>
            <a:xfrm>
              <a:off x="4138350" y="942875"/>
              <a:ext cx="68450" cy="68875"/>
            </a:xfrm>
            <a:custGeom>
              <a:rect b="b" l="l" r="r" t="t"/>
              <a:pathLst>
                <a:path extrusionOk="0" h="2755"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38"/>
            <p:cNvSpPr/>
            <p:nvPr/>
          </p:nvSpPr>
          <p:spPr>
            <a:xfrm>
              <a:off x="4297850" y="942875"/>
              <a:ext cx="68875" cy="68875"/>
            </a:xfrm>
            <a:custGeom>
              <a:rect b="b" l="l" r="r" t="t"/>
              <a:pathLst>
                <a:path extrusionOk="0" h="2755"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38"/>
            <p:cNvSpPr/>
            <p:nvPr/>
          </p:nvSpPr>
          <p:spPr>
            <a:xfrm>
              <a:off x="4456475" y="942875"/>
              <a:ext cx="68425" cy="68875"/>
            </a:xfrm>
            <a:custGeom>
              <a:rect b="b" l="l" r="r" t="t"/>
              <a:pathLst>
                <a:path extrusionOk="0" h="2755"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38"/>
            <p:cNvSpPr/>
            <p:nvPr/>
          </p:nvSpPr>
          <p:spPr>
            <a:xfrm>
              <a:off x="4138350" y="1088425"/>
              <a:ext cx="68450" cy="68875"/>
            </a:xfrm>
            <a:custGeom>
              <a:rect b="b" l="l" r="r" t="t"/>
              <a:pathLst>
                <a:path extrusionOk="0" h="2755"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38"/>
            <p:cNvSpPr/>
            <p:nvPr/>
          </p:nvSpPr>
          <p:spPr>
            <a:xfrm>
              <a:off x="4297850" y="1088425"/>
              <a:ext cx="68875" cy="68875"/>
            </a:xfrm>
            <a:custGeom>
              <a:rect b="b" l="l" r="r" t="t"/>
              <a:pathLst>
                <a:path extrusionOk="0" h="2755"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38"/>
            <p:cNvSpPr/>
            <p:nvPr/>
          </p:nvSpPr>
          <p:spPr>
            <a:xfrm>
              <a:off x="4456475" y="1088425"/>
              <a:ext cx="68425" cy="68875"/>
            </a:xfrm>
            <a:custGeom>
              <a:rect b="b" l="l" r="r" t="t"/>
              <a:pathLst>
                <a:path extrusionOk="0" h="2755"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38"/>
            <p:cNvSpPr/>
            <p:nvPr/>
          </p:nvSpPr>
          <p:spPr>
            <a:xfrm>
              <a:off x="4138350" y="1233975"/>
              <a:ext cx="68450" cy="68450"/>
            </a:xfrm>
            <a:custGeom>
              <a:rect b="b" l="l" r="r" t="t"/>
              <a:pathLst>
                <a:path extrusionOk="0" h="2738" w="2738">
                  <a:moveTo>
                    <a:pt x="0" y="1"/>
                  </a:moveTo>
                  <a:lnTo>
                    <a:pt x="0" y="2737"/>
                  </a:lnTo>
                  <a:lnTo>
                    <a:pt x="2737" y="2737"/>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38"/>
            <p:cNvSpPr/>
            <p:nvPr/>
          </p:nvSpPr>
          <p:spPr>
            <a:xfrm>
              <a:off x="4297850" y="1233975"/>
              <a:ext cx="68875" cy="68450"/>
            </a:xfrm>
            <a:custGeom>
              <a:rect b="b" l="l" r="r" t="t"/>
              <a:pathLst>
                <a:path extrusionOk="0" h="2738" w="2755">
                  <a:moveTo>
                    <a:pt x="0" y="1"/>
                  </a:moveTo>
                  <a:lnTo>
                    <a:pt x="0" y="2737"/>
                  </a:lnTo>
                  <a:lnTo>
                    <a:pt x="2754" y="2737"/>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38"/>
            <p:cNvSpPr/>
            <p:nvPr/>
          </p:nvSpPr>
          <p:spPr>
            <a:xfrm>
              <a:off x="4456475" y="1233975"/>
              <a:ext cx="68425" cy="68450"/>
            </a:xfrm>
            <a:custGeom>
              <a:rect b="b" l="l" r="r" t="t"/>
              <a:pathLst>
                <a:path extrusionOk="0" h="2738" w="2737">
                  <a:moveTo>
                    <a:pt x="0" y="1"/>
                  </a:moveTo>
                  <a:lnTo>
                    <a:pt x="0" y="2737"/>
                  </a:lnTo>
                  <a:lnTo>
                    <a:pt x="2737" y="2737"/>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38"/>
            <p:cNvSpPr/>
            <p:nvPr/>
          </p:nvSpPr>
          <p:spPr>
            <a:xfrm>
              <a:off x="4138350" y="1379100"/>
              <a:ext cx="68450" cy="68875"/>
            </a:xfrm>
            <a:custGeom>
              <a:rect b="b" l="l" r="r" t="t"/>
              <a:pathLst>
                <a:path extrusionOk="0" h="2755" w="2738">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38"/>
            <p:cNvSpPr/>
            <p:nvPr/>
          </p:nvSpPr>
          <p:spPr>
            <a:xfrm>
              <a:off x="4297850" y="1379100"/>
              <a:ext cx="68875" cy="68875"/>
            </a:xfrm>
            <a:custGeom>
              <a:rect b="b" l="l" r="r" t="t"/>
              <a:pathLst>
                <a:path extrusionOk="0" h="2755" w="2755">
                  <a:moveTo>
                    <a:pt x="0" y="0"/>
                  </a:moveTo>
                  <a:lnTo>
                    <a:pt x="0" y="2754"/>
                  </a:lnTo>
                  <a:lnTo>
                    <a:pt x="2754" y="2754"/>
                  </a:lnTo>
                  <a:lnTo>
                    <a:pt x="275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38"/>
            <p:cNvSpPr/>
            <p:nvPr/>
          </p:nvSpPr>
          <p:spPr>
            <a:xfrm>
              <a:off x="4456475" y="1379100"/>
              <a:ext cx="68425" cy="68875"/>
            </a:xfrm>
            <a:custGeom>
              <a:rect b="b" l="l" r="r" t="t"/>
              <a:pathLst>
                <a:path extrusionOk="0" h="2755" w="2737">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38"/>
            <p:cNvSpPr/>
            <p:nvPr/>
          </p:nvSpPr>
          <p:spPr>
            <a:xfrm>
              <a:off x="4138350" y="1524650"/>
              <a:ext cx="68450" cy="68875"/>
            </a:xfrm>
            <a:custGeom>
              <a:rect b="b" l="l" r="r" t="t"/>
              <a:pathLst>
                <a:path extrusionOk="0" h="2755" w="2738">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38"/>
            <p:cNvSpPr/>
            <p:nvPr/>
          </p:nvSpPr>
          <p:spPr>
            <a:xfrm>
              <a:off x="4297850" y="1524650"/>
              <a:ext cx="68875" cy="68875"/>
            </a:xfrm>
            <a:custGeom>
              <a:rect b="b" l="l" r="r" t="t"/>
              <a:pathLst>
                <a:path extrusionOk="0" h="2755" w="2755">
                  <a:moveTo>
                    <a:pt x="0" y="0"/>
                  </a:moveTo>
                  <a:lnTo>
                    <a:pt x="0" y="2754"/>
                  </a:lnTo>
                  <a:lnTo>
                    <a:pt x="2754" y="2754"/>
                  </a:lnTo>
                  <a:lnTo>
                    <a:pt x="275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38"/>
            <p:cNvSpPr/>
            <p:nvPr/>
          </p:nvSpPr>
          <p:spPr>
            <a:xfrm>
              <a:off x="4456475" y="1524650"/>
              <a:ext cx="68425" cy="68875"/>
            </a:xfrm>
            <a:custGeom>
              <a:rect b="b" l="l" r="r" t="t"/>
              <a:pathLst>
                <a:path extrusionOk="0" h="2755" w="2737">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38"/>
            <p:cNvSpPr/>
            <p:nvPr/>
          </p:nvSpPr>
          <p:spPr>
            <a:xfrm>
              <a:off x="4138350" y="1668875"/>
              <a:ext cx="68450" cy="68900"/>
            </a:xfrm>
            <a:custGeom>
              <a:rect b="b" l="l" r="r" t="t"/>
              <a:pathLst>
                <a:path extrusionOk="0" h="2756"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38"/>
            <p:cNvSpPr/>
            <p:nvPr/>
          </p:nvSpPr>
          <p:spPr>
            <a:xfrm>
              <a:off x="4297850" y="1668875"/>
              <a:ext cx="68875" cy="68900"/>
            </a:xfrm>
            <a:custGeom>
              <a:rect b="b" l="l" r="r" t="t"/>
              <a:pathLst>
                <a:path extrusionOk="0" h="2756"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38"/>
            <p:cNvSpPr/>
            <p:nvPr/>
          </p:nvSpPr>
          <p:spPr>
            <a:xfrm>
              <a:off x="4456475" y="1668875"/>
              <a:ext cx="68425" cy="68900"/>
            </a:xfrm>
            <a:custGeom>
              <a:rect b="b" l="l" r="r" t="t"/>
              <a:pathLst>
                <a:path extrusionOk="0" h="2756"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0" name="Google Shape;2590;p38"/>
          <p:cNvGrpSpPr/>
          <p:nvPr/>
        </p:nvGrpSpPr>
        <p:grpSpPr>
          <a:xfrm>
            <a:off x="1265733" y="1912398"/>
            <a:ext cx="1221601" cy="2360067"/>
            <a:chOff x="3308625" y="459175"/>
            <a:chExt cx="736925" cy="1423700"/>
          </a:xfrm>
        </p:grpSpPr>
        <p:sp>
          <p:nvSpPr>
            <p:cNvPr id="2591" name="Google Shape;2591;p38"/>
            <p:cNvSpPr/>
            <p:nvPr/>
          </p:nvSpPr>
          <p:spPr>
            <a:xfrm>
              <a:off x="3308625" y="459175"/>
              <a:ext cx="736925" cy="1423700"/>
            </a:xfrm>
            <a:custGeom>
              <a:rect b="b" l="l" r="r" t="t"/>
              <a:pathLst>
                <a:path extrusionOk="0" h="56948" w="29477">
                  <a:moveTo>
                    <a:pt x="0" y="0"/>
                  </a:moveTo>
                  <a:lnTo>
                    <a:pt x="0" y="56948"/>
                  </a:lnTo>
                  <a:lnTo>
                    <a:pt x="29477" y="56948"/>
                  </a:lnTo>
                  <a:lnTo>
                    <a:pt x="29477" y="0"/>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38"/>
            <p:cNvSpPr/>
            <p:nvPr/>
          </p:nvSpPr>
          <p:spPr>
            <a:xfrm>
              <a:off x="3352625" y="748525"/>
              <a:ext cx="109850" cy="148175"/>
            </a:xfrm>
            <a:custGeom>
              <a:rect b="b" l="l" r="r" t="t"/>
              <a:pathLst>
                <a:path extrusionOk="0" h="5927" w="4394">
                  <a:moveTo>
                    <a:pt x="2197" y="0"/>
                  </a:moveTo>
                  <a:cubicBezTo>
                    <a:pt x="977" y="0"/>
                    <a:pt x="1" y="994"/>
                    <a:pt x="1" y="2214"/>
                  </a:cubicBezTo>
                  <a:lnTo>
                    <a:pt x="1" y="5927"/>
                  </a:lnTo>
                  <a:lnTo>
                    <a:pt x="4394" y="5927"/>
                  </a:lnTo>
                  <a:lnTo>
                    <a:pt x="4394" y="2197"/>
                  </a:lnTo>
                  <a:cubicBezTo>
                    <a:pt x="4394"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38"/>
            <p:cNvSpPr/>
            <p:nvPr/>
          </p:nvSpPr>
          <p:spPr>
            <a:xfrm>
              <a:off x="3499500" y="748525"/>
              <a:ext cx="109825" cy="148175"/>
            </a:xfrm>
            <a:custGeom>
              <a:rect b="b" l="l" r="r" t="t"/>
              <a:pathLst>
                <a:path extrusionOk="0" h="5927" w="4393">
                  <a:moveTo>
                    <a:pt x="2197" y="0"/>
                  </a:moveTo>
                  <a:cubicBezTo>
                    <a:pt x="994" y="0"/>
                    <a:pt x="0" y="994"/>
                    <a:pt x="0" y="2214"/>
                  </a:cubicBezTo>
                  <a:lnTo>
                    <a:pt x="0" y="5927"/>
                  </a:lnTo>
                  <a:lnTo>
                    <a:pt x="4393" y="5927"/>
                  </a:lnTo>
                  <a:lnTo>
                    <a:pt x="4393" y="2214"/>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38"/>
            <p:cNvSpPr/>
            <p:nvPr/>
          </p:nvSpPr>
          <p:spPr>
            <a:xfrm>
              <a:off x="3646350" y="748525"/>
              <a:ext cx="110275" cy="148175"/>
            </a:xfrm>
            <a:custGeom>
              <a:rect b="b" l="l" r="r" t="t"/>
              <a:pathLst>
                <a:path extrusionOk="0" h="5927" w="4411">
                  <a:moveTo>
                    <a:pt x="2214" y="0"/>
                  </a:moveTo>
                  <a:cubicBezTo>
                    <a:pt x="994" y="0"/>
                    <a:pt x="1" y="994"/>
                    <a:pt x="1" y="2214"/>
                  </a:cubicBezTo>
                  <a:lnTo>
                    <a:pt x="1" y="5927"/>
                  </a:lnTo>
                  <a:lnTo>
                    <a:pt x="4411" y="5927"/>
                  </a:lnTo>
                  <a:lnTo>
                    <a:pt x="4411" y="2214"/>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38"/>
            <p:cNvSpPr/>
            <p:nvPr/>
          </p:nvSpPr>
          <p:spPr>
            <a:xfrm>
              <a:off x="3352625" y="554600"/>
              <a:ext cx="109850" cy="148200"/>
            </a:xfrm>
            <a:custGeom>
              <a:rect b="b" l="l" r="r" t="t"/>
              <a:pathLst>
                <a:path extrusionOk="0" h="5928" w="4394">
                  <a:moveTo>
                    <a:pt x="2197" y="0"/>
                  </a:moveTo>
                  <a:cubicBezTo>
                    <a:pt x="977" y="0"/>
                    <a:pt x="1" y="994"/>
                    <a:pt x="1" y="2197"/>
                  </a:cubicBezTo>
                  <a:lnTo>
                    <a:pt x="1" y="5927"/>
                  </a:lnTo>
                  <a:lnTo>
                    <a:pt x="4394" y="5927"/>
                  </a:lnTo>
                  <a:lnTo>
                    <a:pt x="4394" y="2197"/>
                  </a:lnTo>
                  <a:cubicBezTo>
                    <a:pt x="4394" y="977"/>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38"/>
            <p:cNvSpPr/>
            <p:nvPr/>
          </p:nvSpPr>
          <p:spPr>
            <a:xfrm>
              <a:off x="3499500" y="554600"/>
              <a:ext cx="109825" cy="148200"/>
            </a:xfrm>
            <a:custGeom>
              <a:rect b="b" l="l" r="r" t="t"/>
              <a:pathLst>
                <a:path extrusionOk="0" h="5928" w="4393">
                  <a:moveTo>
                    <a:pt x="2197" y="0"/>
                  </a:moveTo>
                  <a:cubicBezTo>
                    <a:pt x="994"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38"/>
            <p:cNvSpPr/>
            <p:nvPr/>
          </p:nvSpPr>
          <p:spPr>
            <a:xfrm>
              <a:off x="3646350" y="554600"/>
              <a:ext cx="110275" cy="148200"/>
            </a:xfrm>
            <a:custGeom>
              <a:rect b="b" l="l" r="r" t="t"/>
              <a:pathLst>
                <a:path extrusionOk="0" h="5928" w="4411">
                  <a:moveTo>
                    <a:pt x="2214" y="0"/>
                  </a:moveTo>
                  <a:cubicBezTo>
                    <a:pt x="994" y="0"/>
                    <a:pt x="1" y="994"/>
                    <a:pt x="1" y="2197"/>
                  </a:cubicBezTo>
                  <a:lnTo>
                    <a:pt x="1"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38"/>
            <p:cNvSpPr/>
            <p:nvPr/>
          </p:nvSpPr>
          <p:spPr>
            <a:xfrm>
              <a:off x="3352625" y="956825"/>
              <a:ext cx="109850" cy="148200"/>
            </a:xfrm>
            <a:custGeom>
              <a:rect b="b" l="l" r="r" t="t"/>
              <a:pathLst>
                <a:path extrusionOk="0" h="5928" w="4394">
                  <a:moveTo>
                    <a:pt x="2197" y="0"/>
                  </a:moveTo>
                  <a:cubicBezTo>
                    <a:pt x="977" y="0"/>
                    <a:pt x="1" y="994"/>
                    <a:pt x="1" y="2197"/>
                  </a:cubicBezTo>
                  <a:lnTo>
                    <a:pt x="1" y="5927"/>
                  </a:lnTo>
                  <a:lnTo>
                    <a:pt x="4394" y="5927"/>
                  </a:lnTo>
                  <a:lnTo>
                    <a:pt x="4394" y="2197"/>
                  </a:lnTo>
                  <a:cubicBezTo>
                    <a:pt x="4394" y="977"/>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38"/>
            <p:cNvSpPr/>
            <p:nvPr/>
          </p:nvSpPr>
          <p:spPr>
            <a:xfrm>
              <a:off x="3499500" y="956825"/>
              <a:ext cx="109825" cy="148200"/>
            </a:xfrm>
            <a:custGeom>
              <a:rect b="b" l="l" r="r" t="t"/>
              <a:pathLst>
                <a:path extrusionOk="0" h="5928" w="4393">
                  <a:moveTo>
                    <a:pt x="2197" y="0"/>
                  </a:moveTo>
                  <a:cubicBezTo>
                    <a:pt x="994"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38"/>
            <p:cNvSpPr/>
            <p:nvPr/>
          </p:nvSpPr>
          <p:spPr>
            <a:xfrm>
              <a:off x="3646350" y="956825"/>
              <a:ext cx="110275" cy="148200"/>
            </a:xfrm>
            <a:custGeom>
              <a:rect b="b" l="l" r="r" t="t"/>
              <a:pathLst>
                <a:path extrusionOk="0" h="5928" w="4411">
                  <a:moveTo>
                    <a:pt x="2214" y="0"/>
                  </a:moveTo>
                  <a:cubicBezTo>
                    <a:pt x="994" y="0"/>
                    <a:pt x="1" y="994"/>
                    <a:pt x="1" y="2197"/>
                  </a:cubicBezTo>
                  <a:lnTo>
                    <a:pt x="1"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38"/>
            <p:cNvSpPr/>
            <p:nvPr/>
          </p:nvSpPr>
          <p:spPr>
            <a:xfrm>
              <a:off x="3354825" y="1356000"/>
              <a:ext cx="110275" cy="148175"/>
            </a:xfrm>
            <a:custGeom>
              <a:rect b="b" l="l" r="r" t="t"/>
              <a:pathLst>
                <a:path extrusionOk="0" h="5927" w="4411">
                  <a:moveTo>
                    <a:pt x="2196" y="0"/>
                  </a:moveTo>
                  <a:cubicBezTo>
                    <a:pt x="994" y="0"/>
                    <a:pt x="0" y="994"/>
                    <a:pt x="0" y="2197"/>
                  </a:cubicBezTo>
                  <a:lnTo>
                    <a:pt x="0" y="5927"/>
                  </a:lnTo>
                  <a:lnTo>
                    <a:pt x="4410" y="5927"/>
                  </a:lnTo>
                  <a:lnTo>
                    <a:pt x="4410" y="2197"/>
                  </a:lnTo>
                  <a:cubicBezTo>
                    <a:pt x="4410" y="994"/>
                    <a:pt x="3417" y="0"/>
                    <a:pt x="2196"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38"/>
            <p:cNvSpPr/>
            <p:nvPr/>
          </p:nvSpPr>
          <p:spPr>
            <a:xfrm>
              <a:off x="3501675" y="1356000"/>
              <a:ext cx="110275" cy="148175"/>
            </a:xfrm>
            <a:custGeom>
              <a:rect b="b" l="l" r="r" t="t"/>
              <a:pathLst>
                <a:path extrusionOk="0" h="5927" w="4411">
                  <a:moveTo>
                    <a:pt x="2214" y="0"/>
                  </a:moveTo>
                  <a:cubicBezTo>
                    <a:pt x="994" y="0"/>
                    <a:pt x="0" y="994"/>
                    <a:pt x="18" y="2197"/>
                  </a:cubicBezTo>
                  <a:lnTo>
                    <a:pt x="18"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38"/>
            <p:cNvSpPr/>
            <p:nvPr/>
          </p:nvSpPr>
          <p:spPr>
            <a:xfrm>
              <a:off x="3648975" y="1356000"/>
              <a:ext cx="109825" cy="148175"/>
            </a:xfrm>
            <a:custGeom>
              <a:rect b="b" l="l" r="r" t="t"/>
              <a:pathLst>
                <a:path extrusionOk="0" h="5927" w="4393">
                  <a:moveTo>
                    <a:pt x="2197" y="0"/>
                  </a:moveTo>
                  <a:cubicBezTo>
                    <a:pt x="976"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38"/>
            <p:cNvSpPr/>
            <p:nvPr/>
          </p:nvSpPr>
          <p:spPr>
            <a:xfrm>
              <a:off x="3354825" y="1562125"/>
              <a:ext cx="110275" cy="148175"/>
            </a:xfrm>
            <a:custGeom>
              <a:rect b="b" l="l" r="r" t="t"/>
              <a:pathLst>
                <a:path extrusionOk="0" h="5927" w="4411">
                  <a:moveTo>
                    <a:pt x="2196" y="0"/>
                  </a:moveTo>
                  <a:cubicBezTo>
                    <a:pt x="994" y="0"/>
                    <a:pt x="0" y="976"/>
                    <a:pt x="0" y="2197"/>
                  </a:cubicBezTo>
                  <a:lnTo>
                    <a:pt x="0" y="5927"/>
                  </a:lnTo>
                  <a:lnTo>
                    <a:pt x="4410" y="5927"/>
                  </a:lnTo>
                  <a:lnTo>
                    <a:pt x="4410" y="2197"/>
                  </a:lnTo>
                  <a:cubicBezTo>
                    <a:pt x="4410" y="976"/>
                    <a:pt x="3417" y="0"/>
                    <a:pt x="2196"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38"/>
            <p:cNvSpPr/>
            <p:nvPr/>
          </p:nvSpPr>
          <p:spPr>
            <a:xfrm>
              <a:off x="3501675" y="1562125"/>
              <a:ext cx="110275" cy="148175"/>
            </a:xfrm>
            <a:custGeom>
              <a:rect b="b" l="l" r="r" t="t"/>
              <a:pathLst>
                <a:path extrusionOk="0" h="5927" w="4411">
                  <a:moveTo>
                    <a:pt x="2214" y="0"/>
                  </a:moveTo>
                  <a:cubicBezTo>
                    <a:pt x="994" y="0"/>
                    <a:pt x="0" y="976"/>
                    <a:pt x="18" y="2197"/>
                  </a:cubicBezTo>
                  <a:lnTo>
                    <a:pt x="18" y="5927"/>
                  </a:lnTo>
                  <a:lnTo>
                    <a:pt x="4411" y="5927"/>
                  </a:lnTo>
                  <a:lnTo>
                    <a:pt x="4411" y="2197"/>
                  </a:lnTo>
                  <a:cubicBezTo>
                    <a:pt x="4411" y="976"/>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38"/>
            <p:cNvSpPr/>
            <p:nvPr/>
          </p:nvSpPr>
          <p:spPr>
            <a:xfrm>
              <a:off x="3648975" y="1562125"/>
              <a:ext cx="109825" cy="148175"/>
            </a:xfrm>
            <a:custGeom>
              <a:rect b="b" l="l" r="r" t="t"/>
              <a:pathLst>
                <a:path extrusionOk="0" h="5927" w="4393">
                  <a:moveTo>
                    <a:pt x="2197" y="0"/>
                  </a:moveTo>
                  <a:cubicBezTo>
                    <a:pt x="976" y="0"/>
                    <a:pt x="0" y="976"/>
                    <a:pt x="0" y="2197"/>
                  </a:cubicBezTo>
                  <a:lnTo>
                    <a:pt x="0" y="5927"/>
                  </a:lnTo>
                  <a:lnTo>
                    <a:pt x="4393" y="5927"/>
                  </a:lnTo>
                  <a:lnTo>
                    <a:pt x="4393" y="2197"/>
                  </a:lnTo>
                  <a:cubicBezTo>
                    <a:pt x="4393" y="976"/>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38"/>
            <p:cNvSpPr/>
            <p:nvPr/>
          </p:nvSpPr>
          <p:spPr>
            <a:xfrm>
              <a:off x="3352625" y="1156400"/>
              <a:ext cx="109850" cy="148200"/>
            </a:xfrm>
            <a:custGeom>
              <a:rect b="b" l="l" r="r" t="t"/>
              <a:pathLst>
                <a:path extrusionOk="0" h="5928" w="4394">
                  <a:moveTo>
                    <a:pt x="2197" y="1"/>
                  </a:moveTo>
                  <a:cubicBezTo>
                    <a:pt x="977" y="1"/>
                    <a:pt x="1" y="994"/>
                    <a:pt x="1" y="2197"/>
                  </a:cubicBezTo>
                  <a:lnTo>
                    <a:pt x="1" y="5927"/>
                  </a:lnTo>
                  <a:lnTo>
                    <a:pt x="4394" y="5927"/>
                  </a:lnTo>
                  <a:lnTo>
                    <a:pt x="4394" y="2197"/>
                  </a:lnTo>
                  <a:cubicBezTo>
                    <a:pt x="4394" y="977"/>
                    <a:pt x="3417" y="1"/>
                    <a:pt x="2197"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38"/>
            <p:cNvSpPr/>
            <p:nvPr/>
          </p:nvSpPr>
          <p:spPr>
            <a:xfrm>
              <a:off x="3499500" y="1156400"/>
              <a:ext cx="109825" cy="148200"/>
            </a:xfrm>
            <a:custGeom>
              <a:rect b="b" l="l" r="r" t="t"/>
              <a:pathLst>
                <a:path extrusionOk="0" h="5928" w="4393">
                  <a:moveTo>
                    <a:pt x="2197" y="1"/>
                  </a:moveTo>
                  <a:cubicBezTo>
                    <a:pt x="994" y="1"/>
                    <a:pt x="0" y="994"/>
                    <a:pt x="0" y="2197"/>
                  </a:cubicBezTo>
                  <a:lnTo>
                    <a:pt x="0" y="5927"/>
                  </a:lnTo>
                  <a:lnTo>
                    <a:pt x="4393" y="5927"/>
                  </a:lnTo>
                  <a:lnTo>
                    <a:pt x="4393" y="2197"/>
                  </a:lnTo>
                  <a:cubicBezTo>
                    <a:pt x="4393" y="994"/>
                    <a:pt x="3417" y="1"/>
                    <a:pt x="2197"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38"/>
            <p:cNvSpPr/>
            <p:nvPr/>
          </p:nvSpPr>
          <p:spPr>
            <a:xfrm>
              <a:off x="3646350" y="1156400"/>
              <a:ext cx="110275" cy="148200"/>
            </a:xfrm>
            <a:custGeom>
              <a:rect b="b" l="l" r="r" t="t"/>
              <a:pathLst>
                <a:path extrusionOk="0" h="5928" w="4411">
                  <a:moveTo>
                    <a:pt x="2214" y="1"/>
                  </a:moveTo>
                  <a:cubicBezTo>
                    <a:pt x="994" y="1"/>
                    <a:pt x="1" y="994"/>
                    <a:pt x="1" y="2197"/>
                  </a:cubicBezTo>
                  <a:lnTo>
                    <a:pt x="1" y="5927"/>
                  </a:lnTo>
                  <a:lnTo>
                    <a:pt x="4411" y="5927"/>
                  </a:lnTo>
                  <a:lnTo>
                    <a:pt x="4411" y="2197"/>
                  </a:lnTo>
                  <a:cubicBezTo>
                    <a:pt x="4411" y="994"/>
                    <a:pt x="3417" y="1"/>
                    <a:pt x="2214"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38"/>
            <p:cNvSpPr/>
            <p:nvPr/>
          </p:nvSpPr>
          <p:spPr>
            <a:xfrm>
              <a:off x="3813700" y="459175"/>
              <a:ext cx="231850" cy="1423700"/>
            </a:xfrm>
            <a:custGeom>
              <a:rect b="b" l="l" r="r" t="t"/>
              <a:pathLst>
                <a:path extrusionOk="0" h="56948" w="9274">
                  <a:moveTo>
                    <a:pt x="0" y="0"/>
                  </a:moveTo>
                  <a:lnTo>
                    <a:pt x="0" y="56948"/>
                  </a:lnTo>
                  <a:lnTo>
                    <a:pt x="9274" y="56948"/>
                  </a:lnTo>
                  <a:lnTo>
                    <a:pt x="927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11" name="Google Shape;2611;p38"/>
          <p:cNvGrpSpPr/>
          <p:nvPr/>
        </p:nvGrpSpPr>
        <p:grpSpPr>
          <a:xfrm>
            <a:off x="107430" y="2356069"/>
            <a:ext cx="1085089" cy="2100762"/>
            <a:chOff x="2607875" y="643925"/>
            <a:chExt cx="654575" cy="1267275"/>
          </a:xfrm>
        </p:grpSpPr>
        <p:sp>
          <p:nvSpPr>
            <p:cNvPr id="2612" name="Google Shape;2612;p38"/>
            <p:cNvSpPr/>
            <p:nvPr/>
          </p:nvSpPr>
          <p:spPr>
            <a:xfrm>
              <a:off x="2607875" y="643925"/>
              <a:ext cx="654575" cy="1267275"/>
            </a:xfrm>
            <a:custGeom>
              <a:rect b="b" l="l" r="r" t="t"/>
              <a:pathLst>
                <a:path extrusionOk="0" h="50691" w="26183">
                  <a:moveTo>
                    <a:pt x="1" y="1"/>
                  </a:moveTo>
                  <a:lnTo>
                    <a:pt x="1" y="50691"/>
                  </a:lnTo>
                  <a:lnTo>
                    <a:pt x="26183" y="50691"/>
                  </a:lnTo>
                  <a:lnTo>
                    <a:pt x="26183"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38"/>
            <p:cNvSpPr/>
            <p:nvPr/>
          </p:nvSpPr>
          <p:spPr>
            <a:xfrm>
              <a:off x="2667150" y="718450"/>
              <a:ext cx="51875" cy="210500"/>
            </a:xfrm>
            <a:custGeom>
              <a:rect b="b" l="l" r="r" t="t"/>
              <a:pathLst>
                <a:path extrusionOk="0" h="8420" w="2075">
                  <a:moveTo>
                    <a:pt x="1" y="1"/>
                  </a:moveTo>
                  <a:lnTo>
                    <a:pt x="1" y="8420"/>
                  </a:lnTo>
                  <a:lnTo>
                    <a:pt x="2075" y="8420"/>
                  </a:lnTo>
                  <a:lnTo>
                    <a:pt x="2075"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38"/>
            <p:cNvSpPr/>
            <p:nvPr/>
          </p:nvSpPr>
          <p:spPr>
            <a:xfrm>
              <a:off x="2765200" y="718450"/>
              <a:ext cx="51450" cy="210500"/>
            </a:xfrm>
            <a:custGeom>
              <a:rect b="b" l="l" r="r" t="t"/>
              <a:pathLst>
                <a:path extrusionOk="0" h="8420"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38"/>
            <p:cNvSpPr/>
            <p:nvPr/>
          </p:nvSpPr>
          <p:spPr>
            <a:xfrm>
              <a:off x="2863250" y="718450"/>
              <a:ext cx="51450" cy="210500"/>
            </a:xfrm>
            <a:custGeom>
              <a:rect b="b" l="l" r="r" t="t"/>
              <a:pathLst>
                <a:path extrusionOk="0" h="8420"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38"/>
            <p:cNvSpPr/>
            <p:nvPr/>
          </p:nvSpPr>
          <p:spPr>
            <a:xfrm>
              <a:off x="2960875" y="7184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38"/>
            <p:cNvSpPr/>
            <p:nvPr/>
          </p:nvSpPr>
          <p:spPr>
            <a:xfrm>
              <a:off x="2667150" y="1012175"/>
              <a:ext cx="51875" cy="210500"/>
            </a:xfrm>
            <a:custGeom>
              <a:rect b="b" l="l" r="r" t="t"/>
              <a:pathLst>
                <a:path extrusionOk="0" h="8420" w="2075">
                  <a:moveTo>
                    <a:pt x="1" y="0"/>
                  </a:moveTo>
                  <a:lnTo>
                    <a:pt x="1" y="8419"/>
                  </a:lnTo>
                  <a:lnTo>
                    <a:pt x="2075" y="8419"/>
                  </a:lnTo>
                  <a:lnTo>
                    <a:pt x="207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38"/>
            <p:cNvSpPr/>
            <p:nvPr/>
          </p:nvSpPr>
          <p:spPr>
            <a:xfrm>
              <a:off x="2765200" y="1012175"/>
              <a:ext cx="51450" cy="210500"/>
            </a:xfrm>
            <a:custGeom>
              <a:rect b="b" l="l" r="r" t="t"/>
              <a:pathLst>
                <a:path extrusionOk="0" h="8420" w="2058">
                  <a:moveTo>
                    <a:pt x="1" y="0"/>
                  </a:moveTo>
                  <a:lnTo>
                    <a:pt x="1" y="8419"/>
                  </a:lnTo>
                  <a:lnTo>
                    <a:pt x="2058" y="8419"/>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38"/>
            <p:cNvSpPr/>
            <p:nvPr/>
          </p:nvSpPr>
          <p:spPr>
            <a:xfrm>
              <a:off x="2863250" y="1012175"/>
              <a:ext cx="51450" cy="210500"/>
            </a:xfrm>
            <a:custGeom>
              <a:rect b="b" l="l" r="r" t="t"/>
              <a:pathLst>
                <a:path extrusionOk="0" h="8420" w="2058">
                  <a:moveTo>
                    <a:pt x="1" y="0"/>
                  </a:moveTo>
                  <a:lnTo>
                    <a:pt x="1" y="8419"/>
                  </a:lnTo>
                  <a:lnTo>
                    <a:pt x="2058" y="8419"/>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38"/>
            <p:cNvSpPr/>
            <p:nvPr/>
          </p:nvSpPr>
          <p:spPr>
            <a:xfrm>
              <a:off x="2960875" y="1012175"/>
              <a:ext cx="51450" cy="210500"/>
            </a:xfrm>
            <a:custGeom>
              <a:rect b="b" l="l" r="r" t="t"/>
              <a:pathLst>
                <a:path extrusionOk="0" h="8420" w="2058">
                  <a:moveTo>
                    <a:pt x="0" y="0"/>
                  </a:moveTo>
                  <a:lnTo>
                    <a:pt x="0" y="8419"/>
                  </a:lnTo>
                  <a:lnTo>
                    <a:pt x="2057" y="8419"/>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38"/>
            <p:cNvSpPr/>
            <p:nvPr/>
          </p:nvSpPr>
          <p:spPr>
            <a:xfrm>
              <a:off x="2667150" y="1294125"/>
              <a:ext cx="51875" cy="210050"/>
            </a:xfrm>
            <a:custGeom>
              <a:rect b="b" l="l" r="r" t="t"/>
              <a:pathLst>
                <a:path extrusionOk="0" h="8402" w="2075">
                  <a:moveTo>
                    <a:pt x="1" y="0"/>
                  </a:moveTo>
                  <a:lnTo>
                    <a:pt x="1" y="8402"/>
                  </a:lnTo>
                  <a:lnTo>
                    <a:pt x="2075" y="8402"/>
                  </a:lnTo>
                  <a:lnTo>
                    <a:pt x="207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38"/>
            <p:cNvSpPr/>
            <p:nvPr/>
          </p:nvSpPr>
          <p:spPr>
            <a:xfrm>
              <a:off x="2765200" y="1294125"/>
              <a:ext cx="51450" cy="210050"/>
            </a:xfrm>
            <a:custGeom>
              <a:rect b="b" l="l" r="r" t="t"/>
              <a:pathLst>
                <a:path extrusionOk="0" h="8402" w="2058">
                  <a:moveTo>
                    <a:pt x="1" y="0"/>
                  </a:moveTo>
                  <a:lnTo>
                    <a:pt x="1" y="8402"/>
                  </a:lnTo>
                  <a:lnTo>
                    <a:pt x="2058" y="8402"/>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38"/>
            <p:cNvSpPr/>
            <p:nvPr/>
          </p:nvSpPr>
          <p:spPr>
            <a:xfrm>
              <a:off x="2863250" y="1294125"/>
              <a:ext cx="51450" cy="210050"/>
            </a:xfrm>
            <a:custGeom>
              <a:rect b="b" l="l" r="r" t="t"/>
              <a:pathLst>
                <a:path extrusionOk="0" h="8402" w="2058">
                  <a:moveTo>
                    <a:pt x="1" y="0"/>
                  </a:moveTo>
                  <a:lnTo>
                    <a:pt x="1" y="8402"/>
                  </a:lnTo>
                  <a:lnTo>
                    <a:pt x="2058" y="8402"/>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38"/>
            <p:cNvSpPr/>
            <p:nvPr/>
          </p:nvSpPr>
          <p:spPr>
            <a:xfrm>
              <a:off x="2960875" y="1294125"/>
              <a:ext cx="51450" cy="210050"/>
            </a:xfrm>
            <a:custGeom>
              <a:rect b="b" l="l" r="r" t="t"/>
              <a:pathLst>
                <a:path extrusionOk="0" h="8402" w="2058">
                  <a:moveTo>
                    <a:pt x="0" y="0"/>
                  </a:moveTo>
                  <a:lnTo>
                    <a:pt x="0" y="8402"/>
                  </a:lnTo>
                  <a:lnTo>
                    <a:pt x="2057" y="8402"/>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38"/>
            <p:cNvSpPr/>
            <p:nvPr/>
          </p:nvSpPr>
          <p:spPr>
            <a:xfrm>
              <a:off x="2667150" y="1568650"/>
              <a:ext cx="51875" cy="210525"/>
            </a:xfrm>
            <a:custGeom>
              <a:rect b="b" l="l" r="r" t="t"/>
              <a:pathLst>
                <a:path extrusionOk="0" h="8421" w="2075">
                  <a:moveTo>
                    <a:pt x="1" y="1"/>
                  </a:moveTo>
                  <a:lnTo>
                    <a:pt x="1" y="8420"/>
                  </a:lnTo>
                  <a:lnTo>
                    <a:pt x="2075" y="8420"/>
                  </a:lnTo>
                  <a:lnTo>
                    <a:pt x="2075"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38"/>
            <p:cNvSpPr/>
            <p:nvPr/>
          </p:nvSpPr>
          <p:spPr>
            <a:xfrm>
              <a:off x="2765200" y="1568650"/>
              <a:ext cx="51450" cy="210525"/>
            </a:xfrm>
            <a:custGeom>
              <a:rect b="b" l="l" r="r" t="t"/>
              <a:pathLst>
                <a:path extrusionOk="0" h="8421"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38"/>
            <p:cNvSpPr/>
            <p:nvPr/>
          </p:nvSpPr>
          <p:spPr>
            <a:xfrm>
              <a:off x="2863250" y="1568650"/>
              <a:ext cx="51450" cy="210525"/>
            </a:xfrm>
            <a:custGeom>
              <a:rect b="b" l="l" r="r" t="t"/>
              <a:pathLst>
                <a:path extrusionOk="0" h="8421"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38"/>
            <p:cNvSpPr/>
            <p:nvPr/>
          </p:nvSpPr>
          <p:spPr>
            <a:xfrm>
              <a:off x="2960875" y="1568650"/>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38"/>
            <p:cNvSpPr/>
            <p:nvPr/>
          </p:nvSpPr>
          <p:spPr>
            <a:xfrm>
              <a:off x="3099450" y="643925"/>
              <a:ext cx="163000" cy="1267275"/>
            </a:xfrm>
            <a:custGeom>
              <a:rect b="b" l="l" r="r" t="t"/>
              <a:pathLst>
                <a:path extrusionOk="0" h="50691" w="6520">
                  <a:moveTo>
                    <a:pt x="0" y="1"/>
                  </a:moveTo>
                  <a:lnTo>
                    <a:pt x="0" y="50691"/>
                  </a:lnTo>
                  <a:lnTo>
                    <a:pt x="6520" y="50691"/>
                  </a:lnTo>
                  <a:lnTo>
                    <a:pt x="652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0" name="Google Shape;2630;p38"/>
          <p:cNvGrpSpPr/>
          <p:nvPr/>
        </p:nvGrpSpPr>
        <p:grpSpPr>
          <a:xfrm>
            <a:off x="8003649" y="1988608"/>
            <a:ext cx="1058611" cy="2051519"/>
            <a:chOff x="4826000" y="484000"/>
            <a:chExt cx="654150" cy="1267700"/>
          </a:xfrm>
        </p:grpSpPr>
        <p:sp>
          <p:nvSpPr>
            <p:cNvPr id="2631" name="Google Shape;2631;p38"/>
            <p:cNvSpPr/>
            <p:nvPr/>
          </p:nvSpPr>
          <p:spPr>
            <a:xfrm>
              <a:off x="4826000" y="484000"/>
              <a:ext cx="654150" cy="1267700"/>
            </a:xfrm>
            <a:custGeom>
              <a:rect b="b" l="l" r="r" t="t"/>
              <a:pathLst>
                <a:path extrusionOk="0" h="50708" w="26166">
                  <a:moveTo>
                    <a:pt x="1" y="1"/>
                  </a:moveTo>
                  <a:lnTo>
                    <a:pt x="1" y="50708"/>
                  </a:lnTo>
                  <a:lnTo>
                    <a:pt x="26165" y="50708"/>
                  </a:lnTo>
                  <a:lnTo>
                    <a:pt x="26165"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38"/>
            <p:cNvSpPr/>
            <p:nvPr/>
          </p:nvSpPr>
          <p:spPr>
            <a:xfrm>
              <a:off x="4885275" y="558950"/>
              <a:ext cx="51450" cy="210500"/>
            </a:xfrm>
            <a:custGeom>
              <a:rect b="b" l="l" r="r" t="t"/>
              <a:pathLst>
                <a:path extrusionOk="0" h="8420" w="2058">
                  <a:moveTo>
                    <a:pt x="1" y="1"/>
                  </a:moveTo>
                  <a:lnTo>
                    <a:pt x="1"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38"/>
            <p:cNvSpPr/>
            <p:nvPr/>
          </p:nvSpPr>
          <p:spPr>
            <a:xfrm>
              <a:off x="498290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38"/>
            <p:cNvSpPr/>
            <p:nvPr/>
          </p:nvSpPr>
          <p:spPr>
            <a:xfrm>
              <a:off x="508095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38"/>
            <p:cNvSpPr/>
            <p:nvPr/>
          </p:nvSpPr>
          <p:spPr>
            <a:xfrm>
              <a:off x="517900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38"/>
            <p:cNvSpPr/>
            <p:nvPr/>
          </p:nvSpPr>
          <p:spPr>
            <a:xfrm>
              <a:off x="4885275" y="852675"/>
              <a:ext cx="51450" cy="210500"/>
            </a:xfrm>
            <a:custGeom>
              <a:rect b="b" l="l" r="r" t="t"/>
              <a:pathLst>
                <a:path extrusionOk="0" h="8420" w="2058">
                  <a:moveTo>
                    <a:pt x="1" y="0"/>
                  </a:moveTo>
                  <a:lnTo>
                    <a:pt x="1"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38"/>
            <p:cNvSpPr/>
            <p:nvPr/>
          </p:nvSpPr>
          <p:spPr>
            <a:xfrm>
              <a:off x="498290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38"/>
            <p:cNvSpPr/>
            <p:nvPr/>
          </p:nvSpPr>
          <p:spPr>
            <a:xfrm>
              <a:off x="508095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38"/>
            <p:cNvSpPr/>
            <p:nvPr/>
          </p:nvSpPr>
          <p:spPr>
            <a:xfrm>
              <a:off x="517900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38"/>
            <p:cNvSpPr/>
            <p:nvPr/>
          </p:nvSpPr>
          <p:spPr>
            <a:xfrm>
              <a:off x="4885275" y="1134175"/>
              <a:ext cx="51450" cy="210525"/>
            </a:xfrm>
            <a:custGeom>
              <a:rect b="b" l="l" r="r" t="t"/>
              <a:pathLst>
                <a:path extrusionOk="0" h="8421" w="2058">
                  <a:moveTo>
                    <a:pt x="1" y="1"/>
                  </a:moveTo>
                  <a:lnTo>
                    <a:pt x="1"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38"/>
            <p:cNvSpPr/>
            <p:nvPr/>
          </p:nvSpPr>
          <p:spPr>
            <a:xfrm>
              <a:off x="498290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38"/>
            <p:cNvSpPr/>
            <p:nvPr/>
          </p:nvSpPr>
          <p:spPr>
            <a:xfrm>
              <a:off x="508095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38"/>
            <p:cNvSpPr/>
            <p:nvPr/>
          </p:nvSpPr>
          <p:spPr>
            <a:xfrm>
              <a:off x="517900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38"/>
            <p:cNvSpPr/>
            <p:nvPr/>
          </p:nvSpPr>
          <p:spPr>
            <a:xfrm>
              <a:off x="4885275" y="1409150"/>
              <a:ext cx="51450" cy="210075"/>
            </a:xfrm>
            <a:custGeom>
              <a:rect b="b" l="l" r="r" t="t"/>
              <a:pathLst>
                <a:path extrusionOk="0" h="8403" w="2058">
                  <a:moveTo>
                    <a:pt x="1" y="1"/>
                  </a:moveTo>
                  <a:lnTo>
                    <a:pt x="1"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38"/>
            <p:cNvSpPr/>
            <p:nvPr/>
          </p:nvSpPr>
          <p:spPr>
            <a:xfrm>
              <a:off x="498290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38"/>
            <p:cNvSpPr/>
            <p:nvPr/>
          </p:nvSpPr>
          <p:spPr>
            <a:xfrm>
              <a:off x="508095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38"/>
            <p:cNvSpPr/>
            <p:nvPr/>
          </p:nvSpPr>
          <p:spPr>
            <a:xfrm>
              <a:off x="517900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38"/>
            <p:cNvSpPr/>
            <p:nvPr/>
          </p:nvSpPr>
          <p:spPr>
            <a:xfrm>
              <a:off x="5317575" y="484000"/>
              <a:ext cx="162575" cy="1267700"/>
            </a:xfrm>
            <a:custGeom>
              <a:rect b="b" l="l" r="r" t="t"/>
              <a:pathLst>
                <a:path extrusionOk="0" h="50708" w="6503">
                  <a:moveTo>
                    <a:pt x="0" y="1"/>
                  </a:moveTo>
                  <a:lnTo>
                    <a:pt x="0" y="50708"/>
                  </a:lnTo>
                  <a:lnTo>
                    <a:pt x="6502" y="50708"/>
                  </a:lnTo>
                  <a:lnTo>
                    <a:pt x="650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9" name="Google Shape;2649;p38"/>
          <p:cNvGrpSpPr/>
          <p:nvPr/>
        </p:nvGrpSpPr>
        <p:grpSpPr>
          <a:xfrm>
            <a:off x="-381000" y="3714140"/>
            <a:ext cx="9870375" cy="1455000"/>
            <a:chOff x="-381000" y="2758675"/>
            <a:chExt cx="9870375" cy="1455000"/>
          </a:xfrm>
        </p:grpSpPr>
        <p:sp>
          <p:nvSpPr>
            <p:cNvPr id="2650" name="Google Shape;2650;p38"/>
            <p:cNvSpPr/>
            <p:nvPr/>
          </p:nvSpPr>
          <p:spPr>
            <a:xfrm>
              <a:off x="152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38"/>
            <p:cNvSpPr/>
            <p:nvPr/>
          </p:nvSpPr>
          <p:spPr>
            <a:xfrm>
              <a:off x="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38"/>
            <p:cNvSpPr/>
            <p:nvPr/>
          </p:nvSpPr>
          <p:spPr>
            <a:xfrm>
              <a:off x="76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38"/>
            <p:cNvSpPr/>
            <p:nvPr/>
          </p:nvSpPr>
          <p:spPr>
            <a:xfrm>
              <a:off x="381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38"/>
            <p:cNvSpPr/>
            <p:nvPr/>
          </p:nvSpPr>
          <p:spPr>
            <a:xfrm>
              <a:off x="228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38"/>
            <p:cNvSpPr/>
            <p:nvPr/>
          </p:nvSpPr>
          <p:spPr>
            <a:xfrm>
              <a:off x="304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38"/>
            <p:cNvSpPr/>
            <p:nvPr/>
          </p:nvSpPr>
          <p:spPr>
            <a:xfrm>
              <a:off x="609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38"/>
            <p:cNvSpPr/>
            <p:nvPr/>
          </p:nvSpPr>
          <p:spPr>
            <a:xfrm>
              <a:off x="457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38"/>
            <p:cNvSpPr/>
            <p:nvPr/>
          </p:nvSpPr>
          <p:spPr>
            <a:xfrm>
              <a:off x="533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38"/>
            <p:cNvSpPr/>
            <p:nvPr/>
          </p:nvSpPr>
          <p:spPr>
            <a:xfrm>
              <a:off x="762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38"/>
            <p:cNvSpPr/>
            <p:nvPr/>
          </p:nvSpPr>
          <p:spPr>
            <a:xfrm>
              <a:off x="685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38"/>
            <p:cNvSpPr/>
            <p:nvPr/>
          </p:nvSpPr>
          <p:spPr>
            <a:xfrm>
              <a:off x="838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38"/>
            <p:cNvSpPr/>
            <p:nvPr/>
          </p:nvSpPr>
          <p:spPr>
            <a:xfrm>
              <a:off x="186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38"/>
            <p:cNvSpPr/>
            <p:nvPr/>
          </p:nvSpPr>
          <p:spPr>
            <a:xfrm>
              <a:off x="3764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38"/>
            <p:cNvSpPr/>
            <p:nvPr/>
          </p:nvSpPr>
          <p:spPr>
            <a:xfrm>
              <a:off x="110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38"/>
            <p:cNvSpPr/>
            <p:nvPr/>
          </p:nvSpPr>
          <p:spPr>
            <a:xfrm>
              <a:off x="415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38"/>
            <p:cNvSpPr/>
            <p:nvPr/>
          </p:nvSpPr>
          <p:spPr>
            <a:xfrm>
              <a:off x="263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38"/>
            <p:cNvSpPr/>
            <p:nvPr/>
          </p:nvSpPr>
          <p:spPr>
            <a:xfrm>
              <a:off x="339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38"/>
            <p:cNvSpPr/>
            <p:nvPr/>
          </p:nvSpPr>
          <p:spPr>
            <a:xfrm>
              <a:off x="644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38"/>
            <p:cNvSpPr/>
            <p:nvPr/>
          </p:nvSpPr>
          <p:spPr>
            <a:xfrm>
              <a:off x="491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38"/>
            <p:cNvSpPr/>
            <p:nvPr/>
          </p:nvSpPr>
          <p:spPr>
            <a:xfrm>
              <a:off x="567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38"/>
            <p:cNvSpPr/>
            <p:nvPr/>
          </p:nvSpPr>
          <p:spPr>
            <a:xfrm>
              <a:off x="796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38"/>
            <p:cNvSpPr/>
            <p:nvPr/>
          </p:nvSpPr>
          <p:spPr>
            <a:xfrm>
              <a:off x="720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38"/>
            <p:cNvSpPr/>
            <p:nvPr/>
          </p:nvSpPr>
          <p:spPr>
            <a:xfrm>
              <a:off x="872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38"/>
            <p:cNvSpPr/>
            <p:nvPr/>
          </p:nvSpPr>
          <p:spPr>
            <a:xfrm>
              <a:off x="-381000"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38"/>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38"/>
            <p:cNvSpPr/>
            <p:nvPr/>
          </p:nvSpPr>
          <p:spPr>
            <a:xfrm>
              <a:off x="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38"/>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38"/>
            <p:cNvSpPr/>
            <p:nvPr/>
          </p:nvSpPr>
          <p:spPr>
            <a:xfrm>
              <a:off x="381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38"/>
            <p:cNvSpPr/>
            <p:nvPr/>
          </p:nvSpPr>
          <p:spPr>
            <a:xfrm>
              <a:off x="2286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38"/>
            <p:cNvSpPr/>
            <p:nvPr/>
          </p:nvSpPr>
          <p:spPr>
            <a:xfrm>
              <a:off x="304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38"/>
            <p:cNvSpPr/>
            <p:nvPr/>
          </p:nvSpPr>
          <p:spPr>
            <a:xfrm>
              <a:off x="6096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38"/>
            <p:cNvSpPr/>
            <p:nvPr/>
          </p:nvSpPr>
          <p:spPr>
            <a:xfrm>
              <a:off x="457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38"/>
            <p:cNvSpPr/>
            <p:nvPr/>
          </p:nvSpPr>
          <p:spPr>
            <a:xfrm>
              <a:off x="533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38"/>
            <p:cNvSpPr/>
            <p:nvPr/>
          </p:nvSpPr>
          <p:spPr>
            <a:xfrm>
              <a:off x="762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38"/>
            <p:cNvSpPr/>
            <p:nvPr/>
          </p:nvSpPr>
          <p:spPr>
            <a:xfrm>
              <a:off x="685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38"/>
            <p:cNvSpPr/>
            <p:nvPr/>
          </p:nvSpPr>
          <p:spPr>
            <a:xfrm>
              <a:off x="838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38"/>
            <p:cNvSpPr/>
            <p:nvPr/>
          </p:nvSpPr>
          <p:spPr>
            <a:xfrm>
              <a:off x="1869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38"/>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38"/>
            <p:cNvSpPr/>
            <p:nvPr/>
          </p:nvSpPr>
          <p:spPr>
            <a:xfrm>
              <a:off x="110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38"/>
            <p:cNvSpPr/>
            <p:nvPr/>
          </p:nvSpPr>
          <p:spPr>
            <a:xfrm>
              <a:off x="2631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38"/>
            <p:cNvSpPr/>
            <p:nvPr/>
          </p:nvSpPr>
          <p:spPr>
            <a:xfrm>
              <a:off x="6441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38"/>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38"/>
            <p:cNvSpPr/>
            <p:nvPr/>
          </p:nvSpPr>
          <p:spPr>
            <a:xfrm>
              <a:off x="7203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38"/>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38"/>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38"/>
            <p:cNvSpPr/>
            <p:nvPr/>
          </p:nvSpPr>
          <p:spPr>
            <a:xfrm>
              <a:off x="8382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38"/>
            <p:cNvSpPr/>
            <p:nvPr/>
          </p:nvSpPr>
          <p:spPr>
            <a:xfrm>
              <a:off x="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98" name="Google Shape;2698;p38"/>
          <p:cNvSpPr/>
          <p:nvPr/>
        </p:nvSpPr>
        <p:spPr>
          <a:xfrm flipH="1">
            <a:off x="6245100" y="3714150"/>
            <a:ext cx="2898900" cy="11745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38"/>
          <p:cNvSpPr/>
          <p:nvPr/>
        </p:nvSpPr>
        <p:spPr>
          <a:xfrm>
            <a:off x="0" y="4879925"/>
            <a:ext cx="9144000" cy="29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38"/>
          <p:cNvSpPr/>
          <p:nvPr/>
        </p:nvSpPr>
        <p:spPr>
          <a:xfrm>
            <a:off x="8244388" y="4530058"/>
            <a:ext cx="928204" cy="430572"/>
          </a:xfrm>
          <a:custGeom>
            <a:rect b="b" l="l" r="r" t="t"/>
            <a:pathLst>
              <a:path extrusionOk="0" h="5143" w="11087">
                <a:moveTo>
                  <a:pt x="11087" y="0"/>
                </a:moveTo>
                <a:cubicBezTo>
                  <a:pt x="10790" y="35"/>
                  <a:pt x="10511" y="105"/>
                  <a:pt x="10232" y="192"/>
                </a:cubicBezTo>
                <a:cubicBezTo>
                  <a:pt x="8611" y="715"/>
                  <a:pt x="7164" y="1813"/>
                  <a:pt x="6084" y="3121"/>
                </a:cubicBezTo>
                <a:cubicBezTo>
                  <a:pt x="5658" y="2742"/>
                  <a:pt x="5079" y="2596"/>
                  <a:pt x="4490" y="2596"/>
                </a:cubicBezTo>
                <a:cubicBezTo>
                  <a:pt x="4211" y="2596"/>
                  <a:pt x="3930" y="2629"/>
                  <a:pt x="3661" y="2685"/>
                </a:cubicBezTo>
                <a:cubicBezTo>
                  <a:pt x="2179" y="3016"/>
                  <a:pt x="872" y="3887"/>
                  <a:pt x="0" y="5143"/>
                </a:cubicBezTo>
                <a:lnTo>
                  <a:pt x="11087" y="5143"/>
                </a:lnTo>
                <a:lnTo>
                  <a:pt x="1108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38"/>
          <p:cNvSpPr/>
          <p:nvPr/>
        </p:nvSpPr>
        <p:spPr>
          <a:xfrm>
            <a:off x="107428" y="4889066"/>
            <a:ext cx="1434135" cy="254435"/>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38"/>
          <p:cNvSpPr/>
          <p:nvPr/>
        </p:nvSpPr>
        <p:spPr>
          <a:xfrm>
            <a:off x="1274542" y="1057764"/>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38"/>
          <p:cNvSpPr/>
          <p:nvPr/>
        </p:nvSpPr>
        <p:spPr>
          <a:xfrm>
            <a:off x="4216700" y="231768"/>
            <a:ext cx="1247188" cy="176383"/>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38"/>
          <p:cNvSpPr/>
          <p:nvPr/>
        </p:nvSpPr>
        <p:spPr>
          <a:xfrm>
            <a:off x="7594325" y="733268"/>
            <a:ext cx="1247188" cy="176383"/>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38"/>
          <p:cNvSpPr/>
          <p:nvPr/>
        </p:nvSpPr>
        <p:spPr>
          <a:xfrm rot="-591853">
            <a:off x="2347107" y="4140928"/>
            <a:ext cx="464060" cy="469830"/>
          </a:xfrm>
          <a:prstGeom prst="roundRect">
            <a:avLst>
              <a:gd fmla="val 780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38"/>
          <p:cNvSpPr/>
          <p:nvPr/>
        </p:nvSpPr>
        <p:spPr>
          <a:xfrm>
            <a:off x="2663775" y="584725"/>
            <a:ext cx="3816600" cy="480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38"/>
          <p:cNvSpPr/>
          <p:nvPr/>
        </p:nvSpPr>
        <p:spPr>
          <a:xfrm>
            <a:off x="2818850" y="746725"/>
            <a:ext cx="3506400" cy="45036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38"/>
          <p:cNvSpPr/>
          <p:nvPr/>
        </p:nvSpPr>
        <p:spPr>
          <a:xfrm rot="652027">
            <a:off x="485962" y="4098959"/>
            <a:ext cx="2659815" cy="2478903"/>
          </a:xfrm>
          <a:custGeom>
            <a:rect b="b" l="l" r="r" t="t"/>
            <a:pathLst>
              <a:path extrusionOk="0" h="16247" w="17433">
                <a:moveTo>
                  <a:pt x="10686" y="0"/>
                </a:moveTo>
                <a:cubicBezTo>
                  <a:pt x="10372" y="157"/>
                  <a:pt x="7653" y="3382"/>
                  <a:pt x="5893" y="5038"/>
                </a:cubicBezTo>
                <a:cubicBezTo>
                  <a:pt x="4115" y="6694"/>
                  <a:pt x="1" y="9256"/>
                  <a:pt x="1" y="9256"/>
                </a:cubicBezTo>
                <a:lnTo>
                  <a:pt x="1622" y="16246"/>
                </a:lnTo>
                <a:cubicBezTo>
                  <a:pt x="1622" y="16246"/>
                  <a:pt x="6259" y="11906"/>
                  <a:pt x="6991" y="11226"/>
                </a:cubicBezTo>
                <a:cubicBezTo>
                  <a:pt x="7723" y="10529"/>
                  <a:pt x="9205" y="10163"/>
                  <a:pt x="11087" y="8420"/>
                </a:cubicBezTo>
                <a:cubicBezTo>
                  <a:pt x="12307" y="7304"/>
                  <a:pt x="12883" y="5369"/>
                  <a:pt x="12883" y="5369"/>
                </a:cubicBezTo>
                <a:cubicBezTo>
                  <a:pt x="13283" y="4829"/>
                  <a:pt x="13754" y="4323"/>
                  <a:pt x="14260" y="3853"/>
                </a:cubicBezTo>
                <a:cubicBezTo>
                  <a:pt x="15061" y="3138"/>
                  <a:pt x="17432" y="872"/>
                  <a:pt x="16805" y="349"/>
                </a:cubicBezTo>
                <a:cubicBezTo>
                  <a:pt x="16745" y="301"/>
                  <a:pt x="16658" y="279"/>
                  <a:pt x="16549" y="279"/>
                </a:cubicBezTo>
                <a:cubicBezTo>
                  <a:pt x="15517" y="279"/>
                  <a:pt x="12534" y="2249"/>
                  <a:pt x="12534" y="2249"/>
                </a:cubicBezTo>
                <a:cubicBezTo>
                  <a:pt x="12290" y="1796"/>
                  <a:pt x="10686" y="0"/>
                  <a:pt x="106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38"/>
          <p:cNvSpPr txBox="1"/>
          <p:nvPr>
            <p:ph type="title"/>
          </p:nvPr>
        </p:nvSpPr>
        <p:spPr>
          <a:xfrm>
            <a:off x="2978020" y="2319605"/>
            <a:ext cx="3187800" cy="1283100"/>
          </a:xfrm>
          <a:prstGeom prst="rect">
            <a:avLst/>
          </a:prstGeom>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710" name="Google Shape;2710;p38"/>
          <p:cNvSpPr txBox="1"/>
          <p:nvPr>
            <p:ph idx="1" type="subTitle"/>
          </p:nvPr>
        </p:nvSpPr>
        <p:spPr>
          <a:xfrm>
            <a:off x="2978180" y="3723580"/>
            <a:ext cx="3187800" cy="630900"/>
          </a:xfrm>
          <a:prstGeom prst="rect">
            <a:avLst/>
          </a:prstGeom>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711" name="Google Shape;2711;p38"/>
          <p:cNvSpPr txBox="1"/>
          <p:nvPr>
            <p:ph hasCustomPrompt="1" idx="2" type="title"/>
          </p:nvPr>
        </p:nvSpPr>
        <p:spPr>
          <a:xfrm>
            <a:off x="3729163" y="877520"/>
            <a:ext cx="1681500" cy="1321200"/>
          </a:xfrm>
          <a:prstGeom prst="rect">
            <a:avLst/>
          </a:prstGeom>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lvl1pPr lvl="0">
              <a:spcBef>
                <a:spcPts val="0"/>
              </a:spcBef>
              <a:spcAft>
                <a:spcPts val="0"/>
              </a:spcAft>
              <a:buSzPts val="12000"/>
              <a:buNone/>
              <a:defRPr sz="8000">
                <a:solidFill>
                  <a:schemeClr val="accent3"/>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7_1">
    <p:spTree>
      <p:nvGrpSpPr>
        <p:cNvPr id="2712" name="Shape 2712"/>
        <p:cNvGrpSpPr/>
        <p:nvPr/>
      </p:nvGrpSpPr>
      <p:grpSpPr>
        <a:xfrm>
          <a:off x="0" y="0"/>
          <a:ext cx="0" cy="0"/>
          <a:chOff x="0" y="0"/>
          <a:chExt cx="0" cy="0"/>
        </a:xfrm>
      </p:grpSpPr>
      <p:sp>
        <p:nvSpPr>
          <p:cNvPr id="2713" name="Google Shape;2713;p39"/>
          <p:cNvSpPr/>
          <p:nvPr/>
        </p:nvSpPr>
        <p:spPr>
          <a:xfrm>
            <a:off x="7" y="4879925"/>
            <a:ext cx="9144000" cy="263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14" name="Google Shape;2714;p39"/>
          <p:cNvGrpSpPr/>
          <p:nvPr/>
        </p:nvGrpSpPr>
        <p:grpSpPr>
          <a:xfrm flipH="1">
            <a:off x="-163777" y="905495"/>
            <a:ext cx="1941800" cy="3493159"/>
            <a:chOff x="3074425" y="1038250"/>
            <a:chExt cx="989200" cy="1779500"/>
          </a:xfrm>
        </p:grpSpPr>
        <p:sp>
          <p:nvSpPr>
            <p:cNvPr id="2715" name="Google Shape;2715;p39"/>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39"/>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39"/>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39"/>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39"/>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20" name="Google Shape;2720;p39"/>
          <p:cNvGrpSpPr/>
          <p:nvPr/>
        </p:nvGrpSpPr>
        <p:grpSpPr>
          <a:xfrm>
            <a:off x="2216482" y="1378836"/>
            <a:ext cx="1511499" cy="3290861"/>
            <a:chOff x="1622025" y="238125"/>
            <a:chExt cx="746825" cy="1626000"/>
          </a:xfrm>
        </p:grpSpPr>
        <p:sp>
          <p:nvSpPr>
            <p:cNvPr id="2721" name="Google Shape;2721;p39"/>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39"/>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39"/>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39"/>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39"/>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26" name="Google Shape;2726;p39"/>
          <p:cNvGrpSpPr/>
          <p:nvPr/>
        </p:nvGrpSpPr>
        <p:grpSpPr>
          <a:xfrm>
            <a:off x="4458299" y="1023482"/>
            <a:ext cx="2528583" cy="3403880"/>
            <a:chOff x="3074425" y="836100"/>
            <a:chExt cx="1472075" cy="1981650"/>
          </a:xfrm>
        </p:grpSpPr>
        <p:sp>
          <p:nvSpPr>
            <p:cNvPr id="2727" name="Google Shape;2727;p39"/>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39"/>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39"/>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39"/>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39"/>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39"/>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39"/>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39"/>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5" name="Google Shape;2735;p39"/>
          <p:cNvGrpSpPr/>
          <p:nvPr/>
        </p:nvGrpSpPr>
        <p:grpSpPr>
          <a:xfrm flipH="1">
            <a:off x="7354377" y="1204733"/>
            <a:ext cx="1727332" cy="3760613"/>
            <a:chOff x="1622025" y="238125"/>
            <a:chExt cx="746825" cy="1626000"/>
          </a:xfrm>
        </p:grpSpPr>
        <p:sp>
          <p:nvSpPr>
            <p:cNvPr id="2736" name="Google Shape;2736;p39"/>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39"/>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39"/>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39"/>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39"/>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41" name="Google Shape;2741;p39"/>
          <p:cNvGrpSpPr/>
          <p:nvPr/>
        </p:nvGrpSpPr>
        <p:grpSpPr>
          <a:xfrm>
            <a:off x="6708806" y="-137999"/>
            <a:ext cx="3131152" cy="3886254"/>
            <a:chOff x="5932450" y="2691225"/>
            <a:chExt cx="1445525" cy="1794125"/>
          </a:xfrm>
        </p:grpSpPr>
        <p:sp>
          <p:nvSpPr>
            <p:cNvPr id="2742" name="Google Shape;2742;p39"/>
            <p:cNvSpPr/>
            <p:nvPr/>
          </p:nvSpPr>
          <p:spPr>
            <a:xfrm>
              <a:off x="6817975" y="3120900"/>
              <a:ext cx="0" cy="1364450"/>
            </a:xfrm>
            <a:custGeom>
              <a:rect b="b" l="l" r="r" t="t"/>
              <a:pathLst>
                <a:path extrusionOk="0" fill="none" h="54578" w="0">
                  <a:moveTo>
                    <a:pt x="0" y="1"/>
                  </a:moveTo>
                  <a:lnTo>
                    <a:pt x="0" y="54578"/>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39"/>
            <p:cNvSpPr/>
            <p:nvPr/>
          </p:nvSpPr>
          <p:spPr>
            <a:xfrm>
              <a:off x="6775700" y="3120900"/>
              <a:ext cx="25" cy="1364450"/>
            </a:xfrm>
            <a:custGeom>
              <a:rect b="b" l="l" r="r" t="t"/>
              <a:pathLst>
                <a:path extrusionOk="0" fill="none" h="54578" w="1">
                  <a:moveTo>
                    <a:pt x="0" y="1"/>
                  </a:moveTo>
                  <a:lnTo>
                    <a:pt x="0" y="54578"/>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39"/>
            <p:cNvSpPr/>
            <p:nvPr/>
          </p:nvSpPr>
          <p:spPr>
            <a:xfrm>
              <a:off x="6776125" y="315357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39"/>
            <p:cNvSpPr/>
            <p:nvPr/>
          </p:nvSpPr>
          <p:spPr>
            <a:xfrm>
              <a:off x="6776125" y="3209375"/>
              <a:ext cx="41850" cy="54500"/>
            </a:xfrm>
            <a:custGeom>
              <a:rect b="b" l="l" r="r" t="t"/>
              <a:pathLst>
                <a:path extrusionOk="0" fill="none" h="2180" w="1674">
                  <a:moveTo>
                    <a:pt x="1569" y="70"/>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39"/>
            <p:cNvSpPr/>
            <p:nvPr/>
          </p:nvSpPr>
          <p:spPr>
            <a:xfrm>
              <a:off x="6776125" y="3209375"/>
              <a:ext cx="41850" cy="54500"/>
            </a:xfrm>
            <a:custGeom>
              <a:rect b="b" l="l" r="r" t="t"/>
              <a:pathLst>
                <a:path extrusionOk="0" fill="none" h="2180" w="1674">
                  <a:moveTo>
                    <a:pt x="1569" y="70"/>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39"/>
            <p:cNvSpPr/>
            <p:nvPr/>
          </p:nvSpPr>
          <p:spPr>
            <a:xfrm>
              <a:off x="6776125" y="326557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39"/>
            <p:cNvSpPr/>
            <p:nvPr/>
          </p:nvSpPr>
          <p:spPr>
            <a:xfrm>
              <a:off x="6776125" y="326557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39"/>
            <p:cNvSpPr/>
            <p:nvPr/>
          </p:nvSpPr>
          <p:spPr>
            <a:xfrm>
              <a:off x="6776125" y="3321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39"/>
            <p:cNvSpPr/>
            <p:nvPr/>
          </p:nvSpPr>
          <p:spPr>
            <a:xfrm>
              <a:off x="6776125" y="3321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39"/>
            <p:cNvSpPr/>
            <p:nvPr/>
          </p:nvSpPr>
          <p:spPr>
            <a:xfrm>
              <a:off x="6776125" y="337715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39"/>
            <p:cNvSpPr/>
            <p:nvPr/>
          </p:nvSpPr>
          <p:spPr>
            <a:xfrm>
              <a:off x="6776125" y="337715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39"/>
            <p:cNvSpPr/>
            <p:nvPr/>
          </p:nvSpPr>
          <p:spPr>
            <a:xfrm>
              <a:off x="6776125" y="3433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39"/>
            <p:cNvSpPr/>
            <p:nvPr/>
          </p:nvSpPr>
          <p:spPr>
            <a:xfrm>
              <a:off x="6776125" y="3433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39"/>
            <p:cNvSpPr/>
            <p:nvPr/>
          </p:nvSpPr>
          <p:spPr>
            <a:xfrm>
              <a:off x="6776125" y="34891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39"/>
            <p:cNvSpPr/>
            <p:nvPr/>
          </p:nvSpPr>
          <p:spPr>
            <a:xfrm>
              <a:off x="6776125" y="34891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39"/>
            <p:cNvSpPr/>
            <p:nvPr/>
          </p:nvSpPr>
          <p:spPr>
            <a:xfrm>
              <a:off x="6776125" y="354492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39"/>
            <p:cNvSpPr/>
            <p:nvPr/>
          </p:nvSpPr>
          <p:spPr>
            <a:xfrm>
              <a:off x="6776125" y="354492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39"/>
            <p:cNvSpPr/>
            <p:nvPr/>
          </p:nvSpPr>
          <p:spPr>
            <a:xfrm>
              <a:off x="6776125" y="360112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39"/>
            <p:cNvSpPr/>
            <p:nvPr/>
          </p:nvSpPr>
          <p:spPr>
            <a:xfrm>
              <a:off x="6776125" y="360112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39"/>
            <p:cNvSpPr/>
            <p:nvPr/>
          </p:nvSpPr>
          <p:spPr>
            <a:xfrm>
              <a:off x="6776125" y="36569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39"/>
            <p:cNvSpPr/>
            <p:nvPr/>
          </p:nvSpPr>
          <p:spPr>
            <a:xfrm>
              <a:off x="6776125" y="36569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39"/>
            <p:cNvSpPr/>
            <p:nvPr/>
          </p:nvSpPr>
          <p:spPr>
            <a:xfrm>
              <a:off x="6776125" y="371270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39"/>
            <p:cNvSpPr/>
            <p:nvPr/>
          </p:nvSpPr>
          <p:spPr>
            <a:xfrm>
              <a:off x="6776125" y="371270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39"/>
            <p:cNvSpPr/>
            <p:nvPr/>
          </p:nvSpPr>
          <p:spPr>
            <a:xfrm>
              <a:off x="6776125" y="376847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39"/>
            <p:cNvSpPr/>
            <p:nvPr/>
          </p:nvSpPr>
          <p:spPr>
            <a:xfrm>
              <a:off x="6776125" y="376847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39"/>
            <p:cNvSpPr/>
            <p:nvPr/>
          </p:nvSpPr>
          <p:spPr>
            <a:xfrm>
              <a:off x="6776125" y="382470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39"/>
            <p:cNvSpPr/>
            <p:nvPr/>
          </p:nvSpPr>
          <p:spPr>
            <a:xfrm>
              <a:off x="6776125" y="382470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39"/>
            <p:cNvSpPr/>
            <p:nvPr/>
          </p:nvSpPr>
          <p:spPr>
            <a:xfrm>
              <a:off x="6776125" y="388047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39"/>
            <p:cNvSpPr/>
            <p:nvPr/>
          </p:nvSpPr>
          <p:spPr>
            <a:xfrm>
              <a:off x="6776125" y="388047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39"/>
            <p:cNvSpPr/>
            <p:nvPr/>
          </p:nvSpPr>
          <p:spPr>
            <a:xfrm>
              <a:off x="6776125" y="3936250"/>
              <a:ext cx="41850" cy="54925"/>
            </a:xfrm>
            <a:custGeom>
              <a:rect b="b" l="l" r="r" t="t"/>
              <a:pathLst>
                <a:path extrusionOk="0" fill="none" h="2197" w="1674">
                  <a:moveTo>
                    <a:pt x="1569" y="70"/>
                  </a:moveTo>
                  <a:lnTo>
                    <a:pt x="1" y="2197"/>
                  </a:lnTo>
                  <a:lnTo>
                    <a:pt x="1674" y="2197"/>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39"/>
            <p:cNvSpPr/>
            <p:nvPr/>
          </p:nvSpPr>
          <p:spPr>
            <a:xfrm>
              <a:off x="6776125" y="3936250"/>
              <a:ext cx="41850" cy="54925"/>
            </a:xfrm>
            <a:custGeom>
              <a:rect b="b" l="l" r="r" t="t"/>
              <a:pathLst>
                <a:path extrusionOk="0" fill="none" h="2197" w="1674">
                  <a:moveTo>
                    <a:pt x="1569" y="70"/>
                  </a:moveTo>
                  <a:lnTo>
                    <a:pt x="1" y="2197"/>
                  </a:lnTo>
                  <a:lnTo>
                    <a:pt x="1674" y="2197"/>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39"/>
            <p:cNvSpPr/>
            <p:nvPr/>
          </p:nvSpPr>
          <p:spPr>
            <a:xfrm>
              <a:off x="6776125" y="399247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39"/>
            <p:cNvSpPr/>
            <p:nvPr/>
          </p:nvSpPr>
          <p:spPr>
            <a:xfrm>
              <a:off x="6776125" y="399247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39"/>
            <p:cNvSpPr/>
            <p:nvPr/>
          </p:nvSpPr>
          <p:spPr>
            <a:xfrm>
              <a:off x="6776125" y="399247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39"/>
            <p:cNvSpPr/>
            <p:nvPr/>
          </p:nvSpPr>
          <p:spPr>
            <a:xfrm>
              <a:off x="6776125" y="404825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39"/>
            <p:cNvSpPr/>
            <p:nvPr/>
          </p:nvSpPr>
          <p:spPr>
            <a:xfrm>
              <a:off x="6776125" y="404825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39"/>
            <p:cNvSpPr/>
            <p:nvPr/>
          </p:nvSpPr>
          <p:spPr>
            <a:xfrm>
              <a:off x="6776125" y="4104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39"/>
            <p:cNvSpPr/>
            <p:nvPr/>
          </p:nvSpPr>
          <p:spPr>
            <a:xfrm>
              <a:off x="6776125" y="4104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39"/>
            <p:cNvSpPr/>
            <p:nvPr/>
          </p:nvSpPr>
          <p:spPr>
            <a:xfrm>
              <a:off x="6776125" y="41602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39"/>
            <p:cNvSpPr/>
            <p:nvPr/>
          </p:nvSpPr>
          <p:spPr>
            <a:xfrm>
              <a:off x="6776125" y="41602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39"/>
            <p:cNvSpPr/>
            <p:nvPr/>
          </p:nvSpPr>
          <p:spPr>
            <a:xfrm>
              <a:off x="6776125" y="4216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39"/>
            <p:cNvSpPr/>
            <p:nvPr/>
          </p:nvSpPr>
          <p:spPr>
            <a:xfrm>
              <a:off x="6776125" y="4216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39"/>
            <p:cNvSpPr/>
            <p:nvPr/>
          </p:nvSpPr>
          <p:spPr>
            <a:xfrm>
              <a:off x="6776125" y="427180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39"/>
            <p:cNvSpPr/>
            <p:nvPr/>
          </p:nvSpPr>
          <p:spPr>
            <a:xfrm>
              <a:off x="6776125" y="427180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39"/>
            <p:cNvSpPr/>
            <p:nvPr/>
          </p:nvSpPr>
          <p:spPr>
            <a:xfrm>
              <a:off x="6776125" y="43280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39"/>
            <p:cNvSpPr/>
            <p:nvPr/>
          </p:nvSpPr>
          <p:spPr>
            <a:xfrm>
              <a:off x="6776125" y="43280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39"/>
            <p:cNvSpPr/>
            <p:nvPr/>
          </p:nvSpPr>
          <p:spPr>
            <a:xfrm>
              <a:off x="6776125" y="438380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39"/>
            <p:cNvSpPr/>
            <p:nvPr/>
          </p:nvSpPr>
          <p:spPr>
            <a:xfrm>
              <a:off x="6722100" y="2980150"/>
              <a:ext cx="118550" cy="144700"/>
            </a:xfrm>
            <a:custGeom>
              <a:rect b="b" l="l" r="r" t="t"/>
              <a:pathLst>
                <a:path extrusionOk="0" h="5788" w="4742">
                  <a:moveTo>
                    <a:pt x="0" y="0"/>
                  </a:moveTo>
                  <a:lnTo>
                    <a:pt x="0" y="5788"/>
                  </a:lnTo>
                  <a:lnTo>
                    <a:pt x="4741" y="5788"/>
                  </a:lnTo>
                  <a:lnTo>
                    <a:pt x="474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39"/>
            <p:cNvSpPr/>
            <p:nvPr/>
          </p:nvSpPr>
          <p:spPr>
            <a:xfrm>
              <a:off x="6227050" y="2692975"/>
              <a:ext cx="686375" cy="264100"/>
            </a:xfrm>
            <a:custGeom>
              <a:rect b="b" l="l" r="r" t="t"/>
              <a:pathLst>
                <a:path extrusionOk="0" fill="none" h="10564" w="27455">
                  <a:moveTo>
                    <a:pt x="27454" y="0"/>
                  </a:moveTo>
                  <a:lnTo>
                    <a:pt x="0" y="10564"/>
                  </a:lnTo>
                </a:path>
              </a:pathLst>
            </a:custGeom>
            <a:noFill/>
            <a:ln cap="flat" cmpd="sng" w="2625">
              <a:solidFill>
                <a:schemeClr val="lt1"/>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39"/>
            <p:cNvSpPr/>
            <p:nvPr/>
          </p:nvSpPr>
          <p:spPr>
            <a:xfrm>
              <a:off x="6454525" y="2692975"/>
              <a:ext cx="460200" cy="237525"/>
            </a:xfrm>
            <a:custGeom>
              <a:rect b="b" l="l" r="r" t="t"/>
              <a:pathLst>
                <a:path extrusionOk="0" fill="none" h="9501" w="18408">
                  <a:moveTo>
                    <a:pt x="18408" y="0"/>
                  </a:moveTo>
                  <a:lnTo>
                    <a:pt x="1691" y="9500"/>
                  </a:lnTo>
                  <a:lnTo>
                    <a:pt x="0" y="7060"/>
                  </a:lnTo>
                </a:path>
              </a:pathLst>
            </a:custGeom>
            <a:noFill/>
            <a:ln cap="flat" cmpd="sng" w="2625">
              <a:solidFill>
                <a:schemeClr val="lt1"/>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39"/>
            <p:cNvSpPr/>
            <p:nvPr/>
          </p:nvSpPr>
          <p:spPr>
            <a:xfrm>
              <a:off x="6912525" y="2691225"/>
              <a:ext cx="160400" cy="232300"/>
            </a:xfrm>
            <a:custGeom>
              <a:rect b="b" l="l" r="r" t="t"/>
              <a:pathLst>
                <a:path extrusionOk="0" fill="none" h="9292" w="6416">
                  <a:moveTo>
                    <a:pt x="1" y="1"/>
                  </a:moveTo>
                  <a:lnTo>
                    <a:pt x="6415" y="9291"/>
                  </a:lnTo>
                </a:path>
              </a:pathLst>
            </a:custGeom>
            <a:noFill/>
            <a:ln cap="flat" cmpd="sng" w="2625">
              <a:solidFill>
                <a:schemeClr val="lt1"/>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39"/>
            <p:cNvSpPr/>
            <p:nvPr/>
          </p:nvSpPr>
          <p:spPr>
            <a:xfrm>
              <a:off x="5932450" y="2897775"/>
              <a:ext cx="1445525" cy="86325"/>
            </a:xfrm>
            <a:custGeom>
              <a:rect b="b" l="l" r="r" t="t"/>
              <a:pathLst>
                <a:path extrusionOk="0" h="3453" w="57821">
                  <a:moveTo>
                    <a:pt x="39796" y="175"/>
                  </a:moveTo>
                  <a:lnTo>
                    <a:pt x="44119" y="977"/>
                  </a:lnTo>
                  <a:lnTo>
                    <a:pt x="44241" y="994"/>
                  </a:lnTo>
                  <a:lnTo>
                    <a:pt x="48059" y="1709"/>
                  </a:lnTo>
                  <a:lnTo>
                    <a:pt x="48163" y="1727"/>
                  </a:lnTo>
                  <a:lnTo>
                    <a:pt x="51998" y="2441"/>
                  </a:lnTo>
                  <a:lnTo>
                    <a:pt x="52103" y="2459"/>
                  </a:lnTo>
                  <a:lnTo>
                    <a:pt x="57193" y="3348"/>
                  </a:lnTo>
                  <a:lnTo>
                    <a:pt x="1343" y="3348"/>
                  </a:lnTo>
                  <a:lnTo>
                    <a:pt x="7374" y="2825"/>
                  </a:lnTo>
                  <a:lnTo>
                    <a:pt x="7496" y="2825"/>
                  </a:lnTo>
                  <a:lnTo>
                    <a:pt x="11767" y="2476"/>
                  </a:lnTo>
                  <a:lnTo>
                    <a:pt x="11871" y="2476"/>
                  </a:lnTo>
                  <a:lnTo>
                    <a:pt x="15619" y="2162"/>
                  </a:lnTo>
                  <a:lnTo>
                    <a:pt x="15724" y="2162"/>
                  </a:lnTo>
                  <a:lnTo>
                    <a:pt x="19576" y="1831"/>
                  </a:lnTo>
                  <a:lnTo>
                    <a:pt x="19698" y="1831"/>
                  </a:lnTo>
                  <a:lnTo>
                    <a:pt x="23620" y="1500"/>
                  </a:lnTo>
                  <a:lnTo>
                    <a:pt x="23725" y="1500"/>
                  </a:lnTo>
                  <a:lnTo>
                    <a:pt x="27368" y="1186"/>
                  </a:lnTo>
                  <a:lnTo>
                    <a:pt x="27472" y="1186"/>
                  </a:lnTo>
                  <a:lnTo>
                    <a:pt x="31377" y="855"/>
                  </a:lnTo>
                  <a:lnTo>
                    <a:pt x="31482" y="855"/>
                  </a:lnTo>
                  <a:lnTo>
                    <a:pt x="35386" y="524"/>
                  </a:lnTo>
                  <a:lnTo>
                    <a:pt x="35491" y="524"/>
                  </a:lnTo>
                  <a:lnTo>
                    <a:pt x="39692" y="175"/>
                  </a:lnTo>
                  <a:close/>
                  <a:moveTo>
                    <a:pt x="39692" y="1"/>
                  </a:moveTo>
                  <a:lnTo>
                    <a:pt x="35491" y="350"/>
                  </a:lnTo>
                  <a:lnTo>
                    <a:pt x="35386" y="350"/>
                  </a:lnTo>
                  <a:lnTo>
                    <a:pt x="31499" y="681"/>
                  </a:lnTo>
                  <a:lnTo>
                    <a:pt x="31377" y="698"/>
                  </a:lnTo>
                  <a:lnTo>
                    <a:pt x="27490" y="1012"/>
                  </a:lnTo>
                  <a:lnTo>
                    <a:pt x="27385" y="1012"/>
                  </a:lnTo>
                  <a:lnTo>
                    <a:pt x="11837" y="2319"/>
                  </a:lnTo>
                  <a:lnTo>
                    <a:pt x="11767" y="2319"/>
                  </a:lnTo>
                  <a:lnTo>
                    <a:pt x="7461" y="2685"/>
                  </a:lnTo>
                  <a:lnTo>
                    <a:pt x="7392" y="2685"/>
                  </a:lnTo>
                  <a:lnTo>
                    <a:pt x="53" y="3348"/>
                  </a:lnTo>
                  <a:cubicBezTo>
                    <a:pt x="36" y="3348"/>
                    <a:pt x="1" y="3365"/>
                    <a:pt x="1" y="3400"/>
                  </a:cubicBezTo>
                  <a:cubicBezTo>
                    <a:pt x="1" y="3417"/>
                    <a:pt x="36" y="3452"/>
                    <a:pt x="53" y="3452"/>
                  </a:cubicBezTo>
                  <a:lnTo>
                    <a:pt x="57768" y="3452"/>
                  </a:lnTo>
                  <a:cubicBezTo>
                    <a:pt x="57803" y="3452"/>
                    <a:pt x="57820" y="3417"/>
                    <a:pt x="57820" y="3400"/>
                  </a:cubicBezTo>
                  <a:cubicBezTo>
                    <a:pt x="57820" y="3365"/>
                    <a:pt x="57803" y="3348"/>
                    <a:pt x="57785" y="3348"/>
                  </a:cubicBezTo>
                  <a:lnTo>
                    <a:pt x="52120" y="2284"/>
                  </a:lnTo>
                  <a:lnTo>
                    <a:pt x="51998" y="2267"/>
                  </a:lnTo>
                  <a:lnTo>
                    <a:pt x="48181" y="1552"/>
                  </a:lnTo>
                  <a:lnTo>
                    <a:pt x="48076" y="1535"/>
                  </a:lnTo>
                  <a:lnTo>
                    <a:pt x="44259" y="820"/>
                  </a:lnTo>
                  <a:lnTo>
                    <a:pt x="44137" y="803"/>
                  </a:lnTo>
                  <a:lnTo>
                    <a:pt x="3981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39"/>
            <p:cNvSpPr/>
            <p:nvPr/>
          </p:nvSpPr>
          <p:spPr>
            <a:xfrm>
              <a:off x="6117225" y="2965325"/>
              <a:ext cx="2650" cy="18325"/>
            </a:xfrm>
            <a:custGeom>
              <a:rect b="b" l="l" r="r" t="t"/>
              <a:pathLst>
                <a:path extrusionOk="0" h="733" w="106">
                  <a:moveTo>
                    <a:pt x="53" y="1"/>
                  </a:moveTo>
                  <a:cubicBezTo>
                    <a:pt x="27" y="1"/>
                    <a:pt x="1" y="18"/>
                    <a:pt x="1" y="53"/>
                  </a:cubicBezTo>
                  <a:lnTo>
                    <a:pt x="1" y="663"/>
                  </a:lnTo>
                  <a:cubicBezTo>
                    <a:pt x="1" y="698"/>
                    <a:pt x="18" y="733"/>
                    <a:pt x="53" y="733"/>
                  </a:cubicBezTo>
                  <a:cubicBezTo>
                    <a:pt x="88" y="733"/>
                    <a:pt x="105" y="698"/>
                    <a:pt x="105" y="663"/>
                  </a:cubicBezTo>
                  <a:lnTo>
                    <a:pt x="105" y="53"/>
                  </a:lnTo>
                  <a:cubicBezTo>
                    <a:pt x="105" y="18"/>
                    <a:pt x="79" y="1"/>
                    <a:pt x="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39"/>
            <p:cNvSpPr/>
            <p:nvPr/>
          </p:nvSpPr>
          <p:spPr>
            <a:xfrm>
              <a:off x="6226400" y="2956175"/>
              <a:ext cx="3075" cy="26600"/>
            </a:xfrm>
            <a:custGeom>
              <a:rect b="b" l="l" r="r" t="t"/>
              <a:pathLst>
                <a:path extrusionOk="0" h="1064" w="123">
                  <a:moveTo>
                    <a:pt x="61" y="1"/>
                  </a:moveTo>
                  <a:cubicBezTo>
                    <a:pt x="31" y="1"/>
                    <a:pt x="0" y="18"/>
                    <a:pt x="9" y="53"/>
                  </a:cubicBezTo>
                  <a:lnTo>
                    <a:pt x="9" y="1012"/>
                  </a:lnTo>
                  <a:cubicBezTo>
                    <a:pt x="9" y="1047"/>
                    <a:pt x="26" y="1064"/>
                    <a:pt x="61" y="1064"/>
                  </a:cubicBezTo>
                  <a:cubicBezTo>
                    <a:pt x="96" y="1064"/>
                    <a:pt x="113" y="1047"/>
                    <a:pt x="113" y="1012"/>
                  </a:cubicBezTo>
                  <a:lnTo>
                    <a:pt x="113" y="53"/>
                  </a:lnTo>
                  <a:cubicBezTo>
                    <a:pt x="122" y="18"/>
                    <a:pt x="92" y="1"/>
                    <a:pt x="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39"/>
            <p:cNvSpPr/>
            <p:nvPr/>
          </p:nvSpPr>
          <p:spPr>
            <a:xfrm>
              <a:off x="6322925" y="2948775"/>
              <a:ext cx="2625" cy="34000"/>
            </a:xfrm>
            <a:custGeom>
              <a:rect b="b" l="l" r="r" t="t"/>
              <a:pathLst>
                <a:path extrusionOk="0" h="1360" w="105">
                  <a:moveTo>
                    <a:pt x="52" y="0"/>
                  </a:moveTo>
                  <a:cubicBezTo>
                    <a:pt x="35" y="0"/>
                    <a:pt x="0" y="18"/>
                    <a:pt x="0" y="53"/>
                  </a:cubicBezTo>
                  <a:lnTo>
                    <a:pt x="0" y="1308"/>
                  </a:lnTo>
                  <a:cubicBezTo>
                    <a:pt x="0" y="1343"/>
                    <a:pt x="35" y="1360"/>
                    <a:pt x="52" y="1360"/>
                  </a:cubicBezTo>
                  <a:cubicBezTo>
                    <a:pt x="87" y="1360"/>
                    <a:pt x="105" y="1343"/>
                    <a:pt x="105" y="1308"/>
                  </a:cubicBezTo>
                  <a:lnTo>
                    <a:pt x="105" y="53"/>
                  </a:lnTo>
                  <a:cubicBezTo>
                    <a:pt x="105" y="18"/>
                    <a:pt x="87" y="0"/>
                    <a:pt x="5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39"/>
            <p:cNvSpPr/>
            <p:nvPr/>
          </p:nvSpPr>
          <p:spPr>
            <a:xfrm>
              <a:off x="6422275" y="2940500"/>
              <a:ext cx="2650" cy="42275"/>
            </a:xfrm>
            <a:custGeom>
              <a:rect b="b" l="l" r="r" t="t"/>
              <a:pathLst>
                <a:path extrusionOk="0" h="1691" w="106">
                  <a:moveTo>
                    <a:pt x="53" y="0"/>
                  </a:moveTo>
                  <a:cubicBezTo>
                    <a:pt x="27" y="0"/>
                    <a:pt x="0" y="18"/>
                    <a:pt x="0" y="52"/>
                  </a:cubicBezTo>
                  <a:lnTo>
                    <a:pt x="0" y="1639"/>
                  </a:lnTo>
                  <a:cubicBezTo>
                    <a:pt x="0" y="1674"/>
                    <a:pt x="18" y="1691"/>
                    <a:pt x="53" y="1691"/>
                  </a:cubicBezTo>
                  <a:cubicBezTo>
                    <a:pt x="88" y="1691"/>
                    <a:pt x="105" y="1674"/>
                    <a:pt x="105" y="1639"/>
                  </a:cubicBezTo>
                  <a:lnTo>
                    <a:pt x="105" y="52"/>
                  </a:lnTo>
                  <a:cubicBezTo>
                    <a:pt x="105" y="18"/>
                    <a:pt x="79" y="0"/>
                    <a:pt x="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39"/>
            <p:cNvSpPr/>
            <p:nvPr/>
          </p:nvSpPr>
          <p:spPr>
            <a:xfrm>
              <a:off x="6523150" y="2932200"/>
              <a:ext cx="3075" cy="50575"/>
            </a:xfrm>
            <a:custGeom>
              <a:rect b="b" l="l" r="r" t="t"/>
              <a:pathLst>
                <a:path extrusionOk="0" h="2023" w="123">
                  <a:moveTo>
                    <a:pt x="62" y="1"/>
                  </a:moveTo>
                  <a:cubicBezTo>
                    <a:pt x="31" y="1"/>
                    <a:pt x="1" y="18"/>
                    <a:pt x="10" y="53"/>
                  </a:cubicBezTo>
                  <a:lnTo>
                    <a:pt x="10" y="1971"/>
                  </a:lnTo>
                  <a:cubicBezTo>
                    <a:pt x="10" y="2006"/>
                    <a:pt x="27" y="2023"/>
                    <a:pt x="62" y="2023"/>
                  </a:cubicBezTo>
                  <a:cubicBezTo>
                    <a:pt x="79" y="2023"/>
                    <a:pt x="114" y="2006"/>
                    <a:pt x="114" y="1971"/>
                  </a:cubicBezTo>
                  <a:lnTo>
                    <a:pt x="114" y="53"/>
                  </a:lnTo>
                  <a:cubicBezTo>
                    <a:pt x="123" y="18"/>
                    <a:pt x="92" y="1"/>
                    <a:pt x="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39"/>
            <p:cNvSpPr/>
            <p:nvPr/>
          </p:nvSpPr>
          <p:spPr>
            <a:xfrm>
              <a:off x="6617075" y="2923500"/>
              <a:ext cx="2625" cy="59275"/>
            </a:xfrm>
            <a:custGeom>
              <a:rect b="b" l="l" r="r" t="t"/>
              <a:pathLst>
                <a:path extrusionOk="0" h="2371" w="105">
                  <a:moveTo>
                    <a:pt x="105" y="0"/>
                  </a:moveTo>
                  <a:lnTo>
                    <a:pt x="0" y="18"/>
                  </a:lnTo>
                  <a:lnTo>
                    <a:pt x="0" y="2319"/>
                  </a:lnTo>
                  <a:cubicBezTo>
                    <a:pt x="9" y="2354"/>
                    <a:pt x="35" y="2371"/>
                    <a:pt x="59" y="2371"/>
                  </a:cubicBezTo>
                  <a:cubicBezTo>
                    <a:pt x="83" y="2371"/>
                    <a:pt x="105" y="2354"/>
                    <a:pt x="105" y="2319"/>
                  </a:cubicBezTo>
                  <a:lnTo>
                    <a:pt x="1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39"/>
            <p:cNvSpPr/>
            <p:nvPr/>
          </p:nvSpPr>
          <p:spPr>
            <a:xfrm>
              <a:off x="6717300" y="2915225"/>
              <a:ext cx="2625" cy="67900"/>
            </a:xfrm>
            <a:custGeom>
              <a:rect b="b" l="l" r="r" t="t"/>
              <a:pathLst>
                <a:path extrusionOk="0" h="2716" w="105">
                  <a:moveTo>
                    <a:pt x="105" y="0"/>
                  </a:moveTo>
                  <a:lnTo>
                    <a:pt x="0" y="18"/>
                  </a:lnTo>
                  <a:lnTo>
                    <a:pt x="0" y="2650"/>
                  </a:lnTo>
                  <a:cubicBezTo>
                    <a:pt x="0" y="2693"/>
                    <a:pt x="27" y="2715"/>
                    <a:pt x="53" y="2715"/>
                  </a:cubicBezTo>
                  <a:cubicBezTo>
                    <a:pt x="79" y="2715"/>
                    <a:pt x="105" y="2693"/>
                    <a:pt x="105" y="2650"/>
                  </a:cubicBezTo>
                  <a:lnTo>
                    <a:pt x="1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39"/>
            <p:cNvSpPr/>
            <p:nvPr/>
          </p:nvSpPr>
          <p:spPr>
            <a:xfrm>
              <a:off x="6717300" y="2915225"/>
              <a:ext cx="2625" cy="67900"/>
            </a:xfrm>
            <a:custGeom>
              <a:rect b="b" l="l" r="r" t="t"/>
              <a:pathLst>
                <a:path extrusionOk="0" h="2716" w="105">
                  <a:moveTo>
                    <a:pt x="105" y="0"/>
                  </a:moveTo>
                  <a:lnTo>
                    <a:pt x="0" y="18"/>
                  </a:lnTo>
                  <a:lnTo>
                    <a:pt x="0" y="2650"/>
                  </a:lnTo>
                  <a:cubicBezTo>
                    <a:pt x="0" y="2693"/>
                    <a:pt x="27" y="2715"/>
                    <a:pt x="53" y="2715"/>
                  </a:cubicBezTo>
                  <a:cubicBezTo>
                    <a:pt x="79" y="2715"/>
                    <a:pt x="105" y="2693"/>
                    <a:pt x="105" y="2650"/>
                  </a:cubicBezTo>
                  <a:lnTo>
                    <a:pt x="1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39"/>
            <p:cNvSpPr/>
            <p:nvPr/>
          </p:nvSpPr>
          <p:spPr>
            <a:xfrm>
              <a:off x="6817525" y="2906925"/>
              <a:ext cx="2650" cy="75850"/>
            </a:xfrm>
            <a:custGeom>
              <a:rect b="b" l="l" r="r" t="t"/>
              <a:pathLst>
                <a:path extrusionOk="0" h="3034" w="106">
                  <a:moveTo>
                    <a:pt x="1" y="1"/>
                  </a:moveTo>
                  <a:lnTo>
                    <a:pt x="1" y="2982"/>
                  </a:lnTo>
                  <a:cubicBezTo>
                    <a:pt x="1" y="3017"/>
                    <a:pt x="18" y="3034"/>
                    <a:pt x="53" y="3034"/>
                  </a:cubicBezTo>
                  <a:cubicBezTo>
                    <a:pt x="70" y="3034"/>
                    <a:pt x="105" y="3017"/>
                    <a:pt x="105" y="2982"/>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39"/>
            <p:cNvSpPr/>
            <p:nvPr/>
          </p:nvSpPr>
          <p:spPr>
            <a:xfrm>
              <a:off x="6817525" y="2906925"/>
              <a:ext cx="2650" cy="75850"/>
            </a:xfrm>
            <a:custGeom>
              <a:rect b="b" l="l" r="r" t="t"/>
              <a:pathLst>
                <a:path extrusionOk="0" h="3034" w="106">
                  <a:moveTo>
                    <a:pt x="1" y="1"/>
                  </a:moveTo>
                  <a:lnTo>
                    <a:pt x="1" y="2982"/>
                  </a:lnTo>
                  <a:cubicBezTo>
                    <a:pt x="1" y="3017"/>
                    <a:pt x="18" y="3034"/>
                    <a:pt x="53" y="3034"/>
                  </a:cubicBezTo>
                  <a:cubicBezTo>
                    <a:pt x="70" y="3034"/>
                    <a:pt x="105" y="3017"/>
                    <a:pt x="105" y="2982"/>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39"/>
            <p:cNvSpPr/>
            <p:nvPr/>
          </p:nvSpPr>
          <p:spPr>
            <a:xfrm>
              <a:off x="7036300" y="2917825"/>
              <a:ext cx="2625" cy="64950"/>
            </a:xfrm>
            <a:custGeom>
              <a:rect b="b" l="l" r="r" t="t"/>
              <a:pathLst>
                <a:path extrusionOk="0" h="2598" w="105">
                  <a:moveTo>
                    <a:pt x="0" y="1"/>
                  </a:moveTo>
                  <a:lnTo>
                    <a:pt x="0" y="2546"/>
                  </a:lnTo>
                  <a:cubicBezTo>
                    <a:pt x="0" y="2581"/>
                    <a:pt x="17" y="2598"/>
                    <a:pt x="52" y="2598"/>
                  </a:cubicBezTo>
                  <a:cubicBezTo>
                    <a:pt x="87" y="2598"/>
                    <a:pt x="105" y="2581"/>
                    <a:pt x="105" y="2546"/>
                  </a:cubicBezTo>
                  <a:lnTo>
                    <a:pt x="105" y="1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39"/>
            <p:cNvSpPr/>
            <p:nvPr/>
          </p:nvSpPr>
          <p:spPr>
            <a:xfrm>
              <a:off x="7134350" y="2936125"/>
              <a:ext cx="3075" cy="46650"/>
            </a:xfrm>
            <a:custGeom>
              <a:rect b="b" l="l" r="r" t="t"/>
              <a:pathLst>
                <a:path extrusionOk="0" h="1866" w="123">
                  <a:moveTo>
                    <a:pt x="0" y="1"/>
                  </a:moveTo>
                  <a:lnTo>
                    <a:pt x="0" y="1814"/>
                  </a:lnTo>
                  <a:cubicBezTo>
                    <a:pt x="9" y="1849"/>
                    <a:pt x="35" y="1866"/>
                    <a:pt x="61" y="1866"/>
                  </a:cubicBezTo>
                  <a:cubicBezTo>
                    <a:pt x="87" y="1866"/>
                    <a:pt x="113" y="1849"/>
                    <a:pt x="122" y="1814"/>
                  </a:cubicBezTo>
                  <a:lnTo>
                    <a:pt x="122" y="1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39"/>
            <p:cNvSpPr/>
            <p:nvPr/>
          </p:nvSpPr>
          <p:spPr>
            <a:xfrm>
              <a:off x="7134350" y="2936125"/>
              <a:ext cx="3075" cy="46650"/>
            </a:xfrm>
            <a:custGeom>
              <a:rect b="b" l="l" r="r" t="t"/>
              <a:pathLst>
                <a:path extrusionOk="0" h="1866" w="123">
                  <a:moveTo>
                    <a:pt x="0" y="1"/>
                  </a:moveTo>
                  <a:lnTo>
                    <a:pt x="0" y="1814"/>
                  </a:lnTo>
                  <a:cubicBezTo>
                    <a:pt x="9" y="1849"/>
                    <a:pt x="35" y="1866"/>
                    <a:pt x="61" y="1866"/>
                  </a:cubicBezTo>
                  <a:cubicBezTo>
                    <a:pt x="87" y="1866"/>
                    <a:pt x="113" y="1849"/>
                    <a:pt x="122" y="1814"/>
                  </a:cubicBezTo>
                  <a:lnTo>
                    <a:pt x="122" y="1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39"/>
            <p:cNvSpPr/>
            <p:nvPr/>
          </p:nvSpPr>
          <p:spPr>
            <a:xfrm>
              <a:off x="7232825" y="2954425"/>
              <a:ext cx="2650" cy="28350"/>
            </a:xfrm>
            <a:custGeom>
              <a:rect b="b" l="l" r="r" t="t"/>
              <a:pathLst>
                <a:path extrusionOk="0" h="1134" w="106">
                  <a:moveTo>
                    <a:pt x="1" y="1"/>
                  </a:moveTo>
                  <a:lnTo>
                    <a:pt x="1" y="1082"/>
                  </a:lnTo>
                  <a:cubicBezTo>
                    <a:pt x="1" y="1117"/>
                    <a:pt x="18" y="1134"/>
                    <a:pt x="53" y="1134"/>
                  </a:cubicBezTo>
                  <a:cubicBezTo>
                    <a:pt x="88" y="1134"/>
                    <a:pt x="105" y="1117"/>
                    <a:pt x="105" y="1082"/>
                  </a:cubicBezTo>
                  <a:lnTo>
                    <a:pt x="105" y="18"/>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39"/>
            <p:cNvSpPr/>
            <p:nvPr/>
          </p:nvSpPr>
          <p:spPr>
            <a:xfrm>
              <a:off x="6925175" y="2897775"/>
              <a:ext cx="2625" cy="85000"/>
            </a:xfrm>
            <a:custGeom>
              <a:rect b="b" l="l" r="r" t="t"/>
              <a:pathLst>
                <a:path extrusionOk="0" h="3400" w="105">
                  <a:moveTo>
                    <a:pt x="0" y="1"/>
                  </a:moveTo>
                  <a:lnTo>
                    <a:pt x="0" y="3348"/>
                  </a:lnTo>
                  <a:cubicBezTo>
                    <a:pt x="0" y="3383"/>
                    <a:pt x="18" y="3400"/>
                    <a:pt x="52" y="3400"/>
                  </a:cubicBezTo>
                  <a:cubicBezTo>
                    <a:pt x="70" y="3400"/>
                    <a:pt x="105" y="3383"/>
                    <a:pt x="105" y="3348"/>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39"/>
            <p:cNvSpPr/>
            <p:nvPr/>
          </p:nvSpPr>
          <p:spPr>
            <a:xfrm>
              <a:off x="6925175" y="2897775"/>
              <a:ext cx="2625" cy="85000"/>
            </a:xfrm>
            <a:custGeom>
              <a:rect b="b" l="l" r="r" t="t"/>
              <a:pathLst>
                <a:path extrusionOk="0" h="3400" w="105">
                  <a:moveTo>
                    <a:pt x="0" y="1"/>
                  </a:moveTo>
                  <a:lnTo>
                    <a:pt x="0" y="3348"/>
                  </a:lnTo>
                  <a:cubicBezTo>
                    <a:pt x="0" y="3383"/>
                    <a:pt x="18" y="3400"/>
                    <a:pt x="52" y="3400"/>
                  </a:cubicBezTo>
                  <a:cubicBezTo>
                    <a:pt x="70" y="3400"/>
                    <a:pt x="105" y="3383"/>
                    <a:pt x="105" y="3348"/>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39"/>
            <p:cNvSpPr/>
            <p:nvPr/>
          </p:nvSpPr>
          <p:spPr>
            <a:xfrm>
              <a:off x="6224425" y="2983200"/>
              <a:ext cx="122475" cy="346900"/>
            </a:xfrm>
            <a:custGeom>
              <a:rect b="b" l="l" r="r" t="t"/>
              <a:pathLst>
                <a:path extrusionOk="0" fill="none" h="13876" w="4899">
                  <a:moveTo>
                    <a:pt x="4899" y="0"/>
                  </a:moveTo>
                  <a:lnTo>
                    <a:pt x="4899" y="5822"/>
                  </a:lnTo>
                  <a:lnTo>
                    <a:pt x="1" y="13876"/>
                  </a:lnTo>
                </a:path>
              </a:pathLst>
            </a:custGeom>
            <a:noFill/>
            <a:ln cap="rnd" cmpd="sng" w="26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39"/>
            <p:cNvSpPr/>
            <p:nvPr/>
          </p:nvSpPr>
          <p:spPr>
            <a:xfrm>
              <a:off x="6346875" y="3128750"/>
              <a:ext cx="96350" cy="195250"/>
            </a:xfrm>
            <a:custGeom>
              <a:rect b="b" l="l" r="r" t="t"/>
              <a:pathLst>
                <a:path extrusionOk="0" fill="none" h="7810" w="3854">
                  <a:moveTo>
                    <a:pt x="1" y="0"/>
                  </a:moveTo>
                  <a:lnTo>
                    <a:pt x="3853" y="7810"/>
                  </a:lnTo>
                </a:path>
              </a:pathLst>
            </a:custGeom>
            <a:noFill/>
            <a:ln cap="rnd" cmpd="sng" w="26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39"/>
            <p:cNvSpPr/>
            <p:nvPr/>
          </p:nvSpPr>
          <p:spPr>
            <a:xfrm>
              <a:off x="6177800" y="3308300"/>
              <a:ext cx="331225" cy="178250"/>
            </a:xfrm>
            <a:custGeom>
              <a:rect b="b" l="l" r="r" t="t"/>
              <a:pathLst>
                <a:path extrusionOk="0" h="7130" w="13249">
                  <a:moveTo>
                    <a:pt x="1" y="0"/>
                  </a:moveTo>
                  <a:lnTo>
                    <a:pt x="1" y="7129"/>
                  </a:lnTo>
                  <a:lnTo>
                    <a:pt x="13248" y="7129"/>
                  </a:lnTo>
                  <a:lnTo>
                    <a:pt x="1324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39"/>
            <p:cNvSpPr/>
            <p:nvPr/>
          </p:nvSpPr>
          <p:spPr>
            <a:xfrm>
              <a:off x="6438400" y="3308300"/>
              <a:ext cx="70625" cy="178250"/>
            </a:xfrm>
            <a:custGeom>
              <a:rect b="b" l="l" r="r" t="t"/>
              <a:pathLst>
                <a:path extrusionOk="0" h="7130" w="2825">
                  <a:moveTo>
                    <a:pt x="0" y="0"/>
                  </a:moveTo>
                  <a:lnTo>
                    <a:pt x="0" y="7129"/>
                  </a:lnTo>
                  <a:lnTo>
                    <a:pt x="2824" y="7129"/>
                  </a:lnTo>
                  <a:lnTo>
                    <a:pt x="282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4" name="Google Shape;2814;p39"/>
          <p:cNvGrpSpPr/>
          <p:nvPr/>
        </p:nvGrpSpPr>
        <p:grpSpPr>
          <a:xfrm>
            <a:off x="233368" y="1204733"/>
            <a:ext cx="1378238" cy="2479622"/>
            <a:chOff x="5195125" y="2889950"/>
            <a:chExt cx="787025" cy="1415875"/>
          </a:xfrm>
        </p:grpSpPr>
        <p:sp>
          <p:nvSpPr>
            <p:cNvPr id="2815" name="Google Shape;2815;p39"/>
            <p:cNvSpPr/>
            <p:nvPr/>
          </p:nvSpPr>
          <p:spPr>
            <a:xfrm>
              <a:off x="5291425" y="3540550"/>
              <a:ext cx="25" cy="692925"/>
            </a:xfrm>
            <a:custGeom>
              <a:rect b="b" l="l" r="r" t="t"/>
              <a:pathLst>
                <a:path extrusionOk="0" fill="none" h="27717" w="1">
                  <a:moveTo>
                    <a:pt x="0" y="1"/>
                  </a:moveTo>
                  <a:lnTo>
                    <a:pt x="0" y="27716"/>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39"/>
            <p:cNvSpPr/>
            <p:nvPr/>
          </p:nvSpPr>
          <p:spPr>
            <a:xfrm>
              <a:off x="5345900" y="3298700"/>
              <a:ext cx="25" cy="934775"/>
            </a:xfrm>
            <a:custGeom>
              <a:rect b="b" l="l" r="r" t="t"/>
              <a:pathLst>
                <a:path extrusionOk="0" fill="none" h="37391" w="1">
                  <a:moveTo>
                    <a:pt x="0" y="1"/>
                  </a:moveTo>
                  <a:lnTo>
                    <a:pt x="0" y="3739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39"/>
            <p:cNvSpPr/>
            <p:nvPr/>
          </p:nvSpPr>
          <p:spPr>
            <a:xfrm>
              <a:off x="5238250" y="3536200"/>
              <a:ext cx="25" cy="755675"/>
            </a:xfrm>
            <a:custGeom>
              <a:rect b="b" l="l" r="r" t="t"/>
              <a:pathLst>
                <a:path extrusionOk="0" fill="none" h="30227" w="1">
                  <a:moveTo>
                    <a:pt x="1" y="1"/>
                  </a:moveTo>
                  <a:lnTo>
                    <a:pt x="1" y="30226"/>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39"/>
            <p:cNvSpPr/>
            <p:nvPr/>
          </p:nvSpPr>
          <p:spPr>
            <a:xfrm>
              <a:off x="5433925"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39"/>
            <p:cNvSpPr/>
            <p:nvPr/>
          </p:nvSpPr>
          <p:spPr>
            <a:xfrm>
              <a:off x="5504075" y="2970550"/>
              <a:ext cx="25" cy="1335275"/>
            </a:xfrm>
            <a:custGeom>
              <a:rect b="b" l="l" r="r" t="t"/>
              <a:pathLst>
                <a:path extrusionOk="0" fill="none" h="53411" w="1">
                  <a:moveTo>
                    <a:pt x="1" y="1"/>
                  </a:moveTo>
                  <a:lnTo>
                    <a:pt x="1" y="5341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39"/>
            <p:cNvSpPr/>
            <p:nvPr/>
          </p:nvSpPr>
          <p:spPr>
            <a:xfrm>
              <a:off x="557425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39"/>
            <p:cNvSpPr/>
            <p:nvPr/>
          </p:nvSpPr>
          <p:spPr>
            <a:xfrm>
              <a:off x="557425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39"/>
            <p:cNvSpPr/>
            <p:nvPr/>
          </p:nvSpPr>
          <p:spPr>
            <a:xfrm>
              <a:off x="5643975" y="2937000"/>
              <a:ext cx="25" cy="1335250"/>
            </a:xfrm>
            <a:custGeom>
              <a:rect b="b" l="l" r="r" t="t"/>
              <a:pathLst>
                <a:path extrusionOk="0" fill="none" h="53410" w="1">
                  <a:moveTo>
                    <a:pt x="0" y="1"/>
                  </a:moveTo>
                  <a:lnTo>
                    <a:pt x="0" y="5341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39"/>
            <p:cNvSpPr/>
            <p:nvPr/>
          </p:nvSpPr>
          <p:spPr>
            <a:xfrm>
              <a:off x="5714125" y="2889950"/>
              <a:ext cx="25" cy="1335250"/>
            </a:xfrm>
            <a:custGeom>
              <a:rect b="b" l="l" r="r" t="t"/>
              <a:pathLst>
                <a:path extrusionOk="0" fill="none" h="53410" w="1">
                  <a:moveTo>
                    <a:pt x="1" y="0"/>
                  </a:moveTo>
                  <a:lnTo>
                    <a:pt x="1"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39"/>
            <p:cNvSpPr/>
            <p:nvPr/>
          </p:nvSpPr>
          <p:spPr>
            <a:xfrm>
              <a:off x="578430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39"/>
            <p:cNvSpPr/>
            <p:nvPr/>
          </p:nvSpPr>
          <p:spPr>
            <a:xfrm>
              <a:off x="5827425" y="3031575"/>
              <a:ext cx="25" cy="1210175"/>
            </a:xfrm>
            <a:custGeom>
              <a:rect b="b" l="l" r="r" t="t"/>
              <a:pathLst>
                <a:path extrusionOk="0" fill="none" h="48407" w="1">
                  <a:moveTo>
                    <a:pt x="1" y="0"/>
                  </a:moveTo>
                  <a:lnTo>
                    <a:pt x="1" y="48407"/>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39"/>
            <p:cNvSpPr/>
            <p:nvPr/>
          </p:nvSpPr>
          <p:spPr>
            <a:xfrm>
              <a:off x="5897600" y="3273425"/>
              <a:ext cx="25" cy="970950"/>
            </a:xfrm>
            <a:custGeom>
              <a:rect b="b" l="l" r="r" t="t"/>
              <a:pathLst>
                <a:path extrusionOk="0" fill="none" h="38838" w="1">
                  <a:moveTo>
                    <a:pt x="0" y="1"/>
                  </a:moveTo>
                  <a:lnTo>
                    <a:pt x="0" y="38837"/>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39"/>
            <p:cNvSpPr/>
            <p:nvPr/>
          </p:nvSpPr>
          <p:spPr>
            <a:xfrm>
              <a:off x="5407350" y="3131800"/>
              <a:ext cx="466300" cy="25"/>
            </a:xfrm>
            <a:custGeom>
              <a:rect b="b" l="l" r="r" t="t"/>
              <a:pathLst>
                <a:path extrusionOk="0" fill="none" h="1" w="18652">
                  <a:moveTo>
                    <a:pt x="0" y="0"/>
                  </a:moveTo>
                  <a:lnTo>
                    <a:pt x="18652"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39"/>
            <p:cNvSpPr/>
            <p:nvPr/>
          </p:nvSpPr>
          <p:spPr>
            <a:xfrm>
              <a:off x="5332825" y="3201075"/>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39"/>
            <p:cNvSpPr/>
            <p:nvPr/>
          </p:nvSpPr>
          <p:spPr>
            <a:xfrm>
              <a:off x="5332825" y="325120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39"/>
            <p:cNvSpPr/>
            <p:nvPr/>
          </p:nvSpPr>
          <p:spPr>
            <a:xfrm>
              <a:off x="5332825" y="3304375"/>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39"/>
            <p:cNvSpPr/>
            <p:nvPr/>
          </p:nvSpPr>
          <p:spPr>
            <a:xfrm>
              <a:off x="5332825" y="340415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39"/>
            <p:cNvSpPr/>
            <p:nvPr/>
          </p:nvSpPr>
          <p:spPr>
            <a:xfrm>
              <a:off x="5332825" y="340415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39"/>
            <p:cNvSpPr/>
            <p:nvPr/>
          </p:nvSpPr>
          <p:spPr>
            <a:xfrm>
              <a:off x="5332825" y="3504400"/>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39"/>
            <p:cNvSpPr/>
            <p:nvPr/>
          </p:nvSpPr>
          <p:spPr>
            <a:xfrm>
              <a:off x="5332825" y="3504400"/>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39"/>
            <p:cNvSpPr/>
            <p:nvPr/>
          </p:nvSpPr>
          <p:spPr>
            <a:xfrm>
              <a:off x="5332825" y="3604625"/>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39"/>
            <p:cNvSpPr/>
            <p:nvPr/>
          </p:nvSpPr>
          <p:spPr>
            <a:xfrm>
              <a:off x="5195125" y="36046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39"/>
            <p:cNvSpPr/>
            <p:nvPr/>
          </p:nvSpPr>
          <p:spPr>
            <a:xfrm>
              <a:off x="5195125" y="3704850"/>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39"/>
            <p:cNvSpPr/>
            <p:nvPr/>
          </p:nvSpPr>
          <p:spPr>
            <a:xfrm>
              <a:off x="5195125" y="37911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39"/>
            <p:cNvSpPr/>
            <p:nvPr/>
          </p:nvSpPr>
          <p:spPr>
            <a:xfrm>
              <a:off x="5195125" y="37911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39"/>
            <p:cNvSpPr/>
            <p:nvPr/>
          </p:nvSpPr>
          <p:spPr>
            <a:xfrm>
              <a:off x="5195125" y="38774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39"/>
            <p:cNvSpPr/>
            <p:nvPr/>
          </p:nvSpPr>
          <p:spPr>
            <a:xfrm>
              <a:off x="5195125" y="38774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39"/>
            <p:cNvSpPr/>
            <p:nvPr/>
          </p:nvSpPr>
          <p:spPr>
            <a:xfrm>
              <a:off x="5195125" y="396370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39"/>
            <p:cNvSpPr/>
            <p:nvPr/>
          </p:nvSpPr>
          <p:spPr>
            <a:xfrm>
              <a:off x="5195125" y="396370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39"/>
            <p:cNvSpPr/>
            <p:nvPr/>
          </p:nvSpPr>
          <p:spPr>
            <a:xfrm>
              <a:off x="5195125" y="404955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39"/>
            <p:cNvSpPr/>
            <p:nvPr/>
          </p:nvSpPr>
          <p:spPr>
            <a:xfrm>
              <a:off x="5195125" y="404955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39"/>
            <p:cNvSpPr/>
            <p:nvPr/>
          </p:nvSpPr>
          <p:spPr>
            <a:xfrm>
              <a:off x="5195125" y="41358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47" name="Google Shape;2847;p39"/>
          <p:cNvGrpSpPr/>
          <p:nvPr/>
        </p:nvGrpSpPr>
        <p:grpSpPr>
          <a:xfrm>
            <a:off x="-386966" y="3162504"/>
            <a:ext cx="9870375" cy="1746000"/>
            <a:chOff x="-381000" y="2898432"/>
            <a:chExt cx="9870375" cy="1746000"/>
          </a:xfrm>
        </p:grpSpPr>
        <p:grpSp>
          <p:nvGrpSpPr>
            <p:cNvPr id="2848" name="Google Shape;2848;p39"/>
            <p:cNvGrpSpPr/>
            <p:nvPr/>
          </p:nvGrpSpPr>
          <p:grpSpPr>
            <a:xfrm>
              <a:off x="-381000" y="3189432"/>
              <a:ext cx="9870375" cy="1455000"/>
              <a:chOff x="-381000" y="3189432"/>
              <a:chExt cx="9870375" cy="1455000"/>
            </a:xfrm>
          </p:grpSpPr>
          <p:grpSp>
            <p:nvGrpSpPr>
              <p:cNvPr id="2849" name="Google Shape;2849;p39"/>
              <p:cNvGrpSpPr/>
              <p:nvPr/>
            </p:nvGrpSpPr>
            <p:grpSpPr>
              <a:xfrm>
                <a:off x="-381000" y="3189432"/>
                <a:ext cx="9870375" cy="1455000"/>
                <a:chOff x="-381000" y="2758675"/>
                <a:chExt cx="9870375" cy="1455000"/>
              </a:xfrm>
            </p:grpSpPr>
            <p:sp>
              <p:nvSpPr>
                <p:cNvPr id="2850" name="Google Shape;2850;p39"/>
                <p:cNvSpPr/>
                <p:nvPr/>
              </p:nvSpPr>
              <p:spPr>
                <a:xfrm>
                  <a:off x="152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39"/>
                <p:cNvSpPr/>
                <p:nvPr/>
              </p:nvSpPr>
              <p:spPr>
                <a:xfrm>
                  <a:off x="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39"/>
                <p:cNvSpPr/>
                <p:nvPr/>
              </p:nvSpPr>
              <p:spPr>
                <a:xfrm>
                  <a:off x="76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39"/>
                <p:cNvSpPr/>
                <p:nvPr/>
              </p:nvSpPr>
              <p:spPr>
                <a:xfrm>
                  <a:off x="381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39"/>
                <p:cNvSpPr/>
                <p:nvPr/>
              </p:nvSpPr>
              <p:spPr>
                <a:xfrm>
                  <a:off x="228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39"/>
                <p:cNvSpPr/>
                <p:nvPr/>
              </p:nvSpPr>
              <p:spPr>
                <a:xfrm>
                  <a:off x="304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39"/>
                <p:cNvSpPr/>
                <p:nvPr/>
              </p:nvSpPr>
              <p:spPr>
                <a:xfrm>
                  <a:off x="609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39"/>
                <p:cNvSpPr/>
                <p:nvPr/>
              </p:nvSpPr>
              <p:spPr>
                <a:xfrm>
                  <a:off x="457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39"/>
                <p:cNvSpPr/>
                <p:nvPr/>
              </p:nvSpPr>
              <p:spPr>
                <a:xfrm>
                  <a:off x="533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39"/>
                <p:cNvSpPr/>
                <p:nvPr/>
              </p:nvSpPr>
              <p:spPr>
                <a:xfrm>
                  <a:off x="762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39"/>
                <p:cNvSpPr/>
                <p:nvPr/>
              </p:nvSpPr>
              <p:spPr>
                <a:xfrm>
                  <a:off x="685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39"/>
                <p:cNvSpPr/>
                <p:nvPr/>
              </p:nvSpPr>
              <p:spPr>
                <a:xfrm>
                  <a:off x="838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39"/>
                <p:cNvSpPr/>
                <p:nvPr/>
              </p:nvSpPr>
              <p:spPr>
                <a:xfrm>
                  <a:off x="186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39"/>
                <p:cNvSpPr/>
                <p:nvPr/>
              </p:nvSpPr>
              <p:spPr>
                <a:xfrm>
                  <a:off x="3764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39"/>
                <p:cNvSpPr/>
                <p:nvPr/>
              </p:nvSpPr>
              <p:spPr>
                <a:xfrm>
                  <a:off x="110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39"/>
                <p:cNvSpPr/>
                <p:nvPr/>
              </p:nvSpPr>
              <p:spPr>
                <a:xfrm>
                  <a:off x="415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39"/>
                <p:cNvSpPr/>
                <p:nvPr/>
              </p:nvSpPr>
              <p:spPr>
                <a:xfrm>
                  <a:off x="263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39"/>
                <p:cNvSpPr/>
                <p:nvPr/>
              </p:nvSpPr>
              <p:spPr>
                <a:xfrm>
                  <a:off x="339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39"/>
                <p:cNvSpPr/>
                <p:nvPr/>
              </p:nvSpPr>
              <p:spPr>
                <a:xfrm>
                  <a:off x="644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39"/>
                <p:cNvSpPr/>
                <p:nvPr/>
              </p:nvSpPr>
              <p:spPr>
                <a:xfrm>
                  <a:off x="491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39"/>
                <p:cNvSpPr/>
                <p:nvPr/>
              </p:nvSpPr>
              <p:spPr>
                <a:xfrm>
                  <a:off x="567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39"/>
                <p:cNvSpPr/>
                <p:nvPr/>
              </p:nvSpPr>
              <p:spPr>
                <a:xfrm>
                  <a:off x="796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39"/>
                <p:cNvSpPr/>
                <p:nvPr/>
              </p:nvSpPr>
              <p:spPr>
                <a:xfrm>
                  <a:off x="720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39"/>
                <p:cNvSpPr/>
                <p:nvPr/>
              </p:nvSpPr>
              <p:spPr>
                <a:xfrm>
                  <a:off x="872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39"/>
                <p:cNvSpPr/>
                <p:nvPr/>
              </p:nvSpPr>
              <p:spPr>
                <a:xfrm>
                  <a:off x="-381000"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39"/>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39"/>
                <p:cNvSpPr/>
                <p:nvPr/>
              </p:nvSpPr>
              <p:spPr>
                <a:xfrm>
                  <a:off x="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39"/>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39"/>
                <p:cNvSpPr/>
                <p:nvPr/>
              </p:nvSpPr>
              <p:spPr>
                <a:xfrm>
                  <a:off x="381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39"/>
                <p:cNvSpPr/>
                <p:nvPr/>
              </p:nvSpPr>
              <p:spPr>
                <a:xfrm>
                  <a:off x="2286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39"/>
                <p:cNvSpPr/>
                <p:nvPr/>
              </p:nvSpPr>
              <p:spPr>
                <a:xfrm>
                  <a:off x="304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39"/>
                <p:cNvSpPr/>
                <p:nvPr/>
              </p:nvSpPr>
              <p:spPr>
                <a:xfrm>
                  <a:off x="6096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39"/>
                <p:cNvSpPr/>
                <p:nvPr/>
              </p:nvSpPr>
              <p:spPr>
                <a:xfrm>
                  <a:off x="457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39"/>
                <p:cNvSpPr/>
                <p:nvPr/>
              </p:nvSpPr>
              <p:spPr>
                <a:xfrm>
                  <a:off x="533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39"/>
                <p:cNvSpPr/>
                <p:nvPr/>
              </p:nvSpPr>
              <p:spPr>
                <a:xfrm>
                  <a:off x="762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39"/>
                <p:cNvSpPr/>
                <p:nvPr/>
              </p:nvSpPr>
              <p:spPr>
                <a:xfrm>
                  <a:off x="685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39"/>
                <p:cNvSpPr/>
                <p:nvPr/>
              </p:nvSpPr>
              <p:spPr>
                <a:xfrm>
                  <a:off x="838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39"/>
                <p:cNvSpPr/>
                <p:nvPr/>
              </p:nvSpPr>
              <p:spPr>
                <a:xfrm>
                  <a:off x="1869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39"/>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39"/>
                <p:cNvSpPr/>
                <p:nvPr/>
              </p:nvSpPr>
              <p:spPr>
                <a:xfrm>
                  <a:off x="110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39"/>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39"/>
                <p:cNvSpPr/>
                <p:nvPr/>
              </p:nvSpPr>
              <p:spPr>
                <a:xfrm>
                  <a:off x="7203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39"/>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39"/>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39"/>
                <p:cNvSpPr/>
                <p:nvPr/>
              </p:nvSpPr>
              <p:spPr>
                <a:xfrm>
                  <a:off x="7620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39"/>
                <p:cNvSpPr/>
                <p:nvPr/>
              </p:nvSpPr>
              <p:spPr>
                <a:xfrm>
                  <a:off x="8382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39"/>
                <p:cNvSpPr/>
                <p:nvPr/>
              </p:nvSpPr>
              <p:spPr>
                <a:xfrm>
                  <a:off x="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97" name="Google Shape;2897;p39"/>
              <p:cNvGrpSpPr/>
              <p:nvPr/>
            </p:nvGrpSpPr>
            <p:grpSpPr>
              <a:xfrm>
                <a:off x="762000" y="3189432"/>
                <a:ext cx="1524000" cy="291000"/>
                <a:chOff x="762000" y="3340675"/>
                <a:chExt cx="1524000" cy="291000"/>
              </a:xfrm>
            </p:grpSpPr>
            <p:sp>
              <p:nvSpPr>
                <p:cNvPr id="2898" name="Google Shape;2898;p39"/>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39"/>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00" name="Google Shape;2900;p39"/>
            <p:cNvGrpSpPr/>
            <p:nvPr/>
          </p:nvGrpSpPr>
          <p:grpSpPr>
            <a:xfrm>
              <a:off x="7965375" y="2898432"/>
              <a:ext cx="1524000" cy="291000"/>
              <a:chOff x="7965375" y="3049675"/>
              <a:chExt cx="1524000" cy="291000"/>
            </a:xfrm>
          </p:grpSpPr>
          <p:sp>
            <p:nvSpPr>
              <p:cNvPr id="2901" name="Google Shape;2901;p39"/>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39"/>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3" name="Google Shape;2903;p39"/>
            <p:cNvGrpSpPr/>
            <p:nvPr/>
          </p:nvGrpSpPr>
          <p:grpSpPr>
            <a:xfrm>
              <a:off x="-381000" y="2902607"/>
              <a:ext cx="1519475" cy="291000"/>
              <a:chOff x="-381000" y="3049675"/>
              <a:chExt cx="1519475" cy="291000"/>
            </a:xfrm>
          </p:grpSpPr>
          <p:sp>
            <p:nvSpPr>
              <p:cNvPr id="2904" name="Google Shape;2904;p39"/>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39"/>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06" name="Google Shape;2906;p39"/>
          <p:cNvSpPr/>
          <p:nvPr/>
        </p:nvSpPr>
        <p:spPr>
          <a:xfrm flipH="1">
            <a:off x="-5966" y="4427347"/>
            <a:ext cx="1060721" cy="492044"/>
          </a:xfrm>
          <a:custGeom>
            <a:rect b="b" l="l" r="r" t="t"/>
            <a:pathLst>
              <a:path extrusionOk="0" h="5143" w="11087">
                <a:moveTo>
                  <a:pt x="11087" y="0"/>
                </a:moveTo>
                <a:cubicBezTo>
                  <a:pt x="10790" y="35"/>
                  <a:pt x="10511" y="105"/>
                  <a:pt x="10232" y="192"/>
                </a:cubicBezTo>
                <a:cubicBezTo>
                  <a:pt x="8611" y="715"/>
                  <a:pt x="7164" y="1813"/>
                  <a:pt x="6084" y="3121"/>
                </a:cubicBezTo>
                <a:cubicBezTo>
                  <a:pt x="5658" y="2742"/>
                  <a:pt x="5079" y="2596"/>
                  <a:pt x="4490" y="2596"/>
                </a:cubicBezTo>
                <a:cubicBezTo>
                  <a:pt x="4211" y="2596"/>
                  <a:pt x="3930" y="2629"/>
                  <a:pt x="3661" y="2685"/>
                </a:cubicBezTo>
                <a:cubicBezTo>
                  <a:pt x="2179" y="3016"/>
                  <a:pt x="872" y="3887"/>
                  <a:pt x="0" y="5143"/>
                </a:cubicBezTo>
                <a:lnTo>
                  <a:pt x="11087" y="5143"/>
                </a:lnTo>
                <a:lnTo>
                  <a:pt x="1108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39"/>
          <p:cNvSpPr/>
          <p:nvPr/>
        </p:nvSpPr>
        <p:spPr>
          <a:xfrm flipH="1">
            <a:off x="5518745" y="3178097"/>
            <a:ext cx="3621300" cy="17460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39"/>
          <p:cNvSpPr/>
          <p:nvPr/>
        </p:nvSpPr>
        <p:spPr>
          <a:xfrm flipH="1">
            <a:off x="6383706" y="713538"/>
            <a:ext cx="1060695" cy="150132"/>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39"/>
          <p:cNvSpPr/>
          <p:nvPr/>
        </p:nvSpPr>
        <p:spPr>
          <a:xfrm flipH="1">
            <a:off x="3980080" y="318756"/>
            <a:ext cx="1247188" cy="176383"/>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39"/>
          <p:cNvSpPr/>
          <p:nvPr/>
        </p:nvSpPr>
        <p:spPr>
          <a:xfrm flipH="1">
            <a:off x="778817" y="700418"/>
            <a:ext cx="1247188" cy="176383"/>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39"/>
          <p:cNvSpPr/>
          <p:nvPr/>
        </p:nvSpPr>
        <p:spPr>
          <a:xfrm flipH="1">
            <a:off x="2300849" y="4820290"/>
            <a:ext cx="2036911" cy="361376"/>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39"/>
          <p:cNvSpPr/>
          <p:nvPr/>
        </p:nvSpPr>
        <p:spPr>
          <a:xfrm flipH="1" rot="591853">
            <a:off x="6415109" y="4065228"/>
            <a:ext cx="464060" cy="469830"/>
          </a:xfrm>
          <a:prstGeom prst="roundRect">
            <a:avLst>
              <a:gd fmla="val 780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39"/>
          <p:cNvSpPr/>
          <p:nvPr/>
        </p:nvSpPr>
        <p:spPr>
          <a:xfrm>
            <a:off x="2663700" y="601005"/>
            <a:ext cx="3816600" cy="475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39"/>
          <p:cNvSpPr/>
          <p:nvPr/>
        </p:nvSpPr>
        <p:spPr>
          <a:xfrm>
            <a:off x="2818775" y="763005"/>
            <a:ext cx="3506400" cy="44316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39"/>
          <p:cNvSpPr txBox="1"/>
          <p:nvPr>
            <p:ph type="title"/>
          </p:nvPr>
        </p:nvSpPr>
        <p:spPr>
          <a:xfrm>
            <a:off x="3006425" y="2344063"/>
            <a:ext cx="3131100" cy="1248000"/>
          </a:xfrm>
          <a:prstGeom prst="rect">
            <a:avLst/>
          </a:prstGeom>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916" name="Google Shape;2916;p39"/>
          <p:cNvSpPr txBox="1"/>
          <p:nvPr>
            <p:ph idx="1" type="subTitle"/>
          </p:nvPr>
        </p:nvSpPr>
        <p:spPr>
          <a:xfrm>
            <a:off x="3006425" y="3717198"/>
            <a:ext cx="3131100" cy="630900"/>
          </a:xfrm>
          <a:prstGeom prst="rect">
            <a:avLst/>
          </a:prstGeom>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917" name="Google Shape;2917;p39"/>
          <p:cNvSpPr txBox="1"/>
          <p:nvPr>
            <p:ph hasCustomPrompt="1" idx="2" type="title"/>
          </p:nvPr>
        </p:nvSpPr>
        <p:spPr>
          <a:xfrm>
            <a:off x="3731250" y="890502"/>
            <a:ext cx="1681500" cy="1321200"/>
          </a:xfrm>
          <a:prstGeom prst="rect">
            <a:avLst/>
          </a:prstGeom>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lvl1pPr lvl="0">
              <a:spcBef>
                <a:spcPts val="0"/>
              </a:spcBef>
              <a:spcAft>
                <a:spcPts val="0"/>
              </a:spcAft>
              <a:buSzPts val="12000"/>
              <a:buNone/>
              <a:defRPr sz="8000">
                <a:solidFill>
                  <a:schemeClr val="accent3"/>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2918" name="Google Shape;2918;p39"/>
          <p:cNvSpPr/>
          <p:nvPr/>
        </p:nvSpPr>
        <p:spPr>
          <a:xfrm flipH="1">
            <a:off x="7410718" y="4603997"/>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39"/>
          <p:cNvSpPr/>
          <p:nvPr/>
        </p:nvSpPr>
        <p:spPr>
          <a:xfrm flipH="1" rot="-652027">
            <a:off x="6080499" y="4023259"/>
            <a:ext cx="2659815" cy="2478903"/>
          </a:xfrm>
          <a:custGeom>
            <a:rect b="b" l="l" r="r" t="t"/>
            <a:pathLst>
              <a:path extrusionOk="0" h="16247" w="17433">
                <a:moveTo>
                  <a:pt x="10686" y="0"/>
                </a:moveTo>
                <a:cubicBezTo>
                  <a:pt x="10372" y="157"/>
                  <a:pt x="7653" y="3382"/>
                  <a:pt x="5893" y="5038"/>
                </a:cubicBezTo>
                <a:cubicBezTo>
                  <a:pt x="4115" y="6694"/>
                  <a:pt x="1" y="9256"/>
                  <a:pt x="1" y="9256"/>
                </a:cubicBezTo>
                <a:lnTo>
                  <a:pt x="1622" y="16246"/>
                </a:lnTo>
                <a:cubicBezTo>
                  <a:pt x="1622" y="16246"/>
                  <a:pt x="6259" y="11906"/>
                  <a:pt x="6991" y="11226"/>
                </a:cubicBezTo>
                <a:cubicBezTo>
                  <a:pt x="7723" y="10529"/>
                  <a:pt x="9205" y="10163"/>
                  <a:pt x="11087" y="8420"/>
                </a:cubicBezTo>
                <a:cubicBezTo>
                  <a:pt x="12307" y="7304"/>
                  <a:pt x="12883" y="5369"/>
                  <a:pt x="12883" y="5369"/>
                </a:cubicBezTo>
                <a:cubicBezTo>
                  <a:pt x="13283" y="4829"/>
                  <a:pt x="13754" y="4323"/>
                  <a:pt x="14260" y="3853"/>
                </a:cubicBezTo>
                <a:cubicBezTo>
                  <a:pt x="15061" y="3138"/>
                  <a:pt x="17432" y="872"/>
                  <a:pt x="16805" y="349"/>
                </a:cubicBezTo>
                <a:cubicBezTo>
                  <a:pt x="16745" y="301"/>
                  <a:pt x="16658" y="279"/>
                  <a:pt x="16549" y="279"/>
                </a:cubicBezTo>
                <a:cubicBezTo>
                  <a:pt x="15517" y="279"/>
                  <a:pt x="12534" y="2249"/>
                  <a:pt x="12534" y="2249"/>
                </a:cubicBezTo>
                <a:cubicBezTo>
                  <a:pt x="12290" y="1796"/>
                  <a:pt x="10686" y="0"/>
                  <a:pt x="106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7_1_1">
    <p:spTree>
      <p:nvGrpSpPr>
        <p:cNvPr id="2920" name="Shape 2920"/>
        <p:cNvGrpSpPr/>
        <p:nvPr/>
      </p:nvGrpSpPr>
      <p:grpSpPr>
        <a:xfrm>
          <a:off x="0" y="0"/>
          <a:ext cx="0" cy="0"/>
          <a:chOff x="0" y="0"/>
          <a:chExt cx="0" cy="0"/>
        </a:xfrm>
      </p:grpSpPr>
      <p:grpSp>
        <p:nvGrpSpPr>
          <p:cNvPr id="2921" name="Google Shape;2921;p40"/>
          <p:cNvGrpSpPr/>
          <p:nvPr/>
        </p:nvGrpSpPr>
        <p:grpSpPr>
          <a:xfrm flipH="1">
            <a:off x="560845" y="626762"/>
            <a:ext cx="2889683" cy="3889979"/>
            <a:chOff x="3074425" y="836100"/>
            <a:chExt cx="1472075" cy="1981650"/>
          </a:xfrm>
        </p:grpSpPr>
        <p:sp>
          <p:nvSpPr>
            <p:cNvPr id="2922" name="Google Shape;2922;p40"/>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40"/>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40"/>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40"/>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40"/>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40"/>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40"/>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40"/>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0" name="Google Shape;2930;p40"/>
          <p:cNvGrpSpPr/>
          <p:nvPr/>
        </p:nvGrpSpPr>
        <p:grpSpPr>
          <a:xfrm>
            <a:off x="5354363" y="71332"/>
            <a:ext cx="2868215" cy="4596781"/>
            <a:chOff x="5212325" y="1924475"/>
            <a:chExt cx="1870250" cy="2997575"/>
          </a:xfrm>
        </p:grpSpPr>
        <p:sp>
          <p:nvSpPr>
            <p:cNvPr id="2931" name="Google Shape;2931;p40"/>
            <p:cNvSpPr/>
            <p:nvPr/>
          </p:nvSpPr>
          <p:spPr>
            <a:xfrm>
              <a:off x="5239925" y="1945525"/>
              <a:ext cx="1828150" cy="497875"/>
            </a:xfrm>
            <a:custGeom>
              <a:rect b="b" l="l" r="r" t="t"/>
              <a:pathLst>
                <a:path extrusionOk="0" fill="none" h="19915" w="73126">
                  <a:moveTo>
                    <a:pt x="0" y="19915"/>
                  </a:moveTo>
                  <a:lnTo>
                    <a:pt x="51639" y="1"/>
                  </a:lnTo>
                  <a:lnTo>
                    <a:pt x="73126" y="19915"/>
                  </a:lnTo>
                </a:path>
              </a:pathLst>
            </a:custGeom>
            <a:noFill/>
            <a:ln cap="flat" cmpd="sng" w="6550">
              <a:solidFill>
                <a:schemeClr val="lt1"/>
              </a:solidFill>
              <a:prstDash val="solid"/>
              <a:miter lim="1871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40"/>
            <p:cNvSpPr/>
            <p:nvPr/>
          </p:nvSpPr>
          <p:spPr>
            <a:xfrm>
              <a:off x="6549602" y="2055479"/>
              <a:ext cx="26703" cy="2866571"/>
            </a:xfrm>
            <a:custGeom>
              <a:rect b="b" l="l" r="r" t="t"/>
              <a:pathLst>
                <a:path extrusionOk="0" h="91263" w="1068">
                  <a:moveTo>
                    <a:pt x="1" y="1"/>
                  </a:moveTo>
                  <a:lnTo>
                    <a:pt x="1" y="91263"/>
                  </a:lnTo>
                  <a:lnTo>
                    <a:pt x="1068" y="91263"/>
                  </a:lnTo>
                  <a:lnTo>
                    <a:pt x="10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40"/>
            <p:cNvSpPr/>
            <p:nvPr/>
          </p:nvSpPr>
          <p:spPr>
            <a:xfrm>
              <a:off x="6484570" y="2055479"/>
              <a:ext cx="26678" cy="2866571"/>
            </a:xfrm>
            <a:custGeom>
              <a:rect b="b" l="l" r="r" t="t"/>
              <a:pathLst>
                <a:path extrusionOk="0" h="91263" w="1067">
                  <a:moveTo>
                    <a:pt x="0" y="1"/>
                  </a:moveTo>
                  <a:lnTo>
                    <a:pt x="0" y="91263"/>
                  </a:lnTo>
                  <a:lnTo>
                    <a:pt x="1067" y="91263"/>
                  </a:lnTo>
                  <a:lnTo>
                    <a:pt x="106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40"/>
            <p:cNvSpPr/>
            <p:nvPr/>
          </p:nvSpPr>
          <p:spPr>
            <a:xfrm>
              <a:off x="6443850" y="2364425"/>
              <a:ext cx="174575" cy="158875"/>
            </a:xfrm>
            <a:custGeom>
              <a:rect b="b" l="l" r="r" t="t"/>
              <a:pathLst>
                <a:path extrusionOk="0" h="6355" w="6983">
                  <a:moveTo>
                    <a:pt x="3497" y="1"/>
                  </a:moveTo>
                  <a:cubicBezTo>
                    <a:pt x="3252" y="1"/>
                    <a:pt x="3002" y="30"/>
                    <a:pt x="2752" y="89"/>
                  </a:cubicBezTo>
                  <a:cubicBezTo>
                    <a:pt x="1049" y="482"/>
                    <a:pt x="1" y="2204"/>
                    <a:pt x="394" y="3908"/>
                  </a:cubicBezTo>
                  <a:cubicBezTo>
                    <a:pt x="746" y="5363"/>
                    <a:pt x="2041" y="6354"/>
                    <a:pt x="3474" y="6354"/>
                  </a:cubicBezTo>
                  <a:cubicBezTo>
                    <a:pt x="3717" y="6354"/>
                    <a:pt x="3965" y="6326"/>
                    <a:pt x="4212" y="6266"/>
                  </a:cubicBezTo>
                  <a:cubicBezTo>
                    <a:pt x="5915" y="5873"/>
                    <a:pt x="6982" y="4151"/>
                    <a:pt x="6570" y="2448"/>
                  </a:cubicBezTo>
                  <a:cubicBezTo>
                    <a:pt x="6234" y="992"/>
                    <a:pt x="4941" y="1"/>
                    <a:pt x="34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40"/>
            <p:cNvSpPr/>
            <p:nvPr/>
          </p:nvSpPr>
          <p:spPr>
            <a:xfrm>
              <a:off x="6464925" y="2041925"/>
              <a:ext cx="132425" cy="13575"/>
            </a:xfrm>
            <a:custGeom>
              <a:rect b="b" l="l" r="r" t="t"/>
              <a:pathLst>
                <a:path extrusionOk="0" h="543" w="5297">
                  <a:moveTo>
                    <a:pt x="0" y="0"/>
                  </a:moveTo>
                  <a:lnTo>
                    <a:pt x="0" y="543"/>
                  </a:lnTo>
                  <a:lnTo>
                    <a:pt x="5297" y="543"/>
                  </a:lnTo>
                  <a:lnTo>
                    <a:pt x="52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40"/>
            <p:cNvSpPr/>
            <p:nvPr/>
          </p:nvSpPr>
          <p:spPr>
            <a:xfrm>
              <a:off x="6511700" y="1991375"/>
              <a:ext cx="38875" cy="50575"/>
            </a:xfrm>
            <a:custGeom>
              <a:rect b="b" l="l" r="r" t="t"/>
              <a:pathLst>
                <a:path extrusionOk="0" h="2023" w="1555">
                  <a:moveTo>
                    <a:pt x="1" y="1"/>
                  </a:moveTo>
                  <a:lnTo>
                    <a:pt x="1" y="2022"/>
                  </a:lnTo>
                  <a:lnTo>
                    <a:pt x="1554" y="2022"/>
                  </a:lnTo>
                  <a:lnTo>
                    <a:pt x="155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40"/>
            <p:cNvSpPr/>
            <p:nvPr/>
          </p:nvSpPr>
          <p:spPr>
            <a:xfrm>
              <a:off x="6521525" y="1966125"/>
              <a:ext cx="19225" cy="25275"/>
            </a:xfrm>
            <a:custGeom>
              <a:rect b="b" l="l" r="r" t="t"/>
              <a:pathLst>
                <a:path extrusionOk="0" h="1011" w="769">
                  <a:moveTo>
                    <a:pt x="1" y="0"/>
                  </a:moveTo>
                  <a:lnTo>
                    <a:pt x="1" y="1011"/>
                  </a:lnTo>
                  <a:lnTo>
                    <a:pt x="768" y="1011"/>
                  </a:lnTo>
                  <a:lnTo>
                    <a:pt x="76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40"/>
            <p:cNvSpPr/>
            <p:nvPr/>
          </p:nvSpPr>
          <p:spPr>
            <a:xfrm>
              <a:off x="6510300" y="1924475"/>
              <a:ext cx="48700" cy="41800"/>
            </a:xfrm>
            <a:custGeom>
              <a:rect b="b" l="l" r="r" t="t"/>
              <a:pathLst>
                <a:path extrusionOk="0" h="1672" w="1948">
                  <a:moveTo>
                    <a:pt x="824" y="0"/>
                  </a:moveTo>
                  <a:cubicBezTo>
                    <a:pt x="375" y="0"/>
                    <a:pt x="1" y="375"/>
                    <a:pt x="1" y="843"/>
                  </a:cubicBezTo>
                  <a:cubicBezTo>
                    <a:pt x="1" y="1346"/>
                    <a:pt x="407" y="1672"/>
                    <a:pt x="832" y="1672"/>
                  </a:cubicBezTo>
                  <a:cubicBezTo>
                    <a:pt x="1040" y="1672"/>
                    <a:pt x="1251" y="1594"/>
                    <a:pt x="1423" y="1423"/>
                  </a:cubicBezTo>
                  <a:cubicBezTo>
                    <a:pt x="1947" y="899"/>
                    <a:pt x="1573" y="0"/>
                    <a:pt x="8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40"/>
            <p:cNvSpPr/>
            <p:nvPr/>
          </p:nvSpPr>
          <p:spPr>
            <a:xfrm>
              <a:off x="5212325" y="2429350"/>
              <a:ext cx="1870250" cy="28100"/>
            </a:xfrm>
            <a:custGeom>
              <a:rect b="b" l="l" r="r" t="t"/>
              <a:pathLst>
                <a:path extrusionOk="0" h="1124" w="74810">
                  <a:moveTo>
                    <a:pt x="0" y="0"/>
                  </a:moveTo>
                  <a:lnTo>
                    <a:pt x="0" y="1123"/>
                  </a:lnTo>
                  <a:lnTo>
                    <a:pt x="74810" y="1123"/>
                  </a:lnTo>
                  <a:lnTo>
                    <a:pt x="7481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40"/>
            <p:cNvSpPr/>
            <p:nvPr/>
          </p:nvSpPr>
          <p:spPr>
            <a:xfrm>
              <a:off x="5212325" y="2457425"/>
              <a:ext cx="335050" cy="98275"/>
            </a:xfrm>
            <a:custGeom>
              <a:rect b="b" l="l" r="r" t="t"/>
              <a:pathLst>
                <a:path extrusionOk="0" h="3931" w="13402">
                  <a:moveTo>
                    <a:pt x="0" y="0"/>
                  </a:moveTo>
                  <a:lnTo>
                    <a:pt x="0" y="3931"/>
                  </a:lnTo>
                  <a:lnTo>
                    <a:pt x="13401" y="3931"/>
                  </a:lnTo>
                  <a:lnTo>
                    <a:pt x="13401"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40"/>
            <p:cNvSpPr/>
            <p:nvPr/>
          </p:nvSpPr>
          <p:spPr>
            <a:xfrm>
              <a:off x="5894075" y="2457425"/>
              <a:ext cx="167050" cy="32300"/>
            </a:xfrm>
            <a:custGeom>
              <a:rect b="b" l="l" r="r" t="t"/>
              <a:pathLst>
                <a:path extrusionOk="0" h="1292" w="6682">
                  <a:moveTo>
                    <a:pt x="0" y="0"/>
                  </a:moveTo>
                  <a:lnTo>
                    <a:pt x="0" y="1292"/>
                  </a:lnTo>
                  <a:lnTo>
                    <a:pt x="6682" y="1292"/>
                  </a:lnTo>
                  <a:lnTo>
                    <a:pt x="6682"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40"/>
            <p:cNvSpPr/>
            <p:nvPr/>
          </p:nvSpPr>
          <p:spPr>
            <a:xfrm>
              <a:off x="6333425" y="2635225"/>
              <a:ext cx="151175" cy="281700"/>
            </a:xfrm>
            <a:custGeom>
              <a:rect b="b" l="l" r="r" t="t"/>
              <a:pathLst>
                <a:path extrusionOk="0" h="11268" w="6047">
                  <a:moveTo>
                    <a:pt x="1" y="1"/>
                  </a:moveTo>
                  <a:lnTo>
                    <a:pt x="1" y="11268"/>
                  </a:lnTo>
                  <a:lnTo>
                    <a:pt x="6046" y="11268"/>
                  </a:lnTo>
                  <a:lnTo>
                    <a:pt x="604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40"/>
            <p:cNvSpPr/>
            <p:nvPr/>
          </p:nvSpPr>
          <p:spPr>
            <a:xfrm>
              <a:off x="6793850" y="2457425"/>
              <a:ext cx="288725" cy="78625"/>
            </a:xfrm>
            <a:custGeom>
              <a:rect b="b" l="l" r="r" t="t"/>
              <a:pathLst>
                <a:path extrusionOk="0" h="3145" w="11549">
                  <a:moveTo>
                    <a:pt x="1" y="0"/>
                  </a:moveTo>
                  <a:lnTo>
                    <a:pt x="1" y="3145"/>
                  </a:lnTo>
                  <a:lnTo>
                    <a:pt x="11549" y="3145"/>
                  </a:lnTo>
                  <a:lnTo>
                    <a:pt x="1154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40"/>
            <p:cNvSpPr/>
            <p:nvPr/>
          </p:nvSpPr>
          <p:spPr>
            <a:xfrm>
              <a:off x="6926275" y="2429350"/>
              <a:ext cx="156300" cy="28100"/>
            </a:xfrm>
            <a:custGeom>
              <a:rect b="b" l="l" r="r" t="t"/>
              <a:pathLst>
                <a:path extrusionOk="0" h="1124" w="6252">
                  <a:moveTo>
                    <a:pt x="0" y="0"/>
                  </a:moveTo>
                  <a:lnTo>
                    <a:pt x="0" y="1123"/>
                  </a:lnTo>
                  <a:lnTo>
                    <a:pt x="6252" y="1123"/>
                  </a:lnTo>
                  <a:lnTo>
                    <a:pt x="625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40"/>
            <p:cNvSpPr/>
            <p:nvPr/>
          </p:nvSpPr>
          <p:spPr>
            <a:xfrm>
              <a:off x="6479875" y="2397325"/>
              <a:ext cx="102050" cy="92800"/>
            </a:xfrm>
            <a:custGeom>
              <a:rect b="b" l="l" r="r" t="t"/>
              <a:pathLst>
                <a:path extrusionOk="0" h="3712" w="4082">
                  <a:moveTo>
                    <a:pt x="2040" y="0"/>
                  </a:moveTo>
                  <a:cubicBezTo>
                    <a:pt x="1904" y="0"/>
                    <a:pt x="1767" y="15"/>
                    <a:pt x="1629" y="46"/>
                  </a:cubicBezTo>
                  <a:cubicBezTo>
                    <a:pt x="619" y="289"/>
                    <a:pt x="1" y="1281"/>
                    <a:pt x="244" y="2292"/>
                  </a:cubicBezTo>
                  <a:cubicBezTo>
                    <a:pt x="436" y="3138"/>
                    <a:pt x="1199" y="3711"/>
                    <a:pt x="2034" y="3711"/>
                  </a:cubicBezTo>
                  <a:cubicBezTo>
                    <a:pt x="2179" y="3711"/>
                    <a:pt x="2325" y="3694"/>
                    <a:pt x="2472" y="3658"/>
                  </a:cubicBezTo>
                  <a:cubicBezTo>
                    <a:pt x="3464" y="3434"/>
                    <a:pt x="4081" y="2423"/>
                    <a:pt x="3857" y="1431"/>
                  </a:cubicBezTo>
                  <a:cubicBezTo>
                    <a:pt x="3647" y="577"/>
                    <a:pt x="2882" y="0"/>
                    <a:pt x="204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6" name="Google Shape;2946;p40"/>
          <p:cNvGrpSpPr/>
          <p:nvPr/>
        </p:nvGrpSpPr>
        <p:grpSpPr>
          <a:xfrm flipH="1">
            <a:off x="6921757" y="461100"/>
            <a:ext cx="2222252" cy="4838326"/>
            <a:chOff x="1622025" y="238125"/>
            <a:chExt cx="746825" cy="1626000"/>
          </a:xfrm>
        </p:grpSpPr>
        <p:sp>
          <p:nvSpPr>
            <p:cNvPr id="2947" name="Google Shape;2947;p40"/>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40"/>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40"/>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40"/>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40"/>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2" name="Google Shape;2952;p40"/>
          <p:cNvGrpSpPr/>
          <p:nvPr/>
        </p:nvGrpSpPr>
        <p:grpSpPr>
          <a:xfrm>
            <a:off x="-381167" y="3162504"/>
            <a:ext cx="9870375" cy="1746000"/>
            <a:chOff x="-381000" y="2898432"/>
            <a:chExt cx="9870375" cy="1746000"/>
          </a:xfrm>
        </p:grpSpPr>
        <p:grpSp>
          <p:nvGrpSpPr>
            <p:cNvPr id="2953" name="Google Shape;2953;p40"/>
            <p:cNvGrpSpPr/>
            <p:nvPr/>
          </p:nvGrpSpPr>
          <p:grpSpPr>
            <a:xfrm>
              <a:off x="-381000" y="3189432"/>
              <a:ext cx="9870375" cy="1455000"/>
              <a:chOff x="-381000" y="2758675"/>
              <a:chExt cx="9870375" cy="1455000"/>
            </a:xfrm>
          </p:grpSpPr>
          <p:sp>
            <p:nvSpPr>
              <p:cNvPr id="2954" name="Google Shape;2954;p40"/>
              <p:cNvSpPr/>
              <p:nvPr/>
            </p:nvSpPr>
            <p:spPr>
              <a:xfrm>
                <a:off x="152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40"/>
              <p:cNvSpPr/>
              <p:nvPr/>
            </p:nvSpPr>
            <p:spPr>
              <a:xfrm>
                <a:off x="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40"/>
              <p:cNvSpPr/>
              <p:nvPr/>
            </p:nvSpPr>
            <p:spPr>
              <a:xfrm>
                <a:off x="76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40"/>
              <p:cNvSpPr/>
              <p:nvPr/>
            </p:nvSpPr>
            <p:spPr>
              <a:xfrm>
                <a:off x="381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40"/>
              <p:cNvSpPr/>
              <p:nvPr/>
            </p:nvSpPr>
            <p:spPr>
              <a:xfrm>
                <a:off x="228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40"/>
              <p:cNvSpPr/>
              <p:nvPr/>
            </p:nvSpPr>
            <p:spPr>
              <a:xfrm>
                <a:off x="304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40"/>
              <p:cNvSpPr/>
              <p:nvPr/>
            </p:nvSpPr>
            <p:spPr>
              <a:xfrm>
                <a:off x="609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40"/>
              <p:cNvSpPr/>
              <p:nvPr/>
            </p:nvSpPr>
            <p:spPr>
              <a:xfrm>
                <a:off x="457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40"/>
              <p:cNvSpPr/>
              <p:nvPr/>
            </p:nvSpPr>
            <p:spPr>
              <a:xfrm>
                <a:off x="533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40"/>
              <p:cNvSpPr/>
              <p:nvPr/>
            </p:nvSpPr>
            <p:spPr>
              <a:xfrm>
                <a:off x="762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40"/>
              <p:cNvSpPr/>
              <p:nvPr/>
            </p:nvSpPr>
            <p:spPr>
              <a:xfrm>
                <a:off x="685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40"/>
              <p:cNvSpPr/>
              <p:nvPr/>
            </p:nvSpPr>
            <p:spPr>
              <a:xfrm>
                <a:off x="838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40"/>
              <p:cNvSpPr/>
              <p:nvPr/>
            </p:nvSpPr>
            <p:spPr>
              <a:xfrm>
                <a:off x="186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40"/>
              <p:cNvSpPr/>
              <p:nvPr/>
            </p:nvSpPr>
            <p:spPr>
              <a:xfrm>
                <a:off x="3764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40"/>
              <p:cNvSpPr/>
              <p:nvPr/>
            </p:nvSpPr>
            <p:spPr>
              <a:xfrm>
                <a:off x="110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40"/>
              <p:cNvSpPr/>
              <p:nvPr/>
            </p:nvSpPr>
            <p:spPr>
              <a:xfrm>
                <a:off x="415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40"/>
              <p:cNvSpPr/>
              <p:nvPr/>
            </p:nvSpPr>
            <p:spPr>
              <a:xfrm>
                <a:off x="263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40"/>
              <p:cNvSpPr/>
              <p:nvPr/>
            </p:nvSpPr>
            <p:spPr>
              <a:xfrm>
                <a:off x="339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40"/>
              <p:cNvSpPr/>
              <p:nvPr/>
            </p:nvSpPr>
            <p:spPr>
              <a:xfrm>
                <a:off x="644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40"/>
              <p:cNvSpPr/>
              <p:nvPr/>
            </p:nvSpPr>
            <p:spPr>
              <a:xfrm>
                <a:off x="491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40"/>
              <p:cNvSpPr/>
              <p:nvPr/>
            </p:nvSpPr>
            <p:spPr>
              <a:xfrm>
                <a:off x="567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40"/>
              <p:cNvSpPr/>
              <p:nvPr/>
            </p:nvSpPr>
            <p:spPr>
              <a:xfrm>
                <a:off x="796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40"/>
              <p:cNvSpPr/>
              <p:nvPr/>
            </p:nvSpPr>
            <p:spPr>
              <a:xfrm>
                <a:off x="720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40"/>
              <p:cNvSpPr/>
              <p:nvPr/>
            </p:nvSpPr>
            <p:spPr>
              <a:xfrm>
                <a:off x="872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40"/>
              <p:cNvSpPr/>
              <p:nvPr/>
            </p:nvSpPr>
            <p:spPr>
              <a:xfrm>
                <a:off x="-381000"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40"/>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40"/>
              <p:cNvSpPr/>
              <p:nvPr/>
            </p:nvSpPr>
            <p:spPr>
              <a:xfrm>
                <a:off x="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40"/>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40"/>
              <p:cNvSpPr/>
              <p:nvPr/>
            </p:nvSpPr>
            <p:spPr>
              <a:xfrm>
                <a:off x="2286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40"/>
              <p:cNvSpPr/>
              <p:nvPr/>
            </p:nvSpPr>
            <p:spPr>
              <a:xfrm>
                <a:off x="762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40"/>
              <p:cNvSpPr/>
              <p:nvPr/>
            </p:nvSpPr>
            <p:spPr>
              <a:xfrm>
                <a:off x="685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40"/>
              <p:cNvSpPr/>
              <p:nvPr/>
            </p:nvSpPr>
            <p:spPr>
              <a:xfrm>
                <a:off x="838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40"/>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40"/>
              <p:cNvSpPr/>
              <p:nvPr/>
            </p:nvSpPr>
            <p:spPr>
              <a:xfrm>
                <a:off x="110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40"/>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40"/>
              <p:cNvSpPr/>
              <p:nvPr/>
            </p:nvSpPr>
            <p:spPr>
              <a:xfrm>
                <a:off x="7203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40"/>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40"/>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40"/>
              <p:cNvSpPr/>
              <p:nvPr/>
            </p:nvSpPr>
            <p:spPr>
              <a:xfrm>
                <a:off x="7620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40"/>
              <p:cNvSpPr/>
              <p:nvPr/>
            </p:nvSpPr>
            <p:spPr>
              <a:xfrm>
                <a:off x="8382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40"/>
              <p:cNvSpPr/>
              <p:nvPr/>
            </p:nvSpPr>
            <p:spPr>
              <a:xfrm>
                <a:off x="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5" name="Google Shape;2995;p40"/>
            <p:cNvGrpSpPr/>
            <p:nvPr/>
          </p:nvGrpSpPr>
          <p:grpSpPr>
            <a:xfrm>
              <a:off x="7965375" y="2898432"/>
              <a:ext cx="1524000" cy="291000"/>
              <a:chOff x="7965375" y="3049675"/>
              <a:chExt cx="1524000" cy="291000"/>
            </a:xfrm>
          </p:grpSpPr>
          <p:sp>
            <p:nvSpPr>
              <p:cNvPr id="2996" name="Google Shape;2996;p40"/>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40"/>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98" name="Google Shape;2998;p40"/>
          <p:cNvSpPr/>
          <p:nvPr/>
        </p:nvSpPr>
        <p:spPr>
          <a:xfrm>
            <a:off x="-167" y="4879925"/>
            <a:ext cx="9144000" cy="263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40"/>
          <p:cNvSpPr/>
          <p:nvPr/>
        </p:nvSpPr>
        <p:spPr>
          <a:xfrm flipH="1">
            <a:off x="-167" y="4427347"/>
            <a:ext cx="1060721" cy="492044"/>
          </a:xfrm>
          <a:custGeom>
            <a:rect b="b" l="l" r="r" t="t"/>
            <a:pathLst>
              <a:path extrusionOk="0" h="5143" w="11087">
                <a:moveTo>
                  <a:pt x="11087" y="0"/>
                </a:moveTo>
                <a:cubicBezTo>
                  <a:pt x="10790" y="35"/>
                  <a:pt x="10511" y="105"/>
                  <a:pt x="10232" y="192"/>
                </a:cubicBezTo>
                <a:cubicBezTo>
                  <a:pt x="8611" y="715"/>
                  <a:pt x="7164" y="1813"/>
                  <a:pt x="6084" y="3121"/>
                </a:cubicBezTo>
                <a:cubicBezTo>
                  <a:pt x="5658" y="2742"/>
                  <a:pt x="5079" y="2596"/>
                  <a:pt x="4490" y="2596"/>
                </a:cubicBezTo>
                <a:cubicBezTo>
                  <a:pt x="4211" y="2596"/>
                  <a:pt x="3930" y="2629"/>
                  <a:pt x="3661" y="2685"/>
                </a:cubicBezTo>
                <a:cubicBezTo>
                  <a:pt x="2179" y="3016"/>
                  <a:pt x="872" y="3887"/>
                  <a:pt x="0" y="5143"/>
                </a:cubicBezTo>
                <a:lnTo>
                  <a:pt x="11087" y="5143"/>
                </a:lnTo>
                <a:lnTo>
                  <a:pt x="1108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40"/>
          <p:cNvSpPr/>
          <p:nvPr/>
        </p:nvSpPr>
        <p:spPr>
          <a:xfrm flipH="1">
            <a:off x="7416516" y="4603997"/>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40"/>
          <p:cNvSpPr/>
          <p:nvPr/>
        </p:nvSpPr>
        <p:spPr>
          <a:xfrm>
            <a:off x="401117" y="948951"/>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40"/>
          <p:cNvSpPr/>
          <p:nvPr/>
        </p:nvSpPr>
        <p:spPr>
          <a:xfrm>
            <a:off x="2355175" y="272549"/>
            <a:ext cx="1864705" cy="263704"/>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40"/>
          <p:cNvSpPr/>
          <p:nvPr/>
        </p:nvSpPr>
        <p:spPr>
          <a:xfrm rot="-591853">
            <a:off x="763432" y="4217128"/>
            <a:ext cx="464060" cy="469830"/>
          </a:xfrm>
          <a:prstGeom prst="roundRect">
            <a:avLst>
              <a:gd fmla="val 780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40"/>
          <p:cNvSpPr/>
          <p:nvPr/>
        </p:nvSpPr>
        <p:spPr>
          <a:xfrm>
            <a:off x="1162400" y="813900"/>
            <a:ext cx="3816600" cy="475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40"/>
          <p:cNvSpPr/>
          <p:nvPr/>
        </p:nvSpPr>
        <p:spPr>
          <a:xfrm>
            <a:off x="1317475" y="975900"/>
            <a:ext cx="3506400" cy="44316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40"/>
          <p:cNvSpPr/>
          <p:nvPr/>
        </p:nvSpPr>
        <p:spPr>
          <a:xfrm rot="652027">
            <a:off x="-1097713" y="4175159"/>
            <a:ext cx="2659815" cy="2478903"/>
          </a:xfrm>
          <a:custGeom>
            <a:rect b="b" l="l" r="r" t="t"/>
            <a:pathLst>
              <a:path extrusionOk="0" h="16247" w="17433">
                <a:moveTo>
                  <a:pt x="10686" y="0"/>
                </a:moveTo>
                <a:cubicBezTo>
                  <a:pt x="10372" y="157"/>
                  <a:pt x="7653" y="3382"/>
                  <a:pt x="5893" y="5038"/>
                </a:cubicBezTo>
                <a:cubicBezTo>
                  <a:pt x="4115" y="6694"/>
                  <a:pt x="1" y="9256"/>
                  <a:pt x="1" y="9256"/>
                </a:cubicBezTo>
                <a:lnTo>
                  <a:pt x="1622" y="16246"/>
                </a:lnTo>
                <a:cubicBezTo>
                  <a:pt x="1622" y="16246"/>
                  <a:pt x="6259" y="11906"/>
                  <a:pt x="6991" y="11226"/>
                </a:cubicBezTo>
                <a:cubicBezTo>
                  <a:pt x="7723" y="10529"/>
                  <a:pt x="9205" y="10163"/>
                  <a:pt x="11087" y="8420"/>
                </a:cubicBezTo>
                <a:cubicBezTo>
                  <a:pt x="12307" y="7304"/>
                  <a:pt x="12883" y="5369"/>
                  <a:pt x="12883" y="5369"/>
                </a:cubicBezTo>
                <a:cubicBezTo>
                  <a:pt x="13283" y="4829"/>
                  <a:pt x="13754" y="4323"/>
                  <a:pt x="14260" y="3853"/>
                </a:cubicBezTo>
                <a:cubicBezTo>
                  <a:pt x="15061" y="3138"/>
                  <a:pt x="17432" y="872"/>
                  <a:pt x="16805" y="349"/>
                </a:cubicBezTo>
                <a:cubicBezTo>
                  <a:pt x="16745" y="301"/>
                  <a:pt x="16658" y="279"/>
                  <a:pt x="16549" y="279"/>
                </a:cubicBezTo>
                <a:cubicBezTo>
                  <a:pt x="15517" y="279"/>
                  <a:pt x="12534" y="2249"/>
                  <a:pt x="12534" y="2249"/>
                </a:cubicBezTo>
                <a:cubicBezTo>
                  <a:pt x="12290" y="1796"/>
                  <a:pt x="10686" y="0"/>
                  <a:pt x="106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40"/>
          <p:cNvSpPr txBox="1"/>
          <p:nvPr>
            <p:ph type="title"/>
          </p:nvPr>
        </p:nvSpPr>
        <p:spPr>
          <a:xfrm>
            <a:off x="1444075" y="2547525"/>
            <a:ext cx="3253200" cy="729000"/>
          </a:xfrm>
          <a:prstGeom prst="rect">
            <a:avLst/>
          </a:prstGeom>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008" name="Google Shape;3008;p40"/>
          <p:cNvSpPr txBox="1"/>
          <p:nvPr>
            <p:ph idx="1" type="subTitle"/>
          </p:nvPr>
        </p:nvSpPr>
        <p:spPr>
          <a:xfrm>
            <a:off x="1446150" y="3400898"/>
            <a:ext cx="3253200" cy="632400"/>
          </a:xfrm>
          <a:prstGeom prst="rect">
            <a:avLst/>
          </a:prstGeom>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009" name="Google Shape;3009;p40"/>
          <p:cNvSpPr txBox="1"/>
          <p:nvPr>
            <p:ph hasCustomPrompt="1" idx="2" type="title"/>
          </p:nvPr>
        </p:nvSpPr>
        <p:spPr>
          <a:xfrm>
            <a:off x="2231998" y="1100602"/>
            <a:ext cx="1681500" cy="1321200"/>
          </a:xfrm>
          <a:prstGeom prst="rect">
            <a:avLst/>
          </a:prstGeom>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lvl1pPr lvl="0">
              <a:spcBef>
                <a:spcPts val="0"/>
              </a:spcBef>
              <a:spcAft>
                <a:spcPts val="0"/>
              </a:spcAft>
              <a:buSzPts val="12000"/>
              <a:buNone/>
              <a:defRPr sz="8000">
                <a:solidFill>
                  <a:schemeClr val="accent3"/>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3010" name="Google Shape;3010;p40"/>
          <p:cNvSpPr/>
          <p:nvPr/>
        </p:nvSpPr>
        <p:spPr>
          <a:xfrm flipH="1">
            <a:off x="5129644" y="4652823"/>
            <a:ext cx="1486331" cy="263696"/>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40"/>
          <p:cNvSpPr/>
          <p:nvPr/>
        </p:nvSpPr>
        <p:spPr>
          <a:xfrm>
            <a:off x="7802647" y="219798"/>
            <a:ext cx="955059" cy="135048"/>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3012" name="Shape 3012"/>
        <p:cNvGrpSpPr/>
        <p:nvPr/>
      </p:nvGrpSpPr>
      <p:grpSpPr>
        <a:xfrm>
          <a:off x="0" y="0"/>
          <a:ext cx="0" cy="0"/>
          <a:chOff x="0" y="0"/>
          <a:chExt cx="0" cy="0"/>
        </a:xfrm>
      </p:grpSpPr>
      <p:grpSp>
        <p:nvGrpSpPr>
          <p:cNvPr id="3013" name="Google Shape;3013;p41"/>
          <p:cNvGrpSpPr/>
          <p:nvPr/>
        </p:nvGrpSpPr>
        <p:grpSpPr>
          <a:xfrm flipH="1">
            <a:off x="7411015" y="223208"/>
            <a:ext cx="1727332" cy="3760613"/>
            <a:chOff x="1622025" y="238125"/>
            <a:chExt cx="746825" cy="1626000"/>
          </a:xfrm>
        </p:grpSpPr>
        <p:sp>
          <p:nvSpPr>
            <p:cNvPr id="3014" name="Google Shape;3014;p41"/>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41"/>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41"/>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41"/>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41"/>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19" name="Google Shape;3019;p41"/>
          <p:cNvGrpSpPr/>
          <p:nvPr/>
        </p:nvGrpSpPr>
        <p:grpSpPr>
          <a:xfrm flipH="1">
            <a:off x="-95677" y="453120"/>
            <a:ext cx="1941800" cy="3493159"/>
            <a:chOff x="3074425" y="1038250"/>
            <a:chExt cx="989200" cy="1779500"/>
          </a:xfrm>
        </p:grpSpPr>
        <p:sp>
          <p:nvSpPr>
            <p:cNvPr id="3020" name="Google Shape;3020;p41"/>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41"/>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41"/>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41"/>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41"/>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25" name="Google Shape;3025;p41"/>
          <p:cNvGrpSpPr/>
          <p:nvPr/>
        </p:nvGrpSpPr>
        <p:grpSpPr>
          <a:xfrm>
            <a:off x="2215707" y="1683636"/>
            <a:ext cx="1511499" cy="3290861"/>
            <a:chOff x="1622025" y="238125"/>
            <a:chExt cx="746825" cy="1626000"/>
          </a:xfrm>
        </p:grpSpPr>
        <p:sp>
          <p:nvSpPr>
            <p:cNvPr id="3026" name="Google Shape;3026;p41"/>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41"/>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41"/>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41"/>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41"/>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31" name="Google Shape;3031;p41"/>
          <p:cNvSpPr/>
          <p:nvPr/>
        </p:nvSpPr>
        <p:spPr>
          <a:xfrm flipH="1">
            <a:off x="-5662" y="4879925"/>
            <a:ext cx="9144000" cy="29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41"/>
          <p:cNvSpPr txBox="1"/>
          <p:nvPr>
            <p:ph type="title"/>
          </p:nvPr>
        </p:nvSpPr>
        <p:spPr>
          <a:xfrm>
            <a:off x="713250" y="539500"/>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grpSp>
        <p:nvGrpSpPr>
          <p:cNvPr id="3033" name="Google Shape;3033;p41"/>
          <p:cNvGrpSpPr/>
          <p:nvPr/>
        </p:nvGrpSpPr>
        <p:grpSpPr>
          <a:xfrm>
            <a:off x="4457524" y="1328282"/>
            <a:ext cx="2528583" cy="3403880"/>
            <a:chOff x="3074425" y="836100"/>
            <a:chExt cx="1472075" cy="1981650"/>
          </a:xfrm>
        </p:grpSpPr>
        <p:sp>
          <p:nvSpPr>
            <p:cNvPr id="3034" name="Google Shape;3034;p41"/>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41"/>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41"/>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41"/>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41"/>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41"/>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41"/>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41"/>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42" name="Google Shape;3042;p41"/>
          <p:cNvGrpSpPr/>
          <p:nvPr/>
        </p:nvGrpSpPr>
        <p:grpSpPr>
          <a:xfrm flipH="1">
            <a:off x="-351037" y="3712365"/>
            <a:ext cx="9870375" cy="1176260"/>
            <a:chOff x="-385478" y="3712365"/>
            <a:chExt cx="9870375" cy="1176260"/>
          </a:xfrm>
        </p:grpSpPr>
        <p:grpSp>
          <p:nvGrpSpPr>
            <p:cNvPr id="3043" name="Google Shape;3043;p41"/>
            <p:cNvGrpSpPr/>
            <p:nvPr/>
          </p:nvGrpSpPr>
          <p:grpSpPr>
            <a:xfrm>
              <a:off x="-385478" y="3712365"/>
              <a:ext cx="9870375" cy="1176260"/>
              <a:chOff x="-385478" y="3712365"/>
              <a:chExt cx="9870375" cy="1176260"/>
            </a:xfrm>
          </p:grpSpPr>
          <p:grpSp>
            <p:nvGrpSpPr>
              <p:cNvPr id="3044" name="Google Shape;3044;p41"/>
              <p:cNvGrpSpPr/>
              <p:nvPr/>
            </p:nvGrpSpPr>
            <p:grpSpPr>
              <a:xfrm>
                <a:off x="-385478" y="4005140"/>
                <a:ext cx="9870375" cy="883485"/>
                <a:chOff x="-381000" y="4005140"/>
                <a:chExt cx="9870375" cy="883485"/>
              </a:xfrm>
            </p:grpSpPr>
            <p:sp>
              <p:nvSpPr>
                <p:cNvPr id="3045" name="Google Shape;3045;p41"/>
                <p:cNvSpPr/>
                <p:nvPr/>
              </p:nvSpPr>
              <p:spPr>
                <a:xfrm>
                  <a:off x="1869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41"/>
                <p:cNvSpPr/>
                <p:nvPr/>
              </p:nvSpPr>
              <p:spPr>
                <a:xfrm>
                  <a:off x="3764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41"/>
                <p:cNvSpPr/>
                <p:nvPr/>
              </p:nvSpPr>
              <p:spPr>
                <a:xfrm>
                  <a:off x="110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41"/>
                <p:cNvSpPr/>
                <p:nvPr/>
              </p:nvSpPr>
              <p:spPr>
                <a:xfrm>
                  <a:off x="4155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41"/>
                <p:cNvSpPr/>
                <p:nvPr/>
              </p:nvSpPr>
              <p:spPr>
                <a:xfrm>
                  <a:off x="2631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41"/>
                <p:cNvSpPr/>
                <p:nvPr/>
              </p:nvSpPr>
              <p:spPr>
                <a:xfrm>
                  <a:off x="3393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41"/>
                <p:cNvSpPr/>
                <p:nvPr/>
              </p:nvSpPr>
              <p:spPr>
                <a:xfrm>
                  <a:off x="6441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41"/>
                <p:cNvSpPr/>
                <p:nvPr/>
              </p:nvSpPr>
              <p:spPr>
                <a:xfrm>
                  <a:off x="491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41"/>
                <p:cNvSpPr/>
                <p:nvPr/>
              </p:nvSpPr>
              <p:spPr>
                <a:xfrm>
                  <a:off x="5679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41"/>
                <p:cNvSpPr/>
                <p:nvPr/>
              </p:nvSpPr>
              <p:spPr>
                <a:xfrm>
                  <a:off x="7965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41"/>
                <p:cNvSpPr/>
                <p:nvPr/>
              </p:nvSpPr>
              <p:spPr>
                <a:xfrm>
                  <a:off x="7203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41"/>
                <p:cNvSpPr/>
                <p:nvPr/>
              </p:nvSpPr>
              <p:spPr>
                <a:xfrm>
                  <a:off x="872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41"/>
                <p:cNvSpPr/>
                <p:nvPr/>
              </p:nvSpPr>
              <p:spPr>
                <a:xfrm>
                  <a:off x="-381000"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41"/>
                <p:cNvSpPr/>
                <p:nvPr/>
              </p:nvSpPr>
              <p:spPr>
                <a:xfrm>
                  <a:off x="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41"/>
                <p:cNvSpPr/>
                <p:nvPr/>
              </p:nvSpPr>
              <p:spPr>
                <a:xfrm>
                  <a:off x="8382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41"/>
                <p:cNvSpPr/>
                <p:nvPr/>
              </p:nvSpPr>
              <p:spPr>
                <a:xfrm>
                  <a:off x="87273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41"/>
                <p:cNvSpPr/>
                <p:nvPr/>
              </p:nvSpPr>
              <p:spPr>
                <a:xfrm>
                  <a:off x="-381000"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41"/>
                <p:cNvSpPr/>
                <p:nvPr/>
              </p:nvSpPr>
              <p:spPr>
                <a:xfrm>
                  <a:off x="-22" y="4128425"/>
                  <a:ext cx="1524000" cy="7602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63" name="Google Shape;3063;p41"/>
              <p:cNvSpPr/>
              <p:nvPr/>
            </p:nvSpPr>
            <p:spPr>
              <a:xfrm>
                <a:off x="-9003" y="371236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64" name="Google Shape;3064;p41"/>
            <p:cNvSpPr/>
            <p:nvPr/>
          </p:nvSpPr>
          <p:spPr>
            <a:xfrm>
              <a:off x="8377522" y="371236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65" name="Google Shape;3065;p41"/>
          <p:cNvSpPr/>
          <p:nvPr/>
        </p:nvSpPr>
        <p:spPr>
          <a:xfrm flipH="1">
            <a:off x="4113744" y="4785649"/>
            <a:ext cx="1136568" cy="201654"/>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41"/>
          <p:cNvSpPr/>
          <p:nvPr/>
        </p:nvSpPr>
        <p:spPr>
          <a:xfrm flipH="1">
            <a:off x="7411035" y="4732144"/>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41"/>
          <p:cNvSpPr/>
          <p:nvPr/>
        </p:nvSpPr>
        <p:spPr>
          <a:xfrm>
            <a:off x="-5660" y="4879934"/>
            <a:ext cx="963896" cy="201648"/>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41"/>
          <p:cNvSpPr/>
          <p:nvPr/>
        </p:nvSpPr>
        <p:spPr>
          <a:xfrm>
            <a:off x="6544527" y="223192"/>
            <a:ext cx="1625922" cy="229945"/>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41"/>
          <p:cNvSpPr/>
          <p:nvPr/>
        </p:nvSpPr>
        <p:spPr>
          <a:xfrm>
            <a:off x="532296" y="539501"/>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41"/>
          <p:cNvSpPr/>
          <p:nvPr/>
        </p:nvSpPr>
        <p:spPr>
          <a:xfrm>
            <a:off x="205450" y="1248575"/>
            <a:ext cx="8733300" cy="35346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41"/>
          <p:cNvSpPr/>
          <p:nvPr/>
        </p:nvSpPr>
        <p:spPr>
          <a:xfrm>
            <a:off x="380051" y="1423225"/>
            <a:ext cx="8384100" cy="31854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3072" name="Shape 3072"/>
        <p:cNvGrpSpPr/>
        <p:nvPr/>
      </p:nvGrpSpPr>
      <p:grpSpPr>
        <a:xfrm>
          <a:off x="0" y="0"/>
          <a:ext cx="0" cy="0"/>
          <a:chOff x="0" y="0"/>
          <a:chExt cx="0" cy="0"/>
        </a:xfrm>
      </p:grpSpPr>
      <p:grpSp>
        <p:nvGrpSpPr>
          <p:cNvPr id="3073" name="Google Shape;3073;p42"/>
          <p:cNvGrpSpPr/>
          <p:nvPr/>
        </p:nvGrpSpPr>
        <p:grpSpPr>
          <a:xfrm flipH="1">
            <a:off x="2507469" y="71855"/>
            <a:ext cx="3761401" cy="4668493"/>
            <a:chOff x="5932450" y="2691225"/>
            <a:chExt cx="1445525" cy="1794125"/>
          </a:xfrm>
        </p:grpSpPr>
        <p:sp>
          <p:nvSpPr>
            <p:cNvPr id="3074" name="Google Shape;3074;p42"/>
            <p:cNvSpPr/>
            <p:nvPr/>
          </p:nvSpPr>
          <p:spPr>
            <a:xfrm>
              <a:off x="6817975" y="3120900"/>
              <a:ext cx="0" cy="1364450"/>
            </a:xfrm>
            <a:custGeom>
              <a:rect b="b" l="l" r="r" t="t"/>
              <a:pathLst>
                <a:path extrusionOk="0" fill="none" h="54578" w="0">
                  <a:moveTo>
                    <a:pt x="0" y="1"/>
                  </a:moveTo>
                  <a:lnTo>
                    <a:pt x="0" y="54578"/>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42"/>
            <p:cNvSpPr/>
            <p:nvPr/>
          </p:nvSpPr>
          <p:spPr>
            <a:xfrm>
              <a:off x="6775700" y="3120900"/>
              <a:ext cx="25" cy="1364450"/>
            </a:xfrm>
            <a:custGeom>
              <a:rect b="b" l="l" r="r" t="t"/>
              <a:pathLst>
                <a:path extrusionOk="0" fill="none" h="54578" w="1">
                  <a:moveTo>
                    <a:pt x="0" y="1"/>
                  </a:moveTo>
                  <a:lnTo>
                    <a:pt x="0" y="54578"/>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42"/>
            <p:cNvSpPr/>
            <p:nvPr/>
          </p:nvSpPr>
          <p:spPr>
            <a:xfrm>
              <a:off x="6776125" y="315357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42"/>
            <p:cNvSpPr/>
            <p:nvPr/>
          </p:nvSpPr>
          <p:spPr>
            <a:xfrm>
              <a:off x="6776125" y="3209375"/>
              <a:ext cx="41850" cy="54500"/>
            </a:xfrm>
            <a:custGeom>
              <a:rect b="b" l="l" r="r" t="t"/>
              <a:pathLst>
                <a:path extrusionOk="0" fill="none" h="2180" w="1674">
                  <a:moveTo>
                    <a:pt x="1569" y="70"/>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42"/>
            <p:cNvSpPr/>
            <p:nvPr/>
          </p:nvSpPr>
          <p:spPr>
            <a:xfrm>
              <a:off x="6776125" y="3209375"/>
              <a:ext cx="41850" cy="54500"/>
            </a:xfrm>
            <a:custGeom>
              <a:rect b="b" l="l" r="r" t="t"/>
              <a:pathLst>
                <a:path extrusionOk="0" fill="none" h="2180" w="1674">
                  <a:moveTo>
                    <a:pt x="1569" y="70"/>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42"/>
            <p:cNvSpPr/>
            <p:nvPr/>
          </p:nvSpPr>
          <p:spPr>
            <a:xfrm>
              <a:off x="6776125" y="326557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42"/>
            <p:cNvSpPr/>
            <p:nvPr/>
          </p:nvSpPr>
          <p:spPr>
            <a:xfrm>
              <a:off x="6776125" y="326557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42"/>
            <p:cNvSpPr/>
            <p:nvPr/>
          </p:nvSpPr>
          <p:spPr>
            <a:xfrm>
              <a:off x="6776125" y="3321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42"/>
            <p:cNvSpPr/>
            <p:nvPr/>
          </p:nvSpPr>
          <p:spPr>
            <a:xfrm>
              <a:off x="6776125" y="3321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42"/>
            <p:cNvSpPr/>
            <p:nvPr/>
          </p:nvSpPr>
          <p:spPr>
            <a:xfrm>
              <a:off x="6776125" y="337715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42"/>
            <p:cNvSpPr/>
            <p:nvPr/>
          </p:nvSpPr>
          <p:spPr>
            <a:xfrm>
              <a:off x="6776125" y="337715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42"/>
            <p:cNvSpPr/>
            <p:nvPr/>
          </p:nvSpPr>
          <p:spPr>
            <a:xfrm>
              <a:off x="6776125" y="3433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42"/>
            <p:cNvSpPr/>
            <p:nvPr/>
          </p:nvSpPr>
          <p:spPr>
            <a:xfrm>
              <a:off x="6776125" y="3433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42"/>
            <p:cNvSpPr/>
            <p:nvPr/>
          </p:nvSpPr>
          <p:spPr>
            <a:xfrm>
              <a:off x="6776125" y="34891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42"/>
            <p:cNvSpPr/>
            <p:nvPr/>
          </p:nvSpPr>
          <p:spPr>
            <a:xfrm>
              <a:off x="6776125" y="34891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42"/>
            <p:cNvSpPr/>
            <p:nvPr/>
          </p:nvSpPr>
          <p:spPr>
            <a:xfrm>
              <a:off x="6776125" y="354492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42"/>
            <p:cNvSpPr/>
            <p:nvPr/>
          </p:nvSpPr>
          <p:spPr>
            <a:xfrm>
              <a:off x="6776125" y="354492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42"/>
            <p:cNvSpPr/>
            <p:nvPr/>
          </p:nvSpPr>
          <p:spPr>
            <a:xfrm>
              <a:off x="6776125" y="360112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42"/>
            <p:cNvSpPr/>
            <p:nvPr/>
          </p:nvSpPr>
          <p:spPr>
            <a:xfrm>
              <a:off x="6776125" y="360112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42"/>
            <p:cNvSpPr/>
            <p:nvPr/>
          </p:nvSpPr>
          <p:spPr>
            <a:xfrm>
              <a:off x="6776125" y="36569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42"/>
            <p:cNvSpPr/>
            <p:nvPr/>
          </p:nvSpPr>
          <p:spPr>
            <a:xfrm>
              <a:off x="6776125" y="36569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42"/>
            <p:cNvSpPr/>
            <p:nvPr/>
          </p:nvSpPr>
          <p:spPr>
            <a:xfrm>
              <a:off x="6776125" y="371270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42"/>
            <p:cNvSpPr/>
            <p:nvPr/>
          </p:nvSpPr>
          <p:spPr>
            <a:xfrm>
              <a:off x="6776125" y="371270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42"/>
            <p:cNvSpPr/>
            <p:nvPr/>
          </p:nvSpPr>
          <p:spPr>
            <a:xfrm>
              <a:off x="6776125" y="376847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42"/>
            <p:cNvSpPr/>
            <p:nvPr/>
          </p:nvSpPr>
          <p:spPr>
            <a:xfrm>
              <a:off x="6776125" y="376847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42"/>
            <p:cNvSpPr/>
            <p:nvPr/>
          </p:nvSpPr>
          <p:spPr>
            <a:xfrm>
              <a:off x="6776125" y="382470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42"/>
            <p:cNvSpPr/>
            <p:nvPr/>
          </p:nvSpPr>
          <p:spPr>
            <a:xfrm>
              <a:off x="6776125" y="382470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42"/>
            <p:cNvSpPr/>
            <p:nvPr/>
          </p:nvSpPr>
          <p:spPr>
            <a:xfrm>
              <a:off x="6776125" y="388047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42"/>
            <p:cNvSpPr/>
            <p:nvPr/>
          </p:nvSpPr>
          <p:spPr>
            <a:xfrm>
              <a:off x="6776125" y="388047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42"/>
            <p:cNvSpPr/>
            <p:nvPr/>
          </p:nvSpPr>
          <p:spPr>
            <a:xfrm>
              <a:off x="6776125" y="3936250"/>
              <a:ext cx="41850" cy="54925"/>
            </a:xfrm>
            <a:custGeom>
              <a:rect b="b" l="l" r="r" t="t"/>
              <a:pathLst>
                <a:path extrusionOk="0" fill="none" h="2197" w="1674">
                  <a:moveTo>
                    <a:pt x="1569" y="70"/>
                  </a:moveTo>
                  <a:lnTo>
                    <a:pt x="1" y="2197"/>
                  </a:lnTo>
                  <a:lnTo>
                    <a:pt x="1674" y="2197"/>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42"/>
            <p:cNvSpPr/>
            <p:nvPr/>
          </p:nvSpPr>
          <p:spPr>
            <a:xfrm>
              <a:off x="6776125" y="3936250"/>
              <a:ext cx="41850" cy="54925"/>
            </a:xfrm>
            <a:custGeom>
              <a:rect b="b" l="l" r="r" t="t"/>
              <a:pathLst>
                <a:path extrusionOk="0" fill="none" h="2197" w="1674">
                  <a:moveTo>
                    <a:pt x="1569" y="70"/>
                  </a:moveTo>
                  <a:lnTo>
                    <a:pt x="1" y="2197"/>
                  </a:lnTo>
                  <a:lnTo>
                    <a:pt x="1674" y="2197"/>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42"/>
            <p:cNvSpPr/>
            <p:nvPr/>
          </p:nvSpPr>
          <p:spPr>
            <a:xfrm>
              <a:off x="6776125" y="399247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42"/>
            <p:cNvSpPr/>
            <p:nvPr/>
          </p:nvSpPr>
          <p:spPr>
            <a:xfrm>
              <a:off x="6776125" y="399247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42"/>
            <p:cNvSpPr/>
            <p:nvPr/>
          </p:nvSpPr>
          <p:spPr>
            <a:xfrm>
              <a:off x="6776125" y="399247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42"/>
            <p:cNvSpPr/>
            <p:nvPr/>
          </p:nvSpPr>
          <p:spPr>
            <a:xfrm>
              <a:off x="6776125" y="404825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42"/>
            <p:cNvSpPr/>
            <p:nvPr/>
          </p:nvSpPr>
          <p:spPr>
            <a:xfrm>
              <a:off x="6776125" y="404825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42"/>
            <p:cNvSpPr/>
            <p:nvPr/>
          </p:nvSpPr>
          <p:spPr>
            <a:xfrm>
              <a:off x="6776125" y="4104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42"/>
            <p:cNvSpPr/>
            <p:nvPr/>
          </p:nvSpPr>
          <p:spPr>
            <a:xfrm>
              <a:off x="6776125" y="4104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42"/>
            <p:cNvSpPr/>
            <p:nvPr/>
          </p:nvSpPr>
          <p:spPr>
            <a:xfrm>
              <a:off x="6776125" y="41602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42"/>
            <p:cNvSpPr/>
            <p:nvPr/>
          </p:nvSpPr>
          <p:spPr>
            <a:xfrm>
              <a:off x="6776125" y="41602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42"/>
            <p:cNvSpPr/>
            <p:nvPr/>
          </p:nvSpPr>
          <p:spPr>
            <a:xfrm>
              <a:off x="6776125" y="4216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42"/>
            <p:cNvSpPr/>
            <p:nvPr/>
          </p:nvSpPr>
          <p:spPr>
            <a:xfrm>
              <a:off x="6776125" y="4216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42"/>
            <p:cNvSpPr/>
            <p:nvPr/>
          </p:nvSpPr>
          <p:spPr>
            <a:xfrm>
              <a:off x="6776125" y="427180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42"/>
            <p:cNvSpPr/>
            <p:nvPr/>
          </p:nvSpPr>
          <p:spPr>
            <a:xfrm>
              <a:off x="6776125" y="427180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42"/>
            <p:cNvSpPr/>
            <p:nvPr/>
          </p:nvSpPr>
          <p:spPr>
            <a:xfrm>
              <a:off x="6776125" y="43280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42"/>
            <p:cNvSpPr/>
            <p:nvPr/>
          </p:nvSpPr>
          <p:spPr>
            <a:xfrm>
              <a:off x="6776125" y="43280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42"/>
            <p:cNvSpPr/>
            <p:nvPr/>
          </p:nvSpPr>
          <p:spPr>
            <a:xfrm>
              <a:off x="6776125" y="438380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42"/>
            <p:cNvSpPr/>
            <p:nvPr/>
          </p:nvSpPr>
          <p:spPr>
            <a:xfrm>
              <a:off x="6722100" y="2980150"/>
              <a:ext cx="118550" cy="144700"/>
            </a:xfrm>
            <a:custGeom>
              <a:rect b="b" l="l" r="r" t="t"/>
              <a:pathLst>
                <a:path extrusionOk="0" h="5788" w="4742">
                  <a:moveTo>
                    <a:pt x="0" y="0"/>
                  </a:moveTo>
                  <a:lnTo>
                    <a:pt x="0" y="5788"/>
                  </a:lnTo>
                  <a:lnTo>
                    <a:pt x="4741" y="5788"/>
                  </a:lnTo>
                  <a:lnTo>
                    <a:pt x="474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42"/>
            <p:cNvSpPr/>
            <p:nvPr/>
          </p:nvSpPr>
          <p:spPr>
            <a:xfrm>
              <a:off x="6227050" y="2692975"/>
              <a:ext cx="686375" cy="264100"/>
            </a:xfrm>
            <a:custGeom>
              <a:rect b="b" l="l" r="r" t="t"/>
              <a:pathLst>
                <a:path extrusionOk="0" fill="none" h="10564" w="27455">
                  <a:moveTo>
                    <a:pt x="27454" y="0"/>
                  </a:moveTo>
                  <a:lnTo>
                    <a:pt x="0" y="10564"/>
                  </a:lnTo>
                </a:path>
              </a:pathLst>
            </a:custGeom>
            <a:noFill/>
            <a:ln cap="flat" cmpd="sng" w="2625">
              <a:solidFill>
                <a:schemeClr val="lt1"/>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42"/>
            <p:cNvSpPr/>
            <p:nvPr/>
          </p:nvSpPr>
          <p:spPr>
            <a:xfrm>
              <a:off x="6454525" y="2692975"/>
              <a:ext cx="460200" cy="237525"/>
            </a:xfrm>
            <a:custGeom>
              <a:rect b="b" l="l" r="r" t="t"/>
              <a:pathLst>
                <a:path extrusionOk="0" fill="none" h="9501" w="18408">
                  <a:moveTo>
                    <a:pt x="18408" y="0"/>
                  </a:moveTo>
                  <a:lnTo>
                    <a:pt x="1691" y="9500"/>
                  </a:lnTo>
                  <a:lnTo>
                    <a:pt x="0" y="7060"/>
                  </a:lnTo>
                </a:path>
              </a:pathLst>
            </a:custGeom>
            <a:noFill/>
            <a:ln cap="flat" cmpd="sng" w="2625">
              <a:solidFill>
                <a:schemeClr val="lt1"/>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42"/>
            <p:cNvSpPr/>
            <p:nvPr/>
          </p:nvSpPr>
          <p:spPr>
            <a:xfrm>
              <a:off x="6912525" y="2691225"/>
              <a:ext cx="160400" cy="232300"/>
            </a:xfrm>
            <a:custGeom>
              <a:rect b="b" l="l" r="r" t="t"/>
              <a:pathLst>
                <a:path extrusionOk="0" fill="none" h="9292" w="6416">
                  <a:moveTo>
                    <a:pt x="1" y="1"/>
                  </a:moveTo>
                  <a:lnTo>
                    <a:pt x="6415" y="9291"/>
                  </a:lnTo>
                </a:path>
              </a:pathLst>
            </a:custGeom>
            <a:noFill/>
            <a:ln cap="flat" cmpd="sng" w="2625">
              <a:solidFill>
                <a:schemeClr val="lt1"/>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42"/>
            <p:cNvSpPr/>
            <p:nvPr/>
          </p:nvSpPr>
          <p:spPr>
            <a:xfrm>
              <a:off x="5932450" y="2897775"/>
              <a:ext cx="1445525" cy="86325"/>
            </a:xfrm>
            <a:custGeom>
              <a:rect b="b" l="l" r="r" t="t"/>
              <a:pathLst>
                <a:path extrusionOk="0" h="3453" w="57821">
                  <a:moveTo>
                    <a:pt x="39796" y="175"/>
                  </a:moveTo>
                  <a:lnTo>
                    <a:pt x="44119" y="977"/>
                  </a:lnTo>
                  <a:lnTo>
                    <a:pt x="44241" y="994"/>
                  </a:lnTo>
                  <a:lnTo>
                    <a:pt x="48059" y="1709"/>
                  </a:lnTo>
                  <a:lnTo>
                    <a:pt x="48163" y="1727"/>
                  </a:lnTo>
                  <a:lnTo>
                    <a:pt x="51998" y="2441"/>
                  </a:lnTo>
                  <a:lnTo>
                    <a:pt x="52103" y="2459"/>
                  </a:lnTo>
                  <a:lnTo>
                    <a:pt x="57193" y="3348"/>
                  </a:lnTo>
                  <a:lnTo>
                    <a:pt x="1343" y="3348"/>
                  </a:lnTo>
                  <a:lnTo>
                    <a:pt x="7374" y="2825"/>
                  </a:lnTo>
                  <a:lnTo>
                    <a:pt x="7496" y="2825"/>
                  </a:lnTo>
                  <a:lnTo>
                    <a:pt x="11767" y="2476"/>
                  </a:lnTo>
                  <a:lnTo>
                    <a:pt x="11871" y="2476"/>
                  </a:lnTo>
                  <a:lnTo>
                    <a:pt x="15619" y="2162"/>
                  </a:lnTo>
                  <a:lnTo>
                    <a:pt x="15724" y="2162"/>
                  </a:lnTo>
                  <a:lnTo>
                    <a:pt x="19576" y="1831"/>
                  </a:lnTo>
                  <a:lnTo>
                    <a:pt x="19698" y="1831"/>
                  </a:lnTo>
                  <a:lnTo>
                    <a:pt x="23620" y="1500"/>
                  </a:lnTo>
                  <a:lnTo>
                    <a:pt x="23725" y="1500"/>
                  </a:lnTo>
                  <a:lnTo>
                    <a:pt x="27368" y="1186"/>
                  </a:lnTo>
                  <a:lnTo>
                    <a:pt x="27472" y="1186"/>
                  </a:lnTo>
                  <a:lnTo>
                    <a:pt x="31377" y="855"/>
                  </a:lnTo>
                  <a:lnTo>
                    <a:pt x="31482" y="855"/>
                  </a:lnTo>
                  <a:lnTo>
                    <a:pt x="35386" y="524"/>
                  </a:lnTo>
                  <a:lnTo>
                    <a:pt x="35491" y="524"/>
                  </a:lnTo>
                  <a:lnTo>
                    <a:pt x="39692" y="175"/>
                  </a:lnTo>
                  <a:close/>
                  <a:moveTo>
                    <a:pt x="39692" y="1"/>
                  </a:moveTo>
                  <a:lnTo>
                    <a:pt x="35491" y="350"/>
                  </a:lnTo>
                  <a:lnTo>
                    <a:pt x="35386" y="350"/>
                  </a:lnTo>
                  <a:lnTo>
                    <a:pt x="31499" y="681"/>
                  </a:lnTo>
                  <a:lnTo>
                    <a:pt x="31377" y="698"/>
                  </a:lnTo>
                  <a:lnTo>
                    <a:pt x="27490" y="1012"/>
                  </a:lnTo>
                  <a:lnTo>
                    <a:pt x="27385" y="1012"/>
                  </a:lnTo>
                  <a:lnTo>
                    <a:pt x="11837" y="2319"/>
                  </a:lnTo>
                  <a:lnTo>
                    <a:pt x="11767" y="2319"/>
                  </a:lnTo>
                  <a:lnTo>
                    <a:pt x="7461" y="2685"/>
                  </a:lnTo>
                  <a:lnTo>
                    <a:pt x="7392" y="2685"/>
                  </a:lnTo>
                  <a:lnTo>
                    <a:pt x="53" y="3348"/>
                  </a:lnTo>
                  <a:cubicBezTo>
                    <a:pt x="36" y="3348"/>
                    <a:pt x="1" y="3365"/>
                    <a:pt x="1" y="3400"/>
                  </a:cubicBezTo>
                  <a:cubicBezTo>
                    <a:pt x="1" y="3417"/>
                    <a:pt x="36" y="3452"/>
                    <a:pt x="53" y="3452"/>
                  </a:cubicBezTo>
                  <a:lnTo>
                    <a:pt x="57768" y="3452"/>
                  </a:lnTo>
                  <a:cubicBezTo>
                    <a:pt x="57803" y="3452"/>
                    <a:pt x="57820" y="3417"/>
                    <a:pt x="57820" y="3400"/>
                  </a:cubicBezTo>
                  <a:cubicBezTo>
                    <a:pt x="57820" y="3365"/>
                    <a:pt x="57803" y="3348"/>
                    <a:pt x="57785" y="3348"/>
                  </a:cubicBezTo>
                  <a:lnTo>
                    <a:pt x="52120" y="2284"/>
                  </a:lnTo>
                  <a:lnTo>
                    <a:pt x="51998" y="2267"/>
                  </a:lnTo>
                  <a:lnTo>
                    <a:pt x="48181" y="1552"/>
                  </a:lnTo>
                  <a:lnTo>
                    <a:pt x="48076" y="1535"/>
                  </a:lnTo>
                  <a:lnTo>
                    <a:pt x="44259" y="820"/>
                  </a:lnTo>
                  <a:lnTo>
                    <a:pt x="44137" y="803"/>
                  </a:lnTo>
                  <a:lnTo>
                    <a:pt x="3981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42"/>
            <p:cNvSpPr/>
            <p:nvPr/>
          </p:nvSpPr>
          <p:spPr>
            <a:xfrm>
              <a:off x="6117225" y="2965325"/>
              <a:ext cx="2650" cy="18325"/>
            </a:xfrm>
            <a:custGeom>
              <a:rect b="b" l="l" r="r" t="t"/>
              <a:pathLst>
                <a:path extrusionOk="0" h="733" w="106">
                  <a:moveTo>
                    <a:pt x="53" y="1"/>
                  </a:moveTo>
                  <a:cubicBezTo>
                    <a:pt x="27" y="1"/>
                    <a:pt x="1" y="18"/>
                    <a:pt x="1" y="53"/>
                  </a:cubicBezTo>
                  <a:lnTo>
                    <a:pt x="1" y="663"/>
                  </a:lnTo>
                  <a:cubicBezTo>
                    <a:pt x="1" y="698"/>
                    <a:pt x="18" y="733"/>
                    <a:pt x="53" y="733"/>
                  </a:cubicBezTo>
                  <a:cubicBezTo>
                    <a:pt x="88" y="733"/>
                    <a:pt x="105" y="698"/>
                    <a:pt x="105" y="663"/>
                  </a:cubicBezTo>
                  <a:lnTo>
                    <a:pt x="105" y="53"/>
                  </a:lnTo>
                  <a:cubicBezTo>
                    <a:pt x="105" y="18"/>
                    <a:pt x="79" y="1"/>
                    <a:pt x="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42"/>
            <p:cNvSpPr/>
            <p:nvPr/>
          </p:nvSpPr>
          <p:spPr>
            <a:xfrm>
              <a:off x="6226400" y="2956175"/>
              <a:ext cx="3075" cy="26600"/>
            </a:xfrm>
            <a:custGeom>
              <a:rect b="b" l="l" r="r" t="t"/>
              <a:pathLst>
                <a:path extrusionOk="0" h="1064" w="123">
                  <a:moveTo>
                    <a:pt x="61" y="1"/>
                  </a:moveTo>
                  <a:cubicBezTo>
                    <a:pt x="31" y="1"/>
                    <a:pt x="0" y="18"/>
                    <a:pt x="9" y="53"/>
                  </a:cubicBezTo>
                  <a:lnTo>
                    <a:pt x="9" y="1012"/>
                  </a:lnTo>
                  <a:cubicBezTo>
                    <a:pt x="9" y="1047"/>
                    <a:pt x="26" y="1064"/>
                    <a:pt x="61" y="1064"/>
                  </a:cubicBezTo>
                  <a:cubicBezTo>
                    <a:pt x="96" y="1064"/>
                    <a:pt x="113" y="1047"/>
                    <a:pt x="113" y="1012"/>
                  </a:cubicBezTo>
                  <a:lnTo>
                    <a:pt x="113" y="53"/>
                  </a:lnTo>
                  <a:cubicBezTo>
                    <a:pt x="122" y="18"/>
                    <a:pt x="92" y="1"/>
                    <a:pt x="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42"/>
            <p:cNvSpPr/>
            <p:nvPr/>
          </p:nvSpPr>
          <p:spPr>
            <a:xfrm>
              <a:off x="6322925" y="2948775"/>
              <a:ext cx="2625" cy="34000"/>
            </a:xfrm>
            <a:custGeom>
              <a:rect b="b" l="l" r="r" t="t"/>
              <a:pathLst>
                <a:path extrusionOk="0" h="1360" w="105">
                  <a:moveTo>
                    <a:pt x="52" y="0"/>
                  </a:moveTo>
                  <a:cubicBezTo>
                    <a:pt x="35" y="0"/>
                    <a:pt x="0" y="18"/>
                    <a:pt x="0" y="53"/>
                  </a:cubicBezTo>
                  <a:lnTo>
                    <a:pt x="0" y="1308"/>
                  </a:lnTo>
                  <a:cubicBezTo>
                    <a:pt x="0" y="1343"/>
                    <a:pt x="35" y="1360"/>
                    <a:pt x="52" y="1360"/>
                  </a:cubicBezTo>
                  <a:cubicBezTo>
                    <a:pt x="87" y="1360"/>
                    <a:pt x="105" y="1343"/>
                    <a:pt x="105" y="1308"/>
                  </a:cubicBezTo>
                  <a:lnTo>
                    <a:pt x="105" y="53"/>
                  </a:lnTo>
                  <a:cubicBezTo>
                    <a:pt x="105" y="18"/>
                    <a:pt x="87" y="0"/>
                    <a:pt x="5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42"/>
            <p:cNvSpPr/>
            <p:nvPr/>
          </p:nvSpPr>
          <p:spPr>
            <a:xfrm>
              <a:off x="6422275" y="2940500"/>
              <a:ext cx="2650" cy="42275"/>
            </a:xfrm>
            <a:custGeom>
              <a:rect b="b" l="l" r="r" t="t"/>
              <a:pathLst>
                <a:path extrusionOk="0" h="1691" w="106">
                  <a:moveTo>
                    <a:pt x="53" y="0"/>
                  </a:moveTo>
                  <a:cubicBezTo>
                    <a:pt x="27" y="0"/>
                    <a:pt x="0" y="18"/>
                    <a:pt x="0" y="52"/>
                  </a:cubicBezTo>
                  <a:lnTo>
                    <a:pt x="0" y="1639"/>
                  </a:lnTo>
                  <a:cubicBezTo>
                    <a:pt x="0" y="1674"/>
                    <a:pt x="18" y="1691"/>
                    <a:pt x="53" y="1691"/>
                  </a:cubicBezTo>
                  <a:cubicBezTo>
                    <a:pt x="88" y="1691"/>
                    <a:pt x="105" y="1674"/>
                    <a:pt x="105" y="1639"/>
                  </a:cubicBezTo>
                  <a:lnTo>
                    <a:pt x="105" y="52"/>
                  </a:lnTo>
                  <a:cubicBezTo>
                    <a:pt x="105" y="18"/>
                    <a:pt x="79" y="0"/>
                    <a:pt x="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42"/>
            <p:cNvSpPr/>
            <p:nvPr/>
          </p:nvSpPr>
          <p:spPr>
            <a:xfrm>
              <a:off x="6523150" y="2932200"/>
              <a:ext cx="3075" cy="50575"/>
            </a:xfrm>
            <a:custGeom>
              <a:rect b="b" l="l" r="r" t="t"/>
              <a:pathLst>
                <a:path extrusionOk="0" h="2023" w="123">
                  <a:moveTo>
                    <a:pt x="62" y="1"/>
                  </a:moveTo>
                  <a:cubicBezTo>
                    <a:pt x="31" y="1"/>
                    <a:pt x="1" y="18"/>
                    <a:pt x="10" y="53"/>
                  </a:cubicBezTo>
                  <a:lnTo>
                    <a:pt x="10" y="1971"/>
                  </a:lnTo>
                  <a:cubicBezTo>
                    <a:pt x="10" y="2006"/>
                    <a:pt x="27" y="2023"/>
                    <a:pt x="62" y="2023"/>
                  </a:cubicBezTo>
                  <a:cubicBezTo>
                    <a:pt x="79" y="2023"/>
                    <a:pt x="114" y="2006"/>
                    <a:pt x="114" y="1971"/>
                  </a:cubicBezTo>
                  <a:lnTo>
                    <a:pt x="114" y="53"/>
                  </a:lnTo>
                  <a:cubicBezTo>
                    <a:pt x="123" y="18"/>
                    <a:pt x="92" y="1"/>
                    <a:pt x="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42"/>
            <p:cNvSpPr/>
            <p:nvPr/>
          </p:nvSpPr>
          <p:spPr>
            <a:xfrm>
              <a:off x="6617075" y="2923500"/>
              <a:ext cx="2625" cy="59275"/>
            </a:xfrm>
            <a:custGeom>
              <a:rect b="b" l="l" r="r" t="t"/>
              <a:pathLst>
                <a:path extrusionOk="0" h="2371" w="105">
                  <a:moveTo>
                    <a:pt x="105" y="0"/>
                  </a:moveTo>
                  <a:lnTo>
                    <a:pt x="0" y="18"/>
                  </a:lnTo>
                  <a:lnTo>
                    <a:pt x="0" y="2319"/>
                  </a:lnTo>
                  <a:cubicBezTo>
                    <a:pt x="9" y="2354"/>
                    <a:pt x="35" y="2371"/>
                    <a:pt x="59" y="2371"/>
                  </a:cubicBezTo>
                  <a:cubicBezTo>
                    <a:pt x="83" y="2371"/>
                    <a:pt x="105" y="2354"/>
                    <a:pt x="105" y="2319"/>
                  </a:cubicBezTo>
                  <a:lnTo>
                    <a:pt x="1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42"/>
            <p:cNvSpPr/>
            <p:nvPr/>
          </p:nvSpPr>
          <p:spPr>
            <a:xfrm>
              <a:off x="6717300" y="2915225"/>
              <a:ext cx="2625" cy="67900"/>
            </a:xfrm>
            <a:custGeom>
              <a:rect b="b" l="l" r="r" t="t"/>
              <a:pathLst>
                <a:path extrusionOk="0" h="2716" w="105">
                  <a:moveTo>
                    <a:pt x="105" y="0"/>
                  </a:moveTo>
                  <a:lnTo>
                    <a:pt x="0" y="18"/>
                  </a:lnTo>
                  <a:lnTo>
                    <a:pt x="0" y="2650"/>
                  </a:lnTo>
                  <a:cubicBezTo>
                    <a:pt x="0" y="2693"/>
                    <a:pt x="27" y="2715"/>
                    <a:pt x="53" y="2715"/>
                  </a:cubicBezTo>
                  <a:cubicBezTo>
                    <a:pt x="79" y="2715"/>
                    <a:pt x="105" y="2693"/>
                    <a:pt x="105" y="2650"/>
                  </a:cubicBezTo>
                  <a:lnTo>
                    <a:pt x="1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42"/>
            <p:cNvSpPr/>
            <p:nvPr/>
          </p:nvSpPr>
          <p:spPr>
            <a:xfrm>
              <a:off x="6717300" y="2915225"/>
              <a:ext cx="2625" cy="67900"/>
            </a:xfrm>
            <a:custGeom>
              <a:rect b="b" l="l" r="r" t="t"/>
              <a:pathLst>
                <a:path extrusionOk="0" h="2716" w="105">
                  <a:moveTo>
                    <a:pt x="105" y="0"/>
                  </a:moveTo>
                  <a:lnTo>
                    <a:pt x="0" y="18"/>
                  </a:lnTo>
                  <a:lnTo>
                    <a:pt x="0" y="2650"/>
                  </a:lnTo>
                  <a:cubicBezTo>
                    <a:pt x="0" y="2693"/>
                    <a:pt x="27" y="2715"/>
                    <a:pt x="53" y="2715"/>
                  </a:cubicBezTo>
                  <a:cubicBezTo>
                    <a:pt x="79" y="2715"/>
                    <a:pt x="105" y="2693"/>
                    <a:pt x="105" y="2650"/>
                  </a:cubicBezTo>
                  <a:lnTo>
                    <a:pt x="1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42"/>
            <p:cNvSpPr/>
            <p:nvPr/>
          </p:nvSpPr>
          <p:spPr>
            <a:xfrm>
              <a:off x="6817525" y="2906925"/>
              <a:ext cx="2650" cy="75850"/>
            </a:xfrm>
            <a:custGeom>
              <a:rect b="b" l="l" r="r" t="t"/>
              <a:pathLst>
                <a:path extrusionOk="0" h="3034" w="106">
                  <a:moveTo>
                    <a:pt x="1" y="1"/>
                  </a:moveTo>
                  <a:lnTo>
                    <a:pt x="1" y="2982"/>
                  </a:lnTo>
                  <a:cubicBezTo>
                    <a:pt x="1" y="3017"/>
                    <a:pt x="18" y="3034"/>
                    <a:pt x="53" y="3034"/>
                  </a:cubicBezTo>
                  <a:cubicBezTo>
                    <a:pt x="70" y="3034"/>
                    <a:pt x="105" y="3017"/>
                    <a:pt x="105" y="2982"/>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42"/>
            <p:cNvSpPr/>
            <p:nvPr/>
          </p:nvSpPr>
          <p:spPr>
            <a:xfrm>
              <a:off x="6817525" y="2906925"/>
              <a:ext cx="2650" cy="75850"/>
            </a:xfrm>
            <a:custGeom>
              <a:rect b="b" l="l" r="r" t="t"/>
              <a:pathLst>
                <a:path extrusionOk="0" h="3034" w="106">
                  <a:moveTo>
                    <a:pt x="1" y="1"/>
                  </a:moveTo>
                  <a:lnTo>
                    <a:pt x="1" y="2982"/>
                  </a:lnTo>
                  <a:cubicBezTo>
                    <a:pt x="1" y="3017"/>
                    <a:pt x="18" y="3034"/>
                    <a:pt x="53" y="3034"/>
                  </a:cubicBezTo>
                  <a:cubicBezTo>
                    <a:pt x="70" y="3034"/>
                    <a:pt x="105" y="3017"/>
                    <a:pt x="105" y="2982"/>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42"/>
            <p:cNvSpPr/>
            <p:nvPr/>
          </p:nvSpPr>
          <p:spPr>
            <a:xfrm>
              <a:off x="7036300" y="2917825"/>
              <a:ext cx="2625" cy="64950"/>
            </a:xfrm>
            <a:custGeom>
              <a:rect b="b" l="l" r="r" t="t"/>
              <a:pathLst>
                <a:path extrusionOk="0" h="2598" w="105">
                  <a:moveTo>
                    <a:pt x="0" y="1"/>
                  </a:moveTo>
                  <a:lnTo>
                    <a:pt x="0" y="2546"/>
                  </a:lnTo>
                  <a:cubicBezTo>
                    <a:pt x="0" y="2581"/>
                    <a:pt x="17" y="2598"/>
                    <a:pt x="52" y="2598"/>
                  </a:cubicBezTo>
                  <a:cubicBezTo>
                    <a:pt x="87" y="2598"/>
                    <a:pt x="105" y="2581"/>
                    <a:pt x="105" y="2546"/>
                  </a:cubicBezTo>
                  <a:lnTo>
                    <a:pt x="105" y="1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42"/>
            <p:cNvSpPr/>
            <p:nvPr/>
          </p:nvSpPr>
          <p:spPr>
            <a:xfrm>
              <a:off x="7134350" y="2936125"/>
              <a:ext cx="3075" cy="46650"/>
            </a:xfrm>
            <a:custGeom>
              <a:rect b="b" l="l" r="r" t="t"/>
              <a:pathLst>
                <a:path extrusionOk="0" h="1866" w="123">
                  <a:moveTo>
                    <a:pt x="0" y="1"/>
                  </a:moveTo>
                  <a:lnTo>
                    <a:pt x="0" y="1814"/>
                  </a:lnTo>
                  <a:cubicBezTo>
                    <a:pt x="9" y="1849"/>
                    <a:pt x="35" y="1866"/>
                    <a:pt x="61" y="1866"/>
                  </a:cubicBezTo>
                  <a:cubicBezTo>
                    <a:pt x="87" y="1866"/>
                    <a:pt x="113" y="1849"/>
                    <a:pt x="122" y="1814"/>
                  </a:cubicBezTo>
                  <a:lnTo>
                    <a:pt x="122" y="1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42"/>
            <p:cNvSpPr/>
            <p:nvPr/>
          </p:nvSpPr>
          <p:spPr>
            <a:xfrm>
              <a:off x="7134350" y="2936125"/>
              <a:ext cx="3075" cy="46650"/>
            </a:xfrm>
            <a:custGeom>
              <a:rect b="b" l="l" r="r" t="t"/>
              <a:pathLst>
                <a:path extrusionOk="0" h="1866" w="123">
                  <a:moveTo>
                    <a:pt x="0" y="1"/>
                  </a:moveTo>
                  <a:lnTo>
                    <a:pt x="0" y="1814"/>
                  </a:lnTo>
                  <a:cubicBezTo>
                    <a:pt x="9" y="1849"/>
                    <a:pt x="35" y="1866"/>
                    <a:pt x="61" y="1866"/>
                  </a:cubicBezTo>
                  <a:cubicBezTo>
                    <a:pt x="87" y="1866"/>
                    <a:pt x="113" y="1849"/>
                    <a:pt x="122" y="1814"/>
                  </a:cubicBezTo>
                  <a:lnTo>
                    <a:pt x="122" y="1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42"/>
            <p:cNvSpPr/>
            <p:nvPr/>
          </p:nvSpPr>
          <p:spPr>
            <a:xfrm>
              <a:off x="7232825" y="2954425"/>
              <a:ext cx="2650" cy="28350"/>
            </a:xfrm>
            <a:custGeom>
              <a:rect b="b" l="l" r="r" t="t"/>
              <a:pathLst>
                <a:path extrusionOk="0" h="1134" w="106">
                  <a:moveTo>
                    <a:pt x="1" y="1"/>
                  </a:moveTo>
                  <a:lnTo>
                    <a:pt x="1" y="1082"/>
                  </a:lnTo>
                  <a:cubicBezTo>
                    <a:pt x="1" y="1117"/>
                    <a:pt x="18" y="1134"/>
                    <a:pt x="53" y="1134"/>
                  </a:cubicBezTo>
                  <a:cubicBezTo>
                    <a:pt x="88" y="1134"/>
                    <a:pt x="105" y="1117"/>
                    <a:pt x="105" y="1082"/>
                  </a:cubicBezTo>
                  <a:lnTo>
                    <a:pt x="105" y="18"/>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42"/>
            <p:cNvSpPr/>
            <p:nvPr/>
          </p:nvSpPr>
          <p:spPr>
            <a:xfrm>
              <a:off x="6925175" y="2897775"/>
              <a:ext cx="2625" cy="85000"/>
            </a:xfrm>
            <a:custGeom>
              <a:rect b="b" l="l" r="r" t="t"/>
              <a:pathLst>
                <a:path extrusionOk="0" h="3400" w="105">
                  <a:moveTo>
                    <a:pt x="0" y="1"/>
                  </a:moveTo>
                  <a:lnTo>
                    <a:pt x="0" y="3348"/>
                  </a:lnTo>
                  <a:cubicBezTo>
                    <a:pt x="0" y="3383"/>
                    <a:pt x="18" y="3400"/>
                    <a:pt x="52" y="3400"/>
                  </a:cubicBezTo>
                  <a:cubicBezTo>
                    <a:pt x="70" y="3400"/>
                    <a:pt x="105" y="3383"/>
                    <a:pt x="105" y="3348"/>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42"/>
            <p:cNvSpPr/>
            <p:nvPr/>
          </p:nvSpPr>
          <p:spPr>
            <a:xfrm>
              <a:off x="6925175" y="2897775"/>
              <a:ext cx="2625" cy="85000"/>
            </a:xfrm>
            <a:custGeom>
              <a:rect b="b" l="l" r="r" t="t"/>
              <a:pathLst>
                <a:path extrusionOk="0" h="3400" w="105">
                  <a:moveTo>
                    <a:pt x="0" y="1"/>
                  </a:moveTo>
                  <a:lnTo>
                    <a:pt x="0" y="3348"/>
                  </a:lnTo>
                  <a:cubicBezTo>
                    <a:pt x="0" y="3383"/>
                    <a:pt x="18" y="3400"/>
                    <a:pt x="52" y="3400"/>
                  </a:cubicBezTo>
                  <a:cubicBezTo>
                    <a:pt x="70" y="3400"/>
                    <a:pt x="105" y="3383"/>
                    <a:pt x="105" y="3348"/>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42"/>
            <p:cNvSpPr/>
            <p:nvPr/>
          </p:nvSpPr>
          <p:spPr>
            <a:xfrm>
              <a:off x="6224425" y="2983200"/>
              <a:ext cx="122475" cy="346900"/>
            </a:xfrm>
            <a:custGeom>
              <a:rect b="b" l="l" r="r" t="t"/>
              <a:pathLst>
                <a:path extrusionOk="0" fill="none" h="13876" w="4899">
                  <a:moveTo>
                    <a:pt x="4899" y="0"/>
                  </a:moveTo>
                  <a:lnTo>
                    <a:pt x="4899" y="5822"/>
                  </a:lnTo>
                  <a:lnTo>
                    <a:pt x="1" y="13876"/>
                  </a:lnTo>
                </a:path>
              </a:pathLst>
            </a:custGeom>
            <a:noFill/>
            <a:ln cap="rnd" cmpd="sng" w="26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42"/>
            <p:cNvSpPr/>
            <p:nvPr/>
          </p:nvSpPr>
          <p:spPr>
            <a:xfrm>
              <a:off x="6346875" y="3128750"/>
              <a:ext cx="96350" cy="195250"/>
            </a:xfrm>
            <a:custGeom>
              <a:rect b="b" l="l" r="r" t="t"/>
              <a:pathLst>
                <a:path extrusionOk="0" fill="none" h="7810" w="3854">
                  <a:moveTo>
                    <a:pt x="1" y="0"/>
                  </a:moveTo>
                  <a:lnTo>
                    <a:pt x="3853" y="7810"/>
                  </a:lnTo>
                </a:path>
              </a:pathLst>
            </a:custGeom>
            <a:noFill/>
            <a:ln cap="rnd" cmpd="sng" w="26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42"/>
            <p:cNvSpPr/>
            <p:nvPr/>
          </p:nvSpPr>
          <p:spPr>
            <a:xfrm>
              <a:off x="6177800" y="3308300"/>
              <a:ext cx="331225" cy="178250"/>
            </a:xfrm>
            <a:custGeom>
              <a:rect b="b" l="l" r="r" t="t"/>
              <a:pathLst>
                <a:path extrusionOk="0" h="7130" w="13249">
                  <a:moveTo>
                    <a:pt x="1" y="0"/>
                  </a:moveTo>
                  <a:lnTo>
                    <a:pt x="1" y="7129"/>
                  </a:lnTo>
                  <a:lnTo>
                    <a:pt x="13248" y="7129"/>
                  </a:lnTo>
                  <a:lnTo>
                    <a:pt x="1324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42"/>
            <p:cNvSpPr/>
            <p:nvPr/>
          </p:nvSpPr>
          <p:spPr>
            <a:xfrm>
              <a:off x="6438400" y="3308300"/>
              <a:ext cx="70625" cy="178250"/>
            </a:xfrm>
            <a:custGeom>
              <a:rect b="b" l="l" r="r" t="t"/>
              <a:pathLst>
                <a:path extrusionOk="0" h="7130" w="2825">
                  <a:moveTo>
                    <a:pt x="0" y="0"/>
                  </a:moveTo>
                  <a:lnTo>
                    <a:pt x="0" y="7129"/>
                  </a:lnTo>
                  <a:lnTo>
                    <a:pt x="2824" y="7129"/>
                  </a:lnTo>
                  <a:lnTo>
                    <a:pt x="282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46" name="Google Shape;3146;p42"/>
          <p:cNvSpPr txBox="1"/>
          <p:nvPr>
            <p:ph type="ctrTitle"/>
          </p:nvPr>
        </p:nvSpPr>
        <p:spPr>
          <a:xfrm>
            <a:off x="4836125" y="539500"/>
            <a:ext cx="3219300" cy="924000"/>
          </a:xfrm>
          <a:prstGeom prst="rect">
            <a:avLst/>
          </a:prstGeom>
        </p:spPr>
        <p:txBody>
          <a:bodyPr anchorCtr="0" anchor="b" bIns="91425" lIns="91425" spcFirstLastPara="1" rIns="91425" wrap="square" tIns="91425">
            <a:noAutofit/>
          </a:bodyPr>
          <a:lstStyle>
            <a:lvl1pPr lvl="0" algn="r">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147" name="Google Shape;3147;p42"/>
          <p:cNvSpPr txBox="1"/>
          <p:nvPr>
            <p:ph idx="1" type="subTitle"/>
          </p:nvPr>
        </p:nvSpPr>
        <p:spPr>
          <a:xfrm>
            <a:off x="4836125" y="1463500"/>
            <a:ext cx="3219300" cy="14856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grpSp>
        <p:nvGrpSpPr>
          <p:cNvPr id="3148" name="Google Shape;3148;p42"/>
          <p:cNvGrpSpPr/>
          <p:nvPr/>
        </p:nvGrpSpPr>
        <p:grpSpPr>
          <a:xfrm flipH="1">
            <a:off x="6921757" y="223775"/>
            <a:ext cx="2222252" cy="4838326"/>
            <a:chOff x="1622025" y="238125"/>
            <a:chExt cx="746825" cy="1626000"/>
          </a:xfrm>
        </p:grpSpPr>
        <p:sp>
          <p:nvSpPr>
            <p:cNvPr id="3149" name="Google Shape;3149;p42"/>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42"/>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42"/>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42"/>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42"/>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54" name="Google Shape;3154;p42"/>
          <p:cNvGrpSpPr/>
          <p:nvPr/>
        </p:nvGrpSpPr>
        <p:grpSpPr>
          <a:xfrm flipH="1">
            <a:off x="-13955" y="461112"/>
            <a:ext cx="2889683" cy="3889979"/>
            <a:chOff x="3074425" y="836100"/>
            <a:chExt cx="1472075" cy="1981650"/>
          </a:xfrm>
        </p:grpSpPr>
        <p:sp>
          <p:nvSpPr>
            <p:cNvPr id="3155" name="Google Shape;3155;p42"/>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42"/>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42"/>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42"/>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42"/>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42"/>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42"/>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42"/>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3" name="Google Shape;3163;p42"/>
          <p:cNvGrpSpPr/>
          <p:nvPr/>
        </p:nvGrpSpPr>
        <p:grpSpPr>
          <a:xfrm>
            <a:off x="228609" y="1295672"/>
            <a:ext cx="1091278" cy="2122172"/>
            <a:chOff x="4087800" y="723675"/>
            <a:chExt cx="700750" cy="1362725"/>
          </a:xfrm>
        </p:grpSpPr>
        <p:sp>
          <p:nvSpPr>
            <p:cNvPr id="3164" name="Google Shape;3164;p42"/>
            <p:cNvSpPr/>
            <p:nvPr/>
          </p:nvSpPr>
          <p:spPr>
            <a:xfrm>
              <a:off x="4255125" y="723675"/>
              <a:ext cx="342125" cy="111600"/>
            </a:xfrm>
            <a:custGeom>
              <a:rect b="b" l="l" r="r" t="t"/>
              <a:pathLst>
                <a:path extrusionOk="0" h="4464" w="13685">
                  <a:moveTo>
                    <a:pt x="1" y="1"/>
                  </a:moveTo>
                  <a:lnTo>
                    <a:pt x="1" y="4463"/>
                  </a:lnTo>
                  <a:lnTo>
                    <a:pt x="13685" y="4463"/>
                  </a:lnTo>
                  <a:lnTo>
                    <a:pt x="13685"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42"/>
            <p:cNvSpPr/>
            <p:nvPr/>
          </p:nvSpPr>
          <p:spPr>
            <a:xfrm>
              <a:off x="4512250" y="723675"/>
              <a:ext cx="85000" cy="111600"/>
            </a:xfrm>
            <a:custGeom>
              <a:rect b="b" l="l" r="r" t="t"/>
              <a:pathLst>
                <a:path extrusionOk="0" h="4464" w="3400">
                  <a:moveTo>
                    <a:pt x="0" y="1"/>
                  </a:moveTo>
                  <a:lnTo>
                    <a:pt x="0" y="4463"/>
                  </a:lnTo>
                  <a:lnTo>
                    <a:pt x="3400" y="4463"/>
                  </a:lnTo>
                  <a:lnTo>
                    <a:pt x="340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42"/>
            <p:cNvSpPr/>
            <p:nvPr/>
          </p:nvSpPr>
          <p:spPr>
            <a:xfrm>
              <a:off x="4087800" y="816075"/>
              <a:ext cx="700750" cy="1270325"/>
            </a:xfrm>
            <a:custGeom>
              <a:rect b="b" l="l" r="r" t="t"/>
              <a:pathLst>
                <a:path extrusionOk="0" h="50813" w="28030">
                  <a:moveTo>
                    <a:pt x="0" y="0"/>
                  </a:moveTo>
                  <a:lnTo>
                    <a:pt x="0" y="50812"/>
                  </a:lnTo>
                  <a:lnTo>
                    <a:pt x="28030" y="50812"/>
                  </a:lnTo>
                  <a:lnTo>
                    <a:pt x="28030" y="0"/>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42"/>
            <p:cNvSpPr/>
            <p:nvPr/>
          </p:nvSpPr>
          <p:spPr>
            <a:xfrm>
              <a:off x="4582400" y="816075"/>
              <a:ext cx="206150" cy="1270325"/>
            </a:xfrm>
            <a:custGeom>
              <a:rect b="b" l="l" r="r" t="t"/>
              <a:pathLst>
                <a:path extrusionOk="0" h="50813" w="8246">
                  <a:moveTo>
                    <a:pt x="1" y="0"/>
                  </a:moveTo>
                  <a:lnTo>
                    <a:pt x="1" y="50812"/>
                  </a:lnTo>
                  <a:lnTo>
                    <a:pt x="8246" y="50812"/>
                  </a:lnTo>
                  <a:lnTo>
                    <a:pt x="824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42"/>
            <p:cNvSpPr/>
            <p:nvPr/>
          </p:nvSpPr>
          <p:spPr>
            <a:xfrm>
              <a:off x="4138350" y="942875"/>
              <a:ext cx="68450" cy="68875"/>
            </a:xfrm>
            <a:custGeom>
              <a:rect b="b" l="l" r="r" t="t"/>
              <a:pathLst>
                <a:path extrusionOk="0" h="2755"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42"/>
            <p:cNvSpPr/>
            <p:nvPr/>
          </p:nvSpPr>
          <p:spPr>
            <a:xfrm>
              <a:off x="4297850" y="942875"/>
              <a:ext cx="68875" cy="68875"/>
            </a:xfrm>
            <a:custGeom>
              <a:rect b="b" l="l" r="r" t="t"/>
              <a:pathLst>
                <a:path extrusionOk="0" h="2755"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42"/>
            <p:cNvSpPr/>
            <p:nvPr/>
          </p:nvSpPr>
          <p:spPr>
            <a:xfrm>
              <a:off x="4456475" y="942875"/>
              <a:ext cx="68425" cy="68875"/>
            </a:xfrm>
            <a:custGeom>
              <a:rect b="b" l="l" r="r" t="t"/>
              <a:pathLst>
                <a:path extrusionOk="0" h="2755"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42"/>
            <p:cNvSpPr/>
            <p:nvPr/>
          </p:nvSpPr>
          <p:spPr>
            <a:xfrm>
              <a:off x="4138350" y="1088425"/>
              <a:ext cx="68450" cy="68875"/>
            </a:xfrm>
            <a:custGeom>
              <a:rect b="b" l="l" r="r" t="t"/>
              <a:pathLst>
                <a:path extrusionOk="0" h="2755"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42"/>
            <p:cNvSpPr/>
            <p:nvPr/>
          </p:nvSpPr>
          <p:spPr>
            <a:xfrm>
              <a:off x="4297850" y="1088425"/>
              <a:ext cx="68875" cy="68875"/>
            </a:xfrm>
            <a:custGeom>
              <a:rect b="b" l="l" r="r" t="t"/>
              <a:pathLst>
                <a:path extrusionOk="0" h="2755"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42"/>
            <p:cNvSpPr/>
            <p:nvPr/>
          </p:nvSpPr>
          <p:spPr>
            <a:xfrm>
              <a:off x="4456475" y="1088425"/>
              <a:ext cx="68425" cy="68875"/>
            </a:xfrm>
            <a:custGeom>
              <a:rect b="b" l="l" r="r" t="t"/>
              <a:pathLst>
                <a:path extrusionOk="0" h="2755"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42"/>
            <p:cNvSpPr/>
            <p:nvPr/>
          </p:nvSpPr>
          <p:spPr>
            <a:xfrm>
              <a:off x="4138350" y="1233975"/>
              <a:ext cx="68450" cy="68450"/>
            </a:xfrm>
            <a:custGeom>
              <a:rect b="b" l="l" r="r" t="t"/>
              <a:pathLst>
                <a:path extrusionOk="0" h="2738" w="2738">
                  <a:moveTo>
                    <a:pt x="0" y="1"/>
                  </a:moveTo>
                  <a:lnTo>
                    <a:pt x="0" y="2737"/>
                  </a:lnTo>
                  <a:lnTo>
                    <a:pt x="2737" y="2737"/>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42"/>
            <p:cNvSpPr/>
            <p:nvPr/>
          </p:nvSpPr>
          <p:spPr>
            <a:xfrm>
              <a:off x="4297850" y="1233975"/>
              <a:ext cx="68875" cy="68450"/>
            </a:xfrm>
            <a:custGeom>
              <a:rect b="b" l="l" r="r" t="t"/>
              <a:pathLst>
                <a:path extrusionOk="0" h="2738" w="2755">
                  <a:moveTo>
                    <a:pt x="0" y="1"/>
                  </a:moveTo>
                  <a:lnTo>
                    <a:pt x="0" y="2737"/>
                  </a:lnTo>
                  <a:lnTo>
                    <a:pt x="2754" y="2737"/>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42"/>
            <p:cNvSpPr/>
            <p:nvPr/>
          </p:nvSpPr>
          <p:spPr>
            <a:xfrm>
              <a:off x="4456475" y="1233975"/>
              <a:ext cx="68425" cy="68450"/>
            </a:xfrm>
            <a:custGeom>
              <a:rect b="b" l="l" r="r" t="t"/>
              <a:pathLst>
                <a:path extrusionOk="0" h="2738" w="2737">
                  <a:moveTo>
                    <a:pt x="0" y="1"/>
                  </a:moveTo>
                  <a:lnTo>
                    <a:pt x="0" y="2737"/>
                  </a:lnTo>
                  <a:lnTo>
                    <a:pt x="2737" y="2737"/>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42"/>
            <p:cNvSpPr/>
            <p:nvPr/>
          </p:nvSpPr>
          <p:spPr>
            <a:xfrm>
              <a:off x="4138350" y="1379100"/>
              <a:ext cx="68450" cy="68875"/>
            </a:xfrm>
            <a:custGeom>
              <a:rect b="b" l="l" r="r" t="t"/>
              <a:pathLst>
                <a:path extrusionOk="0" h="2755" w="2738">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42"/>
            <p:cNvSpPr/>
            <p:nvPr/>
          </p:nvSpPr>
          <p:spPr>
            <a:xfrm>
              <a:off x="4297850" y="1379100"/>
              <a:ext cx="68875" cy="68875"/>
            </a:xfrm>
            <a:custGeom>
              <a:rect b="b" l="l" r="r" t="t"/>
              <a:pathLst>
                <a:path extrusionOk="0" h="2755" w="2755">
                  <a:moveTo>
                    <a:pt x="0" y="0"/>
                  </a:moveTo>
                  <a:lnTo>
                    <a:pt x="0" y="2754"/>
                  </a:lnTo>
                  <a:lnTo>
                    <a:pt x="2754" y="2754"/>
                  </a:lnTo>
                  <a:lnTo>
                    <a:pt x="275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42"/>
            <p:cNvSpPr/>
            <p:nvPr/>
          </p:nvSpPr>
          <p:spPr>
            <a:xfrm>
              <a:off x="4456475" y="1379100"/>
              <a:ext cx="68425" cy="68875"/>
            </a:xfrm>
            <a:custGeom>
              <a:rect b="b" l="l" r="r" t="t"/>
              <a:pathLst>
                <a:path extrusionOk="0" h="2755" w="2737">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42"/>
            <p:cNvSpPr/>
            <p:nvPr/>
          </p:nvSpPr>
          <p:spPr>
            <a:xfrm>
              <a:off x="4138350" y="1524650"/>
              <a:ext cx="68450" cy="68875"/>
            </a:xfrm>
            <a:custGeom>
              <a:rect b="b" l="l" r="r" t="t"/>
              <a:pathLst>
                <a:path extrusionOk="0" h="2755" w="2738">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42"/>
            <p:cNvSpPr/>
            <p:nvPr/>
          </p:nvSpPr>
          <p:spPr>
            <a:xfrm>
              <a:off x="4297850" y="1524650"/>
              <a:ext cx="68875" cy="68875"/>
            </a:xfrm>
            <a:custGeom>
              <a:rect b="b" l="l" r="r" t="t"/>
              <a:pathLst>
                <a:path extrusionOk="0" h="2755" w="2755">
                  <a:moveTo>
                    <a:pt x="0" y="0"/>
                  </a:moveTo>
                  <a:lnTo>
                    <a:pt x="0" y="2754"/>
                  </a:lnTo>
                  <a:lnTo>
                    <a:pt x="2754" y="2754"/>
                  </a:lnTo>
                  <a:lnTo>
                    <a:pt x="275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42"/>
            <p:cNvSpPr/>
            <p:nvPr/>
          </p:nvSpPr>
          <p:spPr>
            <a:xfrm>
              <a:off x="4456475" y="1524650"/>
              <a:ext cx="68425" cy="68875"/>
            </a:xfrm>
            <a:custGeom>
              <a:rect b="b" l="l" r="r" t="t"/>
              <a:pathLst>
                <a:path extrusionOk="0" h="2755" w="2737">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42"/>
            <p:cNvSpPr/>
            <p:nvPr/>
          </p:nvSpPr>
          <p:spPr>
            <a:xfrm>
              <a:off x="4138350" y="1668875"/>
              <a:ext cx="68450" cy="68900"/>
            </a:xfrm>
            <a:custGeom>
              <a:rect b="b" l="l" r="r" t="t"/>
              <a:pathLst>
                <a:path extrusionOk="0" h="2756"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42"/>
            <p:cNvSpPr/>
            <p:nvPr/>
          </p:nvSpPr>
          <p:spPr>
            <a:xfrm>
              <a:off x="4297850" y="1668875"/>
              <a:ext cx="68875" cy="68900"/>
            </a:xfrm>
            <a:custGeom>
              <a:rect b="b" l="l" r="r" t="t"/>
              <a:pathLst>
                <a:path extrusionOk="0" h="2756"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42"/>
            <p:cNvSpPr/>
            <p:nvPr/>
          </p:nvSpPr>
          <p:spPr>
            <a:xfrm>
              <a:off x="4456475" y="1668875"/>
              <a:ext cx="68425" cy="68900"/>
            </a:xfrm>
            <a:custGeom>
              <a:rect b="b" l="l" r="r" t="t"/>
              <a:pathLst>
                <a:path extrusionOk="0" h="2756"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6" name="Google Shape;3186;p42"/>
          <p:cNvGrpSpPr/>
          <p:nvPr/>
        </p:nvGrpSpPr>
        <p:grpSpPr>
          <a:xfrm>
            <a:off x="2551032" y="2422852"/>
            <a:ext cx="1018708" cy="1974189"/>
            <a:chOff x="4826000" y="484000"/>
            <a:chExt cx="654150" cy="1267700"/>
          </a:xfrm>
        </p:grpSpPr>
        <p:sp>
          <p:nvSpPr>
            <p:cNvPr id="3187" name="Google Shape;3187;p42"/>
            <p:cNvSpPr/>
            <p:nvPr/>
          </p:nvSpPr>
          <p:spPr>
            <a:xfrm>
              <a:off x="4826000" y="484000"/>
              <a:ext cx="654150" cy="1267700"/>
            </a:xfrm>
            <a:custGeom>
              <a:rect b="b" l="l" r="r" t="t"/>
              <a:pathLst>
                <a:path extrusionOk="0" h="50708" w="26166">
                  <a:moveTo>
                    <a:pt x="1" y="1"/>
                  </a:moveTo>
                  <a:lnTo>
                    <a:pt x="1" y="50708"/>
                  </a:lnTo>
                  <a:lnTo>
                    <a:pt x="26165" y="50708"/>
                  </a:lnTo>
                  <a:lnTo>
                    <a:pt x="26165"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42"/>
            <p:cNvSpPr/>
            <p:nvPr/>
          </p:nvSpPr>
          <p:spPr>
            <a:xfrm>
              <a:off x="4885275" y="558950"/>
              <a:ext cx="51450" cy="210500"/>
            </a:xfrm>
            <a:custGeom>
              <a:rect b="b" l="l" r="r" t="t"/>
              <a:pathLst>
                <a:path extrusionOk="0" h="8420" w="2058">
                  <a:moveTo>
                    <a:pt x="1" y="1"/>
                  </a:moveTo>
                  <a:lnTo>
                    <a:pt x="1"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42"/>
            <p:cNvSpPr/>
            <p:nvPr/>
          </p:nvSpPr>
          <p:spPr>
            <a:xfrm>
              <a:off x="498290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42"/>
            <p:cNvSpPr/>
            <p:nvPr/>
          </p:nvSpPr>
          <p:spPr>
            <a:xfrm>
              <a:off x="508095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42"/>
            <p:cNvSpPr/>
            <p:nvPr/>
          </p:nvSpPr>
          <p:spPr>
            <a:xfrm>
              <a:off x="517900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42"/>
            <p:cNvSpPr/>
            <p:nvPr/>
          </p:nvSpPr>
          <p:spPr>
            <a:xfrm>
              <a:off x="4885275" y="852675"/>
              <a:ext cx="51450" cy="210500"/>
            </a:xfrm>
            <a:custGeom>
              <a:rect b="b" l="l" r="r" t="t"/>
              <a:pathLst>
                <a:path extrusionOk="0" h="8420" w="2058">
                  <a:moveTo>
                    <a:pt x="1" y="0"/>
                  </a:moveTo>
                  <a:lnTo>
                    <a:pt x="1"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42"/>
            <p:cNvSpPr/>
            <p:nvPr/>
          </p:nvSpPr>
          <p:spPr>
            <a:xfrm>
              <a:off x="498290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42"/>
            <p:cNvSpPr/>
            <p:nvPr/>
          </p:nvSpPr>
          <p:spPr>
            <a:xfrm>
              <a:off x="508095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42"/>
            <p:cNvSpPr/>
            <p:nvPr/>
          </p:nvSpPr>
          <p:spPr>
            <a:xfrm>
              <a:off x="517900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42"/>
            <p:cNvSpPr/>
            <p:nvPr/>
          </p:nvSpPr>
          <p:spPr>
            <a:xfrm>
              <a:off x="4885275" y="1134175"/>
              <a:ext cx="51450" cy="210525"/>
            </a:xfrm>
            <a:custGeom>
              <a:rect b="b" l="l" r="r" t="t"/>
              <a:pathLst>
                <a:path extrusionOk="0" h="8421" w="2058">
                  <a:moveTo>
                    <a:pt x="1" y="1"/>
                  </a:moveTo>
                  <a:lnTo>
                    <a:pt x="1"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42"/>
            <p:cNvSpPr/>
            <p:nvPr/>
          </p:nvSpPr>
          <p:spPr>
            <a:xfrm>
              <a:off x="498290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42"/>
            <p:cNvSpPr/>
            <p:nvPr/>
          </p:nvSpPr>
          <p:spPr>
            <a:xfrm>
              <a:off x="508095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42"/>
            <p:cNvSpPr/>
            <p:nvPr/>
          </p:nvSpPr>
          <p:spPr>
            <a:xfrm>
              <a:off x="517900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42"/>
            <p:cNvSpPr/>
            <p:nvPr/>
          </p:nvSpPr>
          <p:spPr>
            <a:xfrm>
              <a:off x="4885275" y="1409150"/>
              <a:ext cx="51450" cy="210075"/>
            </a:xfrm>
            <a:custGeom>
              <a:rect b="b" l="l" r="r" t="t"/>
              <a:pathLst>
                <a:path extrusionOk="0" h="8403" w="2058">
                  <a:moveTo>
                    <a:pt x="1" y="1"/>
                  </a:moveTo>
                  <a:lnTo>
                    <a:pt x="1"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42"/>
            <p:cNvSpPr/>
            <p:nvPr/>
          </p:nvSpPr>
          <p:spPr>
            <a:xfrm>
              <a:off x="498290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42"/>
            <p:cNvSpPr/>
            <p:nvPr/>
          </p:nvSpPr>
          <p:spPr>
            <a:xfrm>
              <a:off x="508095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42"/>
            <p:cNvSpPr/>
            <p:nvPr/>
          </p:nvSpPr>
          <p:spPr>
            <a:xfrm>
              <a:off x="517900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42"/>
            <p:cNvSpPr/>
            <p:nvPr/>
          </p:nvSpPr>
          <p:spPr>
            <a:xfrm>
              <a:off x="5317575" y="484000"/>
              <a:ext cx="162575" cy="1267700"/>
            </a:xfrm>
            <a:custGeom>
              <a:rect b="b" l="l" r="r" t="t"/>
              <a:pathLst>
                <a:path extrusionOk="0" h="50708" w="6503">
                  <a:moveTo>
                    <a:pt x="0" y="1"/>
                  </a:moveTo>
                  <a:lnTo>
                    <a:pt x="0" y="50708"/>
                  </a:lnTo>
                  <a:lnTo>
                    <a:pt x="6502" y="50708"/>
                  </a:lnTo>
                  <a:lnTo>
                    <a:pt x="650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5" name="Google Shape;3205;p42"/>
          <p:cNvGrpSpPr/>
          <p:nvPr/>
        </p:nvGrpSpPr>
        <p:grpSpPr>
          <a:xfrm>
            <a:off x="1862063" y="1360929"/>
            <a:ext cx="1802681" cy="3243062"/>
            <a:chOff x="5195125" y="2889950"/>
            <a:chExt cx="787025" cy="1415875"/>
          </a:xfrm>
        </p:grpSpPr>
        <p:sp>
          <p:nvSpPr>
            <p:cNvPr id="3206" name="Google Shape;3206;p42"/>
            <p:cNvSpPr/>
            <p:nvPr/>
          </p:nvSpPr>
          <p:spPr>
            <a:xfrm>
              <a:off x="5291425" y="3540550"/>
              <a:ext cx="25" cy="692925"/>
            </a:xfrm>
            <a:custGeom>
              <a:rect b="b" l="l" r="r" t="t"/>
              <a:pathLst>
                <a:path extrusionOk="0" fill="none" h="27717" w="1">
                  <a:moveTo>
                    <a:pt x="0" y="1"/>
                  </a:moveTo>
                  <a:lnTo>
                    <a:pt x="0" y="27716"/>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42"/>
            <p:cNvSpPr/>
            <p:nvPr/>
          </p:nvSpPr>
          <p:spPr>
            <a:xfrm>
              <a:off x="5345900" y="3298700"/>
              <a:ext cx="25" cy="934775"/>
            </a:xfrm>
            <a:custGeom>
              <a:rect b="b" l="l" r="r" t="t"/>
              <a:pathLst>
                <a:path extrusionOk="0" fill="none" h="37391" w="1">
                  <a:moveTo>
                    <a:pt x="0" y="1"/>
                  </a:moveTo>
                  <a:lnTo>
                    <a:pt x="0" y="3739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42"/>
            <p:cNvSpPr/>
            <p:nvPr/>
          </p:nvSpPr>
          <p:spPr>
            <a:xfrm>
              <a:off x="5238250" y="3536200"/>
              <a:ext cx="25" cy="755675"/>
            </a:xfrm>
            <a:custGeom>
              <a:rect b="b" l="l" r="r" t="t"/>
              <a:pathLst>
                <a:path extrusionOk="0" fill="none" h="30227" w="1">
                  <a:moveTo>
                    <a:pt x="1" y="1"/>
                  </a:moveTo>
                  <a:lnTo>
                    <a:pt x="1" y="30226"/>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42"/>
            <p:cNvSpPr/>
            <p:nvPr/>
          </p:nvSpPr>
          <p:spPr>
            <a:xfrm>
              <a:off x="5433925"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42"/>
            <p:cNvSpPr/>
            <p:nvPr/>
          </p:nvSpPr>
          <p:spPr>
            <a:xfrm>
              <a:off x="5504075" y="2970550"/>
              <a:ext cx="25" cy="1335275"/>
            </a:xfrm>
            <a:custGeom>
              <a:rect b="b" l="l" r="r" t="t"/>
              <a:pathLst>
                <a:path extrusionOk="0" fill="none" h="53411" w="1">
                  <a:moveTo>
                    <a:pt x="1" y="1"/>
                  </a:moveTo>
                  <a:lnTo>
                    <a:pt x="1" y="5341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42"/>
            <p:cNvSpPr/>
            <p:nvPr/>
          </p:nvSpPr>
          <p:spPr>
            <a:xfrm>
              <a:off x="557425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42"/>
            <p:cNvSpPr/>
            <p:nvPr/>
          </p:nvSpPr>
          <p:spPr>
            <a:xfrm>
              <a:off x="557425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42"/>
            <p:cNvSpPr/>
            <p:nvPr/>
          </p:nvSpPr>
          <p:spPr>
            <a:xfrm>
              <a:off x="5643975" y="2937000"/>
              <a:ext cx="25" cy="1335250"/>
            </a:xfrm>
            <a:custGeom>
              <a:rect b="b" l="l" r="r" t="t"/>
              <a:pathLst>
                <a:path extrusionOk="0" fill="none" h="53410" w="1">
                  <a:moveTo>
                    <a:pt x="0" y="1"/>
                  </a:moveTo>
                  <a:lnTo>
                    <a:pt x="0" y="5341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42"/>
            <p:cNvSpPr/>
            <p:nvPr/>
          </p:nvSpPr>
          <p:spPr>
            <a:xfrm>
              <a:off x="5714125" y="2889950"/>
              <a:ext cx="25" cy="1335250"/>
            </a:xfrm>
            <a:custGeom>
              <a:rect b="b" l="l" r="r" t="t"/>
              <a:pathLst>
                <a:path extrusionOk="0" fill="none" h="53410" w="1">
                  <a:moveTo>
                    <a:pt x="1" y="0"/>
                  </a:moveTo>
                  <a:lnTo>
                    <a:pt x="1"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42"/>
            <p:cNvSpPr/>
            <p:nvPr/>
          </p:nvSpPr>
          <p:spPr>
            <a:xfrm>
              <a:off x="578430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42"/>
            <p:cNvSpPr/>
            <p:nvPr/>
          </p:nvSpPr>
          <p:spPr>
            <a:xfrm>
              <a:off x="5827425" y="3031575"/>
              <a:ext cx="25" cy="1210175"/>
            </a:xfrm>
            <a:custGeom>
              <a:rect b="b" l="l" r="r" t="t"/>
              <a:pathLst>
                <a:path extrusionOk="0" fill="none" h="48407" w="1">
                  <a:moveTo>
                    <a:pt x="1" y="0"/>
                  </a:moveTo>
                  <a:lnTo>
                    <a:pt x="1" y="48407"/>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42"/>
            <p:cNvSpPr/>
            <p:nvPr/>
          </p:nvSpPr>
          <p:spPr>
            <a:xfrm>
              <a:off x="5897600" y="3273425"/>
              <a:ext cx="25" cy="970950"/>
            </a:xfrm>
            <a:custGeom>
              <a:rect b="b" l="l" r="r" t="t"/>
              <a:pathLst>
                <a:path extrusionOk="0" fill="none" h="38838" w="1">
                  <a:moveTo>
                    <a:pt x="0" y="1"/>
                  </a:moveTo>
                  <a:lnTo>
                    <a:pt x="0" y="38837"/>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42"/>
            <p:cNvSpPr/>
            <p:nvPr/>
          </p:nvSpPr>
          <p:spPr>
            <a:xfrm>
              <a:off x="5407350" y="3131800"/>
              <a:ext cx="466300" cy="25"/>
            </a:xfrm>
            <a:custGeom>
              <a:rect b="b" l="l" r="r" t="t"/>
              <a:pathLst>
                <a:path extrusionOk="0" fill="none" h="1" w="18652">
                  <a:moveTo>
                    <a:pt x="0" y="0"/>
                  </a:moveTo>
                  <a:lnTo>
                    <a:pt x="18652"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42"/>
            <p:cNvSpPr/>
            <p:nvPr/>
          </p:nvSpPr>
          <p:spPr>
            <a:xfrm>
              <a:off x="5332825" y="3201075"/>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42"/>
            <p:cNvSpPr/>
            <p:nvPr/>
          </p:nvSpPr>
          <p:spPr>
            <a:xfrm>
              <a:off x="5332825" y="325120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42"/>
            <p:cNvSpPr/>
            <p:nvPr/>
          </p:nvSpPr>
          <p:spPr>
            <a:xfrm>
              <a:off x="5332825" y="3304375"/>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42"/>
            <p:cNvSpPr/>
            <p:nvPr/>
          </p:nvSpPr>
          <p:spPr>
            <a:xfrm>
              <a:off x="5332825" y="340415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42"/>
            <p:cNvSpPr/>
            <p:nvPr/>
          </p:nvSpPr>
          <p:spPr>
            <a:xfrm>
              <a:off x="5332825" y="340415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42"/>
            <p:cNvSpPr/>
            <p:nvPr/>
          </p:nvSpPr>
          <p:spPr>
            <a:xfrm>
              <a:off x="5332825" y="3504400"/>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42"/>
            <p:cNvSpPr/>
            <p:nvPr/>
          </p:nvSpPr>
          <p:spPr>
            <a:xfrm>
              <a:off x="5332825" y="3504400"/>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42"/>
            <p:cNvSpPr/>
            <p:nvPr/>
          </p:nvSpPr>
          <p:spPr>
            <a:xfrm>
              <a:off x="5332825" y="3604625"/>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42"/>
            <p:cNvSpPr/>
            <p:nvPr/>
          </p:nvSpPr>
          <p:spPr>
            <a:xfrm>
              <a:off x="5195125" y="36046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42"/>
            <p:cNvSpPr/>
            <p:nvPr/>
          </p:nvSpPr>
          <p:spPr>
            <a:xfrm>
              <a:off x="5195125" y="3704850"/>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42"/>
            <p:cNvSpPr/>
            <p:nvPr/>
          </p:nvSpPr>
          <p:spPr>
            <a:xfrm>
              <a:off x="5195125" y="37911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42"/>
            <p:cNvSpPr/>
            <p:nvPr/>
          </p:nvSpPr>
          <p:spPr>
            <a:xfrm>
              <a:off x="5195125" y="37911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42"/>
            <p:cNvSpPr/>
            <p:nvPr/>
          </p:nvSpPr>
          <p:spPr>
            <a:xfrm>
              <a:off x="5195125" y="38774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42"/>
            <p:cNvSpPr/>
            <p:nvPr/>
          </p:nvSpPr>
          <p:spPr>
            <a:xfrm>
              <a:off x="5195125" y="38774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42"/>
            <p:cNvSpPr/>
            <p:nvPr/>
          </p:nvSpPr>
          <p:spPr>
            <a:xfrm>
              <a:off x="5195125" y="396370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42"/>
            <p:cNvSpPr/>
            <p:nvPr/>
          </p:nvSpPr>
          <p:spPr>
            <a:xfrm>
              <a:off x="5195125" y="396370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42"/>
            <p:cNvSpPr/>
            <p:nvPr/>
          </p:nvSpPr>
          <p:spPr>
            <a:xfrm>
              <a:off x="5195125" y="404955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42"/>
            <p:cNvSpPr/>
            <p:nvPr/>
          </p:nvSpPr>
          <p:spPr>
            <a:xfrm>
              <a:off x="5195125" y="404955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42"/>
            <p:cNvSpPr/>
            <p:nvPr/>
          </p:nvSpPr>
          <p:spPr>
            <a:xfrm>
              <a:off x="5195125" y="41358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38" name="Google Shape;3238;p42"/>
          <p:cNvSpPr/>
          <p:nvPr/>
        </p:nvSpPr>
        <p:spPr>
          <a:xfrm>
            <a:off x="6675" y="4651325"/>
            <a:ext cx="9144000" cy="492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39" name="Google Shape;3239;p42"/>
          <p:cNvGrpSpPr/>
          <p:nvPr/>
        </p:nvGrpSpPr>
        <p:grpSpPr>
          <a:xfrm>
            <a:off x="-374325" y="2607432"/>
            <a:ext cx="4191000" cy="2037000"/>
            <a:chOff x="-381000" y="2607432"/>
            <a:chExt cx="4191000" cy="2037000"/>
          </a:xfrm>
        </p:grpSpPr>
        <p:sp>
          <p:nvSpPr>
            <p:cNvPr id="3240" name="Google Shape;3240;p42"/>
            <p:cNvSpPr/>
            <p:nvPr/>
          </p:nvSpPr>
          <p:spPr>
            <a:xfrm>
              <a:off x="376475" y="290260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42"/>
            <p:cNvSpPr/>
            <p:nvPr/>
          </p:nvSpPr>
          <p:spPr>
            <a:xfrm>
              <a:off x="-381000" y="2902607"/>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42"/>
            <p:cNvSpPr/>
            <p:nvPr/>
          </p:nvSpPr>
          <p:spPr>
            <a:xfrm>
              <a:off x="1524000" y="3189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42"/>
            <p:cNvSpPr/>
            <p:nvPr/>
          </p:nvSpPr>
          <p:spPr>
            <a:xfrm>
              <a:off x="762000" y="3189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42"/>
            <p:cNvSpPr/>
            <p:nvPr/>
          </p:nvSpPr>
          <p:spPr>
            <a:xfrm>
              <a:off x="1524000" y="4353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42"/>
            <p:cNvSpPr/>
            <p:nvPr/>
          </p:nvSpPr>
          <p:spPr>
            <a:xfrm>
              <a:off x="0" y="4353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42"/>
            <p:cNvSpPr/>
            <p:nvPr/>
          </p:nvSpPr>
          <p:spPr>
            <a:xfrm>
              <a:off x="762000" y="4353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42"/>
            <p:cNvSpPr/>
            <p:nvPr/>
          </p:nvSpPr>
          <p:spPr>
            <a:xfrm>
              <a:off x="2286000" y="4353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42"/>
            <p:cNvSpPr/>
            <p:nvPr/>
          </p:nvSpPr>
          <p:spPr>
            <a:xfrm>
              <a:off x="3048000" y="4353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42"/>
            <p:cNvSpPr/>
            <p:nvPr/>
          </p:nvSpPr>
          <p:spPr>
            <a:xfrm>
              <a:off x="1869375" y="4062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42"/>
            <p:cNvSpPr/>
            <p:nvPr/>
          </p:nvSpPr>
          <p:spPr>
            <a:xfrm>
              <a:off x="376475" y="4062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42"/>
            <p:cNvSpPr/>
            <p:nvPr/>
          </p:nvSpPr>
          <p:spPr>
            <a:xfrm>
              <a:off x="1107375" y="4062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42"/>
            <p:cNvSpPr/>
            <p:nvPr/>
          </p:nvSpPr>
          <p:spPr>
            <a:xfrm>
              <a:off x="-381000" y="4062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42"/>
            <p:cNvSpPr/>
            <p:nvPr/>
          </p:nvSpPr>
          <p:spPr>
            <a:xfrm>
              <a:off x="1524000" y="3771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42"/>
            <p:cNvSpPr/>
            <p:nvPr/>
          </p:nvSpPr>
          <p:spPr>
            <a:xfrm>
              <a:off x="0" y="3771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42"/>
            <p:cNvSpPr/>
            <p:nvPr/>
          </p:nvSpPr>
          <p:spPr>
            <a:xfrm>
              <a:off x="762000" y="3771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42"/>
            <p:cNvSpPr/>
            <p:nvPr/>
          </p:nvSpPr>
          <p:spPr>
            <a:xfrm>
              <a:off x="376475" y="3480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42"/>
            <p:cNvSpPr/>
            <p:nvPr/>
          </p:nvSpPr>
          <p:spPr>
            <a:xfrm>
              <a:off x="1107375" y="3480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42"/>
            <p:cNvSpPr/>
            <p:nvPr/>
          </p:nvSpPr>
          <p:spPr>
            <a:xfrm>
              <a:off x="-381000" y="3480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42"/>
            <p:cNvSpPr/>
            <p:nvPr/>
          </p:nvSpPr>
          <p:spPr>
            <a:xfrm>
              <a:off x="0" y="3189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42"/>
            <p:cNvSpPr/>
            <p:nvPr/>
          </p:nvSpPr>
          <p:spPr>
            <a:xfrm>
              <a:off x="0" y="2607432"/>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61" name="Google Shape;3261;p42"/>
          <p:cNvSpPr txBox="1"/>
          <p:nvPr/>
        </p:nvSpPr>
        <p:spPr>
          <a:xfrm>
            <a:off x="4891575" y="3292425"/>
            <a:ext cx="3163800" cy="7503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300"/>
              </a:spcBef>
              <a:spcAft>
                <a:spcPts val="0"/>
              </a:spcAft>
              <a:buNone/>
            </a:pPr>
            <a:r>
              <a:rPr b="1" lang="es" sz="1000">
                <a:solidFill>
                  <a:schemeClr val="accent6"/>
                </a:solidFill>
                <a:latin typeface="Asap"/>
                <a:ea typeface="Asap"/>
                <a:cs typeface="Asap"/>
                <a:sym typeface="Asap"/>
              </a:rPr>
              <a:t>CRÉDITOS</a:t>
            </a:r>
            <a:r>
              <a:rPr lang="es" sz="1000">
                <a:solidFill>
                  <a:schemeClr val="accent6"/>
                </a:solidFill>
                <a:latin typeface="Asap"/>
                <a:ea typeface="Asap"/>
                <a:cs typeface="Asap"/>
                <a:sym typeface="Asap"/>
              </a:rPr>
              <a:t>: Esta plantilla de presentación fue creada por </a:t>
            </a:r>
            <a:r>
              <a:rPr b="1" lang="es" sz="1000">
                <a:solidFill>
                  <a:schemeClr val="accent6"/>
                </a:solidFill>
                <a:uFill>
                  <a:noFill/>
                </a:uFill>
                <a:latin typeface="Asap"/>
                <a:ea typeface="Asap"/>
                <a:cs typeface="Asap"/>
                <a:sym typeface="Asap"/>
                <a:hlinkClick r:id="rId2">
                  <a:extLst>
                    <a:ext uri="{A12FA001-AC4F-418D-AE19-62706E023703}">
                      <ahyp:hlinkClr val="tx"/>
                    </a:ext>
                  </a:extLst>
                </a:hlinkClick>
              </a:rPr>
              <a:t>Slidesgo</a:t>
            </a:r>
            <a:r>
              <a:rPr lang="es" sz="1000">
                <a:solidFill>
                  <a:schemeClr val="accent6"/>
                </a:solidFill>
                <a:latin typeface="Asap"/>
                <a:ea typeface="Asap"/>
                <a:cs typeface="Asap"/>
                <a:sym typeface="Asap"/>
              </a:rPr>
              <a:t>, que incluye iconos de </a:t>
            </a:r>
            <a:r>
              <a:rPr b="1" lang="es" sz="1000">
                <a:solidFill>
                  <a:schemeClr val="accent6"/>
                </a:solidFill>
                <a:uFill>
                  <a:noFill/>
                </a:uFill>
                <a:latin typeface="Asap"/>
                <a:ea typeface="Asap"/>
                <a:cs typeface="Asap"/>
                <a:sym typeface="Asap"/>
                <a:hlinkClick r:id="rId3">
                  <a:extLst>
                    <a:ext uri="{A12FA001-AC4F-418D-AE19-62706E023703}">
                      <ahyp:hlinkClr val="tx"/>
                    </a:ext>
                  </a:extLst>
                </a:hlinkClick>
              </a:rPr>
              <a:t>Flaticon</a:t>
            </a:r>
            <a:r>
              <a:rPr lang="es" sz="1000">
                <a:solidFill>
                  <a:schemeClr val="accent6"/>
                </a:solidFill>
                <a:latin typeface="Asap"/>
                <a:ea typeface="Asap"/>
                <a:cs typeface="Asap"/>
                <a:sym typeface="Asap"/>
              </a:rPr>
              <a:t>, infografías e imágenes de </a:t>
            </a:r>
            <a:r>
              <a:rPr b="1" lang="es" sz="1000">
                <a:solidFill>
                  <a:schemeClr val="accent6"/>
                </a:solidFill>
                <a:uFill>
                  <a:noFill/>
                </a:uFill>
                <a:latin typeface="Asap"/>
                <a:ea typeface="Asap"/>
                <a:cs typeface="Asap"/>
                <a:sym typeface="Asap"/>
                <a:hlinkClick r:id="rId4">
                  <a:extLst>
                    <a:ext uri="{A12FA001-AC4F-418D-AE19-62706E023703}">
                      <ahyp:hlinkClr val="tx"/>
                    </a:ext>
                  </a:extLst>
                </a:hlinkClick>
              </a:rPr>
              <a:t>Freepik</a:t>
            </a:r>
            <a:endParaRPr b="1" sz="1000">
              <a:solidFill>
                <a:schemeClr val="accent6"/>
              </a:solidFill>
              <a:latin typeface="Asap"/>
              <a:ea typeface="Asap"/>
              <a:cs typeface="Asap"/>
              <a:sym typeface="Asap"/>
            </a:endParaRPr>
          </a:p>
        </p:txBody>
      </p:sp>
      <p:sp>
        <p:nvSpPr>
          <p:cNvPr id="3262" name="Google Shape;3262;p42"/>
          <p:cNvSpPr/>
          <p:nvPr/>
        </p:nvSpPr>
        <p:spPr>
          <a:xfrm>
            <a:off x="6675" y="2885275"/>
            <a:ext cx="2952300" cy="17616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42"/>
          <p:cNvSpPr/>
          <p:nvPr/>
        </p:nvSpPr>
        <p:spPr>
          <a:xfrm flipH="1">
            <a:off x="6675" y="4170369"/>
            <a:ext cx="1060721" cy="492044"/>
          </a:xfrm>
          <a:custGeom>
            <a:rect b="b" l="l" r="r" t="t"/>
            <a:pathLst>
              <a:path extrusionOk="0" h="5143" w="11087">
                <a:moveTo>
                  <a:pt x="11087" y="0"/>
                </a:moveTo>
                <a:cubicBezTo>
                  <a:pt x="10790" y="35"/>
                  <a:pt x="10511" y="105"/>
                  <a:pt x="10232" y="192"/>
                </a:cubicBezTo>
                <a:cubicBezTo>
                  <a:pt x="8611" y="715"/>
                  <a:pt x="7164" y="1813"/>
                  <a:pt x="6084" y="3121"/>
                </a:cubicBezTo>
                <a:cubicBezTo>
                  <a:pt x="5658" y="2742"/>
                  <a:pt x="5079" y="2596"/>
                  <a:pt x="4490" y="2596"/>
                </a:cubicBezTo>
                <a:cubicBezTo>
                  <a:pt x="4211" y="2596"/>
                  <a:pt x="3930" y="2629"/>
                  <a:pt x="3661" y="2685"/>
                </a:cubicBezTo>
                <a:cubicBezTo>
                  <a:pt x="2179" y="3016"/>
                  <a:pt x="872" y="3887"/>
                  <a:pt x="0" y="5143"/>
                </a:cubicBezTo>
                <a:lnTo>
                  <a:pt x="11087" y="5143"/>
                </a:lnTo>
                <a:lnTo>
                  <a:pt x="1108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42"/>
          <p:cNvSpPr/>
          <p:nvPr/>
        </p:nvSpPr>
        <p:spPr>
          <a:xfrm flipH="1">
            <a:off x="3407252" y="4419375"/>
            <a:ext cx="1325168" cy="235103"/>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42"/>
          <p:cNvSpPr/>
          <p:nvPr/>
        </p:nvSpPr>
        <p:spPr>
          <a:xfrm flipH="1">
            <a:off x="8490726" y="4486457"/>
            <a:ext cx="653285" cy="235097"/>
          </a:xfrm>
          <a:custGeom>
            <a:rect b="b" l="l" r="r" t="t"/>
            <a:pathLst>
              <a:path extrusionOk="0" h="3187" w="8856">
                <a:moveTo>
                  <a:pt x="4158" y="1"/>
                </a:moveTo>
                <a:cubicBezTo>
                  <a:pt x="2578" y="1"/>
                  <a:pt x="1059" y="686"/>
                  <a:pt x="0" y="1896"/>
                </a:cubicBezTo>
                <a:lnTo>
                  <a:pt x="0" y="3186"/>
                </a:lnTo>
                <a:lnTo>
                  <a:pt x="8855" y="3186"/>
                </a:lnTo>
                <a:cubicBezTo>
                  <a:pt x="8140" y="1530"/>
                  <a:pt x="6659" y="362"/>
                  <a:pt x="4881" y="49"/>
                </a:cubicBezTo>
                <a:cubicBezTo>
                  <a:pt x="4639" y="16"/>
                  <a:pt x="4398" y="1"/>
                  <a:pt x="4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42"/>
          <p:cNvSpPr/>
          <p:nvPr/>
        </p:nvSpPr>
        <p:spPr>
          <a:xfrm>
            <a:off x="5384900" y="4816026"/>
            <a:ext cx="916545" cy="162596"/>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42"/>
          <p:cNvSpPr/>
          <p:nvPr/>
        </p:nvSpPr>
        <p:spPr>
          <a:xfrm>
            <a:off x="142542" y="770901"/>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42"/>
          <p:cNvSpPr/>
          <p:nvPr/>
        </p:nvSpPr>
        <p:spPr>
          <a:xfrm>
            <a:off x="5094648" y="172242"/>
            <a:ext cx="1625922" cy="229945"/>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8">
    <p:spTree>
      <p:nvGrpSpPr>
        <p:cNvPr id="3269" name="Shape 3269"/>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_1">
    <p:spTree>
      <p:nvGrpSpPr>
        <p:cNvPr id="3270" name="Shape 3270"/>
        <p:cNvGrpSpPr/>
        <p:nvPr/>
      </p:nvGrpSpPr>
      <p:grpSpPr>
        <a:xfrm>
          <a:off x="0" y="0"/>
          <a:ext cx="0" cy="0"/>
          <a:chOff x="0" y="0"/>
          <a:chExt cx="0" cy="0"/>
        </a:xfrm>
      </p:grpSpPr>
      <p:sp>
        <p:nvSpPr>
          <p:cNvPr id="3271" name="Google Shape;3271;p44"/>
          <p:cNvSpPr/>
          <p:nvPr/>
        </p:nvSpPr>
        <p:spPr>
          <a:xfrm flipH="1">
            <a:off x="7016179" y="495151"/>
            <a:ext cx="1246314" cy="176405"/>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44"/>
          <p:cNvSpPr/>
          <p:nvPr/>
        </p:nvSpPr>
        <p:spPr>
          <a:xfrm flipH="1">
            <a:off x="3980080" y="318756"/>
            <a:ext cx="1247188" cy="176383"/>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44"/>
          <p:cNvSpPr/>
          <p:nvPr/>
        </p:nvSpPr>
        <p:spPr>
          <a:xfrm flipH="1">
            <a:off x="-359141" y="539499"/>
            <a:ext cx="2385137" cy="337296"/>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8_1_1">
    <p:spTree>
      <p:nvGrpSpPr>
        <p:cNvPr id="3274" name="Shape 3274"/>
        <p:cNvGrpSpPr/>
        <p:nvPr/>
      </p:nvGrpSpPr>
      <p:grpSpPr>
        <a:xfrm>
          <a:off x="0" y="0"/>
          <a:ext cx="0" cy="0"/>
          <a:chOff x="0" y="0"/>
          <a:chExt cx="0" cy="0"/>
        </a:xfrm>
      </p:grpSpPr>
      <p:sp>
        <p:nvSpPr>
          <p:cNvPr id="3275" name="Google Shape;3275;p45"/>
          <p:cNvSpPr/>
          <p:nvPr/>
        </p:nvSpPr>
        <p:spPr>
          <a:xfrm flipH="1">
            <a:off x="243829" y="374001"/>
            <a:ext cx="1246314" cy="176405"/>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45"/>
          <p:cNvSpPr/>
          <p:nvPr/>
        </p:nvSpPr>
        <p:spPr>
          <a:xfrm flipH="1">
            <a:off x="7519980" y="749181"/>
            <a:ext cx="1247188" cy="176383"/>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45"/>
          <p:cNvSpPr/>
          <p:nvPr/>
        </p:nvSpPr>
        <p:spPr>
          <a:xfrm flipH="1">
            <a:off x="3084134" y="370849"/>
            <a:ext cx="2385137" cy="337296"/>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8" name="Google Shape;3278;p45"/>
          <p:cNvGrpSpPr/>
          <p:nvPr/>
        </p:nvGrpSpPr>
        <p:grpSpPr>
          <a:xfrm>
            <a:off x="-385478" y="4005140"/>
            <a:ext cx="9870375" cy="883510"/>
            <a:chOff x="-381000" y="4005140"/>
            <a:chExt cx="9870375" cy="883510"/>
          </a:xfrm>
        </p:grpSpPr>
        <p:sp>
          <p:nvSpPr>
            <p:cNvPr id="3279" name="Google Shape;3279;p45"/>
            <p:cNvSpPr/>
            <p:nvPr/>
          </p:nvSpPr>
          <p:spPr>
            <a:xfrm>
              <a:off x="1869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45"/>
            <p:cNvSpPr/>
            <p:nvPr/>
          </p:nvSpPr>
          <p:spPr>
            <a:xfrm>
              <a:off x="3764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45"/>
            <p:cNvSpPr/>
            <p:nvPr/>
          </p:nvSpPr>
          <p:spPr>
            <a:xfrm>
              <a:off x="110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45"/>
            <p:cNvSpPr/>
            <p:nvPr/>
          </p:nvSpPr>
          <p:spPr>
            <a:xfrm>
              <a:off x="4155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45"/>
            <p:cNvSpPr/>
            <p:nvPr/>
          </p:nvSpPr>
          <p:spPr>
            <a:xfrm>
              <a:off x="2631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45"/>
            <p:cNvSpPr/>
            <p:nvPr/>
          </p:nvSpPr>
          <p:spPr>
            <a:xfrm>
              <a:off x="3393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45"/>
            <p:cNvSpPr/>
            <p:nvPr/>
          </p:nvSpPr>
          <p:spPr>
            <a:xfrm>
              <a:off x="6441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45"/>
            <p:cNvSpPr/>
            <p:nvPr/>
          </p:nvSpPr>
          <p:spPr>
            <a:xfrm>
              <a:off x="491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45"/>
            <p:cNvSpPr/>
            <p:nvPr/>
          </p:nvSpPr>
          <p:spPr>
            <a:xfrm>
              <a:off x="5679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45"/>
            <p:cNvSpPr/>
            <p:nvPr/>
          </p:nvSpPr>
          <p:spPr>
            <a:xfrm>
              <a:off x="7965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45"/>
            <p:cNvSpPr/>
            <p:nvPr/>
          </p:nvSpPr>
          <p:spPr>
            <a:xfrm>
              <a:off x="7203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45"/>
            <p:cNvSpPr/>
            <p:nvPr/>
          </p:nvSpPr>
          <p:spPr>
            <a:xfrm>
              <a:off x="8727375"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45"/>
            <p:cNvSpPr/>
            <p:nvPr/>
          </p:nvSpPr>
          <p:spPr>
            <a:xfrm>
              <a:off x="-381000" y="4587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45"/>
            <p:cNvSpPr/>
            <p:nvPr/>
          </p:nvSpPr>
          <p:spPr>
            <a:xfrm>
              <a:off x="1524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45"/>
            <p:cNvSpPr/>
            <p:nvPr/>
          </p:nvSpPr>
          <p:spPr>
            <a:xfrm>
              <a:off x="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45"/>
            <p:cNvSpPr/>
            <p:nvPr/>
          </p:nvSpPr>
          <p:spPr>
            <a:xfrm>
              <a:off x="762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45"/>
            <p:cNvSpPr/>
            <p:nvPr/>
          </p:nvSpPr>
          <p:spPr>
            <a:xfrm>
              <a:off x="7620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45"/>
            <p:cNvSpPr/>
            <p:nvPr/>
          </p:nvSpPr>
          <p:spPr>
            <a:xfrm>
              <a:off x="8382000" y="4296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45"/>
            <p:cNvSpPr/>
            <p:nvPr/>
          </p:nvSpPr>
          <p:spPr>
            <a:xfrm>
              <a:off x="3764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45"/>
            <p:cNvSpPr/>
            <p:nvPr/>
          </p:nvSpPr>
          <p:spPr>
            <a:xfrm>
              <a:off x="79653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45"/>
            <p:cNvSpPr/>
            <p:nvPr/>
          </p:nvSpPr>
          <p:spPr>
            <a:xfrm>
              <a:off x="8727375"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45"/>
            <p:cNvSpPr/>
            <p:nvPr/>
          </p:nvSpPr>
          <p:spPr>
            <a:xfrm>
              <a:off x="-381000" y="4005140"/>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45"/>
            <p:cNvSpPr/>
            <p:nvPr/>
          </p:nvSpPr>
          <p:spPr>
            <a:xfrm>
              <a:off x="-11" y="4005150"/>
              <a:ext cx="2214900" cy="8835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02" name="Google Shape;3302;p45"/>
          <p:cNvSpPr/>
          <p:nvPr/>
        </p:nvSpPr>
        <p:spPr>
          <a:xfrm>
            <a:off x="-4478" y="4879925"/>
            <a:ext cx="9144000" cy="29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45"/>
          <p:cNvSpPr/>
          <p:nvPr/>
        </p:nvSpPr>
        <p:spPr>
          <a:xfrm>
            <a:off x="-4465" y="4603894"/>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45"/>
          <p:cNvSpPr/>
          <p:nvPr/>
        </p:nvSpPr>
        <p:spPr>
          <a:xfrm>
            <a:off x="4316923" y="4854849"/>
            <a:ext cx="1136568" cy="201654"/>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45"/>
          <p:cNvSpPr/>
          <p:nvPr/>
        </p:nvSpPr>
        <p:spPr>
          <a:xfrm>
            <a:off x="8083275" y="4538544"/>
            <a:ext cx="1060721" cy="492044"/>
          </a:xfrm>
          <a:custGeom>
            <a:rect b="b" l="l" r="r" t="t"/>
            <a:pathLst>
              <a:path extrusionOk="0" h="5143" w="11087">
                <a:moveTo>
                  <a:pt x="11087" y="0"/>
                </a:moveTo>
                <a:cubicBezTo>
                  <a:pt x="10790" y="35"/>
                  <a:pt x="10511" y="105"/>
                  <a:pt x="10232" y="192"/>
                </a:cubicBezTo>
                <a:cubicBezTo>
                  <a:pt x="8611" y="715"/>
                  <a:pt x="7164" y="1813"/>
                  <a:pt x="6084" y="3121"/>
                </a:cubicBezTo>
                <a:cubicBezTo>
                  <a:pt x="5658" y="2742"/>
                  <a:pt x="5079" y="2596"/>
                  <a:pt x="4490" y="2596"/>
                </a:cubicBezTo>
                <a:cubicBezTo>
                  <a:pt x="4211" y="2596"/>
                  <a:pt x="3930" y="2629"/>
                  <a:pt x="3661" y="2685"/>
                </a:cubicBezTo>
                <a:cubicBezTo>
                  <a:pt x="2179" y="3016"/>
                  <a:pt x="872" y="3887"/>
                  <a:pt x="0" y="5143"/>
                </a:cubicBezTo>
                <a:lnTo>
                  <a:pt x="11087" y="5143"/>
                </a:lnTo>
                <a:lnTo>
                  <a:pt x="1108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accent1"/>
        </a:solidFill>
      </p:bgPr>
    </p:bg>
    <p:spTree>
      <p:nvGrpSpPr>
        <p:cNvPr id="3310" name="Shape 3310"/>
        <p:cNvGrpSpPr/>
        <p:nvPr/>
      </p:nvGrpSpPr>
      <p:grpSpPr>
        <a:xfrm>
          <a:off x="0" y="0"/>
          <a:ext cx="0" cy="0"/>
          <a:chOff x="0" y="0"/>
          <a:chExt cx="0" cy="0"/>
        </a:xfrm>
      </p:grpSpPr>
      <p:sp>
        <p:nvSpPr>
          <p:cNvPr id="3311" name="Google Shape;3311;p47"/>
          <p:cNvSpPr txBox="1"/>
          <p:nvPr>
            <p:ph type="ctrTitle"/>
          </p:nvPr>
        </p:nvSpPr>
        <p:spPr>
          <a:xfrm>
            <a:off x="369000" y="365700"/>
            <a:ext cx="8463300" cy="17232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FFFFFF"/>
              </a:buClr>
              <a:buSzPts val="4400"/>
              <a:buNone/>
              <a:defRPr sz="4400">
                <a:solidFill>
                  <a:srgbClr val="FFFFFF"/>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312" name="Google Shape;3312;p47"/>
          <p:cNvSpPr txBox="1"/>
          <p:nvPr>
            <p:ph idx="1" type="subTitle"/>
          </p:nvPr>
        </p:nvSpPr>
        <p:spPr>
          <a:xfrm>
            <a:off x="369000" y="2257425"/>
            <a:ext cx="8463300" cy="7926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accent2"/>
              </a:buClr>
              <a:buSzPts val="2200"/>
              <a:buFont typeface="Inter"/>
              <a:buNone/>
              <a:defRPr sz="2200">
                <a:solidFill>
                  <a:schemeClr val="accent2"/>
                </a:solidFill>
                <a:latin typeface="Inter"/>
                <a:ea typeface="Inter"/>
                <a:cs typeface="Inter"/>
                <a:sym typeface="Inter"/>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3313" name="Shape 3313"/>
        <p:cNvGrpSpPr/>
        <p:nvPr/>
      </p:nvGrpSpPr>
      <p:grpSpPr>
        <a:xfrm>
          <a:off x="0" y="0"/>
          <a:ext cx="0" cy="0"/>
          <a:chOff x="0" y="0"/>
          <a:chExt cx="0" cy="0"/>
        </a:xfrm>
      </p:grpSpPr>
      <p:sp>
        <p:nvSpPr>
          <p:cNvPr id="3314" name="Google Shape;3314;p48"/>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15" name="Google Shape;3315;p48"/>
          <p:cNvSpPr txBox="1"/>
          <p:nvPr>
            <p:ph idx="1" type="body"/>
          </p:nvPr>
        </p:nvSpPr>
        <p:spPr>
          <a:xfrm>
            <a:off x="369000" y="1065700"/>
            <a:ext cx="8406000" cy="3416400"/>
          </a:xfrm>
          <a:prstGeom prst="rect">
            <a:avLst/>
          </a:prstGeom>
          <a:noFill/>
          <a:ln>
            <a:noFill/>
          </a:ln>
        </p:spPr>
        <p:txBody>
          <a:bodyPr anchorCtr="0" anchor="t" bIns="0" lIns="0" spcFirstLastPara="1" rIns="0" wrap="square" tIns="0">
            <a:normAutofit/>
          </a:bodyPr>
          <a:lstStyle>
            <a:lvl1pPr indent="-330200" lvl="0" marL="457200" algn="l">
              <a:lnSpc>
                <a:spcPct val="115000"/>
              </a:lnSpc>
              <a:spcBef>
                <a:spcPts val="0"/>
              </a:spcBef>
              <a:spcAft>
                <a:spcPts val="0"/>
              </a:spcAft>
              <a:buSzPts val="1600"/>
              <a:buChar char="●"/>
              <a:defRPr sz="16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16" name="Google Shape;3316;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body" type="tx">
  <p:cSld name="TITLE_AND_BODY">
    <p:spTree>
      <p:nvGrpSpPr>
        <p:cNvPr id="3317" name="Shape 3317"/>
        <p:cNvGrpSpPr/>
        <p:nvPr/>
      </p:nvGrpSpPr>
      <p:grpSpPr>
        <a:xfrm>
          <a:off x="0" y="0"/>
          <a:ext cx="0" cy="0"/>
          <a:chOff x="0" y="0"/>
          <a:chExt cx="0" cy="0"/>
        </a:xfrm>
      </p:grpSpPr>
      <p:sp>
        <p:nvSpPr>
          <p:cNvPr id="3318" name="Google Shape;3318;p49"/>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19" name="Google Shape;3319;p49"/>
          <p:cNvSpPr txBox="1"/>
          <p:nvPr>
            <p:ph idx="1" type="body"/>
          </p:nvPr>
        </p:nvSpPr>
        <p:spPr>
          <a:xfrm>
            <a:off x="369000" y="1361400"/>
            <a:ext cx="8406000" cy="3416400"/>
          </a:xfrm>
          <a:prstGeom prst="rect">
            <a:avLst/>
          </a:prstGeom>
          <a:noFill/>
          <a:ln>
            <a:noFill/>
          </a:ln>
        </p:spPr>
        <p:txBody>
          <a:bodyPr anchorCtr="0" anchor="t" bIns="0" lIns="0" spcFirstLastPara="1" rIns="0" wrap="square" tIns="0">
            <a:normAutofit/>
          </a:bodyPr>
          <a:lstStyle>
            <a:lvl1pPr indent="-330200" lvl="0" marL="457200" algn="l">
              <a:lnSpc>
                <a:spcPct val="115000"/>
              </a:lnSpc>
              <a:spcBef>
                <a:spcPts val="0"/>
              </a:spcBef>
              <a:spcAft>
                <a:spcPts val="0"/>
              </a:spcAft>
              <a:buSzPts val="1600"/>
              <a:buChar char="●"/>
              <a:defRPr sz="16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20" name="Google Shape;3320;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3321" name="Google Shape;3321;p49"/>
          <p:cNvSpPr txBox="1"/>
          <p:nvPr>
            <p:ph idx="2" type="subTitle"/>
          </p:nvPr>
        </p:nvSpPr>
        <p:spPr>
          <a:xfrm>
            <a:off x="374450" y="857600"/>
            <a:ext cx="8406000" cy="426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000000"/>
              </a:buClr>
              <a:buSzPts val="1600"/>
              <a:buFont typeface="Inter"/>
              <a:buNone/>
              <a:defRPr sz="1600">
                <a:solidFill>
                  <a:srgbClr val="000000"/>
                </a:solidFill>
                <a:latin typeface="Inter"/>
                <a:ea typeface="Inter"/>
                <a:cs typeface="Inter"/>
                <a:sym typeface="Inter"/>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p:cSld name="TITLE_2">
    <p:bg>
      <p:bgPr>
        <a:solidFill>
          <a:schemeClr val="accent1"/>
        </a:solidFill>
      </p:bgPr>
    </p:bg>
    <p:spTree>
      <p:nvGrpSpPr>
        <p:cNvPr id="3322" name="Shape 3322"/>
        <p:cNvGrpSpPr/>
        <p:nvPr/>
      </p:nvGrpSpPr>
      <p:grpSpPr>
        <a:xfrm>
          <a:off x="0" y="0"/>
          <a:ext cx="0" cy="0"/>
          <a:chOff x="0" y="0"/>
          <a:chExt cx="0" cy="0"/>
        </a:xfrm>
      </p:grpSpPr>
      <p:sp>
        <p:nvSpPr>
          <p:cNvPr id="3323" name="Google Shape;3323;p50"/>
          <p:cNvSpPr txBox="1"/>
          <p:nvPr>
            <p:ph type="ctrTitle"/>
          </p:nvPr>
        </p:nvSpPr>
        <p:spPr>
          <a:xfrm>
            <a:off x="369000" y="365700"/>
            <a:ext cx="8463300" cy="3925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2"/>
              </a:buClr>
              <a:buSzPts val="3200"/>
              <a:buNone/>
              <a:defRPr sz="3200">
                <a:solidFill>
                  <a:schemeClr val="lt2"/>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324" name="Google Shape;3324;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sz="70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25" name="Shape 3325"/>
        <p:cNvGrpSpPr/>
        <p:nvPr/>
      </p:nvGrpSpPr>
      <p:grpSpPr>
        <a:xfrm>
          <a:off x="0" y="0"/>
          <a:ext cx="0" cy="0"/>
          <a:chOff x="0" y="0"/>
          <a:chExt cx="0" cy="0"/>
        </a:xfrm>
      </p:grpSpPr>
      <p:sp>
        <p:nvSpPr>
          <p:cNvPr id="3326" name="Google Shape;3326;p51"/>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27"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328" name="Shape 3328"/>
        <p:cNvGrpSpPr/>
        <p:nvPr/>
      </p:nvGrpSpPr>
      <p:grpSpPr>
        <a:xfrm>
          <a:off x="0" y="0"/>
          <a:ext cx="0" cy="0"/>
          <a:chOff x="0" y="0"/>
          <a:chExt cx="0" cy="0"/>
        </a:xfrm>
      </p:grpSpPr>
      <p:sp>
        <p:nvSpPr>
          <p:cNvPr id="3329" name="Google Shape;3329;p52"/>
          <p:cNvSpPr txBox="1"/>
          <p:nvPr>
            <p:ph idx="1" type="body"/>
          </p:nvPr>
        </p:nvSpPr>
        <p:spPr>
          <a:xfrm>
            <a:off x="374450" y="1361400"/>
            <a:ext cx="3999900" cy="3416400"/>
          </a:xfrm>
          <a:prstGeom prst="rect">
            <a:avLst/>
          </a:prstGeom>
          <a:noFill/>
          <a:ln>
            <a:noFill/>
          </a:ln>
        </p:spPr>
        <p:txBody>
          <a:bodyPr anchorCtr="0" anchor="t" bIns="0" lIns="0" spcFirstLastPara="1" rIns="0" wrap="square" tIns="0">
            <a:normAutofit/>
          </a:bodyPr>
          <a:lstStyle>
            <a:lvl1pPr indent="-330200" lvl="0" marL="457200" algn="l">
              <a:lnSpc>
                <a:spcPct val="115000"/>
              </a:lnSpc>
              <a:spcBef>
                <a:spcPts val="0"/>
              </a:spcBef>
              <a:spcAft>
                <a:spcPts val="0"/>
              </a:spcAft>
              <a:buSzPts val="1600"/>
              <a:buChar char="●"/>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30" name="Google Shape;3330;p52"/>
          <p:cNvSpPr txBox="1"/>
          <p:nvPr>
            <p:ph idx="2" type="body"/>
          </p:nvPr>
        </p:nvSpPr>
        <p:spPr>
          <a:xfrm>
            <a:off x="4800925" y="1361400"/>
            <a:ext cx="3999900" cy="3416400"/>
          </a:xfrm>
          <a:prstGeom prst="rect">
            <a:avLst/>
          </a:prstGeom>
          <a:noFill/>
          <a:ln>
            <a:noFill/>
          </a:ln>
        </p:spPr>
        <p:txBody>
          <a:bodyPr anchorCtr="0" anchor="t" bIns="0" lIns="0" spcFirstLastPara="1" rIns="0" wrap="square" tIns="0">
            <a:normAutofit/>
          </a:bodyPr>
          <a:lstStyle>
            <a:lvl1pPr indent="-330200" lvl="0" marL="457200" algn="l">
              <a:lnSpc>
                <a:spcPct val="115000"/>
              </a:lnSpc>
              <a:spcBef>
                <a:spcPts val="0"/>
              </a:spcBef>
              <a:spcAft>
                <a:spcPts val="0"/>
              </a:spcAft>
              <a:buSzPts val="1600"/>
              <a:buChar char="●"/>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31" name="Google Shape;3331;p52"/>
          <p:cNvSpPr txBox="1"/>
          <p:nvPr>
            <p:ph type="title"/>
          </p:nvPr>
        </p:nvSpPr>
        <p:spPr>
          <a:xfrm>
            <a:off x="369000" y="365700"/>
            <a:ext cx="8463300" cy="57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32" name="Google Shape;3332;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3333" name="Google Shape;3333;p52"/>
          <p:cNvSpPr txBox="1"/>
          <p:nvPr>
            <p:ph idx="3" type="subTitle"/>
          </p:nvPr>
        </p:nvSpPr>
        <p:spPr>
          <a:xfrm>
            <a:off x="374450" y="857600"/>
            <a:ext cx="8463300" cy="426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000000"/>
              </a:buClr>
              <a:buSzPts val="1600"/>
              <a:buFont typeface="Inter"/>
              <a:buNone/>
              <a:defRPr sz="1600">
                <a:solidFill>
                  <a:srgbClr val="000000"/>
                </a:solidFill>
                <a:latin typeface="Inter"/>
                <a:ea typeface="Inter"/>
                <a:cs typeface="Inter"/>
                <a:sym typeface="Inter"/>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column content">
  <p:cSld name="ONE_COLUMN_TEXT">
    <p:spTree>
      <p:nvGrpSpPr>
        <p:cNvPr id="3334" name="Shape 3334"/>
        <p:cNvGrpSpPr/>
        <p:nvPr/>
      </p:nvGrpSpPr>
      <p:grpSpPr>
        <a:xfrm>
          <a:off x="0" y="0"/>
          <a:ext cx="0" cy="0"/>
          <a:chOff x="0" y="0"/>
          <a:chExt cx="0" cy="0"/>
        </a:xfrm>
      </p:grpSpPr>
      <p:sp>
        <p:nvSpPr>
          <p:cNvPr id="3335" name="Google Shape;3335;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3336" name="Google Shape;3336;p53"/>
          <p:cNvSpPr txBox="1"/>
          <p:nvPr>
            <p:ph type="title"/>
          </p:nvPr>
        </p:nvSpPr>
        <p:spPr>
          <a:xfrm>
            <a:off x="369000" y="365700"/>
            <a:ext cx="3836700" cy="96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37" name="Google Shape;3337;p53"/>
          <p:cNvSpPr txBox="1"/>
          <p:nvPr>
            <p:ph idx="1" type="body"/>
          </p:nvPr>
        </p:nvSpPr>
        <p:spPr>
          <a:xfrm>
            <a:off x="369000" y="1754875"/>
            <a:ext cx="3834300" cy="3022800"/>
          </a:xfrm>
          <a:prstGeom prst="rect">
            <a:avLst/>
          </a:prstGeom>
          <a:noFill/>
          <a:ln>
            <a:noFill/>
          </a:ln>
        </p:spPr>
        <p:txBody>
          <a:bodyPr anchorCtr="0" anchor="t" bIns="0" lIns="0" spcFirstLastPara="1" rIns="0" wrap="square" tIns="0">
            <a:normAutofit/>
          </a:bodyPr>
          <a:lstStyle>
            <a:lvl1pPr indent="-330200" lvl="0" marL="457200" algn="l">
              <a:lnSpc>
                <a:spcPct val="115000"/>
              </a:lnSpc>
              <a:spcBef>
                <a:spcPts val="0"/>
              </a:spcBef>
              <a:spcAft>
                <a:spcPts val="0"/>
              </a:spcAft>
              <a:buSzPts val="1600"/>
              <a:buChar char="●"/>
              <a:defRPr sz="16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38" name="Google Shape;3338;p53"/>
          <p:cNvSpPr txBox="1"/>
          <p:nvPr>
            <p:ph idx="2" type="subTitle"/>
          </p:nvPr>
        </p:nvSpPr>
        <p:spPr>
          <a:xfrm>
            <a:off x="371469" y="1251075"/>
            <a:ext cx="3834300" cy="426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600"/>
              <a:buFont typeface="Inter"/>
              <a:buNone/>
              <a:defRPr sz="1600">
                <a:latin typeface="Inter"/>
                <a:ea typeface="Inter"/>
                <a:cs typeface="Inter"/>
                <a:sym typeface="Inter"/>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p:txBody>
      </p:sp>
    </p:spTree>
  </p:cSld>
  <p:clrMapOvr>
    <a:masterClrMapping/>
  </p:clrMapOvr>
  <p:extLst>
    <p:ext uri="{DCECCB84-F9BA-43D5-87BE-67443E8EF086}">
      <p15:sldGuideLst>
        <p15:guide id="1" pos="2880">
          <p15:clr>
            <a:srgbClr val="FA7B17"/>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rtnership logo">
  <p:cSld name="TITLE_1">
    <p:bg>
      <p:bgPr>
        <a:solidFill>
          <a:srgbClr val="FFFFFF"/>
        </a:solidFill>
      </p:bgPr>
    </p:bg>
    <p:spTree>
      <p:nvGrpSpPr>
        <p:cNvPr id="3339" name="Shape 3339"/>
        <p:cNvGrpSpPr/>
        <p:nvPr/>
      </p:nvGrpSpPr>
      <p:grpSpPr>
        <a:xfrm>
          <a:off x="0" y="0"/>
          <a:ext cx="0" cy="0"/>
          <a:chOff x="0" y="0"/>
          <a:chExt cx="0" cy="0"/>
        </a:xfrm>
      </p:grpSpPr>
      <p:sp>
        <p:nvSpPr>
          <p:cNvPr id="3340" name="Google Shape;3340;p54"/>
          <p:cNvSpPr txBox="1"/>
          <p:nvPr>
            <p:ph type="ctrTitle"/>
          </p:nvPr>
        </p:nvSpPr>
        <p:spPr>
          <a:xfrm>
            <a:off x="369000" y="1289125"/>
            <a:ext cx="4077300" cy="20073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000000"/>
              </a:buClr>
              <a:buSzPts val="3200"/>
              <a:buNone/>
              <a:defRPr sz="3200">
                <a:solidFill>
                  <a:srgbClr val="000000"/>
                </a:solidFill>
              </a:defRPr>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3341" name="Google Shape;3341;p54"/>
          <p:cNvSpPr txBox="1"/>
          <p:nvPr>
            <p:ph idx="1" type="subTitle"/>
          </p:nvPr>
        </p:nvSpPr>
        <p:spPr>
          <a:xfrm>
            <a:off x="369000" y="3476925"/>
            <a:ext cx="4077300" cy="7926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000"/>
              <a:buFont typeface="Inter"/>
              <a:buNone/>
              <a:defRPr sz="2000">
                <a:solidFill>
                  <a:srgbClr val="000000"/>
                </a:solidFill>
                <a:latin typeface="Inter"/>
                <a:ea typeface="Inter"/>
                <a:cs typeface="Inter"/>
                <a:sym typeface="Inter"/>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342" name="Google Shape;3342;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extLst>
    <p:ext uri="{DCECCB84-F9BA-43D5-87BE-67443E8EF086}">
      <p15:sldGuideLst>
        <p15:guide id="1" pos="2880">
          <p15:clr>
            <a:srgbClr val="FA7B17"/>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rtnership logo title only">
  <p:cSld name="TITLE_1_1">
    <p:bg>
      <p:bgPr>
        <a:solidFill>
          <a:srgbClr val="FFFFFF"/>
        </a:solidFill>
      </p:bgPr>
    </p:bg>
    <p:spTree>
      <p:nvGrpSpPr>
        <p:cNvPr id="3343" name="Shape 3343"/>
        <p:cNvGrpSpPr/>
        <p:nvPr/>
      </p:nvGrpSpPr>
      <p:grpSpPr>
        <a:xfrm>
          <a:off x="0" y="0"/>
          <a:ext cx="0" cy="0"/>
          <a:chOff x="0" y="0"/>
          <a:chExt cx="0" cy="0"/>
        </a:xfrm>
      </p:grpSpPr>
      <p:sp>
        <p:nvSpPr>
          <p:cNvPr id="3344" name="Google Shape;3344;p55"/>
          <p:cNvSpPr txBox="1"/>
          <p:nvPr>
            <p:ph type="ctrTitle"/>
          </p:nvPr>
        </p:nvSpPr>
        <p:spPr>
          <a:xfrm>
            <a:off x="369000" y="1289125"/>
            <a:ext cx="4077300" cy="30999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000000"/>
              </a:buClr>
              <a:buSzPts val="3200"/>
              <a:buNone/>
              <a:defRPr sz="3200">
                <a:solidFill>
                  <a:srgbClr val="000000"/>
                </a:solidFill>
              </a:defRPr>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3345" name="Google Shape;3345;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extLst>
    <p:ext uri="{DCECCB84-F9BA-43D5-87BE-67443E8EF086}">
      <p15:sldGuideLst>
        <p15:guide id="1" pos="2880">
          <p15:clr>
            <a:srgbClr val="FA7B17"/>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image">
  <p:cSld name="CUSTOM">
    <p:spTree>
      <p:nvGrpSpPr>
        <p:cNvPr id="3346" name="Shape 3346"/>
        <p:cNvGrpSpPr/>
        <p:nvPr/>
      </p:nvGrpSpPr>
      <p:grpSpPr>
        <a:xfrm>
          <a:off x="0" y="0"/>
          <a:ext cx="0" cy="0"/>
          <a:chOff x="0" y="0"/>
          <a:chExt cx="0" cy="0"/>
        </a:xfrm>
      </p:grpSpPr>
      <p:sp>
        <p:nvSpPr>
          <p:cNvPr id="3347" name="Google Shape;3347;p56"/>
          <p:cNvSpPr txBox="1"/>
          <p:nvPr>
            <p:ph type="title"/>
          </p:nvPr>
        </p:nvSpPr>
        <p:spPr>
          <a:xfrm>
            <a:off x="4938300" y="365700"/>
            <a:ext cx="3836700" cy="37167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atin typeface="Inter"/>
                <a:ea typeface="Inter"/>
                <a:cs typeface="Inter"/>
                <a:sym typeface="Inter"/>
              </a:defRPr>
            </a:lvl2pPr>
            <a:lvl3pPr lvl="2" algn="l">
              <a:lnSpc>
                <a:spcPct val="100000"/>
              </a:lnSpc>
              <a:spcBef>
                <a:spcPts val="0"/>
              </a:spcBef>
              <a:spcAft>
                <a:spcPts val="0"/>
              </a:spcAft>
              <a:buSzPts val="2800"/>
              <a:buNone/>
              <a:defRPr>
                <a:latin typeface="Inter"/>
                <a:ea typeface="Inter"/>
                <a:cs typeface="Inter"/>
                <a:sym typeface="Inter"/>
              </a:defRPr>
            </a:lvl3pPr>
            <a:lvl4pPr lvl="3" algn="l">
              <a:lnSpc>
                <a:spcPct val="100000"/>
              </a:lnSpc>
              <a:spcBef>
                <a:spcPts val="0"/>
              </a:spcBef>
              <a:spcAft>
                <a:spcPts val="0"/>
              </a:spcAft>
              <a:buSzPts val="2800"/>
              <a:buNone/>
              <a:defRPr>
                <a:latin typeface="Inter"/>
                <a:ea typeface="Inter"/>
                <a:cs typeface="Inter"/>
                <a:sym typeface="Inter"/>
              </a:defRPr>
            </a:lvl4pPr>
            <a:lvl5pPr lvl="4" algn="l">
              <a:lnSpc>
                <a:spcPct val="100000"/>
              </a:lnSpc>
              <a:spcBef>
                <a:spcPts val="0"/>
              </a:spcBef>
              <a:spcAft>
                <a:spcPts val="0"/>
              </a:spcAft>
              <a:buSzPts val="2800"/>
              <a:buNone/>
              <a:defRPr>
                <a:latin typeface="Inter"/>
                <a:ea typeface="Inter"/>
                <a:cs typeface="Inter"/>
                <a:sym typeface="Inter"/>
              </a:defRPr>
            </a:lvl5pPr>
            <a:lvl6pPr lvl="5" algn="l">
              <a:lnSpc>
                <a:spcPct val="100000"/>
              </a:lnSpc>
              <a:spcBef>
                <a:spcPts val="0"/>
              </a:spcBef>
              <a:spcAft>
                <a:spcPts val="0"/>
              </a:spcAft>
              <a:buSzPts val="2800"/>
              <a:buNone/>
              <a:defRPr>
                <a:latin typeface="Inter"/>
                <a:ea typeface="Inter"/>
                <a:cs typeface="Inter"/>
                <a:sym typeface="Inter"/>
              </a:defRPr>
            </a:lvl6pPr>
            <a:lvl7pPr lvl="6" algn="l">
              <a:lnSpc>
                <a:spcPct val="100000"/>
              </a:lnSpc>
              <a:spcBef>
                <a:spcPts val="0"/>
              </a:spcBef>
              <a:spcAft>
                <a:spcPts val="0"/>
              </a:spcAft>
              <a:buSzPts val="2800"/>
              <a:buNone/>
              <a:defRPr>
                <a:latin typeface="Inter"/>
                <a:ea typeface="Inter"/>
                <a:cs typeface="Inter"/>
                <a:sym typeface="Inter"/>
              </a:defRPr>
            </a:lvl7pPr>
            <a:lvl8pPr lvl="7" algn="l">
              <a:lnSpc>
                <a:spcPct val="100000"/>
              </a:lnSpc>
              <a:spcBef>
                <a:spcPts val="0"/>
              </a:spcBef>
              <a:spcAft>
                <a:spcPts val="0"/>
              </a:spcAft>
              <a:buSzPts val="2800"/>
              <a:buNone/>
              <a:defRPr>
                <a:latin typeface="Inter"/>
                <a:ea typeface="Inter"/>
                <a:cs typeface="Inter"/>
                <a:sym typeface="Inter"/>
              </a:defRPr>
            </a:lvl8pPr>
            <a:lvl9pPr lvl="8" algn="l">
              <a:lnSpc>
                <a:spcPct val="100000"/>
              </a:lnSpc>
              <a:spcBef>
                <a:spcPts val="0"/>
              </a:spcBef>
              <a:spcAft>
                <a:spcPts val="0"/>
              </a:spcAft>
              <a:buSzPts val="2800"/>
              <a:buNone/>
              <a:defRPr>
                <a:latin typeface="Inter"/>
                <a:ea typeface="Inter"/>
                <a:cs typeface="Inter"/>
                <a:sym typeface="Inter"/>
              </a:defRPr>
            </a:lvl9pPr>
          </a:lstStyle>
          <a:p/>
        </p:txBody>
      </p:sp>
      <p:sp>
        <p:nvSpPr>
          <p:cNvPr id="3348" name="Google Shape;3348;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sz="700"/>
          </a:p>
        </p:txBody>
      </p:sp>
      <p:sp>
        <p:nvSpPr>
          <p:cNvPr id="3349" name="Google Shape;3349;p56"/>
          <p:cNvSpPr txBox="1"/>
          <p:nvPr>
            <p:ph idx="1" type="subTitle"/>
          </p:nvPr>
        </p:nvSpPr>
        <p:spPr>
          <a:xfrm>
            <a:off x="4938300" y="4351200"/>
            <a:ext cx="3836700" cy="426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000000"/>
              </a:buClr>
              <a:buSzPts val="1600"/>
              <a:buFont typeface="Inter"/>
              <a:buNone/>
              <a:defRPr sz="1600">
                <a:solidFill>
                  <a:srgbClr val="000000"/>
                </a:solidFill>
                <a:latin typeface="Inter"/>
                <a:ea typeface="Inter"/>
                <a:cs typeface="Inter"/>
                <a:sym typeface="Inter"/>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p:txBody>
      </p:sp>
    </p:spTree>
  </p:cSld>
  <p:clrMapOvr>
    <a:masterClrMapping/>
  </p:clrMapOvr>
  <p:extLst>
    <p:ext uri="{DCECCB84-F9BA-43D5-87BE-67443E8EF086}">
      <p15:sldGuideLst>
        <p15:guide id="1" pos="2880">
          <p15:clr>
            <a:srgbClr val="FA7B17"/>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50" name="Shape 3350"/>
        <p:cNvGrpSpPr/>
        <p:nvPr/>
      </p:nvGrpSpPr>
      <p:grpSpPr>
        <a:xfrm>
          <a:off x="0" y="0"/>
          <a:ext cx="0" cy="0"/>
          <a:chOff x="0" y="0"/>
          <a:chExt cx="0" cy="0"/>
        </a:xfrm>
      </p:grpSpPr>
      <p:sp>
        <p:nvSpPr>
          <p:cNvPr id="3351" name="Google Shape;3351;p57"/>
          <p:cNvSpPr txBox="1"/>
          <p:nvPr>
            <p:ph type="title"/>
          </p:nvPr>
        </p:nvSpPr>
        <p:spPr>
          <a:xfrm>
            <a:off x="369000" y="2150850"/>
            <a:ext cx="8406000" cy="8418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352" name="Google Shape;3352;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split">
  <p:cSld name="ONE_COLUMN_TEXT_1">
    <p:spTree>
      <p:nvGrpSpPr>
        <p:cNvPr id="3353" name="Shape 3353"/>
        <p:cNvGrpSpPr/>
        <p:nvPr/>
      </p:nvGrpSpPr>
      <p:grpSpPr>
        <a:xfrm>
          <a:off x="0" y="0"/>
          <a:ext cx="0" cy="0"/>
          <a:chOff x="0" y="0"/>
          <a:chExt cx="0" cy="0"/>
        </a:xfrm>
      </p:grpSpPr>
      <p:sp>
        <p:nvSpPr>
          <p:cNvPr id="3354" name="Google Shape;3354;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3355" name="Google Shape;3355;p58"/>
          <p:cNvSpPr txBox="1"/>
          <p:nvPr>
            <p:ph type="title"/>
          </p:nvPr>
        </p:nvSpPr>
        <p:spPr>
          <a:xfrm>
            <a:off x="369000" y="365700"/>
            <a:ext cx="3836700" cy="96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56" name="Google Shape;3356;p58"/>
          <p:cNvSpPr txBox="1"/>
          <p:nvPr>
            <p:ph idx="1" type="body"/>
          </p:nvPr>
        </p:nvSpPr>
        <p:spPr>
          <a:xfrm>
            <a:off x="369000" y="1754875"/>
            <a:ext cx="3834300" cy="3022800"/>
          </a:xfrm>
          <a:prstGeom prst="rect">
            <a:avLst/>
          </a:prstGeom>
          <a:noFill/>
          <a:ln>
            <a:noFill/>
          </a:ln>
        </p:spPr>
        <p:txBody>
          <a:bodyPr anchorCtr="0" anchor="t" bIns="0" lIns="0" spcFirstLastPara="1" rIns="0" wrap="square" tIns="0">
            <a:normAutofit/>
          </a:bodyPr>
          <a:lstStyle>
            <a:lvl1pPr indent="-330200" lvl="0" marL="457200" algn="l">
              <a:lnSpc>
                <a:spcPct val="115000"/>
              </a:lnSpc>
              <a:spcBef>
                <a:spcPts val="0"/>
              </a:spcBef>
              <a:spcAft>
                <a:spcPts val="0"/>
              </a:spcAft>
              <a:buSzPts val="1600"/>
              <a:buChar char="●"/>
              <a:defRPr sz="16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57" name="Google Shape;3357;p58"/>
          <p:cNvSpPr txBox="1"/>
          <p:nvPr>
            <p:ph idx="2" type="subTitle"/>
          </p:nvPr>
        </p:nvSpPr>
        <p:spPr>
          <a:xfrm>
            <a:off x="371469" y="1251075"/>
            <a:ext cx="3834300" cy="426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000000"/>
              </a:buClr>
              <a:buSzPts val="1600"/>
              <a:buFont typeface="Inter"/>
              <a:buNone/>
              <a:defRPr sz="1600">
                <a:solidFill>
                  <a:srgbClr val="000000"/>
                </a:solidFill>
                <a:latin typeface="Inter"/>
                <a:ea typeface="Inter"/>
                <a:cs typeface="Inter"/>
                <a:sym typeface="Inter"/>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p:txBody>
      </p:sp>
      <p:sp>
        <p:nvSpPr>
          <p:cNvPr id="3358" name="Google Shape;3358;p58"/>
          <p:cNvSpPr txBox="1"/>
          <p:nvPr>
            <p:ph idx="3" type="body"/>
          </p:nvPr>
        </p:nvSpPr>
        <p:spPr>
          <a:xfrm>
            <a:off x="4940700" y="1331700"/>
            <a:ext cx="3834300" cy="2480100"/>
          </a:xfrm>
          <a:prstGeom prst="rect">
            <a:avLst/>
          </a:prstGeom>
          <a:noFill/>
          <a:ln>
            <a:noFill/>
          </a:ln>
        </p:spPr>
        <p:txBody>
          <a:bodyPr anchorCtr="0" anchor="ctr" bIns="0" lIns="0" spcFirstLastPara="1" rIns="0" wrap="square" tIns="0">
            <a:normAutofit/>
          </a:bodyPr>
          <a:lstStyle>
            <a:lvl1pPr indent="-330200" lvl="0" marL="457200" algn="l">
              <a:lnSpc>
                <a:spcPct val="115000"/>
              </a:lnSpc>
              <a:spcBef>
                <a:spcPts val="0"/>
              </a:spcBef>
              <a:spcAft>
                <a:spcPts val="0"/>
              </a:spcAft>
              <a:buSzPts val="1600"/>
              <a:buChar char="●"/>
              <a:defRPr sz="16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Tree>
  </p:cSld>
  <p:clrMapOvr>
    <a:masterClrMapping/>
  </p:clrMapOvr>
  <p:extLst>
    <p:ext uri="{DCECCB84-F9BA-43D5-87BE-67443E8EF086}">
      <p15:sldGuideLst>
        <p15:guide id="1" pos="2880">
          <p15:clr>
            <a:srgbClr val="FA7B17"/>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59" name="Shape 3359"/>
        <p:cNvGrpSpPr/>
        <p:nvPr/>
      </p:nvGrpSpPr>
      <p:grpSpPr>
        <a:xfrm>
          <a:off x="0" y="0"/>
          <a:ext cx="0" cy="0"/>
          <a:chOff x="0" y="0"/>
          <a:chExt cx="0" cy="0"/>
        </a:xfrm>
      </p:grpSpPr>
      <p:sp>
        <p:nvSpPr>
          <p:cNvPr id="3360" name="Google Shape;3360;p59"/>
          <p:cNvSpPr txBox="1"/>
          <p:nvPr>
            <p:ph type="title"/>
          </p:nvPr>
        </p:nvSpPr>
        <p:spPr>
          <a:xfrm>
            <a:off x="369000" y="365700"/>
            <a:ext cx="6367800" cy="4412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4100"/>
              <a:buNone/>
              <a:defRPr sz="4100"/>
            </a:lvl2pPr>
            <a:lvl3pPr lvl="2" algn="l">
              <a:lnSpc>
                <a:spcPct val="100000"/>
              </a:lnSpc>
              <a:spcBef>
                <a:spcPts val="0"/>
              </a:spcBef>
              <a:spcAft>
                <a:spcPts val="0"/>
              </a:spcAft>
              <a:buSzPts val="4100"/>
              <a:buNone/>
              <a:defRPr sz="4100"/>
            </a:lvl3pPr>
            <a:lvl4pPr lvl="3" algn="l">
              <a:lnSpc>
                <a:spcPct val="100000"/>
              </a:lnSpc>
              <a:spcBef>
                <a:spcPts val="0"/>
              </a:spcBef>
              <a:spcAft>
                <a:spcPts val="0"/>
              </a:spcAft>
              <a:buSzPts val="4100"/>
              <a:buNone/>
              <a:defRPr sz="4100"/>
            </a:lvl4pPr>
            <a:lvl5pPr lvl="4" algn="l">
              <a:lnSpc>
                <a:spcPct val="100000"/>
              </a:lnSpc>
              <a:spcBef>
                <a:spcPts val="0"/>
              </a:spcBef>
              <a:spcAft>
                <a:spcPts val="0"/>
              </a:spcAft>
              <a:buSzPts val="4100"/>
              <a:buNone/>
              <a:defRPr sz="4100"/>
            </a:lvl5pPr>
            <a:lvl6pPr lvl="5" algn="l">
              <a:lnSpc>
                <a:spcPct val="100000"/>
              </a:lnSpc>
              <a:spcBef>
                <a:spcPts val="0"/>
              </a:spcBef>
              <a:spcAft>
                <a:spcPts val="0"/>
              </a:spcAft>
              <a:buSzPts val="4100"/>
              <a:buNone/>
              <a:defRPr sz="4100"/>
            </a:lvl6pPr>
            <a:lvl7pPr lvl="6" algn="l">
              <a:lnSpc>
                <a:spcPct val="100000"/>
              </a:lnSpc>
              <a:spcBef>
                <a:spcPts val="0"/>
              </a:spcBef>
              <a:spcAft>
                <a:spcPts val="0"/>
              </a:spcAft>
              <a:buSzPts val="4100"/>
              <a:buNone/>
              <a:defRPr sz="4100"/>
            </a:lvl7pPr>
            <a:lvl8pPr lvl="7" algn="l">
              <a:lnSpc>
                <a:spcPct val="100000"/>
              </a:lnSpc>
              <a:spcBef>
                <a:spcPts val="0"/>
              </a:spcBef>
              <a:spcAft>
                <a:spcPts val="0"/>
              </a:spcAft>
              <a:buSzPts val="4100"/>
              <a:buNone/>
              <a:defRPr sz="4100"/>
            </a:lvl8pPr>
            <a:lvl9pPr lvl="8" algn="l">
              <a:lnSpc>
                <a:spcPct val="100000"/>
              </a:lnSpc>
              <a:spcBef>
                <a:spcPts val="0"/>
              </a:spcBef>
              <a:spcAft>
                <a:spcPts val="0"/>
              </a:spcAft>
              <a:buSzPts val="4100"/>
              <a:buNone/>
              <a:defRPr sz="4100"/>
            </a:lvl9pPr>
          </a:lstStyle>
          <a:p/>
        </p:txBody>
      </p:sp>
      <p:sp>
        <p:nvSpPr>
          <p:cNvPr id="3361" name="Google Shape;3361;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362" name="Shape 3362"/>
        <p:cNvGrpSpPr/>
        <p:nvPr/>
      </p:nvGrpSpPr>
      <p:grpSpPr>
        <a:xfrm>
          <a:off x="0" y="0"/>
          <a:ext cx="0" cy="0"/>
          <a:chOff x="0" y="0"/>
          <a:chExt cx="0" cy="0"/>
        </a:xfrm>
      </p:grpSpPr>
      <p:sp>
        <p:nvSpPr>
          <p:cNvPr id="3363" name="Google Shape;3363;p60"/>
          <p:cNvSpPr txBox="1"/>
          <p:nvPr>
            <p:ph hasCustomPrompt="1" type="title"/>
          </p:nvPr>
        </p:nvSpPr>
        <p:spPr>
          <a:xfrm>
            <a:off x="4938300" y="1106125"/>
            <a:ext cx="3836700" cy="19635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364" name="Google Shape;3364;p60"/>
          <p:cNvSpPr txBox="1"/>
          <p:nvPr>
            <p:ph idx="1" type="body"/>
          </p:nvPr>
        </p:nvSpPr>
        <p:spPr>
          <a:xfrm>
            <a:off x="4938300" y="3152225"/>
            <a:ext cx="3836700" cy="1300800"/>
          </a:xfrm>
          <a:prstGeom prst="rect">
            <a:avLst/>
          </a:prstGeom>
          <a:noFill/>
          <a:ln>
            <a:noFill/>
          </a:ln>
        </p:spPr>
        <p:txBody>
          <a:bodyPr anchorCtr="0" anchor="t" bIns="0" lIns="0" spcFirstLastPara="1" rIns="0" wrap="square" tIns="0">
            <a:normAutofit/>
          </a:bodyPr>
          <a:lstStyle>
            <a:lvl1pPr indent="-368300" lvl="0" marL="457200" algn="l">
              <a:lnSpc>
                <a:spcPct val="115000"/>
              </a:lnSpc>
              <a:spcBef>
                <a:spcPts val="0"/>
              </a:spcBef>
              <a:spcAft>
                <a:spcPts val="0"/>
              </a:spcAft>
              <a:buSzPts val="2200"/>
              <a:buChar char="●"/>
              <a:defRPr b="1" sz="22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365" name="Google Shape;3365;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extLst>
    <p:ext uri="{DCECCB84-F9BA-43D5-87BE-67443E8EF086}">
      <p15:sldGuideLst>
        <p15:guide id="1" pos="2880">
          <p15:clr>
            <a:srgbClr val="FA7B17"/>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66" name="Shape 3366"/>
        <p:cNvGrpSpPr/>
        <p:nvPr/>
      </p:nvGrpSpPr>
      <p:grpSpPr>
        <a:xfrm>
          <a:off x="0" y="0"/>
          <a:ext cx="0" cy="0"/>
          <a:chOff x="0" y="0"/>
          <a:chExt cx="0" cy="0"/>
        </a:xfrm>
      </p:grpSpPr>
      <p:sp>
        <p:nvSpPr>
          <p:cNvPr id="3367" name="Google Shape;3367;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72" name="Shape 3372"/>
        <p:cNvGrpSpPr/>
        <p:nvPr/>
      </p:nvGrpSpPr>
      <p:grpSpPr>
        <a:xfrm>
          <a:off x="0" y="0"/>
          <a:ext cx="0" cy="0"/>
          <a:chOff x="0" y="0"/>
          <a:chExt cx="0" cy="0"/>
        </a:xfrm>
      </p:grpSpPr>
      <p:sp>
        <p:nvSpPr>
          <p:cNvPr id="3373" name="Google Shape;3373;p6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74" name="Google Shape;3374;p6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375" name="Google Shape;3375;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76" name="Shape 3376"/>
        <p:cNvGrpSpPr/>
        <p:nvPr/>
      </p:nvGrpSpPr>
      <p:grpSpPr>
        <a:xfrm>
          <a:off x="0" y="0"/>
          <a:ext cx="0" cy="0"/>
          <a:chOff x="0" y="0"/>
          <a:chExt cx="0" cy="0"/>
        </a:xfrm>
      </p:grpSpPr>
      <p:sp>
        <p:nvSpPr>
          <p:cNvPr id="3377" name="Google Shape;3377;p6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378" name="Google Shape;3378;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79" name="Shape 3379"/>
        <p:cNvGrpSpPr/>
        <p:nvPr/>
      </p:nvGrpSpPr>
      <p:grpSpPr>
        <a:xfrm>
          <a:off x="0" y="0"/>
          <a:ext cx="0" cy="0"/>
          <a:chOff x="0" y="0"/>
          <a:chExt cx="0" cy="0"/>
        </a:xfrm>
      </p:grpSpPr>
      <p:sp>
        <p:nvSpPr>
          <p:cNvPr id="3380" name="Google Shape;3380;p6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81" name="Google Shape;3381;p6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382" name="Google Shape;3382;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383" name="Shape 3383"/>
        <p:cNvGrpSpPr/>
        <p:nvPr/>
      </p:nvGrpSpPr>
      <p:grpSpPr>
        <a:xfrm>
          <a:off x="0" y="0"/>
          <a:ext cx="0" cy="0"/>
          <a:chOff x="0" y="0"/>
          <a:chExt cx="0" cy="0"/>
        </a:xfrm>
      </p:grpSpPr>
      <p:sp>
        <p:nvSpPr>
          <p:cNvPr id="3384" name="Google Shape;3384;p6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85" name="Google Shape;3385;p6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386" name="Google Shape;3386;p6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387" name="Google Shape;3387;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88" name="Shape 3388"/>
        <p:cNvGrpSpPr/>
        <p:nvPr/>
      </p:nvGrpSpPr>
      <p:grpSpPr>
        <a:xfrm>
          <a:off x="0" y="0"/>
          <a:ext cx="0" cy="0"/>
          <a:chOff x="0" y="0"/>
          <a:chExt cx="0" cy="0"/>
        </a:xfrm>
      </p:grpSpPr>
      <p:sp>
        <p:nvSpPr>
          <p:cNvPr id="3389" name="Google Shape;3389;p6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90" name="Google Shape;3390;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91" name="Shape 3391"/>
        <p:cNvGrpSpPr/>
        <p:nvPr/>
      </p:nvGrpSpPr>
      <p:grpSpPr>
        <a:xfrm>
          <a:off x="0" y="0"/>
          <a:ext cx="0" cy="0"/>
          <a:chOff x="0" y="0"/>
          <a:chExt cx="0" cy="0"/>
        </a:xfrm>
      </p:grpSpPr>
      <p:sp>
        <p:nvSpPr>
          <p:cNvPr id="3392" name="Google Shape;3392;p6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93" name="Google Shape;3393;p6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394" name="Google Shape;3394;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95" name="Shape 3395"/>
        <p:cNvGrpSpPr/>
        <p:nvPr/>
      </p:nvGrpSpPr>
      <p:grpSpPr>
        <a:xfrm>
          <a:off x="0" y="0"/>
          <a:ext cx="0" cy="0"/>
          <a:chOff x="0" y="0"/>
          <a:chExt cx="0" cy="0"/>
        </a:xfrm>
      </p:grpSpPr>
      <p:sp>
        <p:nvSpPr>
          <p:cNvPr id="3396" name="Google Shape;3396;p6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397" name="Google Shape;3397;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398" name="Shape 3398"/>
        <p:cNvGrpSpPr/>
        <p:nvPr/>
      </p:nvGrpSpPr>
      <p:grpSpPr>
        <a:xfrm>
          <a:off x="0" y="0"/>
          <a:ext cx="0" cy="0"/>
          <a:chOff x="0" y="0"/>
          <a:chExt cx="0" cy="0"/>
        </a:xfrm>
      </p:grpSpPr>
      <p:sp>
        <p:nvSpPr>
          <p:cNvPr id="3399" name="Google Shape;3399;p7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7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401" name="Google Shape;3401;p7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402" name="Google Shape;3402;p7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403" name="Google Shape;3403;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404" name="Shape 3404"/>
        <p:cNvGrpSpPr/>
        <p:nvPr/>
      </p:nvGrpSpPr>
      <p:grpSpPr>
        <a:xfrm>
          <a:off x="0" y="0"/>
          <a:ext cx="0" cy="0"/>
          <a:chOff x="0" y="0"/>
          <a:chExt cx="0" cy="0"/>
        </a:xfrm>
      </p:grpSpPr>
      <p:sp>
        <p:nvSpPr>
          <p:cNvPr id="3405" name="Google Shape;3405;p7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3406" name="Google Shape;3406;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07" name="Shape 3407"/>
        <p:cNvGrpSpPr/>
        <p:nvPr/>
      </p:nvGrpSpPr>
      <p:grpSpPr>
        <a:xfrm>
          <a:off x="0" y="0"/>
          <a:ext cx="0" cy="0"/>
          <a:chOff x="0" y="0"/>
          <a:chExt cx="0" cy="0"/>
        </a:xfrm>
      </p:grpSpPr>
      <p:sp>
        <p:nvSpPr>
          <p:cNvPr id="3408" name="Google Shape;3408;p7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409" name="Google Shape;3409;p72"/>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3410" name="Google Shape;3410;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11" name="Shape 3411"/>
        <p:cNvGrpSpPr/>
        <p:nvPr/>
      </p:nvGrpSpPr>
      <p:grpSpPr>
        <a:xfrm>
          <a:off x="0" y="0"/>
          <a:ext cx="0" cy="0"/>
          <a:chOff x="0" y="0"/>
          <a:chExt cx="0" cy="0"/>
        </a:xfrm>
      </p:grpSpPr>
      <p:sp>
        <p:nvSpPr>
          <p:cNvPr id="3412" name="Google Shape;3412;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theme" Target="../theme/theme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9" Type="http://schemas.openxmlformats.org/officeDocument/2006/relationships/slideLayout" Target="../slideLayouts/slideLayout52.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11" Type="http://schemas.openxmlformats.org/officeDocument/2006/relationships/slideLayout" Target="../slideLayouts/slideLayout54.xml"/><Relationship Id="rId10" Type="http://schemas.openxmlformats.org/officeDocument/2006/relationships/slideLayout" Target="../slideLayouts/slideLayout53.xml"/><Relationship Id="rId13" Type="http://schemas.openxmlformats.org/officeDocument/2006/relationships/slideLayout" Target="../slideLayouts/slideLayout56.xml"/><Relationship Id="rId12" Type="http://schemas.openxmlformats.org/officeDocument/2006/relationships/slideLayout" Target="../slideLayouts/slideLayout55.xml"/><Relationship Id="rId15" Type="http://schemas.openxmlformats.org/officeDocument/2006/relationships/slideLayout" Target="../slideLayouts/slideLayout58.xml"/><Relationship Id="rId14" Type="http://schemas.openxmlformats.org/officeDocument/2006/relationships/slideLayout" Target="../slideLayouts/slideLayout57.xml"/><Relationship Id="rId16" Type="http://schemas.openxmlformats.org/officeDocument/2006/relationships/theme" Target="../theme/theme5.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slideLayout" Target="../slideLayouts/slideLayout60.xml"/><Relationship Id="rId3" Type="http://schemas.openxmlformats.org/officeDocument/2006/relationships/slideLayout" Target="../slideLayouts/slideLayout61.xml"/><Relationship Id="rId4" Type="http://schemas.openxmlformats.org/officeDocument/2006/relationships/slideLayout" Target="../slideLayouts/slideLayout62.xml"/><Relationship Id="rId9" Type="http://schemas.openxmlformats.org/officeDocument/2006/relationships/slideLayout" Target="../slideLayouts/slideLayout67.xml"/><Relationship Id="rId5" Type="http://schemas.openxmlformats.org/officeDocument/2006/relationships/slideLayout" Target="../slideLayouts/slideLayout63.xml"/><Relationship Id="rId6" Type="http://schemas.openxmlformats.org/officeDocument/2006/relationships/slideLayout" Target="../slideLayouts/slideLayout64.xml"/><Relationship Id="rId7" Type="http://schemas.openxmlformats.org/officeDocument/2006/relationships/slideLayout" Target="../slideLayouts/slideLayout65.xml"/><Relationship Id="rId8" Type="http://schemas.openxmlformats.org/officeDocument/2006/relationships/slideLayout" Target="../slideLayouts/slideLayout66.xml"/><Relationship Id="rId11" Type="http://schemas.openxmlformats.org/officeDocument/2006/relationships/slideLayout" Target="../slideLayouts/slideLayout69.xml"/><Relationship Id="rId10" Type="http://schemas.openxmlformats.org/officeDocument/2006/relationships/slideLayout" Target="../slideLayouts/slideLayout68.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50" y="539500"/>
            <a:ext cx="77175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1pPr>
            <a:lvl2pPr lvl="1"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2pPr>
            <a:lvl3pPr lvl="2"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3pPr>
            <a:lvl4pPr lvl="3"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4pPr>
            <a:lvl5pPr lvl="4"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5pPr>
            <a:lvl6pPr lvl="5"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6pPr>
            <a:lvl7pPr lvl="6"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7pPr>
            <a:lvl8pPr lvl="7"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8pPr>
            <a:lvl9pPr lvl="8"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9pPr>
          </a:lstStyle>
          <a:p/>
        </p:txBody>
      </p:sp>
      <p:sp>
        <p:nvSpPr>
          <p:cNvPr id="52" name="Google Shape;52;p13"/>
          <p:cNvSpPr txBox="1"/>
          <p:nvPr>
            <p:ph idx="1" type="body"/>
          </p:nvPr>
        </p:nvSpPr>
        <p:spPr>
          <a:xfrm>
            <a:off x="713250" y="1187600"/>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1pPr>
            <a:lvl2pPr indent="-317500" lvl="1" marL="9144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2pPr>
            <a:lvl3pPr indent="-317500" lvl="2" marL="13716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3pPr>
            <a:lvl4pPr indent="-317500" lvl="3" marL="18288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4pPr>
            <a:lvl5pPr indent="-317500" lvl="4" marL="22860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5pPr>
            <a:lvl6pPr indent="-317500" lvl="5" marL="27432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6pPr>
            <a:lvl7pPr indent="-317500" lvl="6" marL="32004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7pPr>
            <a:lvl8pPr indent="-317500" lvl="7" marL="36576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8pPr>
            <a:lvl9pPr indent="-317500" lvl="8" marL="41148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306" name="Shape 3306"/>
        <p:cNvGrpSpPr/>
        <p:nvPr/>
      </p:nvGrpSpPr>
      <p:grpSpPr>
        <a:xfrm>
          <a:off x="0" y="0"/>
          <a:ext cx="0" cy="0"/>
          <a:chOff x="0" y="0"/>
          <a:chExt cx="0" cy="0"/>
        </a:xfrm>
      </p:grpSpPr>
      <p:sp>
        <p:nvSpPr>
          <p:cNvPr id="3307" name="Google Shape;3307;p46"/>
          <p:cNvSpPr txBox="1"/>
          <p:nvPr>
            <p:ph type="title"/>
          </p:nvPr>
        </p:nvSpPr>
        <p:spPr>
          <a:xfrm>
            <a:off x="369000" y="365700"/>
            <a:ext cx="8463300" cy="5727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2800"/>
              <a:buFont typeface="Bitter"/>
              <a:buNone/>
              <a:defRPr b="1" i="0" sz="2800" u="none" cap="none" strike="noStrike">
                <a:solidFill>
                  <a:schemeClr val="dk1"/>
                </a:solidFill>
                <a:latin typeface="Bitter"/>
                <a:ea typeface="Bitter"/>
                <a:cs typeface="Bitter"/>
                <a:sym typeface="Bitter"/>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3308" name="Google Shape;3308;p46"/>
          <p:cNvSpPr txBox="1"/>
          <p:nvPr>
            <p:ph idx="1" type="body"/>
          </p:nvPr>
        </p:nvSpPr>
        <p:spPr>
          <a:xfrm>
            <a:off x="369000" y="1361400"/>
            <a:ext cx="8406000" cy="3416400"/>
          </a:xfrm>
          <a:prstGeom prst="rect">
            <a:avLst/>
          </a:prstGeom>
          <a:noFill/>
          <a:ln>
            <a:noFill/>
          </a:ln>
        </p:spPr>
        <p:txBody>
          <a:bodyPr anchorCtr="0" anchor="t" bIns="0" lIns="0" spcFirstLastPara="1" rIns="0" wrap="square" tIns="0">
            <a:normAutofit/>
          </a:bodyPr>
          <a:lstStyle>
            <a:lvl1pPr indent="-330200" lvl="0" marL="457200" marR="0" algn="l">
              <a:lnSpc>
                <a:spcPct val="115000"/>
              </a:lnSpc>
              <a:spcBef>
                <a:spcPts val="0"/>
              </a:spcBef>
              <a:spcAft>
                <a:spcPts val="0"/>
              </a:spcAft>
              <a:buClr>
                <a:schemeClr val="dk1"/>
              </a:buClr>
              <a:buSzPts val="1600"/>
              <a:buFont typeface="Inter"/>
              <a:buChar char="●"/>
              <a:defRPr b="0" i="0" sz="1600" u="none" cap="none" strike="noStrike">
                <a:solidFill>
                  <a:schemeClr val="dk1"/>
                </a:solidFill>
                <a:latin typeface="Inter"/>
                <a:ea typeface="Inter"/>
                <a:cs typeface="Inter"/>
                <a:sym typeface="Inter"/>
              </a:defRPr>
            </a:lvl1pPr>
            <a:lvl2pPr indent="-304800" lvl="1" marL="914400" marR="0" algn="l">
              <a:lnSpc>
                <a:spcPct val="115000"/>
              </a:lnSpc>
              <a:spcBef>
                <a:spcPts val="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2pPr>
            <a:lvl3pPr indent="-304800" lvl="2" marL="1371600" marR="0" algn="l">
              <a:lnSpc>
                <a:spcPct val="115000"/>
              </a:lnSpc>
              <a:spcBef>
                <a:spcPts val="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3pPr>
            <a:lvl4pPr indent="-304800" lvl="3" marL="1828800" marR="0" algn="l">
              <a:lnSpc>
                <a:spcPct val="115000"/>
              </a:lnSpc>
              <a:spcBef>
                <a:spcPts val="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4pPr>
            <a:lvl5pPr indent="-304800" lvl="4" marL="2286000" marR="0" algn="l">
              <a:lnSpc>
                <a:spcPct val="115000"/>
              </a:lnSpc>
              <a:spcBef>
                <a:spcPts val="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5pPr>
            <a:lvl6pPr indent="-304800" lvl="5" marL="2743200" marR="0" algn="l">
              <a:lnSpc>
                <a:spcPct val="115000"/>
              </a:lnSpc>
              <a:spcBef>
                <a:spcPts val="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6pPr>
            <a:lvl7pPr indent="-304800" lvl="6" marL="3200400" marR="0" algn="l">
              <a:lnSpc>
                <a:spcPct val="115000"/>
              </a:lnSpc>
              <a:spcBef>
                <a:spcPts val="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7pPr>
            <a:lvl8pPr indent="-304800" lvl="7" marL="3657600" marR="0" algn="l">
              <a:lnSpc>
                <a:spcPct val="115000"/>
              </a:lnSpc>
              <a:spcBef>
                <a:spcPts val="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8pPr>
            <a:lvl9pPr indent="-304800" lvl="8" marL="4114800" marR="0" algn="l">
              <a:lnSpc>
                <a:spcPct val="115000"/>
              </a:lnSpc>
              <a:spcBef>
                <a:spcPts val="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9pPr>
          </a:lstStyle>
          <a:p/>
        </p:txBody>
      </p:sp>
      <p:sp>
        <p:nvSpPr>
          <p:cNvPr id="3309" name="Google Shape;3309;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sz="700"/>
          </a:p>
        </p:txBody>
      </p:sp>
    </p:spTree>
  </p:cSld>
  <p:clrMap accent1="accent1" accent2="accent2" accent3="accent3" accent4="accent4" accent5="accent5" accent6="accent6" bg1="lt1" bg2="dk2" tx1="dk1" tx2="lt2" folHlink="folHlink" hlink="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32">
          <p15:clr>
            <a:srgbClr val="EA4335"/>
          </p15:clr>
        </p15:guide>
        <p15:guide id="2" orient="horz" pos="230">
          <p15:clr>
            <a:srgbClr val="EA4335"/>
          </p15:clr>
        </p15:guide>
        <p15:guide id="3" orient="horz" pos="3010">
          <p15:clr>
            <a:srgbClr val="EA4335"/>
          </p15:clr>
        </p15:guide>
        <p15:guide id="4" pos="5528">
          <p15:clr>
            <a:srgbClr val="EA4335"/>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368" name="Shape 3368"/>
        <p:cNvGrpSpPr/>
        <p:nvPr/>
      </p:nvGrpSpPr>
      <p:grpSpPr>
        <a:xfrm>
          <a:off x="0" y="0"/>
          <a:ext cx="0" cy="0"/>
          <a:chOff x="0" y="0"/>
          <a:chExt cx="0" cy="0"/>
        </a:xfrm>
      </p:grpSpPr>
      <p:sp>
        <p:nvSpPr>
          <p:cNvPr id="3369" name="Google Shape;3369;p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3370" name="Google Shape;3370;p6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3371" name="Google Shape;3371;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xml"/><Relationship Id="rId3"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0.xml"/><Relationship Id="rId3" Type="http://schemas.openxmlformats.org/officeDocument/2006/relationships/image" Target="../media/image3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9.xml"/><Relationship Id="rId3" Type="http://schemas.openxmlformats.org/officeDocument/2006/relationships/image" Target="../media/image28.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1.xml"/><Relationship Id="rId3"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3.xml"/><Relationship Id="rId3"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4.xml"/><Relationship Id="rId3"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6.xml"/><Relationship Id="rId3"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16.png"/><Relationship Id="rId5" Type="http://schemas.openxmlformats.org/officeDocument/2006/relationships/hyperlink" Target="https://testing-library.com/docs/guide-which-query" TargetMode="External"/><Relationship Id="rId6" Type="http://schemas.openxmlformats.org/officeDocument/2006/relationships/image" Target="../media/image18.png"/><Relationship Id="rId7" Type="http://schemas.openxmlformats.org/officeDocument/2006/relationships/image" Target="../media/image15.png"/><Relationship Id="rId8" Type="http://schemas.openxmlformats.org/officeDocument/2006/relationships/image" Target="../media/image11.png"/><Relationship Id="rId11" Type="http://schemas.openxmlformats.org/officeDocument/2006/relationships/image" Target="../media/image21.png"/><Relationship Id="rId10" Type="http://schemas.openxmlformats.org/officeDocument/2006/relationships/image" Target="../media/image17.png"/><Relationship Id="rId13" Type="http://schemas.openxmlformats.org/officeDocument/2006/relationships/image" Target="../media/image24.png"/><Relationship Id="rId12" Type="http://schemas.openxmlformats.org/officeDocument/2006/relationships/image" Target="../media/image25.png"/><Relationship Id="rId15" Type="http://schemas.openxmlformats.org/officeDocument/2006/relationships/image" Target="../media/image27.png"/><Relationship Id="rId14" Type="http://schemas.openxmlformats.org/officeDocument/2006/relationships/image" Target="../media/image26.png"/><Relationship Id="rId17" Type="http://schemas.openxmlformats.org/officeDocument/2006/relationships/image" Target="../media/image23.png"/><Relationship Id="rId16" Type="http://schemas.openxmlformats.org/officeDocument/2006/relationships/image" Target="../media/image2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7.xml"/><Relationship Id="rId3"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8.xml"/><Relationship Id="rId3" Type="http://schemas.openxmlformats.org/officeDocument/2006/relationships/image" Target="../media/image31.png"/><Relationship Id="rId4" Type="http://schemas.openxmlformats.org/officeDocument/2006/relationships/image" Target="../media/image46.png"/><Relationship Id="rId5" Type="http://schemas.openxmlformats.org/officeDocument/2006/relationships/hyperlink" Target="https://jestjs.io/docs/en/expect"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9.xml"/><Relationship Id="rId3" Type="http://schemas.openxmlformats.org/officeDocument/2006/relationships/image" Target="../media/image29.png"/><Relationship Id="rId4" Type="http://schemas.openxmlformats.org/officeDocument/2006/relationships/image" Target="../media/image43.png"/><Relationship Id="rId5" Type="http://schemas.openxmlformats.org/officeDocument/2006/relationships/hyperlink" Target="https://testing-library.com/docs/dom-testing-library/api-querie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0.xml"/><Relationship Id="rId3" Type="http://schemas.openxmlformats.org/officeDocument/2006/relationships/image" Target="../media/image32.png"/><Relationship Id="rId4" Type="http://schemas.openxmlformats.org/officeDocument/2006/relationships/image" Target="../media/image4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4.xml"/><Relationship Id="rId3" Type="http://schemas.openxmlformats.org/officeDocument/2006/relationships/image" Target="../media/image37.png"/><Relationship Id="rId4" Type="http://schemas.openxmlformats.org/officeDocument/2006/relationships/hyperlink" Target="https://github.com/testing-library/user-event" TargetMode="External"/><Relationship Id="rId5" Type="http://schemas.openxmlformats.org/officeDocument/2006/relationships/image" Target="../media/image3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5.xml"/><Relationship Id="rId3" Type="http://schemas.openxmlformats.org/officeDocument/2006/relationships/hyperlink" Target="https://testing-library.com/docs/guide-disappearance" TargetMode="External"/><Relationship Id="rId4" Type="http://schemas.openxmlformats.org/officeDocument/2006/relationships/image" Target="../media/image34.png"/><Relationship Id="rId5" Type="http://schemas.openxmlformats.org/officeDocument/2006/relationships/image" Target="../media/image4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6.xml"/><Relationship Id="rId3" Type="http://schemas.openxmlformats.org/officeDocument/2006/relationships/hyperlink" Target="https://jestjs.io/docs/en/mock-functions" TargetMode="External"/><Relationship Id="rId4" Type="http://schemas.openxmlformats.org/officeDocument/2006/relationships/hyperlink" Target="https://jestjs.io/docs/en/mock-function-api" TargetMode="External"/><Relationship Id="rId5" Type="http://schemas.openxmlformats.org/officeDocument/2006/relationships/image" Target="../media/image3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7.xml"/><Relationship Id="rId3" Type="http://schemas.openxmlformats.org/officeDocument/2006/relationships/image" Target="../media/image42.png"/><Relationship Id="rId4" Type="http://schemas.openxmlformats.org/officeDocument/2006/relationships/hyperlink" Target="https://medium.com/@rickhanlonii/understanding-jest-mocks-f0046c68e53c" TargetMode="External"/><Relationship Id="rId5" Type="http://schemas.openxmlformats.org/officeDocument/2006/relationships/image" Target="../media/image45.png"/><Relationship Id="rId6" Type="http://schemas.openxmlformats.org/officeDocument/2006/relationships/image" Target="../media/image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9.xml"/><Relationship Id="rId3" Type="http://schemas.openxmlformats.org/officeDocument/2006/relationships/image" Target="../media/image3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1.xml"/><Relationship Id="rId3" Type="http://schemas.openxmlformats.org/officeDocument/2006/relationships/image" Target="../media/image4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2.xml"/><Relationship Id="rId3" Type="http://schemas.openxmlformats.org/officeDocument/2006/relationships/image" Target="../media/image4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3.xml"/><Relationship Id="rId3" Type="http://schemas.openxmlformats.org/officeDocument/2006/relationships/image" Target="../media/image4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 Id="rId3" Type="http://schemas.openxmlformats.org/officeDocument/2006/relationships/image" Target="../media/image3.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6" name="Shape 3416"/>
        <p:cNvGrpSpPr/>
        <p:nvPr/>
      </p:nvGrpSpPr>
      <p:grpSpPr>
        <a:xfrm>
          <a:off x="0" y="0"/>
          <a:ext cx="0" cy="0"/>
          <a:chOff x="0" y="0"/>
          <a:chExt cx="0" cy="0"/>
        </a:xfrm>
      </p:grpSpPr>
      <p:sp>
        <p:nvSpPr>
          <p:cNvPr id="3417" name="Google Shape;3417;p74"/>
          <p:cNvSpPr txBox="1"/>
          <p:nvPr>
            <p:ph type="ctrTitle"/>
          </p:nvPr>
        </p:nvSpPr>
        <p:spPr>
          <a:xfrm>
            <a:off x="1181300" y="707825"/>
            <a:ext cx="3713700" cy="252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Frontend</a:t>
            </a:r>
            <a:endParaRPr/>
          </a:p>
          <a:p>
            <a:pPr indent="0" lvl="0" marL="0" rtl="0" algn="l">
              <a:spcBef>
                <a:spcPts val="0"/>
              </a:spcBef>
              <a:spcAft>
                <a:spcPts val="0"/>
              </a:spcAft>
              <a:buNone/>
            </a:pPr>
            <a:r>
              <a:rPr lang="es"/>
              <a:t>Testing</a:t>
            </a:r>
            <a:endParaRPr/>
          </a:p>
        </p:txBody>
      </p:sp>
      <p:sp>
        <p:nvSpPr>
          <p:cNvPr id="3418" name="Google Shape;3418;p74"/>
          <p:cNvSpPr txBox="1"/>
          <p:nvPr>
            <p:ph idx="1" type="subTitle"/>
          </p:nvPr>
        </p:nvSpPr>
        <p:spPr>
          <a:xfrm>
            <a:off x="1243000" y="3197275"/>
            <a:ext cx="3651900" cy="41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Gonzalo Martínez</a:t>
            </a:r>
            <a:endParaRPr/>
          </a:p>
          <a:p>
            <a:pPr indent="0" lvl="0" marL="0" rtl="0" algn="l">
              <a:spcBef>
                <a:spcPts val="0"/>
              </a:spcBef>
              <a:spcAft>
                <a:spcPts val="0"/>
              </a:spcAft>
              <a:buNone/>
            </a:pPr>
            <a:r>
              <a:rPr lang="es"/>
              <a:t>gonzalo.martinez@uc.cl</a:t>
            </a:r>
            <a:endParaRPr/>
          </a:p>
        </p:txBody>
      </p:sp>
      <p:grpSp>
        <p:nvGrpSpPr>
          <p:cNvPr id="3419" name="Google Shape;3419;p74"/>
          <p:cNvGrpSpPr/>
          <p:nvPr/>
        </p:nvGrpSpPr>
        <p:grpSpPr>
          <a:xfrm>
            <a:off x="4895009" y="2385100"/>
            <a:ext cx="4080950" cy="3063373"/>
            <a:chOff x="408500" y="2277325"/>
            <a:chExt cx="2731925" cy="2050725"/>
          </a:xfrm>
        </p:grpSpPr>
        <p:sp>
          <p:nvSpPr>
            <p:cNvPr id="3420" name="Google Shape;3420;p74"/>
            <p:cNvSpPr/>
            <p:nvPr/>
          </p:nvSpPr>
          <p:spPr>
            <a:xfrm>
              <a:off x="1266125" y="2953575"/>
              <a:ext cx="1106475" cy="1013475"/>
            </a:xfrm>
            <a:custGeom>
              <a:rect b="b" l="l" r="r" t="t"/>
              <a:pathLst>
                <a:path extrusionOk="0" h="40539" w="44259">
                  <a:moveTo>
                    <a:pt x="31655" y="0"/>
                  </a:moveTo>
                  <a:lnTo>
                    <a:pt x="0" y="610"/>
                  </a:lnTo>
                  <a:cubicBezTo>
                    <a:pt x="0" y="610"/>
                    <a:pt x="5526" y="4480"/>
                    <a:pt x="7461" y="12585"/>
                  </a:cubicBezTo>
                  <a:cubicBezTo>
                    <a:pt x="9413" y="20708"/>
                    <a:pt x="12620" y="40423"/>
                    <a:pt x="12620" y="40423"/>
                  </a:cubicBezTo>
                  <a:cubicBezTo>
                    <a:pt x="12620" y="40423"/>
                    <a:pt x="14792" y="40538"/>
                    <a:pt x="18097" y="40538"/>
                  </a:cubicBezTo>
                  <a:cubicBezTo>
                    <a:pt x="24921" y="40538"/>
                    <a:pt x="36576" y="40048"/>
                    <a:pt x="43927" y="37041"/>
                  </a:cubicBezTo>
                  <a:cubicBezTo>
                    <a:pt x="43927" y="37041"/>
                    <a:pt x="44258" y="22312"/>
                    <a:pt x="40789" y="14712"/>
                  </a:cubicBezTo>
                  <a:cubicBezTo>
                    <a:pt x="37320" y="7095"/>
                    <a:pt x="31655" y="0"/>
                    <a:pt x="316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74"/>
            <p:cNvSpPr/>
            <p:nvPr/>
          </p:nvSpPr>
          <p:spPr>
            <a:xfrm>
              <a:off x="1408175" y="2983200"/>
              <a:ext cx="899050" cy="900775"/>
            </a:xfrm>
            <a:custGeom>
              <a:rect b="b" l="l" r="r" t="t"/>
              <a:pathLst>
                <a:path extrusionOk="0" fill="none" h="36031" w="35962">
                  <a:moveTo>
                    <a:pt x="1" y="332"/>
                  </a:moveTo>
                  <a:cubicBezTo>
                    <a:pt x="1" y="332"/>
                    <a:pt x="5335" y="8611"/>
                    <a:pt x="7287" y="16072"/>
                  </a:cubicBezTo>
                  <a:cubicBezTo>
                    <a:pt x="9222" y="23515"/>
                    <a:pt x="10756" y="36031"/>
                    <a:pt x="10756" y="36031"/>
                  </a:cubicBezTo>
                  <a:lnTo>
                    <a:pt x="35961" y="33416"/>
                  </a:lnTo>
                  <a:cubicBezTo>
                    <a:pt x="35961" y="33416"/>
                    <a:pt x="33172" y="14294"/>
                    <a:pt x="30802" y="9047"/>
                  </a:cubicBezTo>
                  <a:cubicBezTo>
                    <a:pt x="29338" y="5840"/>
                    <a:pt x="27525" y="2789"/>
                    <a:pt x="25381" y="0"/>
                  </a:cubicBez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74"/>
            <p:cNvSpPr/>
            <p:nvPr/>
          </p:nvSpPr>
          <p:spPr>
            <a:xfrm>
              <a:off x="1459175" y="2974475"/>
              <a:ext cx="268450" cy="915600"/>
            </a:xfrm>
            <a:custGeom>
              <a:rect b="b" l="l" r="r" t="t"/>
              <a:pathLst>
                <a:path extrusionOk="0" fill="none" h="36624" w="10738">
                  <a:moveTo>
                    <a:pt x="0" y="1"/>
                  </a:moveTo>
                  <a:cubicBezTo>
                    <a:pt x="0" y="1"/>
                    <a:pt x="5840" y="9902"/>
                    <a:pt x="7356" y="16491"/>
                  </a:cubicBezTo>
                  <a:cubicBezTo>
                    <a:pt x="8664" y="22191"/>
                    <a:pt x="10738" y="36624"/>
                    <a:pt x="10738" y="36624"/>
                  </a:cubicBez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74"/>
            <p:cNvSpPr/>
            <p:nvPr/>
          </p:nvSpPr>
          <p:spPr>
            <a:xfrm>
              <a:off x="1992125" y="2968375"/>
              <a:ext cx="272825" cy="873325"/>
            </a:xfrm>
            <a:custGeom>
              <a:rect b="b" l="l" r="r" t="t"/>
              <a:pathLst>
                <a:path extrusionOk="0" fill="none" h="34933" w="10913">
                  <a:moveTo>
                    <a:pt x="1" y="1"/>
                  </a:moveTo>
                  <a:cubicBezTo>
                    <a:pt x="1" y="1"/>
                    <a:pt x="6520" y="9222"/>
                    <a:pt x="7862" y="16822"/>
                  </a:cubicBezTo>
                  <a:cubicBezTo>
                    <a:pt x="9222" y="24439"/>
                    <a:pt x="10913" y="34933"/>
                    <a:pt x="10913" y="34933"/>
                  </a:cubicBez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74"/>
            <p:cNvSpPr/>
            <p:nvPr/>
          </p:nvSpPr>
          <p:spPr>
            <a:xfrm>
              <a:off x="1402075" y="3012825"/>
              <a:ext cx="687250" cy="29225"/>
            </a:xfrm>
            <a:custGeom>
              <a:rect b="b" l="l" r="r" t="t"/>
              <a:pathLst>
                <a:path extrusionOk="0" fill="none" h="1169" w="27490">
                  <a:moveTo>
                    <a:pt x="1" y="1169"/>
                  </a:moveTo>
                  <a:lnTo>
                    <a:pt x="27490" y="1"/>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74"/>
            <p:cNvSpPr/>
            <p:nvPr/>
          </p:nvSpPr>
          <p:spPr>
            <a:xfrm>
              <a:off x="1634350" y="3771525"/>
              <a:ext cx="691600" cy="72350"/>
            </a:xfrm>
            <a:custGeom>
              <a:rect b="b" l="l" r="r" t="t"/>
              <a:pathLst>
                <a:path extrusionOk="0" fill="none" h="2894" w="27664">
                  <a:moveTo>
                    <a:pt x="1" y="2894"/>
                  </a:moveTo>
                  <a:lnTo>
                    <a:pt x="27664" y="0"/>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74"/>
            <p:cNvSpPr/>
            <p:nvPr/>
          </p:nvSpPr>
          <p:spPr>
            <a:xfrm>
              <a:off x="1543700" y="3046375"/>
              <a:ext cx="359550" cy="310750"/>
            </a:xfrm>
            <a:custGeom>
              <a:rect b="b" l="l" r="r" t="t"/>
              <a:pathLst>
                <a:path extrusionOk="0" fill="none" h="12430" w="14382">
                  <a:moveTo>
                    <a:pt x="1" y="419"/>
                  </a:moveTo>
                  <a:cubicBezTo>
                    <a:pt x="1" y="419"/>
                    <a:pt x="3714" y="7531"/>
                    <a:pt x="4899" y="12429"/>
                  </a:cubicBezTo>
                  <a:lnTo>
                    <a:pt x="14382" y="11506"/>
                  </a:lnTo>
                  <a:lnTo>
                    <a:pt x="10233" y="1"/>
                  </a:ln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74"/>
            <p:cNvSpPr/>
            <p:nvPr/>
          </p:nvSpPr>
          <p:spPr>
            <a:xfrm>
              <a:off x="1680100" y="3095625"/>
              <a:ext cx="188725" cy="153850"/>
            </a:xfrm>
            <a:custGeom>
              <a:rect b="b" l="l" r="r" t="t"/>
              <a:pathLst>
                <a:path extrusionOk="0" fill="none" h="6154" w="7549">
                  <a:moveTo>
                    <a:pt x="5457" y="1"/>
                  </a:moveTo>
                  <a:lnTo>
                    <a:pt x="1" y="436"/>
                  </a:lnTo>
                  <a:lnTo>
                    <a:pt x="2337" y="6154"/>
                  </a:lnTo>
                  <a:lnTo>
                    <a:pt x="7549" y="5718"/>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74"/>
            <p:cNvSpPr/>
            <p:nvPr/>
          </p:nvSpPr>
          <p:spPr>
            <a:xfrm>
              <a:off x="1776850" y="3110875"/>
              <a:ext cx="50575" cy="53625"/>
            </a:xfrm>
            <a:custGeom>
              <a:rect b="b" l="l" r="r" t="t"/>
              <a:pathLst>
                <a:path extrusionOk="0" fill="none" h="2145" w="2023">
                  <a:moveTo>
                    <a:pt x="1" y="123"/>
                  </a:moveTo>
                  <a:lnTo>
                    <a:pt x="750" y="2145"/>
                  </a:lnTo>
                  <a:lnTo>
                    <a:pt x="2023" y="1970"/>
                  </a:lnTo>
                  <a:lnTo>
                    <a:pt x="1291" y="1"/>
                  </a:ln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74"/>
            <p:cNvSpPr/>
            <p:nvPr/>
          </p:nvSpPr>
          <p:spPr>
            <a:xfrm>
              <a:off x="1799075" y="3174500"/>
              <a:ext cx="50575" cy="53625"/>
            </a:xfrm>
            <a:custGeom>
              <a:rect b="b" l="l" r="r" t="t"/>
              <a:pathLst>
                <a:path extrusionOk="0" fill="none" h="2145" w="2023">
                  <a:moveTo>
                    <a:pt x="1" y="123"/>
                  </a:moveTo>
                  <a:lnTo>
                    <a:pt x="768" y="2145"/>
                  </a:lnTo>
                  <a:lnTo>
                    <a:pt x="2023" y="1970"/>
                  </a:lnTo>
                  <a:lnTo>
                    <a:pt x="1308" y="1"/>
                  </a:ln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74"/>
            <p:cNvSpPr/>
            <p:nvPr/>
          </p:nvSpPr>
          <p:spPr>
            <a:xfrm>
              <a:off x="1752875" y="3100425"/>
              <a:ext cx="53200" cy="143400"/>
            </a:xfrm>
            <a:custGeom>
              <a:rect b="b" l="l" r="r" t="t"/>
              <a:pathLst>
                <a:path extrusionOk="0" fill="none" h="5736" w="2128">
                  <a:moveTo>
                    <a:pt x="1" y="0"/>
                  </a:moveTo>
                  <a:lnTo>
                    <a:pt x="2128" y="5735"/>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74"/>
            <p:cNvSpPr/>
            <p:nvPr/>
          </p:nvSpPr>
          <p:spPr>
            <a:xfrm>
              <a:off x="1595125" y="3141825"/>
              <a:ext cx="72375" cy="106775"/>
            </a:xfrm>
            <a:custGeom>
              <a:rect b="b" l="l" r="r" t="t"/>
              <a:pathLst>
                <a:path extrusionOk="0" fill="none" h="4271" w="2895">
                  <a:moveTo>
                    <a:pt x="1" y="53"/>
                  </a:moveTo>
                  <a:lnTo>
                    <a:pt x="1744" y="4271"/>
                  </a:lnTo>
                  <a:lnTo>
                    <a:pt x="2894" y="4149"/>
                  </a:lnTo>
                  <a:lnTo>
                    <a:pt x="1204" y="0"/>
                  </a:ln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74"/>
            <p:cNvSpPr/>
            <p:nvPr/>
          </p:nvSpPr>
          <p:spPr>
            <a:xfrm>
              <a:off x="1820425" y="3038100"/>
              <a:ext cx="326000" cy="292875"/>
            </a:xfrm>
            <a:custGeom>
              <a:rect b="b" l="l" r="r" t="t"/>
              <a:pathLst>
                <a:path extrusionOk="0" fill="none" h="11715" w="13040">
                  <a:moveTo>
                    <a:pt x="1" y="297"/>
                  </a:moveTo>
                  <a:lnTo>
                    <a:pt x="4045" y="11714"/>
                  </a:lnTo>
                  <a:lnTo>
                    <a:pt x="13039" y="10529"/>
                  </a:lnTo>
                  <a:cubicBezTo>
                    <a:pt x="13039" y="10529"/>
                    <a:pt x="11052" y="5701"/>
                    <a:pt x="9954" y="3557"/>
                  </a:cubicBezTo>
                  <a:cubicBezTo>
                    <a:pt x="8856" y="1413"/>
                    <a:pt x="8054" y="1"/>
                    <a:pt x="8054" y="1"/>
                  </a:cubicBez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74"/>
            <p:cNvSpPr/>
            <p:nvPr/>
          </p:nvSpPr>
          <p:spPr>
            <a:xfrm>
              <a:off x="1938100" y="3042025"/>
              <a:ext cx="123775" cy="85875"/>
            </a:xfrm>
            <a:custGeom>
              <a:rect b="b" l="l" r="r" t="t"/>
              <a:pathLst>
                <a:path extrusionOk="0" fill="none" h="3435" w="4951">
                  <a:moveTo>
                    <a:pt x="0" y="1"/>
                  </a:moveTo>
                  <a:lnTo>
                    <a:pt x="1726" y="3435"/>
                  </a:lnTo>
                  <a:lnTo>
                    <a:pt x="4951" y="2929"/>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74"/>
            <p:cNvSpPr/>
            <p:nvPr/>
          </p:nvSpPr>
          <p:spPr>
            <a:xfrm>
              <a:off x="1912375" y="3044200"/>
              <a:ext cx="119875" cy="271950"/>
            </a:xfrm>
            <a:custGeom>
              <a:rect b="b" l="l" r="r" t="t"/>
              <a:pathLst>
                <a:path extrusionOk="0" fill="none" h="10878" w="4795">
                  <a:moveTo>
                    <a:pt x="1" y="1"/>
                  </a:moveTo>
                  <a:cubicBezTo>
                    <a:pt x="1" y="1"/>
                    <a:pt x="4027" y="8681"/>
                    <a:pt x="4794" y="10878"/>
                  </a:cubicBez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74"/>
            <p:cNvSpPr/>
            <p:nvPr/>
          </p:nvSpPr>
          <p:spPr>
            <a:xfrm>
              <a:off x="1879700" y="3190200"/>
              <a:ext cx="99375" cy="12650"/>
            </a:xfrm>
            <a:custGeom>
              <a:rect b="b" l="l" r="r" t="t"/>
              <a:pathLst>
                <a:path extrusionOk="0" fill="none" h="506" w="3975">
                  <a:moveTo>
                    <a:pt x="0" y="506"/>
                  </a:moveTo>
                  <a:lnTo>
                    <a:pt x="3975" y="0"/>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74"/>
            <p:cNvSpPr/>
            <p:nvPr/>
          </p:nvSpPr>
          <p:spPr>
            <a:xfrm>
              <a:off x="1673575" y="3363625"/>
              <a:ext cx="342550" cy="441050"/>
            </a:xfrm>
            <a:custGeom>
              <a:rect b="b" l="l" r="r" t="t"/>
              <a:pathLst>
                <a:path extrusionOk="0" fill="none" h="17642" w="13702">
                  <a:moveTo>
                    <a:pt x="0" y="698"/>
                  </a:moveTo>
                  <a:cubicBezTo>
                    <a:pt x="0" y="698"/>
                    <a:pt x="2476" y="11993"/>
                    <a:pt x="2859" y="17641"/>
                  </a:cubicBezTo>
                  <a:lnTo>
                    <a:pt x="13701" y="16438"/>
                  </a:lnTo>
                  <a:lnTo>
                    <a:pt x="11749" y="3749"/>
                  </a:lnTo>
                  <a:lnTo>
                    <a:pt x="9204" y="4062"/>
                  </a:lnTo>
                  <a:lnTo>
                    <a:pt x="8193" y="1"/>
                  </a:ln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74"/>
            <p:cNvSpPr/>
            <p:nvPr/>
          </p:nvSpPr>
          <p:spPr>
            <a:xfrm>
              <a:off x="1927625" y="3323975"/>
              <a:ext cx="298100" cy="439300"/>
            </a:xfrm>
            <a:custGeom>
              <a:rect b="b" l="l" r="r" t="t"/>
              <a:pathLst>
                <a:path extrusionOk="0" fill="none" h="17572" w="11924">
                  <a:moveTo>
                    <a:pt x="1" y="1273"/>
                  </a:moveTo>
                  <a:lnTo>
                    <a:pt x="820" y="4376"/>
                  </a:lnTo>
                  <a:lnTo>
                    <a:pt x="2964" y="4184"/>
                  </a:lnTo>
                  <a:lnTo>
                    <a:pt x="5073" y="17571"/>
                  </a:lnTo>
                  <a:lnTo>
                    <a:pt x="11924" y="16874"/>
                  </a:lnTo>
                  <a:cubicBezTo>
                    <a:pt x="11924" y="16874"/>
                    <a:pt x="10338" y="3940"/>
                    <a:pt x="8751" y="1"/>
                  </a:cubicBez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74"/>
            <p:cNvSpPr/>
            <p:nvPr/>
          </p:nvSpPr>
          <p:spPr>
            <a:xfrm>
              <a:off x="1678375" y="3395450"/>
              <a:ext cx="168225" cy="115500"/>
            </a:xfrm>
            <a:custGeom>
              <a:rect b="b" l="l" r="r" t="t"/>
              <a:pathLst>
                <a:path extrusionOk="0" fill="none" h="4620" w="6729">
                  <a:moveTo>
                    <a:pt x="959" y="4620"/>
                  </a:moveTo>
                  <a:lnTo>
                    <a:pt x="6729" y="4062"/>
                  </a:lnTo>
                  <a:lnTo>
                    <a:pt x="5840" y="0"/>
                  </a:lnTo>
                  <a:lnTo>
                    <a:pt x="0" y="506"/>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74"/>
            <p:cNvSpPr/>
            <p:nvPr/>
          </p:nvSpPr>
          <p:spPr>
            <a:xfrm>
              <a:off x="1367650" y="3159375"/>
              <a:ext cx="211825" cy="348100"/>
            </a:xfrm>
            <a:custGeom>
              <a:rect b="b" l="l" r="r" t="t"/>
              <a:pathLst>
                <a:path extrusionOk="0" h="13924" w="8473">
                  <a:moveTo>
                    <a:pt x="5785" y="0"/>
                  </a:moveTo>
                  <a:cubicBezTo>
                    <a:pt x="5752" y="0"/>
                    <a:pt x="5718" y="4"/>
                    <a:pt x="5683" y="13"/>
                  </a:cubicBezTo>
                  <a:cubicBezTo>
                    <a:pt x="4570" y="309"/>
                    <a:pt x="4689" y="4911"/>
                    <a:pt x="3806" y="4911"/>
                  </a:cubicBezTo>
                  <a:cubicBezTo>
                    <a:pt x="3804" y="4911"/>
                    <a:pt x="3802" y="4911"/>
                    <a:pt x="3801" y="4911"/>
                  </a:cubicBezTo>
                  <a:cubicBezTo>
                    <a:pt x="2912" y="4876"/>
                    <a:pt x="2929" y="2697"/>
                    <a:pt x="2929" y="2697"/>
                  </a:cubicBezTo>
                  <a:lnTo>
                    <a:pt x="2162" y="553"/>
                  </a:lnTo>
                  <a:cubicBezTo>
                    <a:pt x="1622" y="1286"/>
                    <a:pt x="1151" y="2087"/>
                    <a:pt x="750" y="2907"/>
                  </a:cubicBezTo>
                  <a:cubicBezTo>
                    <a:pt x="1" y="4423"/>
                    <a:pt x="314" y="5120"/>
                    <a:pt x="158" y="6079"/>
                  </a:cubicBezTo>
                  <a:cubicBezTo>
                    <a:pt x="53" y="6619"/>
                    <a:pt x="140" y="7177"/>
                    <a:pt x="402" y="7665"/>
                  </a:cubicBezTo>
                  <a:cubicBezTo>
                    <a:pt x="471" y="8049"/>
                    <a:pt x="489" y="8450"/>
                    <a:pt x="437" y="8833"/>
                  </a:cubicBezTo>
                  <a:cubicBezTo>
                    <a:pt x="367" y="9600"/>
                    <a:pt x="1709" y="10646"/>
                    <a:pt x="2877" y="11779"/>
                  </a:cubicBezTo>
                  <a:cubicBezTo>
                    <a:pt x="3574" y="12459"/>
                    <a:pt x="4237" y="13174"/>
                    <a:pt x="4847" y="13923"/>
                  </a:cubicBezTo>
                  <a:lnTo>
                    <a:pt x="8472" y="10106"/>
                  </a:lnTo>
                  <a:cubicBezTo>
                    <a:pt x="8472" y="10106"/>
                    <a:pt x="7705" y="6619"/>
                    <a:pt x="7479" y="5312"/>
                  </a:cubicBezTo>
                  <a:cubicBezTo>
                    <a:pt x="7276" y="4063"/>
                    <a:pt x="6812" y="0"/>
                    <a:pt x="5785"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74"/>
            <p:cNvSpPr/>
            <p:nvPr/>
          </p:nvSpPr>
          <p:spPr>
            <a:xfrm>
              <a:off x="1488800" y="3412450"/>
              <a:ext cx="676350" cy="507550"/>
            </a:xfrm>
            <a:custGeom>
              <a:rect b="b" l="l" r="r" t="t"/>
              <a:pathLst>
                <a:path extrusionOk="0" h="20302" w="27054">
                  <a:moveTo>
                    <a:pt x="3626" y="0"/>
                  </a:moveTo>
                  <a:lnTo>
                    <a:pt x="1" y="3800"/>
                  </a:lnTo>
                  <a:cubicBezTo>
                    <a:pt x="1" y="3800"/>
                    <a:pt x="8173" y="20301"/>
                    <a:pt x="18573" y="20301"/>
                  </a:cubicBezTo>
                  <a:cubicBezTo>
                    <a:pt x="19168" y="20301"/>
                    <a:pt x="19770" y="20247"/>
                    <a:pt x="20378" y="20133"/>
                  </a:cubicBezTo>
                  <a:lnTo>
                    <a:pt x="27054" y="13858"/>
                  </a:lnTo>
                  <a:lnTo>
                    <a:pt x="21894" y="1778"/>
                  </a:lnTo>
                  <a:lnTo>
                    <a:pt x="15724" y="9971"/>
                  </a:lnTo>
                  <a:lnTo>
                    <a:pt x="362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74"/>
            <p:cNvSpPr/>
            <p:nvPr/>
          </p:nvSpPr>
          <p:spPr>
            <a:xfrm>
              <a:off x="2922075" y="3826875"/>
              <a:ext cx="180000" cy="213550"/>
            </a:xfrm>
            <a:custGeom>
              <a:rect b="b" l="l" r="r" t="t"/>
              <a:pathLst>
                <a:path extrusionOk="0" h="8542" w="7200">
                  <a:moveTo>
                    <a:pt x="1" y="0"/>
                  </a:moveTo>
                  <a:lnTo>
                    <a:pt x="2459" y="8541"/>
                  </a:lnTo>
                  <a:cubicBezTo>
                    <a:pt x="2459" y="8541"/>
                    <a:pt x="6607" y="6258"/>
                    <a:pt x="72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74"/>
            <p:cNvSpPr/>
            <p:nvPr/>
          </p:nvSpPr>
          <p:spPr>
            <a:xfrm>
              <a:off x="2958250" y="3174950"/>
              <a:ext cx="182175" cy="683325"/>
            </a:xfrm>
            <a:custGeom>
              <a:rect b="b" l="l" r="r" t="t"/>
              <a:pathLst>
                <a:path extrusionOk="0" h="27333" w="7287">
                  <a:moveTo>
                    <a:pt x="1081" y="0"/>
                  </a:moveTo>
                  <a:lnTo>
                    <a:pt x="1" y="27332"/>
                  </a:lnTo>
                  <a:lnTo>
                    <a:pt x="7287" y="26321"/>
                  </a:lnTo>
                  <a:cubicBezTo>
                    <a:pt x="7287" y="26321"/>
                    <a:pt x="6938" y="19140"/>
                    <a:pt x="5753" y="11278"/>
                  </a:cubicBezTo>
                  <a:cubicBezTo>
                    <a:pt x="4568" y="3399"/>
                    <a:pt x="1081" y="0"/>
                    <a:pt x="10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74"/>
            <p:cNvSpPr/>
            <p:nvPr/>
          </p:nvSpPr>
          <p:spPr>
            <a:xfrm>
              <a:off x="1829150" y="3223300"/>
              <a:ext cx="513800" cy="711225"/>
            </a:xfrm>
            <a:custGeom>
              <a:rect b="b" l="l" r="r" t="t"/>
              <a:pathLst>
                <a:path extrusionOk="0" h="28449" w="20552">
                  <a:moveTo>
                    <a:pt x="15218" y="1"/>
                  </a:moveTo>
                  <a:cubicBezTo>
                    <a:pt x="15061" y="18"/>
                    <a:pt x="14922" y="53"/>
                    <a:pt x="14782" y="106"/>
                  </a:cubicBezTo>
                  <a:cubicBezTo>
                    <a:pt x="10372" y="1552"/>
                    <a:pt x="0" y="15515"/>
                    <a:pt x="0" y="15515"/>
                  </a:cubicBezTo>
                  <a:lnTo>
                    <a:pt x="6433" y="28449"/>
                  </a:lnTo>
                  <a:lnTo>
                    <a:pt x="13963" y="22539"/>
                  </a:lnTo>
                  <a:lnTo>
                    <a:pt x="14015" y="22853"/>
                  </a:lnTo>
                  <a:lnTo>
                    <a:pt x="14608" y="26984"/>
                  </a:lnTo>
                  <a:lnTo>
                    <a:pt x="14643" y="27176"/>
                  </a:lnTo>
                  <a:lnTo>
                    <a:pt x="15322" y="27438"/>
                  </a:lnTo>
                  <a:lnTo>
                    <a:pt x="15532" y="27141"/>
                  </a:lnTo>
                  <a:lnTo>
                    <a:pt x="16978" y="25241"/>
                  </a:lnTo>
                  <a:lnTo>
                    <a:pt x="18687" y="23045"/>
                  </a:lnTo>
                  <a:lnTo>
                    <a:pt x="20552" y="12377"/>
                  </a:lnTo>
                  <a:lnTo>
                    <a:pt x="1521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74"/>
            <p:cNvSpPr/>
            <p:nvPr/>
          </p:nvSpPr>
          <p:spPr>
            <a:xfrm>
              <a:off x="2195200" y="3084000"/>
              <a:ext cx="856325" cy="1210050"/>
            </a:xfrm>
            <a:custGeom>
              <a:rect b="b" l="l" r="r" t="t"/>
              <a:pathLst>
                <a:path extrusionOk="0" h="48402" w="34253">
                  <a:moveTo>
                    <a:pt x="16913" y="0"/>
                  </a:moveTo>
                  <a:cubicBezTo>
                    <a:pt x="15173" y="0"/>
                    <a:pt x="13303" y="109"/>
                    <a:pt x="11313" y="361"/>
                  </a:cubicBezTo>
                  <a:cubicBezTo>
                    <a:pt x="11313" y="361"/>
                    <a:pt x="3278" y="2801"/>
                    <a:pt x="105" y="5556"/>
                  </a:cubicBezTo>
                  <a:cubicBezTo>
                    <a:pt x="105" y="5556"/>
                    <a:pt x="123" y="5590"/>
                    <a:pt x="140" y="5660"/>
                  </a:cubicBezTo>
                  <a:cubicBezTo>
                    <a:pt x="489" y="6828"/>
                    <a:pt x="3435" y="16816"/>
                    <a:pt x="3034" y="23022"/>
                  </a:cubicBezTo>
                  <a:cubicBezTo>
                    <a:pt x="2912" y="25288"/>
                    <a:pt x="2441" y="27519"/>
                    <a:pt x="1639" y="29628"/>
                  </a:cubicBezTo>
                  <a:cubicBezTo>
                    <a:pt x="1360" y="30395"/>
                    <a:pt x="1012" y="31145"/>
                    <a:pt x="593" y="31842"/>
                  </a:cubicBezTo>
                  <a:cubicBezTo>
                    <a:pt x="419" y="32173"/>
                    <a:pt x="227" y="32487"/>
                    <a:pt x="1" y="32783"/>
                  </a:cubicBezTo>
                  <a:lnTo>
                    <a:pt x="70" y="34195"/>
                  </a:lnTo>
                  <a:lnTo>
                    <a:pt x="280" y="38535"/>
                  </a:lnTo>
                  <a:lnTo>
                    <a:pt x="419" y="41411"/>
                  </a:lnTo>
                  <a:lnTo>
                    <a:pt x="646" y="45769"/>
                  </a:lnTo>
                  <a:lnTo>
                    <a:pt x="768" y="48332"/>
                  </a:lnTo>
                  <a:lnTo>
                    <a:pt x="6258" y="48332"/>
                  </a:lnTo>
                  <a:lnTo>
                    <a:pt x="32632" y="48401"/>
                  </a:lnTo>
                  <a:cubicBezTo>
                    <a:pt x="32632" y="48401"/>
                    <a:pt x="32649" y="47460"/>
                    <a:pt x="32684" y="45891"/>
                  </a:cubicBezTo>
                  <a:cubicBezTo>
                    <a:pt x="32702" y="44549"/>
                    <a:pt x="32736" y="42771"/>
                    <a:pt x="32789" y="40749"/>
                  </a:cubicBezTo>
                  <a:cubicBezTo>
                    <a:pt x="32789" y="40087"/>
                    <a:pt x="32806" y="39389"/>
                    <a:pt x="32824" y="38692"/>
                  </a:cubicBezTo>
                  <a:cubicBezTo>
                    <a:pt x="32858" y="37036"/>
                    <a:pt x="32911" y="35293"/>
                    <a:pt x="32946" y="33533"/>
                  </a:cubicBezTo>
                  <a:cubicBezTo>
                    <a:pt x="33120" y="26508"/>
                    <a:pt x="33364" y="19169"/>
                    <a:pt x="33660" y="16938"/>
                  </a:cubicBezTo>
                  <a:cubicBezTo>
                    <a:pt x="34253" y="12284"/>
                    <a:pt x="33242" y="5050"/>
                    <a:pt x="31725" y="3621"/>
                  </a:cubicBezTo>
                  <a:cubicBezTo>
                    <a:pt x="30473" y="2440"/>
                    <a:pt x="25156" y="0"/>
                    <a:pt x="169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74"/>
            <p:cNvSpPr/>
            <p:nvPr/>
          </p:nvSpPr>
          <p:spPr>
            <a:xfrm>
              <a:off x="2196500" y="3922300"/>
              <a:ext cx="822350" cy="142650"/>
            </a:xfrm>
            <a:custGeom>
              <a:rect b="b" l="l" r="r" t="t"/>
              <a:pathLst>
                <a:path extrusionOk="0" h="5706" w="32894">
                  <a:moveTo>
                    <a:pt x="32894" y="1"/>
                  </a:moveTo>
                  <a:lnTo>
                    <a:pt x="32894" y="1"/>
                  </a:lnTo>
                  <a:cubicBezTo>
                    <a:pt x="28057" y="968"/>
                    <a:pt x="21755" y="1261"/>
                    <a:pt x="15903" y="1261"/>
                  </a:cubicBezTo>
                  <a:cubicBezTo>
                    <a:pt x="8786" y="1261"/>
                    <a:pt x="2335" y="827"/>
                    <a:pt x="1" y="646"/>
                  </a:cubicBezTo>
                  <a:lnTo>
                    <a:pt x="1" y="646"/>
                  </a:lnTo>
                  <a:lnTo>
                    <a:pt x="228" y="4986"/>
                  </a:lnTo>
                  <a:cubicBezTo>
                    <a:pt x="3601" y="5528"/>
                    <a:pt x="8710" y="5705"/>
                    <a:pt x="13959" y="5705"/>
                  </a:cubicBezTo>
                  <a:cubicBezTo>
                    <a:pt x="21540" y="5705"/>
                    <a:pt x="29414" y="5335"/>
                    <a:pt x="32772" y="5160"/>
                  </a:cubicBezTo>
                  <a:cubicBezTo>
                    <a:pt x="32806" y="3504"/>
                    <a:pt x="32859" y="1761"/>
                    <a:pt x="328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74"/>
            <p:cNvSpPr/>
            <p:nvPr/>
          </p:nvSpPr>
          <p:spPr>
            <a:xfrm>
              <a:off x="2205225" y="4113600"/>
              <a:ext cx="809700" cy="131125"/>
            </a:xfrm>
            <a:custGeom>
              <a:rect b="b" l="l" r="r" t="t"/>
              <a:pathLst>
                <a:path extrusionOk="0" h="5245" w="32388">
                  <a:moveTo>
                    <a:pt x="32388" y="1"/>
                  </a:moveTo>
                  <a:lnTo>
                    <a:pt x="32388" y="1"/>
                  </a:lnTo>
                  <a:cubicBezTo>
                    <a:pt x="27857" y="530"/>
                    <a:pt x="22060" y="705"/>
                    <a:pt x="16558" y="705"/>
                  </a:cubicBezTo>
                  <a:cubicBezTo>
                    <a:pt x="9380" y="705"/>
                    <a:pt x="2704" y="407"/>
                    <a:pt x="1" y="210"/>
                  </a:cubicBezTo>
                  <a:lnTo>
                    <a:pt x="1" y="210"/>
                  </a:lnTo>
                  <a:lnTo>
                    <a:pt x="227" y="4568"/>
                  </a:lnTo>
                  <a:cubicBezTo>
                    <a:pt x="3612" y="5077"/>
                    <a:pt x="8573" y="5245"/>
                    <a:pt x="13660" y="5245"/>
                  </a:cubicBezTo>
                  <a:cubicBezTo>
                    <a:pt x="21121" y="5245"/>
                    <a:pt x="28853" y="4883"/>
                    <a:pt x="32283" y="4707"/>
                  </a:cubicBezTo>
                  <a:cubicBezTo>
                    <a:pt x="32301" y="3365"/>
                    <a:pt x="32335" y="2040"/>
                    <a:pt x="323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74"/>
            <p:cNvSpPr/>
            <p:nvPr/>
          </p:nvSpPr>
          <p:spPr>
            <a:xfrm>
              <a:off x="2178200" y="3786775"/>
              <a:ext cx="173475" cy="505525"/>
            </a:xfrm>
            <a:custGeom>
              <a:rect b="b" l="l" r="r" t="t"/>
              <a:pathLst>
                <a:path extrusionOk="0" h="20221" w="6939">
                  <a:moveTo>
                    <a:pt x="1" y="0"/>
                  </a:moveTo>
                  <a:lnTo>
                    <a:pt x="36" y="314"/>
                  </a:lnTo>
                  <a:lnTo>
                    <a:pt x="663" y="4637"/>
                  </a:lnTo>
                  <a:lnTo>
                    <a:pt x="733" y="6067"/>
                  </a:lnTo>
                  <a:lnTo>
                    <a:pt x="960" y="10407"/>
                  </a:lnTo>
                  <a:lnTo>
                    <a:pt x="1099" y="13283"/>
                  </a:lnTo>
                  <a:lnTo>
                    <a:pt x="1308" y="17641"/>
                  </a:lnTo>
                  <a:lnTo>
                    <a:pt x="1430" y="20203"/>
                  </a:lnTo>
                  <a:lnTo>
                    <a:pt x="3836" y="20221"/>
                  </a:lnTo>
                  <a:lnTo>
                    <a:pt x="6938" y="20221"/>
                  </a:lnTo>
                  <a:lnTo>
                    <a:pt x="1570" y="4602"/>
                  </a:lnTo>
                  <a:lnTo>
                    <a:pt x="1273" y="3731"/>
                  </a:lnTo>
                  <a:lnTo>
                    <a:pt x="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74"/>
            <p:cNvSpPr/>
            <p:nvPr/>
          </p:nvSpPr>
          <p:spPr>
            <a:xfrm>
              <a:off x="2178200" y="3758025"/>
              <a:ext cx="43175" cy="139900"/>
            </a:xfrm>
            <a:custGeom>
              <a:rect b="b" l="l" r="r" t="t"/>
              <a:pathLst>
                <a:path extrusionOk="0" h="5596" w="1727">
                  <a:moveTo>
                    <a:pt x="1726" y="0"/>
                  </a:moveTo>
                  <a:lnTo>
                    <a:pt x="1" y="1150"/>
                  </a:lnTo>
                  <a:lnTo>
                    <a:pt x="36" y="1464"/>
                  </a:lnTo>
                  <a:lnTo>
                    <a:pt x="646" y="5595"/>
                  </a:lnTo>
                  <a:lnTo>
                    <a:pt x="172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74"/>
            <p:cNvSpPr/>
            <p:nvPr/>
          </p:nvSpPr>
          <p:spPr>
            <a:xfrm>
              <a:off x="2155975" y="2529125"/>
              <a:ext cx="828450" cy="790150"/>
            </a:xfrm>
            <a:custGeom>
              <a:rect b="b" l="l" r="r" t="t"/>
              <a:pathLst>
                <a:path extrusionOk="0" h="31606" w="33138">
                  <a:moveTo>
                    <a:pt x="19315" y="0"/>
                  </a:moveTo>
                  <a:cubicBezTo>
                    <a:pt x="18565" y="0"/>
                    <a:pt x="17833" y="87"/>
                    <a:pt x="17118" y="262"/>
                  </a:cubicBezTo>
                  <a:cubicBezTo>
                    <a:pt x="16996" y="279"/>
                    <a:pt x="16857" y="314"/>
                    <a:pt x="16735" y="349"/>
                  </a:cubicBezTo>
                  <a:cubicBezTo>
                    <a:pt x="15846" y="593"/>
                    <a:pt x="15009" y="959"/>
                    <a:pt x="14207" y="1429"/>
                  </a:cubicBezTo>
                  <a:cubicBezTo>
                    <a:pt x="13946" y="1586"/>
                    <a:pt x="13684" y="1743"/>
                    <a:pt x="13423" y="1935"/>
                  </a:cubicBezTo>
                  <a:cubicBezTo>
                    <a:pt x="11680" y="3155"/>
                    <a:pt x="10233" y="4724"/>
                    <a:pt x="9170" y="6572"/>
                  </a:cubicBezTo>
                  <a:cubicBezTo>
                    <a:pt x="8455" y="7792"/>
                    <a:pt x="7880" y="9082"/>
                    <a:pt x="7444" y="10441"/>
                  </a:cubicBezTo>
                  <a:cubicBezTo>
                    <a:pt x="7304" y="10895"/>
                    <a:pt x="7182" y="11348"/>
                    <a:pt x="7060" y="11801"/>
                  </a:cubicBezTo>
                  <a:cubicBezTo>
                    <a:pt x="6520" y="13962"/>
                    <a:pt x="6729" y="16333"/>
                    <a:pt x="5317" y="18146"/>
                  </a:cubicBezTo>
                  <a:cubicBezTo>
                    <a:pt x="4115" y="19662"/>
                    <a:pt x="2319" y="20621"/>
                    <a:pt x="1238" y="22225"/>
                  </a:cubicBezTo>
                  <a:cubicBezTo>
                    <a:pt x="36" y="23968"/>
                    <a:pt x="1" y="26199"/>
                    <a:pt x="262" y="28204"/>
                  </a:cubicBezTo>
                  <a:cubicBezTo>
                    <a:pt x="262" y="28396"/>
                    <a:pt x="332" y="28570"/>
                    <a:pt x="419" y="28744"/>
                  </a:cubicBezTo>
                  <a:cubicBezTo>
                    <a:pt x="593" y="28936"/>
                    <a:pt x="838" y="29093"/>
                    <a:pt x="1116" y="29145"/>
                  </a:cubicBezTo>
                  <a:lnTo>
                    <a:pt x="1273" y="29180"/>
                  </a:lnTo>
                  <a:cubicBezTo>
                    <a:pt x="1866" y="29372"/>
                    <a:pt x="2476" y="29546"/>
                    <a:pt x="3069" y="29703"/>
                  </a:cubicBezTo>
                  <a:lnTo>
                    <a:pt x="3104" y="29720"/>
                  </a:lnTo>
                  <a:cubicBezTo>
                    <a:pt x="3121" y="29651"/>
                    <a:pt x="3138" y="29581"/>
                    <a:pt x="3138" y="29494"/>
                  </a:cubicBezTo>
                  <a:cubicBezTo>
                    <a:pt x="3278" y="28134"/>
                    <a:pt x="3714" y="26827"/>
                    <a:pt x="4446" y="25676"/>
                  </a:cubicBezTo>
                  <a:lnTo>
                    <a:pt x="4446" y="25676"/>
                  </a:lnTo>
                  <a:cubicBezTo>
                    <a:pt x="4411" y="26286"/>
                    <a:pt x="4481" y="26687"/>
                    <a:pt x="4498" y="27315"/>
                  </a:cubicBezTo>
                  <a:cubicBezTo>
                    <a:pt x="4515" y="28291"/>
                    <a:pt x="4655" y="29250"/>
                    <a:pt x="4934" y="30191"/>
                  </a:cubicBezTo>
                  <a:cubicBezTo>
                    <a:pt x="7060" y="30696"/>
                    <a:pt x="9204" y="31080"/>
                    <a:pt x="11383" y="31324"/>
                  </a:cubicBezTo>
                  <a:cubicBezTo>
                    <a:pt x="11436" y="31324"/>
                    <a:pt x="11488" y="31341"/>
                    <a:pt x="11540" y="31341"/>
                  </a:cubicBezTo>
                  <a:cubicBezTo>
                    <a:pt x="12917" y="31498"/>
                    <a:pt x="14294" y="31568"/>
                    <a:pt x="15671" y="31603"/>
                  </a:cubicBezTo>
                  <a:lnTo>
                    <a:pt x="15811" y="31603"/>
                  </a:lnTo>
                  <a:cubicBezTo>
                    <a:pt x="15967" y="31605"/>
                    <a:pt x="16123" y="31606"/>
                    <a:pt x="16279" y="31606"/>
                  </a:cubicBezTo>
                  <a:cubicBezTo>
                    <a:pt x="18775" y="31606"/>
                    <a:pt x="21282" y="31344"/>
                    <a:pt x="23742" y="30836"/>
                  </a:cubicBezTo>
                  <a:lnTo>
                    <a:pt x="23899" y="30801"/>
                  </a:lnTo>
                  <a:cubicBezTo>
                    <a:pt x="24980" y="30574"/>
                    <a:pt x="26043" y="30278"/>
                    <a:pt x="27071" y="29929"/>
                  </a:cubicBezTo>
                  <a:lnTo>
                    <a:pt x="27228" y="29877"/>
                  </a:lnTo>
                  <a:cubicBezTo>
                    <a:pt x="28205" y="29546"/>
                    <a:pt x="29181" y="29162"/>
                    <a:pt x="30105" y="28727"/>
                  </a:cubicBezTo>
                  <a:cubicBezTo>
                    <a:pt x="30174" y="27907"/>
                    <a:pt x="30105" y="27106"/>
                    <a:pt x="29895" y="26321"/>
                  </a:cubicBezTo>
                  <a:cubicBezTo>
                    <a:pt x="29634" y="25293"/>
                    <a:pt x="29303" y="24282"/>
                    <a:pt x="28884" y="23306"/>
                  </a:cubicBezTo>
                  <a:lnTo>
                    <a:pt x="28884" y="23306"/>
                  </a:lnTo>
                  <a:cubicBezTo>
                    <a:pt x="30139" y="24630"/>
                    <a:pt x="31046" y="26234"/>
                    <a:pt x="31534" y="27977"/>
                  </a:cubicBezTo>
                  <a:cubicBezTo>
                    <a:pt x="31795" y="27838"/>
                    <a:pt x="32039" y="27681"/>
                    <a:pt x="32301" y="27524"/>
                  </a:cubicBezTo>
                  <a:cubicBezTo>
                    <a:pt x="32545" y="27384"/>
                    <a:pt x="32754" y="27193"/>
                    <a:pt x="32928" y="26966"/>
                  </a:cubicBezTo>
                  <a:cubicBezTo>
                    <a:pt x="32946" y="26949"/>
                    <a:pt x="32946" y="26914"/>
                    <a:pt x="32963" y="26896"/>
                  </a:cubicBezTo>
                  <a:cubicBezTo>
                    <a:pt x="33016" y="26757"/>
                    <a:pt x="33068" y="26635"/>
                    <a:pt x="33085" y="26496"/>
                  </a:cubicBezTo>
                  <a:cubicBezTo>
                    <a:pt x="33085" y="26391"/>
                    <a:pt x="33103" y="26304"/>
                    <a:pt x="33103" y="26199"/>
                  </a:cubicBezTo>
                  <a:cubicBezTo>
                    <a:pt x="33138" y="25467"/>
                    <a:pt x="32998" y="24752"/>
                    <a:pt x="32719" y="24090"/>
                  </a:cubicBezTo>
                  <a:cubicBezTo>
                    <a:pt x="32632" y="23898"/>
                    <a:pt x="32527" y="23707"/>
                    <a:pt x="32423" y="23515"/>
                  </a:cubicBezTo>
                  <a:cubicBezTo>
                    <a:pt x="31569" y="22051"/>
                    <a:pt x="30174" y="20900"/>
                    <a:pt x="29582" y="18599"/>
                  </a:cubicBezTo>
                  <a:cubicBezTo>
                    <a:pt x="29547" y="18442"/>
                    <a:pt x="29512" y="18285"/>
                    <a:pt x="29477" y="18146"/>
                  </a:cubicBezTo>
                  <a:cubicBezTo>
                    <a:pt x="29460" y="18059"/>
                    <a:pt x="29442" y="17972"/>
                    <a:pt x="29442" y="17885"/>
                  </a:cubicBezTo>
                  <a:cubicBezTo>
                    <a:pt x="29407" y="17675"/>
                    <a:pt x="29372" y="17484"/>
                    <a:pt x="29355" y="17274"/>
                  </a:cubicBezTo>
                  <a:cubicBezTo>
                    <a:pt x="29163" y="15601"/>
                    <a:pt x="29372" y="13980"/>
                    <a:pt x="29407" y="12237"/>
                  </a:cubicBezTo>
                  <a:lnTo>
                    <a:pt x="29407" y="11888"/>
                  </a:lnTo>
                  <a:lnTo>
                    <a:pt x="29407" y="11470"/>
                  </a:lnTo>
                  <a:cubicBezTo>
                    <a:pt x="29390" y="9273"/>
                    <a:pt x="29250" y="7077"/>
                    <a:pt x="28396" y="5020"/>
                  </a:cubicBezTo>
                  <a:cubicBezTo>
                    <a:pt x="27734" y="3434"/>
                    <a:pt x="26444" y="2214"/>
                    <a:pt x="24893" y="1377"/>
                  </a:cubicBezTo>
                  <a:lnTo>
                    <a:pt x="24788" y="1307"/>
                  </a:lnTo>
                  <a:cubicBezTo>
                    <a:pt x="24352" y="1081"/>
                    <a:pt x="23916" y="889"/>
                    <a:pt x="23481" y="715"/>
                  </a:cubicBezTo>
                  <a:lnTo>
                    <a:pt x="23341" y="680"/>
                  </a:lnTo>
                  <a:cubicBezTo>
                    <a:pt x="23027" y="558"/>
                    <a:pt x="22696" y="453"/>
                    <a:pt x="22365" y="366"/>
                  </a:cubicBezTo>
                  <a:lnTo>
                    <a:pt x="22226" y="331"/>
                  </a:lnTo>
                  <a:cubicBezTo>
                    <a:pt x="22034" y="296"/>
                    <a:pt x="21860" y="244"/>
                    <a:pt x="21668" y="209"/>
                  </a:cubicBezTo>
                  <a:cubicBezTo>
                    <a:pt x="21616" y="192"/>
                    <a:pt x="21563" y="174"/>
                    <a:pt x="21511" y="174"/>
                  </a:cubicBezTo>
                  <a:cubicBezTo>
                    <a:pt x="21127" y="105"/>
                    <a:pt x="20744" y="52"/>
                    <a:pt x="20343" y="18"/>
                  </a:cubicBezTo>
                  <a:cubicBezTo>
                    <a:pt x="20320" y="18"/>
                    <a:pt x="20297" y="25"/>
                    <a:pt x="20263" y="25"/>
                  </a:cubicBezTo>
                  <a:cubicBezTo>
                    <a:pt x="20246" y="25"/>
                    <a:pt x="20227" y="23"/>
                    <a:pt x="20204" y="18"/>
                  </a:cubicBezTo>
                  <a:cubicBezTo>
                    <a:pt x="20134" y="0"/>
                    <a:pt x="20064" y="0"/>
                    <a:pt x="19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74"/>
            <p:cNvSpPr/>
            <p:nvPr/>
          </p:nvSpPr>
          <p:spPr>
            <a:xfrm>
              <a:off x="2160775" y="2564850"/>
              <a:ext cx="350400" cy="694225"/>
            </a:xfrm>
            <a:custGeom>
              <a:rect b="b" l="l" r="r" t="t"/>
              <a:pathLst>
                <a:path extrusionOk="0" h="27769" w="14016">
                  <a:moveTo>
                    <a:pt x="14015" y="0"/>
                  </a:moveTo>
                  <a:lnTo>
                    <a:pt x="14015" y="0"/>
                  </a:lnTo>
                  <a:cubicBezTo>
                    <a:pt x="13736" y="157"/>
                    <a:pt x="13475" y="332"/>
                    <a:pt x="13213" y="506"/>
                  </a:cubicBezTo>
                  <a:cubicBezTo>
                    <a:pt x="11714" y="1883"/>
                    <a:pt x="10512" y="3574"/>
                    <a:pt x="9727" y="5456"/>
                  </a:cubicBezTo>
                  <a:cubicBezTo>
                    <a:pt x="8890" y="7444"/>
                    <a:pt x="8559" y="9605"/>
                    <a:pt x="8350" y="11261"/>
                  </a:cubicBezTo>
                  <a:lnTo>
                    <a:pt x="8298" y="11644"/>
                  </a:lnTo>
                  <a:cubicBezTo>
                    <a:pt x="8106" y="13213"/>
                    <a:pt x="7914" y="14817"/>
                    <a:pt x="7060" y="16124"/>
                  </a:cubicBezTo>
                  <a:cubicBezTo>
                    <a:pt x="6398" y="17153"/>
                    <a:pt x="5387" y="17902"/>
                    <a:pt x="4411" y="18634"/>
                  </a:cubicBezTo>
                  <a:cubicBezTo>
                    <a:pt x="3661" y="19157"/>
                    <a:pt x="2964" y="19750"/>
                    <a:pt x="2336" y="20395"/>
                  </a:cubicBezTo>
                  <a:cubicBezTo>
                    <a:pt x="558" y="22400"/>
                    <a:pt x="1" y="25206"/>
                    <a:pt x="907" y="27716"/>
                  </a:cubicBezTo>
                  <a:lnTo>
                    <a:pt x="1064" y="27768"/>
                  </a:lnTo>
                  <a:cubicBezTo>
                    <a:pt x="140" y="25276"/>
                    <a:pt x="663" y="22469"/>
                    <a:pt x="2423" y="20482"/>
                  </a:cubicBezTo>
                  <a:cubicBezTo>
                    <a:pt x="3068" y="19837"/>
                    <a:pt x="3748" y="19262"/>
                    <a:pt x="4498" y="18739"/>
                  </a:cubicBezTo>
                  <a:cubicBezTo>
                    <a:pt x="5474" y="18007"/>
                    <a:pt x="6502" y="17240"/>
                    <a:pt x="7182" y="16194"/>
                  </a:cubicBezTo>
                  <a:cubicBezTo>
                    <a:pt x="8054" y="14869"/>
                    <a:pt x="8246" y="13231"/>
                    <a:pt x="8437" y="11662"/>
                  </a:cubicBezTo>
                  <a:lnTo>
                    <a:pt x="8472" y="11278"/>
                  </a:lnTo>
                  <a:cubicBezTo>
                    <a:pt x="8681" y="9622"/>
                    <a:pt x="9012" y="7478"/>
                    <a:pt x="9849" y="5509"/>
                  </a:cubicBezTo>
                  <a:cubicBezTo>
                    <a:pt x="10756" y="3347"/>
                    <a:pt x="12185" y="1465"/>
                    <a:pt x="14015" y="0"/>
                  </a:cubicBez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74"/>
            <p:cNvSpPr/>
            <p:nvPr/>
          </p:nvSpPr>
          <p:spPr>
            <a:xfrm>
              <a:off x="2206975" y="2535650"/>
              <a:ext cx="376975" cy="736500"/>
            </a:xfrm>
            <a:custGeom>
              <a:rect b="b" l="l" r="r" t="t"/>
              <a:pathLst>
                <a:path extrusionOk="0" h="29460" w="15079">
                  <a:moveTo>
                    <a:pt x="15078" y="1"/>
                  </a:moveTo>
                  <a:lnTo>
                    <a:pt x="15078" y="1"/>
                  </a:lnTo>
                  <a:cubicBezTo>
                    <a:pt x="14956" y="18"/>
                    <a:pt x="14834" y="53"/>
                    <a:pt x="14695" y="88"/>
                  </a:cubicBezTo>
                  <a:cubicBezTo>
                    <a:pt x="11121" y="2546"/>
                    <a:pt x="8698" y="6572"/>
                    <a:pt x="8420" y="10843"/>
                  </a:cubicBezTo>
                  <a:cubicBezTo>
                    <a:pt x="8385" y="11139"/>
                    <a:pt x="8385" y="11435"/>
                    <a:pt x="8367" y="11732"/>
                  </a:cubicBezTo>
                  <a:cubicBezTo>
                    <a:pt x="8367" y="12516"/>
                    <a:pt x="8280" y="13283"/>
                    <a:pt x="8123" y="14033"/>
                  </a:cubicBezTo>
                  <a:cubicBezTo>
                    <a:pt x="7670" y="15741"/>
                    <a:pt x="6398" y="17118"/>
                    <a:pt x="5212" y="18251"/>
                  </a:cubicBezTo>
                  <a:cubicBezTo>
                    <a:pt x="4968" y="18478"/>
                    <a:pt x="4724" y="18704"/>
                    <a:pt x="4480" y="18913"/>
                  </a:cubicBezTo>
                  <a:cubicBezTo>
                    <a:pt x="3434" y="19872"/>
                    <a:pt x="2371" y="20848"/>
                    <a:pt x="1604" y="22051"/>
                  </a:cubicBezTo>
                  <a:cubicBezTo>
                    <a:pt x="227" y="24265"/>
                    <a:pt x="0" y="27036"/>
                    <a:pt x="1011" y="29459"/>
                  </a:cubicBezTo>
                  <a:lnTo>
                    <a:pt x="1046" y="29459"/>
                  </a:lnTo>
                  <a:cubicBezTo>
                    <a:pt x="1064" y="29390"/>
                    <a:pt x="1081" y="29320"/>
                    <a:pt x="1081" y="29250"/>
                  </a:cubicBezTo>
                  <a:cubicBezTo>
                    <a:pt x="157" y="26897"/>
                    <a:pt x="384" y="24247"/>
                    <a:pt x="1726" y="22121"/>
                  </a:cubicBezTo>
                  <a:cubicBezTo>
                    <a:pt x="2475" y="20935"/>
                    <a:pt x="3539" y="19959"/>
                    <a:pt x="4567" y="19018"/>
                  </a:cubicBezTo>
                  <a:cubicBezTo>
                    <a:pt x="4829" y="18791"/>
                    <a:pt x="5073" y="18565"/>
                    <a:pt x="5317" y="18338"/>
                  </a:cubicBezTo>
                  <a:cubicBezTo>
                    <a:pt x="6502" y="17205"/>
                    <a:pt x="7792" y="15811"/>
                    <a:pt x="8245" y="14068"/>
                  </a:cubicBezTo>
                  <a:cubicBezTo>
                    <a:pt x="8420" y="13301"/>
                    <a:pt x="8507" y="12516"/>
                    <a:pt x="8507" y="11749"/>
                  </a:cubicBezTo>
                  <a:cubicBezTo>
                    <a:pt x="8524" y="11453"/>
                    <a:pt x="8524" y="11139"/>
                    <a:pt x="8559" y="10860"/>
                  </a:cubicBezTo>
                  <a:cubicBezTo>
                    <a:pt x="8855" y="6520"/>
                    <a:pt x="11365" y="2406"/>
                    <a:pt x="15078" y="1"/>
                  </a:cubicBez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74"/>
            <p:cNvSpPr/>
            <p:nvPr/>
          </p:nvSpPr>
          <p:spPr>
            <a:xfrm>
              <a:off x="2434875" y="2529125"/>
              <a:ext cx="209650" cy="783975"/>
            </a:xfrm>
            <a:custGeom>
              <a:rect b="b" l="l" r="r" t="t"/>
              <a:pathLst>
                <a:path extrusionOk="0" h="31359" w="8386">
                  <a:moveTo>
                    <a:pt x="8159" y="0"/>
                  </a:moveTo>
                  <a:cubicBezTo>
                    <a:pt x="6084" y="1464"/>
                    <a:pt x="4376" y="3382"/>
                    <a:pt x="3138" y="5596"/>
                  </a:cubicBezTo>
                  <a:cubicBezTo>
                    <a:pt x="1587" y="8332"/>
                    <a:pt x="960" y="11470"/>
                    <a:pt x="1326" y="14590"/>
                  </a:cubicBezTo>
                  <a:cubicBezTo>
                    <a:pt x="1448" y="15514"/>
                    <a:pt x="1657" y="16473"/>
                    <a:pt x="1883" y="17379"/>
                  </a:cubicBezTo>
                  <a:cubicBezTo>
                    <a:pt x="2319" y="19296"/>
                    <a:pt x="2772" y="21284"/>
                    <a:pt x="2319" y="23201"/>
                  </a:cubicBezTo>
                  <a:cubicBezTo>
                    <a:pt x="2075" y="24107"/>
                    <a:pt x="1726" y="25014"/>
                    <a:pt x="1273" y="25851"/>
                  </a:cubicBezTo>
                  <a:cubicBezTo>
                    <a:pt x="820" y="26757"/>
                    <a:pt x="367" y="27716"/>
                    <a:pt x="175" y="28727"/>
                  </a:cubicBezTo>
                  <a:cubicBezTo>
                    <a:pt x="1" y="29581"/>
                    <a:pt x="18" y="30487"/>
                    <a:pt x="227" y="31341"/>
                  </a:cubicBezTo>
                  <a:cubicBezTo>
                    <a:pt x="280" y="31341"/>
                    <a:pt x="315" y="31359"/>
                    <a:pt x="367" y="31359"/>
                  </a:cubicBezTo>
                  <a:cubicBezTo>
                    <a:pt x="158" y="30505"/>
                    <a:pt x="123" y="29598"/>
                    <a:pt x="297" y="28744"/>
                  </a:cubicBezTo>
                  <a:cubicBezTo>
                    <a:pt x="489" y="27751"/>
                    <a:pt x="960" y="26809"/>
                    <a:pt x="1395" y="25903"/>
                  </a:cubicBezTo>
                  <a:cubicBezTo>
                    <a:pt x="1831" y="25049"/>
                    <a:pt x="2197" y="24142"/>
                    <a:pt x="2459" y="23218"/>
                  </a:cubicBezTo>
                  <a:cubicBezTo>
                    <a:pt x="2912" y="21266"/>
                    <a:pt x="2459" y="19279"/>
                    <a:pt x="2023" y="17344"/>
                  </a:cubicBezTo>
                  <a:cubicBezTo>
                    <a:pt x="1796" y="16438"/>
                    <a:pt x="1587" y="15496"/>
                    <a:pt x="1465" y="14555"/>
                  </a:cubicBezTo>
                  <a:cubicBezTo>
                    <a:pt x="1099" y="11470"/>
                    <a:pt x="1726" y="8350"/>
                    <a:pt x="3243" y="5648"/>
                  </a:cubicBezTo>
                  <a:cubicBezTo>
                    <a:pt x="4515" y="3399"/>
                    <a:pt x="6259" y="1464"/>
                    <a:pt x="8385" y="0"/>
                  </a:cubicBez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74"/>
            <p:cNvSpPr/>
            <p:nvPr/>
          </p:nvSpPr>
          <p:spPr>
            <a:xfrm>
              <a:off x="2482825" y="2529125"/>
              <a:ext cx="178700" cy="790075"/>
            </a:xfrm>
            <a:custGeom>
              <a:rect b="b" l="l" r="r" t="t"/>
              <a:pathLst>
                <a:path extrusionOk="0" h="31603" w="7148">
                  <a:moveTo>
                    <a:pt x="6938" y="0"/>
                  </a:moveTo>
                  <a:cubicBezTo>
                    <a:pt x="4707" y="1499"/>
                    <a:pt x="2824" y="3818"/>
                    <a:pt x="1517" y="6694"/>
                  </a:cubicBezTo>
                  <a:cubicBezTo>
                    <a:pt x="419" y="9134"/>
                    <a:pt x="0" y="11400"/>
                    <a:pt x="279" y="13422"/>
                  </a:cubicBezTo>
                  <a:cubicBezTo>
                    <a:pt x="506" y="15200"/>
                    <a:pt x="1290" y="16856"/>
                    <a:pt x="2040" y="18460"/>
                  </a:cubicBezTo>
                  <a:cubicBezTo>
                    <a:pt x="2667" y="19837"/>
                    <a:pt x="3330" y="21249"/>
                    <a:pt x="3661" y="22730"/>
                  </a:cubicBezTo>
                  <a:cubicBezTo>
                    <a:pt x="4323" y="25711"/>
                    <a:pt x="3591" y="28814"/>
                    <a:pt x="2597" y="31603"/>
                  </a:cubicBezTo>
                  <a:lnTo>
                    <a:pt x="2737" y="31603"/>
                  </a:lnTo>
                  <a:cubicBezTo>
                    <a:pt x="3731" y="28814"/>
                    <a:pt x="4445" y="25694"/>
                    <a:pt x="3783" y="22696"/>
                  </a:cubicBezTo>
                  <a:cubicBezTo>
                    <a:pt x="3452" y="21196"/>
                    <a:pt x="2789" y="19784"/>
                    <a:pt x="2144" y="18407"/>
                  </a:cubicBezTo>
                  <a:cubicBezTo>
                    <a:pt x="1395" y="16804"/>
                    <a:pt x="628" y="15148"/>
                    <a:pt x="384" y="13405"/>
                  </a:cubicBezTo>
                  <a:cubicBezTo>
                    <a:pt x="122" y="11418"/>
                    <a:pt x="541" y="9169"/>
                    <a:pt x="1621" y="6763"/>
                  </a:cubicBezTo>
                  <a:cubicBezTo>
                    <a:pt x="2946" y="3835"/>
                    <a:pt x="4864" y="1499"/>
                    <a:pt x="7147" y="18"/>
                  </a:cubicBezTo>
                  <a:cubicBezTo>
                    <a:pt x="7077" y="0"/>
                    <a:pt x="7008" y="0"/>
                    <a:pt x="6938" y="0"/>
                  </a:cubicBez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74"/>
            <p:cNvSpPr/>
            <p:nvPr/>
          </p:nvSpPr>
          <p:spPr>
            <a:xfrm>
              <a:off x="2623150" y="2533900"/>
              <a:ext cx="157775" cy="766125"/>
            </a:xfrm>
            <a:custGeom>
              <a:rect b="b" l="l" r="r" t="t"/>
              <a:pathLst>
                <a:path extrusionOk="0" h="30645" w="6311">
                  <a:moveTo>
                    <a:pt x="2824" y="1"/>
                  </a:moveTo>
                  <a:cubicBezTo>
                    <a:pt x="1464" y="1343"/>
                    <a:pt x="575" y="3086"/>
                    <a:pt x="262" y="4969"/>
                  </a:cubicBezTo>
                  <a:cubicBezTo>
                    <a:pt x="0" y="6660"/>
                    <a:pt x="192" y="8560"/>
                    <a:pt x="872" y="10616"/>
                  </a:cubicBezTo>
                  <a:cubicBezTo>
                    <a:pt x="1412" y="12150"/>
                    <a:pt x="2040" y="13632"/>
                    <a:pt x="2754" y="15079"/>
                  </a:cubicBezTo>
                  <a:cubicBezTo>
                    <a:pt x="2876" y="15358"/>
                    <a:pt x="3016" y="15619"/>
                    <a:pt x="3138" y="15881"/>
                  </a:cubicBezTo>
                  <a:cubicBezTo>
                    <a:pt x="4323" y="18426"/>
                    <a:pt x="5473" y="21180"/>
                    <a:pt x="5857" y="24056"/>
                  </a:cubicBezTo>
                  <a:cubicBezTo>
                    <a:pt x="6171" y="26461"/>
                    <a:pt x="5892" y="28745"/>
                    <a:pt x="5055" y="30645"/>
                  </a:cubicBezTo>
                  <a:lnTo>
                    <a:pt x="5229" y="30610"/>
                  </a:lnTo>
                  <a:cubicBezTo>
                    <a:pt x="6031" y="28693"/>
                    <a:pt x="6310" y="26427"/>
                    <a:pt x="5979" y="24038"/>
                  </a:cubicBezTo>
                  <a:cubicBezTo>
                    <a:pt x="5595" y="21145"/>
                    <a:pt x="4445" y="18391"/>
                    <a:pt x="3242" y="15828"/>
                  </a:cubicBezTo>
                  <a:lnTo>
                    <a:pt x="2876" y="15027"/>
                  </a:lnTo>
                  <a:cubicBezTo>
                    <a:pt x="2162" y="13580"/>
                    <a:pt x="1534" y="12098"/>
                    <a:pt x="994" y="10582"/>
                  </a:cubicBezTo>
                  <a:cubicBezTo>
                    <a:pt x="331" y="8542"/>
                    <a:pt x="122" y="6660"/>
                    <a:pt x="401" y="5004"/>
                  </a:cubicBezTo>
                  <a:cubicBezTo>
                    <a:pt x="697" y="3104"/>
                    <a:pt x="1621" y="1360"/>
                    <a:pt x="2998" y="36"/>
                  </a:cubicBezTo>
                  <a:cubicBezTo>
                    <a:pt x="2946" y="18"/>
                    <a:pt x="2876" y="1"/>
                    <a:pt x="2824" y="1"/>
                  </a:cubicBez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74"/>
            <p:cNvSpPr/>
            <p:nvPr/>
          </p:nvSpPr>
          <p:spPr>
            <a:xfrm>
              <a:off x="2644925" y="2537825"/>
              <a:ext cx="202225" cy="739550"/>
            </a:xfrm>
            <a:custGeom>
              <a:rect b="b" l="l" r="r" t="t"/>
              <a:pathLst>
                <a:path extrusionOk="0" h="29582" w="8089">
                  <a:moveTo>
                    <a:pt x="2685" y="1"/>
                  </a:moveTo>
                  <a:cubicBezTo>
                    <a:pt x="1796" y="1151"/>
                    <a:pt x="1081" y="2424"/>
                    <a:pt x="593" y="3801"/>
                  </a:cubicBezTo>
                  <a:cubicBezTo>
                    <a:pt x="210" y="4777"/>
                    <a:pt x="1" y="5823"/>
                    <a:pt x="1" y="6869"/>
                  </a:cubicBezTo>
                  <a:cubicBezTo>
                    <a:pt x="53" y="8594"/>
                    <a:pt x="785" y="10355"/>
                    <a:pt x="2336" y="12429"/>
                  </a:cubicBezTo>
                  <a:cubicBezTo>
                    <a:pt x="2720" y="12970"/>
                    <a:pt x="3138" y="13492"/>
                    <a:pt x="3539" y="13981"/>
                  </a:cubicBezTo>
                  <a:cubicBezTo>
                    <a:pt x="4393" y="15044"/>
                    <a:pt x="5282" y="16142"/>
                    <a:pt x="5945" y="17345"/>
                  </a:cubicBezTo>
                  <a:cubicBezTo>
                    <a:pt x="6781" y="18948"/>
                    <a:pt x="7357" y="20674"/>
                    <a:pt x="7601" y="22470"/>
                  </a:cubicBezTo>
                  <a:cubicBezTo>
                    <a:pt x="7967" y="24823"/>
                    <a:pt x="7932" y="27228"/>
                    <a:pt x="7513" y="29581"/>
                  </a:cubicBezTo>
                  <a:lnTo>
                    <a:pt x="7670" y="29529"/>
                  </a:lnTo>
                  <a:cubicBezTo>
                    <a:pt x="8071" y="27193"/>
                    <a:pt x="8089" y="24805"/>
                    <a:pt x="7740" y="22452"/>
                  </a:cubicBezTo>
                  <a:cubicBezTo>
                    <a:pt x="7479" y="20657"/>
                    <a:pt x="6921" y="18896"/>
                    <a:pt x="6067" y="17292"/>
                  </a:cubicBezTo>
                  <a:cubicBezTo>
                    <a:pt x="5387" y="16072"/>
                    <a:pt x="4498" y="14974"/>
                    <a:pt x="3644" y="13911"/>
                  </a:cubicBezTo>
                  <a:cubicBezTo>
                    <a:pt x="3243" y="13405"/>
                    <a:pt x="2824" y="12882"/>
                    <a:pt x="2424" y="12359"/>
                  </a:cubicBezTo>
                  <a:cubicBezTo>
                    <a:pt x="907" y="10303"/>
                    <a:pt x="175" y="8559"/>
                    <a:pt x="140" y="6869"/>
                  </a:cubicBezTo>
                  <a:cubicBezTo>
                    <a:pt x="140" y="5823"/>
                    <a:pt x="332" y="4794"/>
                    <a:pt x="715" y="3836"/>
                  </a:cubicBezTo>
                  <a:cubicBezTo>
                    <a:pt x="1203" y="2459"/>
                    <a:pt x="1918" y="1186"/>
                    <a:pt x="2824" y="36"/>
                  </a:cubicBezTo>
                  <a:lnTo>
                    <a:pt x="2685" y="1"/>
                  </a:ln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74"/>
            <p:cNvSpPr/>
            <p:nvPr/>
          </p:nvSpPr>
          <p:spPr>
            <a:xfrm>
              <a:off x="2682400" y="2546550"/>
              <a:ext cx="210500" cy="436225"/>
            </a:xfrm>
            <a:custGeom>
              <a:rect b="b" l="l" r="r" t="t"/>
              <a:pathLst>
                <a:path extrusionOk="0" h="17449" w="8420">
                  <a:moveTo>
                    <a:pt x="2302" y="0"/>
                  </a:moveTo>
                  <a:cubicBezTo>
                    <a:pt x="53" y="3312"/>
                    <a:pt x="1" y="7635"/>
                    <a:pt x="2180" y="10999"/>
                  </a:cubicBezTo>
                  <a:cubicBezTo>
                    <a:pt x="3156" y="12499"/>
                    <a:pt x="4533" y="13736"/>
                    <a:pt x="5840" y="14921"/>
                  </a:cubicBezTo>
                  <a:cubicBezTo>
                    <a:pt x="6747" y="15706"/>
                    <a:pt x="7618" y="16543"/>
                    <a:pt x="8420" y="17449"/>
                  </a:cubicBezTo>
                  <a:cubicBezTo>
                    <a:pt x="8403" y="17362"/>
                    <a:pt x="8385" y="17275"/>
                    <a:pt x="8368" y="17188"/>
                  </a:cubicBezTo>
                  <a:cubicBezTo>
                    <a:pt x="7618" y="16351"/>
                    <a:pt x="6764" y="15566"/>
                    <a:pt x="5927" y="14817"/>
                  </a:cubicBezTo>
                  <a:cubicBezTo>
                    <a:pt x="4620" y="13632"/>
                    <a:pt x="3260" y="12411"/>
                    <a:pt x="2302" y="10912"/>
                  </a:cubicBezTo>
                  <a:cubicBezTo>
                    <a:pt x="1081" y="9030"/>
                    <a:pt x="541" y="6764"/>
                    <a:pt x="768" y="4532"/>
                  </a:cubicBezTo>
                  <a:cubicBezTo>
                    <a:pt x="959" y="2929"/>
                    <a:pt x="1517" y="1377"/>
                    <a:pt x="2424" y="35"/>
                  </a:cubicBezTo>
                  <a:lnTo>
                    <a:pt x="2302" y="0"/>
                  </a:ln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74"/>
            <p:cNvSpPr/>
            <p:nvPr/>
          </p:nvSpPr>
          <p:spPr>
            <a:xfrm>
              <a:off x="2966100" y="3116975"/>
              <a:ext cx="17025" cy="84575"/>
            </a:xfrm>
            <a:custGeom>
              <a:rect b="b" l="l" r="r" t="t"/>
              <a:pathLst>
                <a:path extrusionOk="0" h="3383" w="681">
                  <a:moveTo>
                    <a:pt x="0" y="1"/>
                  </a:moveTo>
                  <a:lnTo>
                    <a:pt x="0" y="1"/>
                  </a:lnTo>
                  <a:cubicBezTo>
                    <a:pt x="332" y="1099"/>
                    <a:pt x="506" y="2232"/>
                    <a:pt x="558" y="3382"/>
                  </a:cubicBezTo>
                  <a:cubicBezTo>
                    <a:pt x="628" y="3243"/>
                    <a:pt x="663" y="3121"/>
                    <a:pt x="680" y="2982"/>
                  </a:cubicBezTo>
                  <a:cubicBezTo>
                    <a:pt x="611" y="2180"/>
                    <a:pt x="489" y="1360"/>
                    <a:pt x="297" y="576"/>
                  </a:cubicBezTo>
                  <a:cubicBezTo>
                    <a:pt x="210" y="384"/>
                    <a:pt x="122" y="175"/>
                    <a:pt x="0" y="1"/>
                  </a:cubicBezTo>
                  <a:close/>
                </a:path>
              </a:pathLst>
            </a:custGeom>
            <a:solidFill>
              <a:srgbClr val="5B3C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74"/>
            <p:cNvSpPr/>
            <p:nvPr/>
          </p:nvSpPr>
          <p:spPr>
            <a:xfrm>
              <a:off x="2753000" y="2561800"/>
              <a:ext cx="138175" cy="258450"/>
            </a:xfrm>
            <a:custGeom>
              <a:rect b="b" l="l" r="r" t="t"/>
              <a:pathLst>
                <a:path extrusionOk="0" h="10338" w="5527">
                  <a:moveTo>
                    <a:pt x="907" y="0"/>
                  </a:moveTo>
                  <a:cubicBezTo>
                    <a:pt x="210" y="1447"/>
                    <a:pt x="1" y="2894"/>
                    <a:pt x="314" y="4149"/>
                  </a:cubicBezTo>
                  <a:cubicBezTo>
                    <a:pt x="558" y="5003"/>
                    <a:pt x="959" y="5805"/>
                    <a:pt x="1517" y="6520"/>
                  </a:cubicBezTo>
                  <a:cubicBezTo>
                    <a:pt x="2249" y="7531"/>
                    <a:pt x="3121" y="8437"/>
                    <a:pt x="4097" y="9222"/>
                  </a:cubicBezTo>
                  <a:cubicBezTo>
                    <a:pt x="4306" y="9396"/>
                    <a:pt x="4533" y="9570"/>
                    <a:pt x="4742" y="9727"/>
                  </a:cubicBezTo>
                  <a:cubicBezTo>
                    <a:pt x="5003" y="9936"/>
                    <a:pt x="5265" y="10128"/>
                    <a:pt x="5526" y="10337"/>
                  </a:cubicBezTo>
                  <a:lnTo>
                    <a:pt x="5526" y="10163"/>
                  </a:lnTo>
                  <a:cubicBezTo>
                    <a:pt x="5300" y="9971"/>
                    <a:pt x="5056" y="9797"/>
                    <a:pt x="4829" y="9622"/>
                  </a:cubicBezTo>
                  <a:cubicBezTo>
                    <a:pt x="4620" y="9466"/>
                    <a:pt x="4393" y="9291"/>
                    <a:pt x="4184" y="9117"/>
                  </a:cubicBezTo>
                  <a:cubicBezTo>
                    <a:pt x="3208" y="8350"/>
                    <a:pt x="2354" y="7444"/>
                    <a:pt x="1622" y="6450"/>
                  </a:cubicBezTo>
                  <a:cubicBezTo>
                    <a:pt x="1081" y="5753"/>
                    <a:pt x="680" y="4951"/>
                    <a:pt x="436" y="4114"/>
                  </a:cubicBezTo>
                  <a:cubicBezTo>
                    <a:pt x="140" y="2894"/>
                    <a:pt x="332" y="1500"/>
                    <a:pt x="1012" y="70"/>
                  </a:cubicBezTo>
                  <a:lnTo>
                    <a:pt x="907" y="0"/>
                  </a:lnTo>
                  <a:close/>
                </a:path>
              </a:pathLst>
            </a:custGeom>
            <a:solidFill>
              <a:srgbClr val="5B3C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74"/>
            <p:cNvSpPr/>
            <p:nvPr/>
          </p:nvSpPr>
          <p:spPr>
            <a:xfrm>
              <a:off x="2356450" y="2678150"/>
              <a:ext cx="509875" cy="303100"/>
            </a:xfrm>
            <a:custGeom>
              <a:rect b="b" l="l" r="r" t="t"/>
              <a:pathLst>
                <a:path extrusionOk="0" h="12124" w="20395">
                  <a:moveTo>
                    <a:pt x="3852" y="1"/>
                  </a:moveTo>
                  <a:cubicBezTo>
                    <a:pt x="3452" y="18"/>
                    <a:pt x="3051" y="35"/>
                    <a:pt x="2667" y="88"/>
                  </a:cubicBezTo>
                  <a:cubicBezTo>
                    <a:pt x="2615" y="105"/>
                    <a:pt x="2563" y="105"/>
                    <a:pt x="2510" y="105"/>
                  </a:cubicBezTo>
                  <a:cubicBezTo>
                    <a:pt x="2214" y="157"/>
                    <a:pt x="1900" y="210"/>
                    <a:pt x="1604" y="297"/>
                  </a:cubicBezTo>
                  <a:cubicBezTo>
                    <a:pt x="941" y="1465"/>
                    <a:pt x="401" y="2702"/>
                    <a:pt x="0" y="3992"/>
                  </a:cubicBezTo>
                  <a:cubicBezTo>
                    <a:pt x="244" y="4759"/>
                    <a:pt x="593" y="5509"/>
                    <a:pt x="1011" y="6189"/>
                  </a:cubicBezTo>
                  <a:cubicBezTo>
                    <a:pt x="1046" y="6258"/>
                    <a:pt x="1081" y="6311"/>
                    <a:pt x="1116" y="6363"/>
                  </a:cubicBezTo>
                  <a:cubicBezTo>
                    <a:pt x="1499" y="6973"/>
                    <a:pt x="1935" y="7531"/>
                    <a:pt x="2423" y="8036"/>
                  </a:cubicBezTo>
                  <a:cubicBezTo>
                    <a:pt x="2458" y="8071"/>
                    <a:pt x="2493" y="8106"/>
                    <a:pt x="2528" y="8141"/>
                  </a:cubicBezTo>
                  <a:cubicBezTo>
                    <a:pt x="2545" y="8158"/>
                    <a:pt x="2563" y="8193"/>
                    <a:pt x="2580" y="8211"/>
                  </a:cubicBezTo>
                  <a:cubicBezTo>
                    <a:pt x="3330" y="8978"/>
                    <a:pt x="4184" y="9657"/>
                    <a:pt x="5125" y="10198"/>
                  </a:cubicBezTo>
                  <a:cubicBezTo>
                    <a:pt x="5177" y="10233"/>
                    <a:pt x="5212" y="10250"/>
                    <a:pt x="5264" y="10285"/>
                  </a:cubicBezTo>
                  <a:cubicBezTo>
                    <a:pt x="5317" y="10320"/>
                    <a:pt x="5369" y="10337"/>
                    <a:pt x="5439" y="10372"/>
                  </a:cubicBezTo>
                  <a:cubicBezTo>
                    <a:pt x="5892" y="10616"/>
                    <a:pt x="6380" y="10843"/>
                    <a:pt x="6868" y="11035"/>
                  </a:cubicBezTo>
                  <a:lnTo>
                    <a:pt x="7025" y="11104"/>
                  </a:lnTo>
                  <a:cubicBezTo>
                    <a:pt x="8887" y="11822"/>
                    <a:pt x="10902" y="12124"/>
                    <a:pt x="12923" y="12124"/>
                  </a:cubicBezTo>
                  <a:cubicBezTo>
                    <a:pt x="13456" y="12124"/>
                    <a:pt x="13989" y="12103"/>
                    <a:pt x="14520" y="12063"/>
                  </a:cubicBezTo>
                  <a:lnTo>
                    <a:pt x="14660" y="12063"/>
                  </a:lnTo>
                  <a:cubicBezTo>
                    <a:pt x="15183" y="12011"/>
                    <a:pt x="15706" y="11958"/>
                    <a:pt x="16229" y="11871"/>
                  </a:cubicBezTo>
                  <a:cubicBezTo>
                    <a:pt x="16542" y="11819"/>
                    <a:pt x="16874" y="11767"/>
                    <a:pt x="17187" y="11697"/>
                  </a:cubicBezTo>
                  <a:cubicBezTo>
                    <a:pt x="17222" y="11679"/>
                    <a:pt x="17257" y="11679"/>
                    <a:pt x="17309" y="11662"/>
                  </a:cubicBezTo>
                  <a:cubicBezTo>
                    <a:pt x="18181" y="11488"/>
                    <a:pt x="19035" y="11191"/>
                    <a:pt x="19837" y="10790"/>
                  </a:cubicBezTo>
                  <a:lnTo>
                    <a:pt x="19959" y="10721"/>
                  </a:lnTo>
                  <a:cubicBezTo>
                    <a:pt x="19994" y="10703"/>
                    <a:pt x="20029" y="10686"/>
                    <a:pt x="20064" y="10668"/>
                  </a:cubicBezTo>
                  <a:cubicBezTo>
                    <a:pt x="20168" y="10616"/>
                    <a:pt x="20273" y="10546"/>
                    <a:pt x="20360" y="10494"/>
                  </a:cubicBezTo>
                  <a:cubicBezTo>
                    <a:pt x="20186" y="8908"/>
                    <a:pt x="20377" y="7339"/>
                    <a:pt x="20395" y="5701"/>
                  </a:cubicBezTo>
                  <a:cubicBezTo>
                    <a:pt x="19628" y="5090"/>
                    <a:pt x="18808" y="4550"/>
                    <a:pt x="17937" y="4097"/>
                  </a:cubicBezTo>
                  <a:cubicBezTo>
                    <a:pt x="16525" y="3347"/>
                    <a:pt x="15061" y="2685"/>
                    <a:pt x="13579" y="2145"/>
                  </a:cubicBezTo>
                  <a:cubicBezTo>
                    <a:pt x="13527" y="2127"/>
                    <a:pt x="13475" y="2110"/>
                    <a:pt x="13440" y="2092"/>
                  </a:cubicBezTo>
                  <a:cubicBezTo>
                    <a:pt x="12760" y="1848"/>
                    <a:pt x="12097" y="1639"/>
                    <a:pt x="11418" y="1412"/>
                  </a:cubicBezTo>
                  <a:cubicBezTo>
                    <a:pt x="11383" y="1395"/>
                    <a:pt x="11330" y="1378"/>
                    <a:pt x="11296" y="1378"/>
                  </a:cubicBezTo>
                  <a:lnTo>
                    <a:pt x="10755" y="1221"/>
                  </a:lnTo>
                  <a:lnTo>
                    <a:pt x="10633" y="1186"/>
                  </a:lnTo>
                  <a:cubicBezTo>
                    <a:pt x="9797" y="942"/>
                    <a:pt x="8977" y="733"/>
                    <a:pt x="8123" y="541"/>
                  </a:cubicBezTo>
                  <a:cubicBezTo>
                    <a:pt x="7705" y="454"/>
                    <a:pt x="7286" y="349"/>
                    <a:pt x="6851" y="279"/>
                  </a:cubicBezTo>
                  <a:cubicBezTo>
                    <a:pt x="6798" y="279"/>
                    <a:pt x="6763" y="262"/>
                    <a:pt x="6711" y="262"/>
                  </a:cubicBezTo>
                  <a:cubicBezTo>
                    <a:pt x="6519" y="227"/>
                    <a:pt x="6310" y="192"/>
                    <a:pt x="6101" y="157"/>
                  </a:cubicBezTo>
                  <a:cubicBezTo>
                    <a:pt x="6049" y="140"/>
                    <a:pt x="6014" y="140"/>
                    <a:pt x="5979" y="140"/>
                  </a:cubicBezTo>
                  <a:cubicBezTo>
                    <a:pt x="5369" y="53"/>
                    <a:pt x="4741" y="1"/>
                    <a:pt x="4131"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74"/>
            <p:cNvSpPr/>
            <p:nvPr/>
          </p:nvSpPr>
          <p:spPr>
            <a:xfrm>
              <a:off x="2298125" y="2413825"/>
              <a:ext cx="670625" cy="526600"/>
            </a:xfrm>
            <a:custGeom>
              <a:rect b="b" l="l" r="r" t="t"/>
              <a:pathLst>
                <a:path extrusionOk="0" h="21064" w="26825">
                  <a:moveTo>
                    <a:pt x="14833" y="0"/>
                  </a:moveTo>
                  <a:cubicBezTo>
                    <a:pt x="14197" y="0"/>
                    <a:pt x="13495" y="188"/>
                    <a:pt x="13036" y="864"/>
                  </a:cubicBezTo>
                  <a:cubicBezTo>
                    <a:pt x="13036" y="864"/>
                    <a:pt x="12755" y="773"/>
                    <a:pt x="12247" y="773"/>
                  </a:cubicBezTo>
                  <a:cubicBezTo>
                    <a:pt x="11254" y="773"/>
                    <a:pt x="9393" y="1124"/>
                    <a:pt x="7074" y="3200"/>
                  </a:cubicBezTo>
                  <a:cubicBezTo>
                    <a:pt x="4216" y="5763"/>
                    <a:pt x="3693" y="7070"/>
                    <a:pt x="2891" y="8883"/>
                  </a:cubicBezTo>
                  <a:cubicBezTo>
                    <a:pt x="2891" y="8883"/>
                    <a:pt x="2681" y="8843"/>
                    <a:pt x="2394" y="8843"/>
                  </a:cubicBezTo>
                  <a:cubicBezTo>
                    <a:pt x="1539" y="8843"/>
                    <a:pt x="0" y="9194"/>
                    <a:pt x="1252" y="11985"/>
                  </a:cubicBezTo>
                  <a:cubicBezTo>
                    <a:pt x="2926" y="15733"/>
                    <a:pt x="5976" y="18208"/>
                    <a:pt x="11258" y="19795"/>
                  </a:cubicBezTo>
                  <a:cubicBezTo>
                    <a:pt x="13921" y="20602"/>
                    <a:pt x="16673" y="21064"/>
                    <a:pt x="19107" y="21064"/>
                  </a:cubicBezTo>
                  <a:cubicBezTo>
                    <a:pt x="21245" y="21064"/>
                    <a:pt x="23136" y="20707"/>
                    <a:pt x="24506" y="19917"/>
                  </a:cubicBezTo>
                  <a:cubicBezTo>
                    <a:pt x="24924" y="19690"/>
                    <a:pt x="24994" y="19132"/>
                    <a:pt x="24663" y="18801"/>
                  </a:cubicBezTo>
                  <a:lnTo>
                    <a:pt x="24645" y="18784"/>
                  </a:lnTo>
                  <a:cubicBezTo>
                    <a:pt x="24645" y="18784"/>
                    <a:pt x="25360" y="16204"/>
                    <a:pt x="24732" y="15785"/>
                  </a:cubicBezTo>
                  <a:cubicBezTo>
                    <a:pt x="24732" y="15785"/>
                    <a:pt x="26824" y="6948"/>
                    <a:pt x="21403" y="2677"/>
                  </a:cubicBezTo>
                  <a:cubicBezTo>
                    <a:pt x="21403" y="2677"/>
                    <a:pt x="19803" y="240"/>
                    <a:pt x="17005" y="240"/>
                  </a:cubicBezTo>
                  <a:cubicBezTo>
                    <a:pt x="16782" y="240"/>
                    <a:pt x="16551" y="256"/>
                    <a:pt x="16313" y="289"/>
                  </a:cubicBezTo>
                  <a:cubicBezTo>
                    <a:pt x="16313" y="289"/>
                    <a:pt x="15623" y="0"/>
                    <a:pt x="1483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74"/>
            <p:cNvSpPr/>
            <p:nvPr/>
          </p:nvSpPr>
          <p:spPr>
            <a:xfrm>
              <a:off x="2370375" y="2635875"/>
              <a:ext cx="104625" cy="158225"/>
            </a:xfrm>
            <a:custGeom>
              <a:rect b="b" l="l" r="r" t="t"/>
              <a:pathLst>
                <a:path extrusionOk="0" fill="none" h="6329" w="4185">
                  <a:moveTo>
                    <a:pt x="1" y="1"/>
                  </a:moveTo>
                  <a:cubicBezTo>
                    <a:pt x="1" y="36"/>
                    <a:pt x="315" y="4271"/>
                    <a:pt x="4184" y="6328"/>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74"/>
            <p:cNvSpPr/>
            <p:nvPr/>
          </p:nvSpPr>
          <p:spPr>
            <a:xfrm>
              <a:off x="2468425" y="2774025"/>
              <a:ext cx="105500" cy="87625"/>
            </a:xfrm>
            <a:custGeom>
              <a:rect b="b" l="l" r="r" t="t"/>
              <a:pathLst>
                <a:path extrusionOk="0" fill="none" h="3505" w="4220">
                  <a:moveTo>
                    <a:pt x="472" y="558"/>
                  </a:moveTo>
                  <a:lnTo>
                    <a:pt x="175" y="1203"/>
                  </a:lnTo>
                  <a:cubicBezTo>
                    <a:pt x="1" y="1569"/>
                    <a:pt x="158" y="2005"/>
                    <a:pt x="524" y="2197"/>
                  </a:cubicBezTo>
                  <a:lnTo>
                    <a:pt x="2651" y="3295"/>
                  </a:lnTo>
                  <a:cubicBezTo>
                    <a:pt x="3034" y="3504"/>
                    <a:pt x="3487" y="3347"/>
                    <a:pt x="3696" y="2981"/>
                  </a:cubicBezTo>
                  <a:lnTo>
                    <a:pt x="4028" y="2319"/>
                  </a:lnTo>
                  <a:cubicBezTo>
                    <a:pt x="4219" y="1953"/>
                    <a:pt x="4080" y="1482"/>
                    <a:pt x="3696" y="1290"/>
                  </a:cubicBezTo>
                  <a:lnTo>
                    <a:pt x="1518" y="210"/>
                  </a:lnTo>
                  <a:cubicBezTo>
                    <a:pt x="1134" y="0"/>
                    <a:pt x="663" y="157"/>
                    <a:pt x="472" y="558"/>
                  </a:cubicBezTo>
                  <a:close/>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74"/>
            <p:cNvSpPr/>
            <p:nvPr/>
          </p:nvSpPr>
          <p:spPr>
            <a:xfrm>
              <a:off x="2565625" y="2843750"/>
              <a:ext cx="310300" cy="81075"/>
            </a:xfrm>
            <a:custGeom>
              <a:rect b="b" l="l" r="r" t="t"/>
              <a:pathLst>
                <a:path extrusionOk="0" fill="none" h="3243" w="12412">
                  <a:moveTo>
                    <a:pt x="0" y="0"/>
                  </a:moveTo>
                  <a:cubicBezTo>
                    <a:pt x="0" y="0"/>
                    <a:pt x="5125" y="3243"/>
                    <a:pt x="12411" y="1064"/>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74"/>
            <p:cNvSpPr/>
            <p:nvPr/>
          </p:nvSpPr>
          <p:spPr>
            <a:xfrm>
              <a:off x="2873725" y="2808450"/>
              <a:ext cx="42725" cy="85875"/>
            </a:xfrm>
            <a:custGeom>
              <a:rect b="b" l="l" r="r" t="t"/>
              <a:pathLst>
                <a:path extrusionOk="0" fill="none" h="3435" w="1709">
                  <a:moveTo>
                    <a:pt x="1708" y="0"/>
                  </a:moveTo>
                  <a:cubicBezTo>
                    <a:pt x="1708" y="0"/>
                    <a:pt x="366" y="157"/>
                    <a:pt x="261" y="872"/>
                  </a:cubicBezTo>
                  <a:cubicBezTo>
                    <a:pt x="174" y="1430"/>
                    <a:pt x="0" y="2999"/>
                    <a:pt x="227" y="3225"/>
                  </a:cubicBezTo>
                  <a:cubicBezTo>
                    <a:pt x="471" y="3434"/>
                    <a:pt x="1639" y="3016"/>
                    <a:pt x="1639" y="3016"/>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74"/>
            <p:cNvSpPr/>
            <p:nvPr/>
          </p:nvSpPr>
          <p:spPr>
            <a:xfrm>
              <a:off x="2624875" y="2435850"/>
              <a:ext cx="104625" cy="227075"/>
            </a:xfrm>
            <a:custGeom>
              <a:rect b="b" l="l" r="r" t="t"/>
              <a:pathLst>
                <a:path extrusionOk="0" fill="none" h="9083" w="4185">
                  <a:moveTo>
                    <a:pt x="1" y="1"/>
                  </a:moveTo>
                  <a:cubicBezTo>
                    <a:pt x="2389" y="2459"/>
                    <a:pt x="3853" y="5666"/>
                    <a:pt x="4184" y="9082"/>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74"/>
            <p:cNvSpPr/>
            <p:nvPr/>
          </p:nvSpPr>
          <p:spPr>
            <a:xfrm>
              <a:off x="2704625" y="2420600"/>
              <a:ext cx="84125" cy="242750"/>
            </a:xfrm>
            <a:custGeom>
              <a:rect b="b" l="l" r="r" t="t"/>
              <a:pathLst>
                <a:path extrusionOk="0" fill="none" h="9710" w="3365">
                  <a:moveTo>
                    <a:pt x="1" y="1"/>
                  </a:moveTo>
                  <a:cubicBezTo>
                    <a:pt x="1970" y="2650"/>
                    <a:pt x="3313" y="6415"/>
                    <a:pt x="3365" y="9710"/>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74"/>
            <p:cNvSpPr/>
            <p:nvPr/>
          </p:nvSpPr>
          <p:spPr>
            <a:xfrm>
              <a:off x="2787000" y="2441100"/>
              <a:ext cx="57100" cy="226625"/>
            </a:xfrm>
            <a:custGeom>
              <a:rect b="b" l="l" r="r" t="t"/>
              <a:pathLst>
                <a:path extrusionOk="0" fill="none" h="9065" w="2284">
                  <a:moveTo>
                    <a:pt x="0" y="0"/>
                  </a:moveTo>
                  <a:cubicBezTo>
                    <a:pt x="1499" y="2772"/>
                    <a:pt x="2284" y="5892"/>
                    <a:pt x="2231" y="9064"/>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74"/>
            <p:cNvSpPr/>
            <p:nvPr/>
          </p:nvSpPr>
          <p:spPr>
            <a:xfrm>
              <a:off x="2429650" y="2515925"/>
              <a:ext cx="65825" cy="65125"/>
            </a:xfrm>
            <a:custGeom>
              <a:rect b="b" l="l" r="r" t="t"/>
              <a:pathLst>
                <a:path extrusionOk="0" h="2605" w="2633">
                  <a:moveTo>
                    <a:pt x="1821" y="0"/>
                  </a:moveTo>
                  <a:cubicBezTo>
                    <a:pt x="1795" y="0"/>
                    <a:pt x="1770" y="2"/>
                    <a:pt x="1744" y="5"/>
                  </a:cubicBezTo>
                  <a:cubicBezTo>
                    <a:pt x="1447" y="40"/>
                    <a:pt x="1151" y="284"/>
                    <a:pt x="959" y="511"/>
                  </a:cubicBezTo>
                  <a:cubicBezTo>
                    <a:pt x="646" y="842"/>
                    <a:pt x="402" y="1225"/>
                    <a:pt x="192" y="1626"/>
                  </a:cubicBezTo>
                  <a:cubicBezTo>
                    <a:pt x="175" y="1679"/>
                    <a:pt x="157" y="1713"/>
                    <a:pt x="123" y="1766"/>
                  </a:cubicBezTo>
                  <a:cubicBezTo>
                    <a:pt x="35" y="1923"/>
                    <a:pt x="1" y="2114"/>
                    <a:pt x="53" y="2306"/>
                  </a:cubicBezTo>
                  <a:cubicBezTo>
                    <a:pt x="135" y="2486"/>
                    <a:pt x="323" y="2604"/>
                    <a:pt x="533" y="2604"/>
                  </a:cubicBezTo>
                  <a:cubicBezTo>
                    <a:pt x="547" y="2604"/>
                    <a:pt x="561" y="2604"/>
                    <a:pt x="576" y="2602"/>
                  </a:cubicBezTo>
                  <a:cubicBezTo>
                    <a:pt x="1116" y="2550"/>
                    <a:pt x="1604" y="2289"/>
                    <a:pt x="1935" y="1870"/>
                  </a:cubicBezTo>
                  <a:cubicBezTo>
                    <a:pt x="2302" y="1469"/>
                    <a:pt x="2633" y="946"/>
                    <a:pt x="2406" y="406"/>
                  </a:cubicBezTo>
                  <a:cubicBezTo>
                    <a:pt x="2311" y="153"/>
                    <a:pt x="2073" y="0"/>
                    <a:pt x="1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74"/>
            <p:cNvSpPr/>
            <p:nvPr/>
          </p:nvSpPr>
          <p:spPr>
            <a:xfrm>
              <a:off x="2394800" y="2591425"/>
              <a:ext cx="35750" cy="34625"/>
            </a:xfrm>
            <a:custGeom>
              <a:rect b="b" l="l" r="r" t="t"/>
              <a:pathLst>
                <a:path extrusionOk="0" h="1385" w="1430">
                  <a:moveTo>
                    <a:pt x="674" y="0"/>
                  </a:moveTo>
                  <a:cubicBezTo>
                    <a:pt x="338" y="0"/>
                    <a:pt x="104" y="373"/>
                    <a:pt x="52" y="663"/>
                  </a:cubicBezTo>
                  <a:cubicBezTo>
                    <a:pt x="0" y="890"/>
                    <a:pt x="70" y="1116"/>
                    <a:pt x="262" y="1273"/>
                  </a:cubicBezTo>
                  <a:cubicBezTo>
                    <a:pt x="358" y="1345"/>
                    <a:pt x="479" y="1384"/>
                    <a:pt x="602" y="1384"/>
                  </a:cubicBezTo>
                  <a:cubicBezTo>
                    <a:pt x="657" y="1384"/>
                    <a:pt x="713" y="1377"/>
                    <a:pt x="767" y="1360"/>
                  </a:cubicBezTo>
                  <a:cubicBezTo>
                    <a:pt x="924" y="1291"/>
                    <a:pt x="1081" y="1186"/>
                    <a:pt x="1185" y="1047"/>
                  </a:cubicBezTo>
                  <a:cubicBezTo>
                    <a:pt x="1238" y="977"/>
                    <a:pt x="1273" y="907"/>
                    <a:pt x="1290" y="820"/>
                  </a:cubicBezTo>
                  <a:cubicBezTo>
                    <a:pt x="1429" y="419"/>
                    <a:pt x="1116" y="1"/>
                    <a:pt x="697" y="1"/>
                  </a:cubicBezTo>
                  <a:cubicBezTo>
                    <a:pt x="690" y="0"/>
                    <a:pt x="682" y="0"/>
                    <a:pt x="6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74"/>
            <p:cNvSpPr/>
            <p:nvPr/>
          </p:nvSpPr>
          <p:spPr>
            <a:xfrm>
              <a:off x="1059550" y="3024600"/>
              <a:ext cx="435825" cy="406175"/>
            </a:xfrm>
            <a:custGeom>
              <a:rect b="b" l="l" r="r" t="t"/>
              <a:pathLst>
                <a:path extrusionOk="0" h="16247" w="17433">
                  <a:moveTo>
                    <a:pt x="10686" y="0"/>
                  </a:moveTo>
                  <a:cubicBezTo>
                    <a:pt x="10372" y="157"/>
                    <a:pt x="7653" y="3382"/>
                    <a:pt x="5893" y="5038"/>
                  </a:cubicBezTo>
                  <a:cubicBezTo>
                    <a:pt x="4115" y="6694"/>
                    <a:pt x="1" y="9256"/>
                    <a:pt x="1" y="9256"/>
                  </a:cubicBezTo>
                  <a:lnTo>
                    <a:pt x="1622" y="16246"/>
                  </a:lnTo>
                  <a:cubicBezTo>
                    <a:pt x="1622" y="16246"/>
                    <a:pt x="6259" y="11906"/>
                    <a:pt x="6991" y="11226"/>
                  </a:cubicBezTo>
                  <a:cubicBezTo>
                    <a:pt x="7723" y="10529"/>
                    <a:pt x="9205" y="10163"/>
                    <a:pt x="11087" y="8420"/>
                  </a:cubicBezTo>
                  <a:cubicBezTo>
                    <a:pt x="12307" y="7304"/>
                    <a:pt x="12883" y="5369"/>
                    <a:pt x="12883" y="5369"/>
                  </a:cubicBezTo>
                  <a:cubicBezTo>
                    <a:pt x="13283" y="4829"/>
                    <a:pt x="13754" y="4323"/>
                    <a:pt x="14260" y="3853"/>
                  </a:cubicBezTo>
                  <a:cubicBezTo>
                    <a:pt x="15061" y="3138"/>
                    <a:pt x="17432" y="872"/>
                    <a:pt x="16805" y="349"/>
                  </a:cubicBezTo>
                  <a:cubicBezTo>
                    <a:pt x="16745" y="301"/>
                    <a:pt x="16658" y="279"/>
                    <a:pt x="16549" y="279"/>
                  </a:cubicBezTo>
                  <a:cubicBezTo>
                    <a:pt x="15517" y="279"/>
                    <a:pt x="12534" y="2249"/>
                    <a:pt x="12534" y="2249"/>
                  </a:cubicBezTo>
                  <a:cubicBezTo>
                    <a:pt x="12290" y="1796"/>
                    <a:pt x="10686" y="0"/>
                    <a:pt x="106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74"/>
            <p:cNvSpPr/>
            <p:nvPr/>
          </p:nvSpPr>
          <p:spPr>
            <a:xfrm>
              <a:off x="408500" y="2870325"/>
              <a:ext cx="872025" cy="1438550"/>
            </a:xfrm>
            <a:custGeom>
              <a:rect b="b" l="l" r="r" t="t"/>
              <a:pathLst>
                <a:path extrusionOk="0" h="57542" w="34881">
                  <a:moveTo>
                    <a:pt x="14137" y="1"/>
                  </a:moveTo>
                  <a:cubicBezTo>
                    <a:pt x="14137" y="1"/>
                    <a:pt x="4550" y="7043"/>
                    <a:pt x="1639" y="15915"/>
                  </a:cubicBezTo>
                  <a:cubicBezTo>
                    <a:pt x="105" y="20587"/>
                    <a:pt x="1" y="31830"/>
                    <a:pt x="262" y="41470"/>
                  </a:cubicBezTo>
                  <a:cubicBezTo>
                    <a:pt x="297" y="43003"/>
                    <a:pt x="349" y="44520"/>
                    <a:pt x="402" y="45949"/>
                  </a:cubicBezTo>
                  <a:cubicBezTo>
                    <a:pt x="436" y="46891"/>
                    <a:pt x="471" y="47832"/>
                    <a:pt x="524" y="48703"/>
                  </a:cubicBezTo>
                  <a:cubicBezTo>
                    <a:pt x="593" y="50377"/>
                    <a:pt x="663" y="51893"/>
                    <a:pt x="733" y="53183"/>
                  </a:cubicBezTo>
                  <a:cubicBezTo>
                    <a:pt x="890" y="55868"/>
                    <a:pt x="994" y="57541"/>
                    <a:pt x="994" y="57541"/>
                  </a:cubicBezTo>
                  <a:lnTo>
                    <a:pt x="34880" y="57541"/>
                  </a:lnTo>
                  <a:lnTo>
                    <a:pt x="34009" y="53044"/>
                  </a:lnTo>
                  <a:lnTo>
                    <a:pt x="33085" y="48163"/>
                  </a:lnTo>
                  <a:lnTo>
                    <a:pt x="32614" y="45792"/>
                  </a:lnTo>
                  <a:lnTo>
                    <a:pt x="31673" y="40859"/>
                  </a:lnTo>
                  <a:lnTo>
                    <a:pt x="27716" y="20291"/>
                  </a:lnTo>
                  <a:lnTo>
                    <a:pt x="27263" y="17955"/>
                  </a:lnTo>
                  <a:lnTo>
                    <a:pt x="23463" y="6154"/>
                  </a:lnTo>
                  <a:lnTo>
                    <a:pt x="14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74"/>
            <p:cNvSpPr/>
            <p:nvPr/>
          </p:nvSpPr>
          <p:spPr>
            <a:xfrm>
              <a:off x="415050" y="3892225"/>
              <a:ext cx="809250" cy="136200"/>
            </a:xfrm>
            <a:custGeom>
              <a:rect b="b" l="l" r="r" t="t"/>
              <a:pathLst>
                <a:path extrusionOk="0" h="5448" w="32370">
                  <a:moveTo>
                    <a:pt x="31411" y="1"/>
                  </a:moveTo>
                  <a:cubicBezTo>
                    <a:pt x="26350" y="764"/>
                    <a:pt x="20136" y="1003"/>
                    <a:pt x="14319" y="1003"/>
                  </a:cubicBezTo>
                  <a:cubicBezTo>
                    <a:pt x="8716" y="1003"/>
                    <a:pt x="3481" y="782"/>
                    <a:pt x="0" y="594"/>
                  </a:cubicBezTo>
                  <a:lnTo>
                    <a:pt x="0" y="594"/>
                  </a:lnTo>
                  <a:cubicBezTo>
                    <a:pt x="52" y="2145"/>
                    <a:pt x="87" y="3644"/>
                    <a:pt x="140" y="5073"/>
                  </a:cubicBezTo>
                  <a:cubicBezTo>
                    <a:pt x="3566" y="5349"/>
                    <a:pt x="7813" y="5448"/>
                    <a:pt x="12144" y="5448"/>
                  </a:cubicBezTo>
                  <a:cubicBezTo>
                    <a:pt x="20151" y="5448"/>
                    <a:pt x="28444" y="5109"/>
                    <a:pt x="32370" y="4916"/>
                  </a:cubicBezTo>
                  <a:lnTo>
                    <a:pt x="3141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74"/>
            <p:cNvSpPr/>
            <p:nvPr/>
          </p:nvSpPr>
          <p:spPr>
            <a:xfrm>
              <a:off x="421575" y="4074825"/>
              <a:ext cx="837150" cy="134625"/>
            </a:xfrm>
            <a:custGeom>
              <a:rect b="b" l="l" r="r" t="t"/>
              <a:pathLst>
                <a:path extrusionOk="0" h="5385" w="33486">
                  <a:moveTo>
                    <a:pt x="32562" y="1"/>
                  </a:moveTo>
                  <a:cubicBezTo>
                    <a:pt x="27290" y="705"/>
                    <a:pt x="20920" y="929"/>
                    <a:pt x="14956" y="929"/>
                  </a:cubicBezTo>
                  <a:cubicBezTo>
                    <a:pt x="9108" y="929"/>
                    <a:pt x="3651" y="713"/>
                    <a:pt x="1" y="523"/>
                  </a:cubicBezTo>
                  <a:lnTo>
                    <a:pt x="1" y="523"/>
                  </a:lnTo>
                  <a:cubicBezTo>
                    <a:pt x="70" y="2214"/>
                    <a:pt x="140" y="3731"/>
                    <a:pt x="210" y="5021"/>
                  </a:cubicBezTo>
                  <a:cubicBezTo>
                    <a:pt x="3788" y="5288"/>
                    <a:pt x="8191" y="5385"/>
                    <a:pt x="12681" y="5385"/>
                  </a:cubicBezTo>
                  <a:cubicBezTo>
                    <a:pt x="20767" y="5385"/>
                    <a:pt x="29137" y="5072"/>
                    <a:pt x="33486" y="4881"/>
                  </a:cubicBezTo>
                  <a:lnTo>
                    <a:pt x="3256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74"/>
            <p:cNvSpPr/>
            <p:nvPr/>
          </p:nvSpPr>
          <p:spPr>
            <a:xfrm>
              <a:off x="761925" y="2870325"/>
              <a:ext cx="339500" cy="507725"/>
            </a:xfrm>
            <a:custGeom>
              <a:rect b="b" l="l" r="r" t="t"/>
              <a:pathLst>
                <a:path extrusionOk="0" h="20309" w="13580">
                  <a:moveTo>
                    <a:pt x="0" y="1"/>
                  </a:moveTo>
                  <a:lnTo>
                    <a:pt x="0" y="1"/>
                  </a:lnTo>
                  <a:cubicBezTo>
                    <a:pt x="1" y="1"/>
                    <a:pt x="7287" y="9082"/>
                    <a:pt x="8873" y="11732"/>
                  </a:cubicBezTo>
                  <a:cubicBezTo>
                    <a:pt x="9901" y="13458"/>
                    <a:pt x="12115" y="17571"/>
                    <a:pt x="13579" y="20308"/>
                  </a:cubicBezTo>
                  <a:lnTo>
                    <a:pt x="13126" y="17955"/>
                  </a:lnTo>
                  <a:lnTo>
                    <a:pt x="9326" y="6154"/>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74"/>
            <p:cNvSpPr/>
            <p:nvPr/>
          </p:nvSpPr>
          <p:spPr>
            <a:xfrm>
              <a:off x="653850" y="3836450"/>
              <a:ext cx="214425" cy="491600"/>
            </a:xfrm>
            <a:custGeom>
              <a:rect b="b" l="l" r="r" t="t"/>
              <a:pathLst>
                <a:path extrusionOk="0" h="19664" w="8577">
                  <a:moveTo>
                    <a:pt x="2929" y="1"/>
                  </a:moveTo>
                  <a:lnTo>
                    <a:pt x="192" y="558"/>
                  </a:lnTo>
                  <a:lnTo>
                    <a:pt x="0" y="19593"/>
                  </a:lnTo>
                  <a:lnTo>
                    <a:pt x="8577" y="19663"/>
                  </a:lnTo>
                  <a:lnTo>
                    <a:pt x="292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74"/>
            <p:cNvSpPr/>
            <p:nvPr/>
          </p:nvSpPr>
          <p:spPr>
            <a:xfrm>
              <a:off x="680875" y="3851225"/>
              <a:ext cx="327725" cy="449350"/>
            </a:xfrm>
            <a:custGeom>
              <a:rect b="b" l="l" r="r" t="t"/>
              <a:pathLst>
                <a:path extrusionOk="0" h="17974" w="13109">
                  <a:moveTo>
                    <a:pt x="619" y="1"/>
                  </a:moveTo>
                  <a:cubicBezTo>
                    <a:pt x="229" y="1"/>
                    <a:pt x="0" y="12"/>
                    <a:pt x="0" y="37"/>
                  </a:cubicBezTo>
                  <a:cubicBezTo>
                    <a:pt x="0" y="37"/>
                    <a:pt x="506" y="5964"/>
                    <a:pt x="1534" y="9589"/>
                  </a:cubicBezTo>
                  <a:cubicBezTo>
                    <a:pt x="2545" y="13233"/>
                    <a:pt x="3887" y="17974"/>
                    <a:pt x="3887" y="17974"/>
                  </a:cubicBezTo>
                  <a:lnTo>
                    <a:pt x="13108" y="17974"/>
                  </a:lnTo>
                  <a:cubicBezTo>
                    <a:pt x="13108" y="17974"/>
                    <a:pt x="11174" y="10025"/>
                    <a:pt x="11086" y="8073"/>
                  </a:cubicBezTo>
                  <a:cubicBezTo>
                    <a:pt x="10999" y="6121"/>
                    <a:pt x="10581" y="368"/>
                    <a:pt x="10581" y="368"/>
                  </a:cubicBezTo>
                  <a:cubicBezTo>
                    <a:pt x="10581" y="368"/>
                    <a:pt x="2883" y="1"/>
                    <a:pt x="6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74"/>
            <p:cNvSpPr/>
            <p:nvPr/>
          </p:nvSpPr>
          <p:spPr>
            <a:xfrm>
              <a:off x="543600" y="3142625"/>
              <a:ext cx="587025" cy="734825"/>
            </a:xfrm>
            <a:custGeom>
              <a:rect b="b" l="l" r="r" t="t"/>
              <a:pathLst>
                <a:path extrusionOk="0" h="29393" w="23481">
                  <a:moveTo>
                    <a:pt x="12529" y="1"/>
                  </a:moveTo>
                  <a:cubicBezTo>
                    <a:pt x="12305" y="1"/>
                    <a:pt x="12074" y="13"/>
                    <a:pt x="11836" y="38"/>
                  </a:cubicBezTo>
                  <a:cubicBezTo>
                    <a:pt x="0" y="1311"/>
                    <a:pt x="3382" y="29218"/>
                    <a:pt x="3382" y="29218"/>
                  </a:cubicBezTo>
                  <a:lnTo>
                    <a:pt x="18861" y="29392"/>
                  </a:lnTo>
                  <a:cubicBezTo>
                    <a:pt x="18861" y="29392"/>
                    <a:pt x="23481" y="1"/>
                    <a:pt x="125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74"/>
            <p:cNvSpPr/>
            <p:nvPr/>
          </p:nvSpPr>
          <p:spPr>
            <a:xfrm>
              <a:off x="757125" y="2395650"/>
              <a:ext cx="510700" cy="628525"/>
            </a:xfrm>
            <a:custGeom>
              <a:rect b="b" l="l" r="r" t="t"/>
              <a:pathLst>
                <a:path extrusionOk="0" h="25141" w="20428">
                  <a:moveTo>
                    <a:pt x="11774" y="1"/>
                  </a:moveTo>
                  <a:cubicBezTo>
                    <a:pt x="11572" y="1"/>
                    <a:pt x="11366" y="8"/>
                    <a:pt x="11157" y="23"/>
                  </a:cubicBezTo>
                  <a:cubicBezTo>
                    <a:pt x="4690" y="458"/>
                    <a:pt x="1" y="4903"/>
                    <a:pt x="820" y="10673"/>
                  </a:cubicBezTo>
                  <a:cubicBezTo>
                    <a:pt x="820" y="10673"/>
                    <a:pt x="1012" y="13410"/>
                    <a:pt x="1639" y="15379"/>
                  </a:cubicBezTo>
                  <a:lnTo>
                    <a:pt x="175" y="18988"/>
                  </a:lnTo>
                  <a:cubicBezTo>
                    <a:pt x="175" y="18988"/>
                    <a:pt x="4864" y="23311"/>
                    <a:pt x="9501" y="25141"/>
                  </a:cubicBezTo>
                  <a:lnTo>
                    <a:pt x="10947" y="23067"/>
                  </a:lnTo>
                  <a:cubicBezTo>
                    <a:pt x="10947" y="23067"/>
                    <a:pt x="12616" y="23689"/>
                    <a:pt x="14252" y="23689"/>
                  </a:cubicBezTo>
                  <a:cubicBezTo>
                    <a:pt x="15270" y="23689"/>
                    <a:pt x="16275" y="23448"/>
                    <a:pt x="16857" y="22666"/>
                  </a:cubicBezTo>
                  <a:cubicBezTo>
                    <a:pt x="17310" y="22056"/>
                    <a:pt x="17815" y="20713"/>
                    <a:pt x="18269" y="19092"/>
                  </a:cubicBezTo>
                  <a:cubicBezTo>
                    <a:pt x="18286" y="19040"/>
                    <a:pt x="18303" y="19005"/>
                    <a:pt x="18303" y="18970"/>
                  </a:cubicBezTo>
                  <a:cubicBezTo>
                    <a:pt x="18391" y="18709"/>
                    <a:pt x="18443" y="18447"/>
                    <a:pt x="18530" y="18186"/>
                  </a:cubicBezTo>
                  <a:cubicBezTo>
                    <a:pt x="18728" y="18222"/>
                    <a:pt x="18977" y="18258"/>
                    <a:pt x="19217" y="18258"/>
                  </a:cubicBezTo>
                  <a:cubicBezTo>
                    <a:pt x="19442" y="18258"/>
                    <a:pt x="19660" y="18226"/>
                    <a:pt x="19820" y="18134"/>
                  </a:cubicBezTo>
                  <a:cubicBezTo>
                    <a:pt x="20256" y="17890"/>
                    <a:pt x="19907" y="13514"/>
                    <a:pt x="19820" y="12294"/>
                  </a:cubicBezTo>
                  <a:cubicBezTo>
                    <a:pt x="20081" y="11004"/>
                    <a:pt x="20256" y="9697"/>
                    <a:pt x="20360" y="8390"/>
                  </a:cubicBezTo>
                  <a:cubicBezTo>
                    <a:pt x="20428" y="6366"/>
                    <a:pt x="17802" y="1"/>
                    <a:pt x="117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74"/>
            <p:cNvSpPr/>
            <p:nvPr/>
          </p:nvSpPr>
          <p:spPr>
            <a:xfrm>
              <a:off x="739250" y="2372900"/>
              <a:ext cx="547375" cy="458300"/>
            </a:xfrm>
            <a:custGeom>
              <a:rect b="b" l="l" r="r" t="t"/>
              <a:pathLst>
                <a:path extrusionOk="0" h="18332" w="21895">
                  <a:moveTo>
                    <a:pt x="13509" y="0"/>
                  </a:moveTo>
                  <a:cubicBezTo>
                    <a:pt x="12920" y="0"/>
                    <a:pt x="12334" y="144"/>
                    <a:pt x="11802" y="410"/>
                  </a:cubicBezTo>
                  <a:cubicBezTo>
                    <a:pt x="11394" y="141"/>
                    <a:pt x="10920" y="5"/>
                    <a:pt x="10446" y="5"/>
                  </a:cubicBezTo>
                  <a:cubicBezTo>
                    <a:pt x="10149" y="5"/>
                    <a:pt x="9852" y="58"/>
                    <a:pt x="9571" y="166"/>
                  </a:cubicBezTo>
                  <a:cubicBezTo>
                    <a:pt x="9117" y="392"/>
                    <a:pt x="8717" y="706"/>
                    <a:pt x="8385" y="1089"/>
                  </a:cubicBezTo>
                  <a:cubicBezTo>
                    <a:pt x="8003" y="957"/>
                    <a:pt x="7593" y="890"/>
                    <a:pt x="7182" y="890"/>
                  </a:cubicBezTo>
                  <a:cubicBezTo>
                    <a:pt x="6246" y="890"/>
                    <a:pt x="5308" y="1236"/>
                    <a:pt x="4690" y="1926"/>
                  </a:cubicBezTo>
                  <a:cubicBezTo>
                    <a:pt x="4394" y="2223"/>
                    <a:pt x="4202" y="2606"/>
                    <a:pt x="4167" y="3024"/>
                  </a:cubicBezTo>
                  <a:cubicBezTo>
                    <a:pt x="3749" y="3094"/>
                    <a:pt x="3348" y="3234"/>
                    <a:pt x="2982" y="3443"/>
                  </a:cubicBezTo>
                  <a:cubicBezTo>
                    <a:pt x="2703" y="3652"/>
                    <a:pt x="2459" y="3896"/>
                    <a:pt x="2250" y="4192"/>
                  </a:cubicBezTo>
                  <a:cubicBezTo>
                    <a:pt x="1883" y="4663"/>
                    <a:pt x="1587" y="5186"/>
                    <a:pt x="1378" y="5744"/>
                  </a:cubicBezTo>
                  <a:cubicBezTo>
                    <a:pt x="1169" y="6301"/>
                    <a:pt x="1151" y="6911"/>
                    <a:pt x="1308" y="7487"/>
                  </a:cubicBezTo>
                  <a:cubicBezTo>
                    <a:pt x="1552" y="8358"/>
                    <a:pt x="1517" y="8463"/>
                    <a:pt x="1500" y="9369"/>
                  </a:cubicBezTo>
                  <a:cubicBezTo>
                    <a:pt x="1500" y="10293"/>
                    <a:pt x="838" y="11705"/>
                    <a:pt x="1535" y="12298"/>
                  </a:cubicBezTo>
                  <a:cubicBezTo>
                    <a:pt x="1535" y="12298"/>
                    <a:pt x="1" y="14320"/>
                    <a:pt x="838" y="15557"/>
                  </a:cubicBezTo>
                  <a:cubicBezTo>
                    <a:pt x="1233" y="16155"/>
                    <a:pt x="1735" y="16310"/>
                    <a:pt x="2147" y="16310"/>
                  </a:cubicBezTo>
                  <a:cubicBezTo>
                    <a:pt x="2589" y="16310"/>
                    <a:pt x="2929" y="16133"/>
                    <a:pt x="2929" y="16133"/>
                  </a:cubicBezTo>
                  <a:lnTo>
                    <a:pt x="2929" y="16133"/>
                  </a:lnTo>
                  <a:cubicBezTo>
                    <a:pt x="2929" y="16133"/>
                    <a:pt x="2738" y="17963"/>
                    <a:pt x="4760" y="18294"/>
                  </a:cubicBezTo>
                  <a:cubicBezTo>
                    <a:pt x="4925" y="18319"/>
                    <a:pt x="5087" y="18331"/>
                    <a:pt x="5244" y="18331"/>
                  </a:cubicBezTo>
                  <a:cubicBezTo>
                    <a:pt x="7030" y="18331"/>
                    <a:pt x="8281" y="16830"/>
                    <a:pt x="8281" y="16830"/>
                  </a:cubicBezTo>
                  <a:cubicBezTo>
                    <a:pt x="8281" y="16830"/>
                    <a:pt x="8744" y="18126"/>
                    <a:pt x="9969" y="18126"/>
                  </a:cubicBezTo>
                  <a:cubicBezTo>
                    <a:pt x="10151" y="18126"/>
                    <a:pt x="10349" y="18098"/>
                    <a:pt x="10564" y="18033"/>
                  </a:cubicBezTo>
                  <a:cubicBezTo>
                    <a:pt x="12255" y="17527"/>
                    <a:pt x="13231" y="13622"/>
                    <a:pt x="13231" y="13622"/>
                  </a:cubicBezTo>
                  <a:cubicBezTo>
                    <a:pt x="13231" y="13622"/>
                    <a:pt x="13842" y="13159"/>
                    <a:pt x="14479" y="13159"/>
                  </a:cubicBezTo>
                  <a:cubicBezTo>
                    <a:pt x="14689" y="13159"/>
                    <a:pt x="14902" y="13210"/>
                    <a:pt x="15096" y="13344"/>
                  </a:cubicBezTo>
                  <a:cubicBezTo>
                    <a:pt x="15866" y="13857"/>
                    <a:pt x="15410" y="16100"/>
                    <a:pt x="16283" y="16100"/>
                  </a:cubicBezTo>
                  <a:cubicBezTo>
                    <a:pt x="16300" y="16100"/>
                    <a:pt x="16317" y="16099"/>
                    <a:pt x="16334" y="16098"/>
                  </a:cubicBezTo>
                  <a:cubicBezTo>
                    <a:pt x="17293" y="16011"/>
                    <a:pt x="18408" y="12106"/>
                    <a:pt x="18408" y="12106"/>
                  </a:cubicBezTo>
                  <a:cubicBezTo>
                    <a:pt x="18408" y="12106"/>
                    <a:pt x="18698" y="12225"/>
                    <a:pt x="19100" y="12225"/>
                  </a:cubicBezTo>
                  <a:cubicBezTo>
                    <a:pt x="19694" y="12225"/>
                    <a:pt x="20531" y="11965"/>
                    <a:pt x="21040" y="10677"/>
                  </a:cubicBezTo>
                  <a:cubicBezTo>
                    <a:pt x="21895" y="8515"/>
                    <a:pt x="20657" y="6493"/>
                    <a:pt x="20657" y="6493"/>
                  </a:cubicBezTo>
                  <a:cubicBezTo>
                    <a:pt x="20657" y="6493"/>
                    <a:pt x="21093" y="3478"/>
                    <a:pt x="19576" y="2467"/>
                  </a:cubicBezTo>
                  <a:cubicBezTo>
                    <a:pt x="18772" y="1915"/>
                    <a:pt x="17826" y="1620"/>
                    <a:pt x="16866" y="1620"/>
                  </a:cubicBezTo>
                  <a:cubicBezTo>
                    <a:pt x="16764" y="1620"/>
                    <a:pt x="16663" y="1623"/>
                    <a:pt x="16561" y="1630"/>
                  </a:cubicBezTo>
                  <a:cubicBezTo>
                    <a:pt x="16038" y="880"/>
                    <a:pt x="15271" y="340"/>
                    <a:pt x="14399" y="113"/>
                  </a:cubicBezTo>
                  <a:cubicBezTo>
                    <a:pt x="14106" y="37"/>
                    <a:pt x="13807" y="0"/>
                    <a:pt x="135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74"/>
            <p:cNvSpPr/>
            <p:nvPr/>
          </p:nvSpPr>
          <p:spPr>
            <a:xfrm>
              <a:off x="1034725" y="2695675"/>
              <a:ext cx="115500" cy="138575"/>
            </a:xfrm>
            <a:custGeom>
              <a:rect b="b" l="l" r="r" t="t"/>
              <a:pathLst>
                <a:path extrusionOk="0" h="5543" w="4620">
                  <a:moveTo>
                    <a:pt x="2443" y="1"/>
                  </a:moveTo>
                  <a:cubicBezTo>
                    <a:pt x="2171" y="1"/>
                    <a:pt x="1901" y="56"/>
                    <a:pt x="1656" y="154"/>
                  </a:cubicBezTo>
                  <a:cubicBezTo>
                    <a:pt x="1011" y="433"/>
                    <a:pt x="593" y="1078"/>
                    <a:pt x="366" y="1757"/>
                  </a:cubicBezTo>
                  <a:cubicBezTo>
                    <a:pt x="0" y="2803"/>
                    <a:pt x="87" y="4128"/>
                    <a:pt x="907" y="4860"/>
                  </a:cubicBezTo>
                  <a:cubicBezTo>
                    <a:pt x="1395" y="5313"/>
                    <a:pt x="2075" y="5470"/>
                    <a:pt x="2737" y="5523"/>
                  </a:cubicBezTo>
                  <a:cubicBezTo>
                    <a:pt x="2824" y="5536"/>
                    <a:pt x="2910" y="5543"/>
                    <a:pt x="2996" y="5543"/>
                  </a:cubicBezTo>
                  <a:cubicBezTo>
                    <a:pt x="3239" y="5543"/>
                    <a:pt x="3477" y="5491"/>
                    <a:pt x="3696" y="5400"/>
                  </a:cubicBezTo>
                  <a:cubicBezTo>
                    <a:pt x="4149" y="5139"/>
                    <a:pt x="4306" y="4564"/>
                    <a:pt x="4393" y="4041"/>
                  </a:cubicBezTo>
                  <a:cubicBezTo>
                    <a:pt x="4620" y="2542"/>
                    <a:pt x="4620" y="311"/>
                    <a:pt x="2789" y="32"/>
                  </a:cubicBezTo>
                  <a:cubicBezTo>
                    <a:pt x="2675" y="11"/>
                    <a:pt x="2559" y="1"/>
                    <a:pt x="24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74"/>
            <p:cNvSpPr/>
            <p:nvPr/>
          </p:nvSpPr>
          <p:spPr>
            <a:xfrm>
              <a:off x="1036900" y="2784050"/>
              <a:ext cx="81950" cy="45775"/>
            </a:xfrm>
            <a:custGeom>
              <a:rect b="b" l="l" r="r" t="t"/>
              <a:pathLst>
                <a:path extrusionOk="0" fill="none" h="1831" w="3278">
                  <a:moveTo>
                    <a:pt x="0" y="0"/>
                  </a:moveTo>
                  <a:cubicBezTo>
                    <a:pt x="210" y="663"/>
                    <a:pt x="680" y="1221"/>
                    <a:pt x="1308" y="1517"/>
                  </a:cubicBezTo>
                  <a:cubicBezTo>
                    <a:pt x="1935" y="1796"/>
                    <a:pt x="2633" y="1831"/>
                    <a:pt x="3277" y="1621"/>
                  </a:cubicBezTo>
                </a:path>
              </a:pathLst>
            </a:custGeom>
            <a:noFill/>
            <a:ln cap="rnd" cmpd="sng" w="3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74"/>
            <p:cNvSpPr/>
            <p:nvPr/>
          </p:nvSpPr>
          <p:spPr>
            <a:xfrm>
              <a:off x="1092250" y="2743075"/>
              <a:ext cx="20075" cy="45800"/>
            </a:xfrm>
            <a:custGeom>
              <a:rect b="b" l="l" r="r" t="t"/>
              <a:pathLst>
                <a:path extrusionOk="0" fill="none" h="1832" w="803">
                  <a:moveTo>
                    <a:pt x="0" y="1"/>
                  </a:moveTo>
                  <a:cubicBezTo>
                    <a:pt x="506" y="489"/>
                    <a:pt x="785" y="1151"/>
                    <a:pt x="802" y="1831"/>
                  </a:cubicBezTo>
                </a:path>
              </a:pathLst>
            </a:custGeom>
            <a:noFill/>
            <a:ln cap="rnd" cmpd="sng" w="3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74"/>
            <p:cNvSpPr/>
            <p:nvPr/>
          </p:nvSpPr>
          <p:spPr>
            <a:xfrm>
              <a:off x="1209475" y="2751600"/>
              <a:ext cx="21800" cy="29625"/>
            </a:xfrm>
            <a:custGeom>
              <a:rect b="b" l="l" r="r" t="t"/>
              <a:pathLst>
                <a:path extrusionOk="0" h="1185" w="872">
                  <a:moveTo>
                    <a:pt x="519" y="1"/>
                  </a:moveTo>
                  <a:cubicBezTo>
                    <a:pt x="341" y="1"/>
                    <a:pt x="149" y="213"/>
                    <a:pt x="70" y="497"/>
                  </a:cubicBezTo>
                  <a:cubicBezTo>
                    <a:pt x="0" y="828"/>
                    <a:pt x="87" y="1124"/>
                    <a:pt x="297" y="1176"/>
                  </a:cubicBezTo>
                  <a:cubicBezTo>
                    <a:pt x="316" y="1182"/>
                    <a:pt x="336" y="1184"/>
                    <a:pt x="357" y="1184"/>
                  </a:cubicBezTo>
                  <a:cubicBezTo>
                    <a:pt x="533" y="1184"/>
                    <a:pt x="724" y="985"/>
                    <a:pt x="802" y="688"/>
                  </a:cubicBezTo>
                  <a:cubicBezTo>
                    <a:pt x="872" y="374"/>
                    <a:pt x="785" y="61"/>
                    <a:pt x="575" y="8"/>
                  </a:cubicBezTo>
                  <a:cubicBezTo>
                    <a:pt x="557" y="3"/>
                    <a:pt x="538" y="1"/>
                    <a:pt x="5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74"/>
            <p:cNvSpPr/>
            <p:nvPr/>
          </p:nvSpPr>
          <p:spPr>
            <a:xfrm>
              <a:off x="1188975" y="2853700"/>
              <a:ext cx="26175" cy="19275"/>
            </a:xfrm>
            <a:custGeom>
              <a:rect b="b" l="l" r="r" t="t"/>
              <a:pathLst>
                <a:path extrusionOk="0" h="771" w="1047">
                  <a:moveTo>
                    <a:pt x="79" y="1"/>
                  </a:moveTo>
                  <a:cubicBezTo>
                    <a:pt x="65" y="1"/>
                    <a:pt x="51" y="6"/>
                    <a:pt x="36" y="21"/>
                  </a:cubicBezTo>
                  <a:cubicBezTo>
                    <a:pt x="1" y="38"/>
                    <a:pt x="1" y="73"/>
                    <a:pt x="18" y="90"/>
                  </a:cubicBezTo>
                  <a:cubicBezTo>
                    <a:pt x="262" y="439"/>
                    <a:pt x="611" y="666"/>
                    <a:pt x="1012" y="770"/>
                  </a:cubicBezTo>
                  <a:cubicBezTo>
                    <a:pt x="1029" y="718"/>
                    <a:pt x="1029" y="683"/>
                    <a:pt x="1047" y="648"/>
                  </a:cubicBezTo>
                  <a:cubicBezTo>
                    <a:pt x="663" y="561"/>
                    <a:pt x="350" y="335"/>
                    <a:pt x="123" y="21"/>
                  </a:cubicBezTo>
                  <a:cubicBezTo>
                    <a:pt x="113" y="11"/>
                    <a:pt x="97" y="1"/>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74"/>
            <p:cNvSpPr/>
            <p:nvPr/>
          </p:nvSpPr>
          <p:spPr>
            <a:xfrm>
              <a:off x="1199875" y="2698900"/>
              <a:ext cx="45775" cy="27650"/>
            </a:xfrm>
            <a:custGeom>
              <a:rect b="b" l="l" r="r" t="t"/>
              <a:pathLst>
                <a:path extrusionOk="0" h="1106" w="1831">
                  <a:moveTo>
                    <a:pt x="999" y="1"/>
                  </a:moveTo>
                  <a:cubicBezTo>
                    <a:pt x="689" y="1"/>
                    <a:pt x="363" y="176"/>
                    <a:pt x="123" y="478"/>
                  </a:cubicBezTo>
                  <a:cubicBezTo>
                    <a:pt x="36" y="565"/>
                    <a:pt x="1" y="687"/>
                    <a:pt x="18" y="809"/>
                  </a:cubicBezTo>
                  <a:cubicBezTo>
                    <a:pt x="53" y="949"/>
                    <a:pt x="210" y="1001"/>
                    <a:pt x="349" y="1036"/>
                  </a:cubicBezTo>
                  <a:cubicBezTo>
                    <a:pt x="570" y="1082"/>
                    <a:pt x="799" y="1105"/>
                    <a:pt x="1030" y="1105"/>
                  </a:cubicBezTo>
                  <a:cubicBezTo>
                    <a:pt x="1145" y="1105"/>
                    <a:pt x="1262" y="1100"/>
                    <a:pt x="1378" y="1088"/>
                  </a:cubicBezTo>
                  <a:cubicBezTo>
                    <a:pt x="1535" y="1071"/>
                    <a:pt x="1744" y="1001"/>
                    <a:pt x="1814" y="844"/>
                  </a:cubicBezTo>
                  <a:cubicBezTo>
                    <a:pt x="1831" y="739"/>
                    <a:pt x="1814" y="617"/>
                    <a:pt x="1761" y="530"/>
                  </a:cubicBezTo>
                  <a:cubicBezTo>
                    <a:pt x="1582" y="163"/>
                    <a:pt x="1298" y="1"/>
                    <a:pt x="9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74"/>
            <p:cNvSpPr/>
            <p:nvPr/>
          </p:nvSpPr>
          <p:spPr>
            <a:xfrm>
              <a:off x="749725" y="2571500"/>
              <a:ext cx="512500" cy="142450"/>
            </a:xfrm>
            <a:custGeom>
              <a:rect b="b" l="l" r="r" t="t"/>
              <a:pathLst>
                <a:path extrusionOk="0" h="5698" w="20500">
                  <a:moveTo>
                    <a:pt x="17000" y="1"/>
                  </a:moveTo>
                  <a:cubicBezTo>
                    <a:pt x="13634" y="1"/>
                    <a:pt x="750" y="1495"/>
                    <a:pt x="750" y="1495"/>
                  </a:cubicBezTo>
                  <a:cubicBezTo>
                    <a:pt x="750" y="1495"/>
                    <a:pt x="0" y="3866"/>
                    <a:pt x="1116" y="4354"/>
                  </a:cubicBezTo>
                  <a:cubicBezTo>
                    <a:pt x="1967" y="4732"/>
                    <a:pt x="6236" y="5698"/>
                    <a:pt x="8882" y="5698"/>
                  </a:cubicBezTo>
                  <a:cubicBezTo>
                    <a:pt x="9649" y="5698"/>
                    <a:pt x="10279" y="5617"/>
                    <a:pt x="10651" y="5417"/>
                  </a:cubicBezTo>
                  <a:cubicBezTo>
                    <a:pt x="12289" y="4545"/>
                    <a:pt x="12132" y="2837"/>
                    <a:pt x="14364" y="2332"/>
                  </a:cubicBezTo>
                  <a:cubicBezTo>
                    <a:pt x="16612" y="1826"/>
                    <a:pt x="20499" y="1652"/>
                    <a:pt x="20499" y="1652"/>
                  </a:cubicBezTo>
                  <a:cubicBezTo>
                    <a:pt x="20499" y="1652"/>
                    <a:pt x="19872" y="188"/>
                    <a:pt x="17449" y="13"/>
                  </a:cubicBezTo>
                  <a:cubicBezTo>
                    <a:pt x="17328" y="5"/>
                    <a:pt x="17177" y="1"/>
                    <a:pt x="170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74"/>
            <p:cNvSpPr/>
            <p:nvPr/>
          </p:nvSpPr>
          <p:spPr>
            <a:xfrm>
              <a:off x="696550" y="2277325"/>
              <a:ext cx="696850" cy="391025"/>
            </a:xfrm>
            <a:custGeom>
              <a:rect b="b" l="l" r="r" t="t"/>
              <a:pathLst>
                <a:path extrusionOk="0" h="15641" w="27874">
                  <a:moveTo>
                    <a:pt x="13987" y="1"/>
                  </a:moveTo>
                  <a:cubicBezTo>
                    <a:pt x="13433" y="1"/>
                    <a:pt x="12877" y="40"/>
                    <a:pt x="12325" y="119"/>
                  </a:cubicBezTo>
                  <a:cubicBezTo>
                    <a:pt x="12150" y="136"/>
                    <a:pt x="11993" y="171"/>
                    <a:pt x="11836" y="189"/>
                  </a:cubicBezTo>
                  <a:cubicBezTo>
                    <a:pt x="9675" y="555"/>
                    <a:pt x="7670" y="1601"/>
                    <a:pt x="6136" y="3169"/>
                  </a:cubicBezTo>
                  <a:cubicBezTo>
                    <a:pt x="3992" y="5383"/>
                    <a:pt x="2511" y="8155"/>
                    <a:pt x="1848" y="11170"/>
                  </a:cubicBezTo>
                  <a:cubicBezTo>
                    <a:pt x="1848" y="11170"/>
                    <a:pt x="1" y="11885"/>
                    <a:pt x="471" y="13192"/>
                  </a:cubicBezTo>
                  <a:cubicBezTo>
                    <a:pt x="471" y="13192"/>
                    <a:pt x="855" y="14378"/>
                    <a:pt x="5422" y="15057"/>
                  </a:cubicBezTo>
                  <a:cubicBezTo>
                    <a:pt x="7646" y="15380"/>
                    <a:pt x="8957" y="15579"/>
                    <a:pt x="9917" y="15579"/>
                  </a:cubicBezTo>
                  <a:cubicBezTo>
                    <a:pt x="10929" y="15579"/>
                    <a:pt x="11552" y="15358"/>
                    <a:pt x="12447" y="14831"/>
                  </a:cubicBezTo>
                  <a:cubicBezTo>
                    <a:pt x="14006" y="13902"/>
                    <a:pt x="15124" y="13058"/>
                    <a:pt x="17420" y="13058"/>
                  </a:cubicBezTo>
                  <a:cubicBezTo>
                    <a:pt x="17666" y="13058"/>
                    <a:pt x="17925" y="13068"/>
                    <a:pt x="18199" y="13088"/>
                  </a:cubicBezTo>
                  <a:cubicBezTo>
                    <a:pt x="21023" y="13297"/>
                    <a:pt x="21703" y="14482"/>
                    <a:pt x="23393" y="15075"/>
                  </a:cubicBezTo>
                  <a:cubicBezTo>
                    <a:pt x="24422" y="15435"/>
                    <a:pt x="25798" y="15641"/>
                    <a:pt x="26735" y="15641"/>
                  </a:cubicBezTo>
                  <a:cubicBezTo>
                    <a:pt x="27338" y="15641"/>
                    <a:pt x="27759" y="15556"/>
                    <a:pt x="27786" y="15371"/>
                  </a:cubicBezTo>
                  <a:cubicBezTo>
                    <a:pt x="27873" y="14970"/>
                    <a:pt x="25694" y="14465"/>
                    <a:pt x="25154" y="14134"/>
                  </a:cubicBezTo>
                  <a:cubicBezTo>
                    <a:pt x="25084" y="14099"/>
                    <a:pt x="25049" y="14046"/>
                    <a:pt x="25049" y="13994"/>
                  </a:cubicBezTo>
                  <a:lnTo>
                    <a:pt x="25049" y="13977"/>
                  </a:lnTo>
                  <a:cubicBezTo>
                    <a:pt x="25067" y="13611"/>
                    <a:pt x="24910" y="12007"/>
                    <a:pt x="24439" y="11763"/>
                  </a:cubicBezTo>
                  <a:cubicBezTo>
                    <a:pt x="24683" y="10037"/>
                    <a:pt x="24282" y="8294"/>
                    <a:pt x="23306" y="6847"/>
                  </a:cubicBezTo>
                  <a:cubicBezTo>
                    <a:pt x="21650" y="4407"/>
                    <a:pt x="20430" y="3257"/>
                    <a:pt x="20430" y="3257"/>
                  </a:cubicBezTo>
                  <a:cubicBezTo>
                    <a:pt x="20430" y="3187"/>
                    <a:pt x="20413" y="3117"/>
                    <a:pt x="20413" y="3065"/>
                  </a:cubicBezTo>
                  <a:cubicBezTo>
                    <a:pt x="20395" y="3030"/>
                    <a:pt x="20395" y="2978"/>
                    <a:pt x="20378" y="2943"/>
                  </a:cubicBezTo>
                  <a:cubicBezTo>
                    <a:pt x="20256" y="2490"/>
                    <a:pt x="19855" y="1653"/>
                    <a:pt x="18513" y="973"/>
                  </a:cubicBezTo>
                  <a:cubicBezTo>
                    <a:pt x="18425" y="921"/>
                    <a:pt x="18338" y="886"/>
                    <a:pt x="18269" y="851"/>
                  </a:cubicBezTo>
                  <a:cubicBezTo>
                    <a:pt x="18112" y="764"/>
                    <a:pt x="17937" y="694"/>
                    <a:pt x="17763" y="624"/>
                  </a:cubicBezTo>
                  <a:cubicBezTo>
                    <a:pt x="16546" y="211"/>
                    <a:pt x="15270" y="1"/>
                    <a:pt x="1398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74"/>
            <p:cNvSpPr/>
            <p:nvPr/>
          </p:nvSpPr>
          <p:spPr>
            <a:xfrm>
              <a:off x="741000" y="2553375"/>
              <a:ext cx="584400" cy="76875"/>
            </a:xfrm>
            <a:custGeom>
              <a:rect b="b" l="l" r="r" t="t"/>
              <a:pathLst>
                <a:path extrusionOk="0" h="3075" w="23376">
                  <a:moveTo>
                    <a:pt x="14421" y="1"/>
                  </a:moveTo>
                  <a:cubicBezTo>
                    <a:pt x="13626" y="1"/>
                    <a:pt x="12883" y="125"/>
                    <a:pt x="12220" y="372"/>
                  </a:cubicBezTo>
                  <a:cubicBezTo>
                    <a:pt x="11784" y="547"/>
                    <a:pt x="11348" y="773"/>
                    <a:pt x="10930" y="1000"/>
                  </a:cubicBezTo>
                  <a:cubicBezTo>
                    <a:pt x="10581" y="1192"/>
                    <a:pt x="10233" y="1383"/>
                    <a:pt x="9867" y="1540"/>
                  </a:cubicBezTo>
                  <a:cubicBezTo>
                    <a:pt x="9017" y="1901"/>
                    <a:pt x="8045" y="2088"/>
                    <a:pt x="6998" y="2088"/>
                  </a:cubicBezTo>
                  <a:cubicBezTo>
                    <a:pt x="6325" y="2088"/>
                    <a:pt x="5621" y="2011"/>
                    <a:pt x="4899" y="1854"/>
                  </a:cubicBezTo>
                  <a:cubicBezTo>
                    <a:pt x="3225" y="1523"/>
                    <a:pt x="1622" y="826"/>
                    <a:pt x="105" y="163"/>
                  </a:cubicBezTo>
                  <a:cubicBezTo>
                    <a:pt x="96" y="158"/>
                    <a:pt x="87" y="156"/>
                    <a:pt x="78" y="156"/>
                  </a:cubicBezTo>
                  <a:cubicBezTo>
                    <a:pt x="53" y="156"/>
                    <a:pt x="31" y="172"/>
                    <a:pt x="18" y="198"/>
                  </a:cubicBezTo>
                  <a:cubicBezTo>
                    <a:pt x="1" y="215"/>
                    <a:pt x="18" y="250"/>
                    <a:pt x="53" y="268"/>
                  </a:cubicBezTo>
                  <a:cubicBezTo>
                    <a:pt x="1587" y="948"/>
                    <a:pt x="3173" y="1627"/>
                    <a:pt x="4864" y="1976"/>
                  </a:cubicBezTo>
                  <a:cubicBezTo>
                    <a:pt x="5600" y="2133"/>
                    <a:pt x="6315" y="2210"/>
                    <a:pt x="6997" y="2210"/>
                  </a:cubicBezTo>
                  <a:cubicBezTo>
                    <a:pt x="8059" y="2210"/>
                    <a:pt x="9042" y="2023"/>
                    <a:pt x="9902" y="1662"/>
                  </a:cubicBezTo>
                  <a:cubicBezTo>
                    <a:pt x="10285" y="1505"/>
                    <a:pt x="10634" y="1296"/>
                    <a:pt x="10982" y="1104"/>
                  </a:cubicBezTo>
                  <a:cubicBezTo>
                    <a:pt x="11401" y="878"/>
                    <a:pt x="11819" y="669"/>
                    <a:pt x="12272" y="494"/>
                  </a:cubicBezTo>
                  <a:cubicBezTo>
                    <a:pt x="12916" y="247"/>
                    <a:pt x="13644" y="123"/>
                    <a:pt x="14425" y="123"/>
                  </a:cubicBezTo>
                  <a:cubicBezTo>
                    <a:pt x="15018" y="123"/>
                    <a:pt x="15642" y="194"/>
                    <a:pt x="16281" y="337"/>
                  </a:cubicBezTo>
                  <a:cubicBezTo>
                    <a:pt x="17624" y="634"/>
                    <a:pt x="18896" y="1209"/>
                    <a:pt x="20134" y="1749"/>
                  </a:cubicBezTo>
                  <a:lnTo>
                    <a:pt x="20796" y="2063"/>
                  </a:lnTo>
                  <a:cubicBezTo>
                    <a:pt x="21633" y="2464"/>
                    <a:pt x="22487" y="2813"/>
                    <a:pt x="23376" y="3074"/>
                  </a:cubicBezTo>
                  <a:cubicBezTo>
                    <a:pt x="23306" y="3022"/>
                    <a:pt x="23271" y="2970"/>
                    <a:pt x="23271" y="2935"/>
                  </a:cubicBezTo>
                  <a:lnTo>
                    <a:pt x="23271" y="2917"/>
                  </a:lnTo>
                  <a:cubicBezTo>
                    <a:pt x="22452" y="2656"/>
                    <a:pt x="21633" y="2325"/>
                    <a:pt x="20866" y="1941"/>
                  </a:cubicBezTo>
                  <a:lnTo>
                    <a:pt x="20186" y="1645"/>
                  </a:lnTo>
                  <a:cubicBezTo>
                    <a:pt x="18948" y="1087"/>
                    <a:pt x="17676" y="529"/>
                    <a:pt x="16316" y="215"/>
                  </a:cubicBezTo>
                  <a:cubicBezTo>
                    <a:pt x="15661" y="72"/>
                    <a:pt x="15026" y="1"/>
                    <a:pt x="144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74"/>
            <p:cNvSpPr/>
            <p:nvPr/>
          </p:nvSpPr>
          <p:spPr>
            <a:xfrm>
              <a:off x="1003775" y="2350000"/>
              <a:ext cx="203100" cy="78050"/>
            </a:xfrm>
            <a:custGeom>
              <a:rect b="b" l="l" r="r" t="t"/>
              <a:pathLst>
                <a:path extrusionOk="0" h="3122" w="8124">
                  <a:moveTo>
                    <a:pt x="8089" y="1"/>
                  </a:moveTo>
                  <a:cubicBezTo>
                    <a:pt x="5213" y="350"/>
                    <a:pt x="2441" y="1378"/>
                    <a:pt x="36" y="2999"/>
                  </a:cubicBezTo>
                  <a:cubicBezTo>
                    <a:pt x="1" y="3016"/>
                    <a:pt x="1" y="3051"/>
                    <a:pt x="18" y="3086"/>
                  </a:cubicBezTo>
                  <a:cubicBezTo>
                    <a:pt x="18" y="3104"/>
                    <a:pt x="36" y="3121"/>
                    <a:pt x="70" y="3121"/>
                  </a:cubicBezTo>
                  <a:lnTo>
                    <a:pt x="105" y="3121"/>
                  </a:lnTo>
                  <a:cubicBezTo>
                    <a:pt x="2493" y="1500"/>
                    <a:pt x="5247" y="472"/>
                    <a:pt x="8124" y="123"/>
                  </a:cubicBezTo>
                  <a:cubicBezTo>
                    <a:pt x="8124" y="88"/>
                    <a:pt x="8106" y="53"/>
                    <a:pt x="80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74"/>
            <p:cNvSpPr/>
            <p:nvPr/>
          </p:nvSpPr>
          <p:spPr>
            <a:xfrm>
              <a:off x="946250" y="2297725"/>
              <a:ext cx="213125" cy="79775"/>
            </a:xfrm>
            <a:custGeom>
              <a:rect b="b" l="l" r="r" t="t"/>
              <a:pathLst>
                <a:path extrusionOk="0" h="3191" w="8525">
                  <a:moveTo>
                    <a:pt x="8281" y="0"/>
                  </a:moveTo>
                  <a:cubicBezTo>
                    <a:pt x="5265" y="70"/>
                    <a:pt x="2354" y="1151"/>
                    <a:pt x="18" y="3085"/>
                  </a:cubicBezTo>
                  <a:cubicBezTo>
                    <a:pt x="1" y="3103"/>
                    <a:pt x="1" y="3138"/>
                    <a:pt x="18" y="3173"/>
                  </a:cubicBezTo>
                  <a:cubicBezTo>
                    <a:pt x="36" y="3190"/>
                    <a:pt x="53" y="3190"/>
                    <a:pt x="70" y="3190"/>
                  </a:cubicBezTo>
                  <a:cubicBezTo>
                    <a:pt x="88" y="3190"/>
                    <a:pt x="105" y="3190"/>
                    <a:pt x="105" y="3173"/>
                  </a:cubicBezTo>
                  <a:cubicBezTo>
                    <a:pt x="2476" y="1220"/>
                    <a:pt x="5457" y="140"/>
                    <a:pt x="8525" y="122"/>
                  </a:cubicBezTo>
                  <a:cubicBezTo>
                    <a:pt x="8455" y="87"/>
                    <a:pt x="8368" y="35"/>
                    <a:pt x="82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74"/>
            <p:cNvSpPr/>
            <p:nvPr/>
          </p:nvSpPr>
          <p:spPr>
            <a:xfrm>
              <a:off x="890475" y="2279850"/>
              <a:ext cx="114200" cy="71050"/>
            </a:xfrm>
            <a:custGeom>
              <a:rect b="b" l="l" r="r" t="t"/>
              <a:pathLst>
                <a:path extrusionOk="0" h="2842" w="4568">
                  <a:moveTo>
                    <a:pt x="4568" y="0"/>
                  </a:moveTo>
                  <a:lnTo>
                    <a:pt x="4568" y="0"/>
                  </a:lnTo>
                  <a:cubicBezTo>
                    <a:pt x="4411" y="18"/>
                    <a:pt x="4236" y="53"/>
                    <a:pt x="4079" y="70"/>
                  </a:cubicBezTo>
                  <a:cubicBezTo>
                    <a:pt x="2598" y="750"/>
                    <a:pt x="1221" y="1656"/>
                    <a:pt x="18" y="2737"/>
                  </a:cubicBezTo>
                  <a:cubicBezTo>
                    <a:pt x="1" y="2772"/>
                    <a:pt x="1" y="2807"/>
                    <a:pt x="18" y="2824"/>
                  </a:cubicBezTo>
                  <a:cubicBezTo>
                    <a:pt x="35" y="2842"/>
                    <a:pt x="53" y="2842"/>
                    <a:pt x="70" y="2842"/>
                  </a:cubicBezTo>
                  <a:cubicBezTo>
                    <a:pt x="88" y="2842"/>
                    <a:pt x="105" y="2842"/>
                    <a:pt x="105" y="2824"/>
                  </a:cubicBezTo>
                  <a:cubicBezTo>
                    <a:pt x="1430" y="1639"/>
                    <a:pt x="2929" y="680"/>
                    <a:pt x="45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74"/>
            <p:cNvSpPr/>
            <p:nvPr/>
          </p:nvSpPr>
          <p:spPr>
            <a:xfrm>
              <a:off x="1131875" y="2488150"/>
              <a:ext cx="54950" cy="35975"/>
            </a:xfrm>
            <a:custGeom>
              <a:rect b="b" l="l" r="r" t="t"/>
              <a:pathLst>
                <a:path extrusionOk="0" h="1439" w="2198">
                  <a:moveTo>
                    <a:pt x="1306" y="1"/>
                  </a:moveTo>
                  <a:cubicBezTo>
                    <a:pt x="815" y="1"/>
                    <a:pt x="1" y="257"/>
                    <a:pt x="228" y="802"/>
                  </a:cubicBezTo>
                  <a:cubicBezTo>
                    <a:pt x="315" y="994"/>
                    <a:pt x="455" y="1134"/>
                    <a:pt x="646" y="1221"/>
                  </a:cubicBezTo>
                  <a:cubicBezTo>
                    <a:pt x="850" y="1366"/>
                    <a:pt x="1102" y="1439"/>
                    <a:pt x="1361" y="1439"/>
                  </a:cubicBezTo>
                  <a:cubicBezTo>
                    <a:pt x="1413" y="1439"/>
                    <a:pt x="1466" y="1436"/>
                    <a:pt x="1518" y="1430"/>
                  </a:cubicBezTo>
                  <a:cubicBezTo>
                    <a:pt x="1832" y="1378"/>
                    <a:pt x="2076" y="1151"/>
                    <a:pt x="2145" y="837"/>
                  </a:cubicBezTo>
                  <a:cubicBezTo>
                    <a:pt x="2198" y="454"/>
                    <a:pt x="1867" y="88"/>
                    <a:pt x="1501" y="18"/>
                  </a:cubicBezTo>
                  <a:cubicBezTo>
                    <a:pt x="1446" y="7"/>
                    <a:pt x="1380" y="1"/>
                    <a:pt x="130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74"/>
            <p:cNvSpPr/>
            <p:nvPr/>
          </p:nvSpPr>
          <p:spPr>
            <a:xfrm>
              <a:off x="1192475" y="2509350"/>
              <a:ext cx="80200" cy="56975"/>
            </a:xfrm>
            <a:custGeom>
              <a:rect b="b" l="l" r="r" t="t"/>
              <a:pathLst>
                <a:path extrusionOk="0" h="2279" w="3208">
                  <a:moveTo>
                    <a:pt x="1386" y="1"/>
                  </a:moveTo>
                  <a:cubicBezTo>
                    <a:pt x="1299" y="1"/>
                    <a:pt x="1215" y="8"/>
                    <a:pt x="1133" y="24"/>
                  </a:cubicBezTo>
                  <a:cubicBezTo>
                    <a:pt x="262" y="181"/>
                    <a:pt x="0" y="1070"/>
                    <a:pt x="645" y="1663"/>
                  </a:cubicBezTo>
                  <a:cubicBezTo>
                    <a:pt x="977" y="1942"/>
                    <a:pt x="1360" y="2133"/>
                    <a:pt x="1796" y="2220"/>
                  </a:cubicBezTo>
                  <a:cubicBezTo>
                    <a:pt x="1918" y="2261"/>
                    <a:pt x="2047" y="2278"/>
                    <a:pt x="2174" y="2278"/>
                  </a:cubicBezTo>
                  <a:cubicBezTo>
                    <a:pt x="2264" y="2278"/>
                    <a:pt x="2354" y="2270"/>
                    <a:pt x="2441" y="2255"/>
                  </a:cubicBezTo>
                  <a:cubicBezTo>
                    <a:pt x="2563" y="2220"/>
                    <a:pt x="2685" y="2151"/>
                    <a:pt x="2772" y="2081"/>
                  </a:cubicBezTo>
                  <a:cubicBezTo>
                    <a:pt x="3086" y="1802"/>
                    <a:pt x="3208" y="1384"/>
                    <a:pt x="3068" y="1000"/>
                  </a:cubicBezTo>
                  <a:cubicBezTo>
                    <a:pt x="2867" y="459"/>
                    <a:pt x="2064" y="1"/>
                    <a:pt x="13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494" name="Google Shape;3494;p74"/>
          <p:cNvPicPr preferRelativeResize="0"/>
          <p:nvPr/>
        </p:nvPicPr>
        <p:blipFill>
          <a:blip r:embed="rId3">
            <a:alphaModFix/>
          </a:blip>
          <a:stretch>
            <a:fillRect/>
          </a:stretch>
        </p:blipFill>
        <p:spPr>
          <a:xfrm>
            <a:off x="274875" y="44900"/>
            <a:ext cx="3489955" cy="1340025"/>
          </a:xfrm>
          <a:prstGeom prst="rect">
            <a:avLst/>
          </a:prstGeom>
          <a:noFill/>
          <a:ln>
            <a:noFill/>
          </a:ln>
        </p:spPr>
      </p:pic>
      <p:pic>
        <p:nvPicPr>
          <p:cNvPr id="3495" name="Google Shape;3495;p74"/>
          <p:cNvPicPr preferRelativeResize="0"/>
          <p:nvPr/>
        </p:nvPicPr>
        <p:blipFill>
          <a:blip r:embed="rId4">
            <a:alphaModFix/>
          </a:blip>
          <a:stretch>
            <a:fillRect/>
          </a:stretch>
        </p:blipFill>
        <p:spPr>
          <a:xfrm>
            <a:off x="62451" y="123913"/>
            <a:ext cx="1180550" cy="118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9" name="Shape 3499"/>
        <p:cNvGrpSpPr/>
        <p:nvPr/>
      </p:nvGrpSpPr>
      <p:grpSpPr>
        <a:xfrm>
          <a:off x="0" y="0"/>
          <a:ext cx="0" cy="0"/>
          <a:chOff x="0" y="0"/>
          <a:chExt cx="0" cy="0"/>
        </a:xfrm>
      </p:grpSpPr>
      <p:sp>
        <p:nvSpPr>
          <p:cNvPr id="3500" name="Google Shape;3500;p75"/>
          <p:cNvSpPr/>
          <p:nvPr/>
        </p:nvSpPr>
        <p:spPr>
          <a:xfrm>
            <a:off x="1276275" y="483875"/>
            <a:ext cx="2903400" cy="1718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Inter"/>
                <a:ea typeface="Inter"/>
                <a:cs typeface="Inter"/>
                <a:sym typeface="Inter"/>
              </a:rPr>
              <a:t>Frontend</a:t>
            </a:r>
            <a:endParaRPr>
              <a:latin typeface="Inter"/>
              <a:ea typeface="Inter"/>
              <a:cs typeface="Inter"/>
              <a:sym typeface="Inter"/>
            </a:endParaRPr>
          </a:p>
        </p:txBody>
      </p:sp>
      <p:sp>
        <p:nvSpPr>
          <p:cNvPr id="3501" name="Google Shape;3501;p75"/>
          <p:cNvSpPr/>
          <p:nvPr/>
        </p:nvSpPr>
        <p:spPr>
          <a:xfrm>
            <a:off x="1193700" y="2653000"/>
            <a:ext cx="2903400" cy="1718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Inter"/>
                <a:ea typeface="Inter"/>
                <a:cs typeface="Inter"/>
                <a:sym typeface="Inter"/>
              </a:rPr>
              <a:t>Backend</a:t>
            </a:r>
            <a:endParaRPr>
              <a:latin typeface="Inter"/>
              <a:ea typeface="Inter"/>
              <a:cs typeface="Inter"/>
              <a:sym typeface="Inter"/>
            </a:endParaRPr>
          </a:p>
        </p:txBody>
      </p:sp>
      <p:sp>
        <p:nvSpPr>
          <p:cNvPr id="3502" name="Google Shape;3502;p75"/>
          <p:cNvSpPr/>
          <p:nvPr/>
        </p:nvSpPr>
        <p:spPr>
          <a:xfrm>
            <a:off x="687475" y="2893600"/>
            <a:ext cx="4168500" cy="481200"/>
          </a:xfrm>
          <a:prstGeom prst="righ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03" name="Google Shape;3503;p75"/>
          <p:cNvSpPr/>
          <p:nvPr/>
        </p:nvSpPr>
        <p:spPr>
          <a:xfrm rot="10800000">
            <a:off x="643725" y="3745950"/>
            <a:ext cx="4168500" cy="481200"/>
          </a:xfrm>
          <a:prstGeom prst="righ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04" name="Google Shape;3504;p75"/>
          <p:cNvSpPr txBox="1"/>
          <p:nvPr/>
        </p:nvSpPr>
        <p:spPr>
          <a:xfrm>
            <a:off x="5345900" y="537100"/>
            <a:ext cx="3159900" cy="11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200">
                <a:solidFill>
                  <a:schemeClr val="dk1"/>
                </a:solidFill>
                <a:latin typeface="Inter"/>
                <a:ea typeface="Inter"/>
                <a:cs typeface="Inter"/>
                <a:sym typeface="Inter"/>
              </a:rPr>
              <a:t>Reactivo</a:t>
            </a:r>
            <a:br>
              <a:rPr b="1" lang="es" sz="2200">
                <a:solidFill>
                  <a:schemeClr val="dk1"/>
                </a:solidFill>
                <a:latin typeface="Inter"/>
                <a:ea typeface="Inter"/>
                <a:cs typeface="Inter"/>
                <a:sym typeface="Inter"/>
              </a:rPr>
            </a:br>
            <a:r>
              <a:rPr b="1" lang="es" sz="2200">
                <a:solidFill>
                  <a:schemeClr val="dk1"/>
                </a:solidFill>
                <a:latin typeface="Inter"/>
                <a:ea typeface="Inter"/>
                <a:cs typeface="Inter"/>
                <a:sym typeface="Inter"/>
              </a:rPr>
              <a:t>Espera input del usuario y reacciona</a:t>
            </a:r>
            <a:br>
              <a:rPr b="1" lang="es" sz="2200">
                <a:solidFill>
                  <a:schemeClr val="dk1"/>
                </a:solidFill>
                <a:latin typeface="Inter"/>
                <a:ea typeface="Inter"/>
                <a:cs typeface="Inter"/>
                <a:sym typeface="Inter"/>
              </a:rPr>
            </a:br>
            <a:r>
              <a:rPr b="1" lang="es" sz="2200">
                <a:solidFill>
                  <a:schemeClr val="dk1"/>
                </a:solidFill>
                <a:latin typeface="Inter"/>
                <a:ea typeface="Inter"/>
                <a:cs typeface="Inter"/>
                <a:sym typeface="Inter"/>
              </a:rPr>
              <a:t>Cada acción tiene su reacción inmediata</a:t>
            </a:r>
            <a:endParaRPr b="1" sz="2200">
              <a:solidFill>
                <a:schemeClr val="dk1"/>
              </a:solidFill>
              <a:latin typeface="Inter"/>
              <a:ea typeface="Inter"/>
              <a:cs typeface="Inter"/>
              <a:sym typeface="Inter"/>
            </a:endParaRPr>
          </a:p>
        </p:txBody>
      </p:sp>
      <p:sp>
        <p:nvSpPr>
          <p:cNvPr id="3505" name="Google Shape;3505;p75"/>
          <p:cNvSpPr txBox="1"/>
          <p:nvPr/>
        </p:nvSpPr>
        <p:spPr>
          <a:xfrm>
            <a:off x="5345900" y="2826900"/>
            <a:ext cx="3159900" cy="11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200">
                <a:solidFill>
                  <a:schemeClr val="dk1"/>
                </a:solidFill>
                <a:latin typeface="Inter"/>
                <a:ea typeface="Inter"/>
                <a:cs typeface="Inter"/>
                <a:sym typeface="Inter"/>
              </a:rPr>
              <a:t>Flujo Lineal</a:t>
            </a:r>
            <a:endParaRPr b="1" sz="2200">
              <a:solidFill>
                <a:schemeClr val="dk1"/>
              </a:solidFill>
              <a:latin typeface="Inter"/>
              <a:ea typeface="Inter"/>
              <a:cs typeface="Inter"/>
              <a:sym typeface="Inter"/>
            </a:endParaRPr>
          </a:p>
        </p:txBody>
      </p:sp>
      <p:sp>
        <p:nvSpPr>
          <p:cNvPr id="3506" name="Google Shape;3506;p75"/>
          <p:cNvSpPr/>
          <p:nvPr/>
        </p:nvSpPr>
        <p:spPr>
          <a:xfrm>
            <a:off x="952350" y="687100"/>
            <a:ext cx="762600" cy="368700"/>
          </a:xfrm>
          <a:prstGeom prst="leftRigh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0000"/>
              </a:highlight>
              <a:latin typeface="Inter"/>
              <a:ea typeface="Inter"/>
              <a:cs typeface="Inter"/>
              <a:sym typeface="Inter"/>
            </a:endParaRPr>
          </a:p>
        </p:txBody>
      </p:sp>
      <p:sp>
        <p:nvSpPr>
          <p:cNvPr id="3507" name="Google Shape;3507;p75"/>
          <p:cNvSpPr/>
          <p:nvPr/>
        </p:nvSpPr>
        <p:spPr>
          <a:xfrm>
            <a:off x="952350" y="1121600"/>
            <a:ext cx="762600" cy="368700"/>
          </a:xfrm>
          <a:prstGeom prst="leftRigh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0000"/>
              </a:highlight>
              <a:latin typeface="Inter"/>
              <a:ea typeface="Inter"/>
              <a:cs typeface="Inter"/>
              <a:sym typeface="Inter"/>
            </a:endParaRPr>
          </a:p>
        </p:txBody>
      </p:sp>
      <p:sp>
        <p:nvSpPr>
          <p:cNvPr id="3508" name="Google Shape;3508;p75"/>
          <p:cNvSpPr/>
          <p:nvPr/>
        </p:nvSpPr>
        <p:spPr>
          <a:xfrm>
            <a:off x="952350" y="1530250"/>
            <a:ext cx="762600" cy="368700"/>
          </a:xfrm>
          <a:prstGeom prst="leftRigh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0000"/>
              </a:highlight>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2" name="Shape 3512"/>
        <p:cNvGrpSpPr/>
        <p:nvPr/>
      </p:nvGrpSpPr>
      <p:grpSpPr>
        <a:xfrm>
          <a:off x="0" y="0"/>
          <a:ext cx="0" cy="0"/>
          <a:chOff x="0" y="0"/>
          <a:chExt cx="0" cy="0"/>
        </a:xfrm>
      </p:grpSpPr>
      <p:sp>
        <p:nvSpPr>
          <p:cNvPr id="3513" name="Google Shape;3513;p76"/>
          <p:cNvSpPr/>
          <p:nvPr/>
        </p:nvSpPr>
        <p:spPr>
          <a:xfrm>
            <a:off x="1276275" y="483875"/>
            <a:ext cx="2903400" cy="1718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Inter"/>
                <a:ea typeface="Inter"/>
                <a:cs typeface="Inter"/>
                <a:sym typeface="Inter"/>
              </a:rPr>
              <a:t>Frontend</a:t>
            </a:r>
            <a:endParaRPr>
              <a:latin typeface="Inter"/>
              <a:ea typeface="Inter"/>
              <a:cs typeface="Inter"/>
              <a:sym typeface="Inter"/>
            </a:endParaRPr>
          </a:p>
        </p:txBody>
      </p:sp>
      <p:sp>
        <p:nvSpPr>
          <p:cNvPr id="3514" name="Google Shape;3514;p76"/>
          <p:cNvSpPr txBox="1"/>
          <p:nvPr/>
        </p:nvSpPr>
        <p:spPr>
          <a:xfrm>
            <a:off x="5345900" y="537100"/>
            <a:ext cx="3159900" cy="11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200">
                <a:solidFill>
                  <a:schemeClr val="dk1"/>
                </a:solidFill>
                <a:latin typeface="Inter"/>
                <a:ea typeface="Inter"/>
                <a:cs typeface="Inter"/>
                <a:sym typeface="Inter"/>
              </a:rPr>
              <a:t>Reactivo</a:t>
            </a:r>
            <a:br>
              <a:rPr b="1" lang="es" sz="2200">
                <a:solidFill>
                  <a:schemeClr val="dk1"/>
                </a:solidFill>
                <a:latin typeface="Inter"/>
                <a:ea typeface="Inter"/>
                <a:cs typeface="Inter"/>
                <a:sym typeface="Inter"/>
              </a:rPr>
            </a:br>
            <a:r>
              <a:rPr b="1" lang="es" sz="2200">
                <a:solidFill>
                  <a:schemeClr val="dk1"/>
                </a:solidFill>
                <a:latin typeface="Inter"/>
                <a:ea typeface="Inter"/>
                <a:cs typeface="Inter"/>
                <a:sym typeface="Inter"/>
              </a:rPr>
              <a:t>Espera input del usuario y reacciona</a:t>
            </a:r>
            <a:br>
              <a:rPr b="1" lang="es" sz="2200">
                <a:solidFill>
                  <a:schemeClr val="dk1"/>
                </a:solidFill>
                <a:latin typeface="Inter"/>
                <a:ea typeface="Inter"/>
                <a:cs typeface="Inter"/>
                <a:sym typeface="Inter"/>
              </a:rPr>
            </a:br>
            <a:r>
              <a:rPr b="1" lang="es" sz="2200">
                <a:solidFill>
                  <a:schemeClr val="dk1"/>
                </a:solidFill>
                <a:latin typeface="Inter"/>
                <a:ea typeface="Inter"/>
                <a:cs typeface="Inter"/>
                <a:sym typeface="Inter"/>
              </a:rPr>
              <a:t>Cada acción tiene su reacción inmediata</a:t>
            </a:r>
            <a:endParaRPr b="1" sz="2200">
              <a:solidFill>
                <a:schemeClr val="dk1"/>
              </a:solidFill>
              <a:latin typeface="Inter"/>
              <a:ea typeface="Inter"/>
              <a:cs typeface="Inter"/>
              <a:sym typeface="Inter"/>
            </a:endParaRPr>
          </a:p>
        </p:txBody>
      </p:sp>
      <p:sp>
        <p:nvSpPr>
          <p:cNvPr id="3515" name="Google Shape;3515;p76"/>
          <p:cNvSpPr/>
          <p:nvPr/>
        </p:nvSpPr>
        <p:spPr>
          <a:xfrm>
            <a:off x="952350" y="687100"/>
            <a:ext cx="762600" cy="368700"/>
          </a:xfrm>
          <a:prstGeom prst="leftRigh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0000"/>
              </a:highlight>
              <a:latin typeface="Inter"/>
              <a:ea typeface="Inter"/>
              <a:cs typeface="Inter"/>
              <a:sym typeface="Inter"/>
            </a:endParaRPr>
          </a:p>
        </p:txBody>
      </p:sp>
      <p:sp>
        <p:nvSpPr>
          <p:cNvPr id="3516" name="Google Shape;3516;p76"/>
          <p:cNvSpPr/>
          <p:nvPr/>
        </p:nvSpPr>
        <p:spPr>
          <a:xfrm>
            <a:off x="952350" y="1121600"/>
            <a:ext cx="762600" cy="368700"/>
          </a:xfrm>
          <a:prstGeom prst="leftRigh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0000"/>
              </a:highlight>
              <a:latin typeface="Inter"/>
              <a:ea typeface="Inter"/>
              <a:cs typeface="Inter"/>
              <a:sym typeface="Inter"/>
            </a:endParaRPr>
          </a:p>
        </p:txBody>
      </p:sp>
      <p:sp>
        <p:nvSpPr>
          <p:cNvPr id="3517" name="Google Shape;3517;p76"/>
          <p:cNvSpPr/>
          <p:nvPr/>
        </p:nvSpPr>
        <p:spPr>
          <a:xfrm>
            <a:off x="952350" y="1530250"/>
            <a:ext cx="762600" cy="368700"/>
          </a:xfrm>
          <a:prstGeom prst="leftRigh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0000"/>
              </a:highlight>
              <a:latin typeface="Inter"/>
              <a:ea typeface="Inter"/>
              <a:cs typeface="Inter"/>
              <a:sym typeface="Inter"/>
            </a:endParaRPr>
          </a:p>
        </p:txBody>
      </p:sp>
      <p:pic>
        <p:nvPicPr>
          <p:cNvPr id="3518" name="Google Shape;3518;p76"/>
          <p:cNvPicPr preferRelativeResize="0"/>
          <p:nvPr/>
        </p:nvPicPr>
        <p:blipFill>
          <a:blip r:embed="rId3">
            <a:alphaModFix/>
          </a:blip>
          <a:stretch>
            <a:fillRect/>
          </a:stretch>
        </p:blipFill>
        <p:spPr>
          <a:xfrm>
            <a:off x="1614925" y="2502550"/>
            <a:ext cx="2226099" cy="2310100"/>
          </a:xfrm>
          <a:prstGeom prst="rect">
            <a:avLst/>
          </a:prstGeom>
          <a:noFill/>
          <a:ln>
            <a:noFill/>
          </a:ln>
        </p:spPr>
      </p:pic>
      <p:sp>
        <p:nvSpPr>
          <p:cNvPr id="3519" name="Google Shape;3519;p76"/>
          <p:cNvSpPr txBox="1"/>
          <p:nvPr/>
        </p:nvSpPr>
        <p:spPr>
          <a:xfrm>
            <a:off x="5067050" y="2614400"/>
            <a:ext cx="3159900" cy="11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200">
                <a:solidFill>
                  <a:schemeClr val="dk1"/>
                </a:solidFill>
                <a:latin typeface="Inter"/>
                <a:ea typeface="Inter"/>
                <a:cs typeface="Inter"/>
                <a:sym typeface="Inter"/>
              </a:rPr>
              <a:t>Cada input del usuario cambia el DOM</a:t>
            </a:r>
            <a:br>
              <a:rPr b="1" lang="es" sz="2200">
                <a:solidFill>
                  <a:schemeClr val="dk1"/>
                </a:solidFill>
                <a:latin typeface="Inter"/>
                <a:ea typeface="Inter"/>
                <a:cs typeface="Inter"/>
                <a:sym typeface="Inter"/>
              </a:rPr>
            </a:br>
            <a:r>
              <a:rPr b="1" lang="es" sz="2200">
                <a:solidFill>
                  <a:schemeClr val="dk1"/>
                </a:solidFill>
                <a:latin typeface="Inter"/>
                <a:ea typeface="Inter"/>
                <a:cs typeface="Inter"/>
                <a:sym typeface="Inter"/>
              </a:rPr>
              <a:t>DOM: Document Object Model</a:t>
            </a:r>
            <a:br>
              <a:rPr b="1" lang="es" sz="2200">
                <a:solidFill>
                  <a:schemeClr val="dk1"/>
                </a:solidFill>
                <a:latin typeface="Inter"/>
                <a:ea typeface="Inter"/>
                <a:cs typeface="Inter"/>
                <a:sym typeface="Inter"/>
              </a:rPr>
            </a:br>
            <a:r>
              <a:rPr b="1" lang="es" sz="2200">
                <a:solidFill>
                  <a:schemeClr val="dk1"/>
                </a:solidFill>
                <a:latin typeface="Inter"/>
                <a:ea typeface="Inter"/>
                <a:cs typeface="Inter"/>
                <a:sym typeface="Inter"/>
              </a:rPr>
              <a:t>Estructura Árbol</a:t>
            </a:r>
            <a:endParaRPr b="1" sz="2200">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23" name="Shape 3523"/>
        <p:cNvGrpSpPr/>
        <p:nvPr/>
      </p:nvGrpSpPr>
      <p:grpSpPr>
        <a:xfrm>
          <a:off x="0" y="0"/>
          <a:ext cx="0" cy="0"/>
          <a:chOff x="0" y="0"/>
          <a:chExt cx="0" cy="0"/>
        </a:xfrm>
      </p:grpSpPr>
      <p:sp>
        <p:nvSpPr>
          <p:cNvPr id="3524" name="Google Shape;3524;p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s"/>
              <a:t>‹#›</a:t>
            </a:fld>
            <a:endParaRPr sz="700"/>
          </a:p>
        </p:txBody>
      </p:sp>
      <p:pic>
        <p:nvPicPr>
          <p:cNvPr id="3525" name="Google Shape;3525;p77"/>
          <p:cNvPicPr preferRelativeResize="0"/>
          <p:nvPr/>
        </p:nvPicPr>
        <p:blipFill>
          <a:blip r:embed="rId3">
            <a:alphaModFix/>
          </a:blip>
          <a:stretch>
            <a:fillRect/>
          </a:stretch>
        </p:blipFill>
        <p:spPr>
          <a:xfrm>
            <a:off x="1047613" y="152400"/>
            <a:ext cx="7233329" cy="48387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9" name="Shape 3529"/>
        <p:cNvGrpSpPr/>
        <p:nvPr/>
      </p:nvGrpSpPr>
      <p:grpSpPr>
        <a:xfrm>
          <a:off x="0" y="0"/>
          <a:ext cx="0" cy="0"/>
          <a:chOff x="0" y="0"/>
          <a:chExt cx="0" cy="0"/>
        </a:xfrm>
      </p:grpSpPr>
      <p:sp>
        <p:nvSpPr>
          <p:cNvPr id="3530" name="Google Shape;3530;p78"/>
          <p:cNvSpPr txBox="1"/>
          <p:nvPr>
            <p:ph type="title"/>
          </p:nvPr>
        </p:nvSpPr>
        <p:spPr>
          <a:xfrm>
            <a:off x="369000" y="365700"/>
            <a:ext cx="84060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React</a:t>
            </a:r>
            <a:endParaRPr/>
          </a:p>
        </p:txBody>
      </p:sp>
      <p:sp>
        <p:nvSpPr>
          <p:cNvPr id="3531" name="Google Shape;3531;p78"/>
          <p:cNvSpPr txBox="1"/>
          <p:nvPr>
            <p:ph idx="1" type="body"/>
          </p:nvPr>
        </p:nvSpPr>
        <p:spPr>
          <a:xfrm>
            <a:off x="312475" y="862450"/>
            <a:ext cx="8674500" cy="4018500"/>
          </a:xfrm>
          <a:prstGeom prst="rect">
            <a:avLst/>
          </a:prstGeom>
        </p:spPr>
        <p:txBody>
          <a:bodyPr anchorCtr="0" anchor="t" bIns="0" lIns="0" spcFirstLastPara="1" rIns="0" wrap="square" tIns="0">
            <a:noAutofit/>
          </a:bodyPr>
          <a:lstStyle/>
          <a:p>
            <a:pPr indent="-336550" lvl="0" marL="457200" rtl="0" algn="l">
              <a:lnSpc>
                <a:spcPct val="105000"/>
              </a:lnSpc>
              <a:spcBef>
                <a:spcPts val="0"/>
              </a:spcBef>
              <a:spcAft>
                <a:spcPts val="0"/>
              </a:spcAft>
              <a:buSzPts val="1700"/>
              <a:buChar char="●"/>
            </a:pPr>
            <a:r>
              <a:rPr lang="es" sz="1700"/>
              <a:t>Cuando se produce un cambio en el estado de una componente de React (por ejemplo, debido a la entrada del usuario o la llegada de nuevos datos), React actualiza el Virtual DOM. </a:t>
            </a:r>
            <a:br>
              <a:rPr lang="es" sz="1700"/>
            </a:br>
            <a:endParaRPr sz="1700"/>
          </a:p>
          <a:p>
            <a:pPr indent="-336550" lvl="0" marL="457200" rtl="0" algn="l">
              <a:lnSpc>
                <a:spcPct val="105000"/>
              </a:lnSpc>
              <a:spcBef>
                <a:spcPts val="0"/>
              </a:spcBef>
              <a:spcAft>
                <a:spcPts val="0"/>
              </a:spcAft>
              <a:buSzPts val="1700"/>
              <a:buChar char="●"/>
            </a:pPr>
            <a:r>
              <a:rPr lang="es" sz="1700"/>
              <a:t>Luego, React compara la versión actualizada del Virtual DOM con una versión anterior (un proceso conocido como "</a:t>
            </a:r>
            <a:r>
              <a:rPr b="1" lang="es" sz="1700"/>
              <a:t>diffing</a:t>
            </a:r>
            <a:r>
              <a:rPr lang="es" sz="1700"/>
              <a:t>") para determinar exactamente qué cambios se necesitan hacer en el DOM real del navegador. </a:t>
            </a:r>
            <a:br>
              <a:rPr lang="es" sz="1700"/>
            </a:br>
            <a:endParaRPr sz="1700"/>
          </a:p>
          <a:p>
            <a:pPr indent="-336550" lvl="0" marL="457200" rtl="0" algn="l">
              <a:lnSpc>
                <a:spcPct val="105000"/>
              </a:lnSpc>
              <a:spcBef>
                <a:spcPts val="0"/>
              </a:spcBef>
              <a:spcAft>
                <a:spcPts val="0"/>
              </a:spcAft>
              <a:buSzPts val="1700"/>
              <a:buChar char="●"/>
            </a:pPr>
            <a:r>
              <a:rPr lang="es" sz="1700"/>
              <a:t>Finalmente, React aplica solo esos cambios específicos al DOM real, lo que minimiza las manipulaciones del DOM y mejora el rendimiento de la aplicación.</a:t>
            </a:r>
            <a:br>
              <a:rPr lang="es" sz="1700"/>
            </a:br>
            <a:endParaRPr sz="1700"/>
          </a:p>
          <a:p>
            <a:pPr indent="-336550" lvl="0" marL="457200" rtl="0" algn="l">
              <a:lnSpc>
                <a:spcPct val="105000"/>
              </a:lnSpc>
              <a:spcBef>
                <a:spcPts val="0"/>
              </a:spcBef>
              <a:spcAft>
                <a:spcPts val="0"/>
              </a:spcAft>
              <a:buSzPts val="1700"/>
              <a:buChar char="●"/>
            </a:pPr>
            <a:r>
              <a:rPr lang="es" sz="1700"/>
              <a:t>En el contexto de React y su Virtual DOM, cuando se realiza la comparación entre dos árboles de elementos (el proceso conocido como "reconciliation" o reconciliación), se podría conceptualizar qué React utiliza un algoritmo que tiene similitudes con </a:t>
            </a:r>
            <a:r>
              <a:rPr b="1" lang="es" sz="1700"/>
              <a:t>DFS (Búsqueda por profundidad)</a:t>
            </a:r>
            <a:r>
              <a:rPr lang="es" sz="1700"/>
              <a:t>.</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5" name="Shape 3535"/>
        <p:cNvGrpSpPr/>
        <p:nvPr/>
      </p:nvGrpSpPr>
      <p:grpSpPr>
        <a:xfrm>
          <a:off x="0" y="0"/>
          <a:ext cx="0" cy="0"/>
          <a:chOff x="0" y="0"/>
          <a:chExt cx="0" cy="0"/>
        </a:xfrm>
      </p:grpSpPr>
      <p:sp>
        <p:nvSpPr>
          <p:cNvPr id="3536" name="Google Shape;3536;p79"/>
          <p:cNvSpPr txBox="1"/>
          <p:nvPr>
            <p:ph type="title"/>
          </p:nvPr>
        </p:nvSpPr>
        <p:spPr>
          <a:xfrm>
            <a:off x="369000" y="365700"/>
            <a:ext cx="84060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React</a:t>
            </a:r>
            <a:endParaRPr/>
          </a:p>
        </p:txBody>
      </p:sp>
      <p:sp>
        <p:nvSpPr>
          <p:cNvPr id="3537" name="Google Shape;3537;p79"/>
          <p:cNvSpPr txBox="1"/>
          <p:nvPr>
            <p:ph idx="1" type="body"/>
          </p:nvPr>
        </p:nvSpPr>
        <p:spPr>
          <a:xfrm>
            <a:off x="312475" y="862450"/>
            <a:ext cx="8674500" cy="4018500"/>
          </a:xfrm>
          <a:prstGeom prst="rect">
            <a:avLst/>
          </a:prstGeom>
        </p:spPr>
        <p:txBody>
          <a:bodyPr anchorCtr="0" anchor="t" bIns="0" lIns="0" spcFirstLastPara="1" rIns="0" wrap="square" tIns="0">
            <a:noAutofit/>
          </a:bodyPr>
          <a:lstStyle/>
          <a:p>
            <a:pPr indent="-342900" lvl="0" marL="457200" rtl="0" algn="l">
              <a:lnSpc>
                <a:spcPct val="105000"/>
              </a:lnSpc>
              <a:spcBef>
                <a:spcPts val="0"/>
              </a:spcBef>
              <a:spcAft>
                <a:spcPts val="0"/>
              </a:spcAft>
              <a:buSzPts val="1800"/>
              <a:buChar char="●"/>
            </a:pPr>
            <a:r>
              <a:rPr lang="es" sz="1800"/>
              <a:t>La elección de DFS sobre BFS en este contexto es principalmente debido a la naturaleza de las actualizaciones de UI: normalmente, </a:t>
            </a:r>
            <a:r>
              <a:rPr b="1" lang="es" sz="1800"/>
              <a:t>los cambios tienden a estar agrupados y son más profundos que anchos</a:t>
            </a:r>
            <a:r>
              <a:rPr lang="es" sz="1800"/>
              <a:t>.</a:t>
            </a:r>
            <a:endParaRPr sz="1800"/>
          </a:p>
          <a:p>
            <a:pPr indent="0" lvl="0" marL="457200" rtl="0" algn="l">
              <a:lnSpc>
                <a:spcPct val="105000"/>
              </a:lnSpc>
              <a:spcBef>
                <a:spcPts val="0"/>
              </a:spcBef>
              <a:spcAft>
                <a:spcPts val="0"/>
              </a:spcAft>
              <a:buNone/>
            </a:pPr>
            <a:r>
              <a:t/>
            </a:r>
            <a:endParaRPr sz="1800"/>
          </a:p>
          <a:p>
            <a:pPr indent="-342900" lvl="0" marL="457200" rtl="0" algn="l">
              <a:lnSpc>
                <a:spcPct val="105000"/>
              </a:lnSpc>
              <a:spcBef>
                <a:spcPts val="0"/>
              </a:spcBef>
              <a:spcAft>
                <a:spcPts val="0"/>
              </a:spcAft>
              <a:buSzPts val="1800"/>
              <a:buChar char="●"/>
            </a:pPr>
            <a:r>
              <a:rPr lang="es" sz="1800"/>
              <a:t>No ocupa un algoritmo per se, si no un motor de reconciliación: </a:t>
            </a:r>
            <a:r>
              <a:rPr b="1" lang="es" sz="1800"/>
              <a:t>Fiber Reconciler</a:t>
            </a:r>
            <a:endParaRPr b="1" sz="1800"/>
          </a:p>
          <a:p>
            <a:pPr indent="0" lvl="0" marL="457200" rtl="0" algn="l">
              <a:lnSpc>
                <a:spcPct val="105000"/>
              </a:lnSpc>
              <a:spcBef>
                <a:spcPts val="0"/>
              </a:spcBef>
              <a:spcAft>
                <a:spcPts val="0"/>
              </a:spcAft>
              <a:buNone/>
            </a:pPr>
            <a:r>
              <a:t/>
            </a:r>
            <a:endParaRPr b="1" sz="1800"/>
          </a:p>
          <a:p>
            <a:pPr indent="-342900" lvl="0" marL="457200" rtl="0" algn="l">
              <a:lnSpc>
                <a:spcPct val="105000"/>
              </a:lnSpc>
              <a:spcBef>
                <a:spcPts val="0"/>
              </a:spcBef>
              <a:spcAft>
                <a:spcPts val="0"/>
              </a:spcAft>
              <a:buSzPts val="1800"/>
              <a:buChar char="●"/>
            </a:pPr>
            <a:r>
              <a:rPr lang="es" sz="1800"/>
              <a:t>Durante la reconciliación, React necesita identificar qué partes del DOM han cambiado para actualizar solamente esas partes. </a:t>
            </a:r>
            <a:endParaRPr sz="1800"/>
          </a:p>
          <a:p>
            <a:pPr indent="0" lvl="0" marL="457200" rtl="0" algn="l">
              <a:lnSpc>
                <a:spcPct val="105000"/>
              </a:lnSpc>
              <a:spcBef>
                <a:spcPts val="0"/>
              </a:spcBef>
              <a:spcAft>
                <a:spcPts val="0"/>
              </a:spcAft>
              <a:buNone/>
            </a:pPr>
            <a:r>
              <a:t/>
            </a:r>
            <a:endParaRPr sz="1800"/>
          </a:p>
          <a:p>
            <a:pPr indent="-342900" lvl="0" marL="457200" rtl="0" algn="l">
              <a:lnSpc>
                <a:spcPct val="105000"/>
              </a:lnSpc>
              <a:spcBef>
                <a:spcPts val="0"/>
              </a:spcBef>
              <a:spcAft>
                <a:spcPts val="0"/>
              </a:spcAft>
              <a:buSzPts val="1800"/>
              <a:buChar char="●"/>
            </a:pPr>
            <a:r>
              <a:rPr lang="es" sz="1800"/>
              <a:t>React realiza este proceso de forma recursiva y desciende por el árbol de componentes. Este proceso se parece más a DFS porque React trata de ir lo más profundo posible en la jerarquía de componentes antes de moverse a través de los hermanos de esos componentes. </a:t>
            </a:r>
            <a:endParaRPr sz="1800"/>
          </a:p>
          <a:p>
            <a:pPr indent="0" lvl="0" marL="0" rtl="0" algn="l">
              <a:lnSpc>
                <a:spcPct val="105000"/>
              </a:lnSpc>
              <a:spcBef>
                <a:spcPts val="0"/>
              </a:spcBef>
              <a:spcAft>
                <a:spcPts val="0"/>
              </a:spcAft>
              <a:buNone/>
            </a:pPr>
            <a:r>
              <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1" name="Shape 3541"/>
        <p:cNvGrpSpPr/>
        <p:nvPr/>
      </p:nvGrpSpPr>
      <p:grpSpPr>
        <a:xfrm>
          <a:off x="0" y="0"/>
          <a:ext cx="0" cy="0"/>
          <a:chOff x="0" y="0"/>
          <a:chExt cx="0" cy="0"/>
        </a:xfrm>
      </p:grpSpPr>
      <p:sp>
        <p:nvSpPr>
          <p:cNvPr id="3542" name="Google Shape;3542;p80"/>
          <p:cNvSpPr txBox="1"/>
          <p:nvPr>
            <p:ph type="title"/>
          </p:nvPr>
        </p:nvSpPr>
        <p:spPr>
          <a:xfrm>
            <a:off x="418300" y="1224950"/>
            <a:ext cx="8406600" cy="1655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s"/>
              <a:t>No hay un estándar para la organización de un proyecto React (frontend)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6" name="Shape 3546"/>
        <p:cNvGrpSpPr/>
        <p:nvPr/>
      </p:nvGrpSpPr>
      <p:grpSpPr>
        <a:xfrm>
          <a:off x="0" y="0"/>
          <a:ext cx="0" cy="0"/>
          <a:chOff x="0" y="0"/>
          <a:chExt cx="0" cy="0"/>
        </a:xfrm>
      </p:grpSpPr>
      <p:sp>
        <p:nvSpPr>
          <p:cNvPr id="3547" name="Google Shape;3547;p81"/>
          <p:cNvSpPr txBox="1"/>
          <p:nvPr>
            <p:ph type="title"/>
          </p:nvPr>
        </p:nvSpPr>
        <p:spPr>
          <a:xfrm>
            <a:off x="369000" y="365700"/>
            <a:ext cx="84060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Organización del proyecto</a:t>
            </a:r>
            <a:endParaRPr/>
          </a:p>
        </p:txBody>
      </p:sp>
      <p:pic>
        <p:nvPicPr>
          <p:cNvPr id="3548" name="Google Shape;3548;p81"/>
          <p:cNvPicPr preferRelativeResize="0"/>
          <p:nvPr/>
        </p:nvPicPr>
        <p:blipFill>
          <a:blip r:embed="rId3">
            <a:alphaModFix/>
          </a:blip>
          <a:stretch>
            <a:fillRect/>
          </a:stretch>
        </p:blipFill>
        <p:spPr>
          <a:xfrm>
            <a:off x="671100" y="836250"/>
            <a:ext cx="7903477" cy="4253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2" name="Shape 3552"/>
        <p:cNvGrpSpPr/>
        <p:nvPr/>
      </p:nvGrpSpPr>
      <p:grpSpPr>
        <a:xfrm>
          <a:off x="0" y="0"/>
          <a:ext cx="0" cy="0"/>
          <a:chOff x="0" y="0"/>
          <a:chExt cx="0" cy="0"/>
        </a:xfrm>
      </p:grpSpPr>
      <p:sp>
        <p:nvSpPr>
          <p:cNvPr id="3553" name="Google Shape;3553;p82"/>
          <p:cNvSpPr txBox="1"/>
          <p:nvPr>
            <p:ph type="title"/>
          </p:nvPr>
        </p:nvSpPr>
        <p:spPr>
          <a:xfrm>
            <a:off x="369000" y="365700"/>
            <a:ext cx="84060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Organización del proyecto</a:t>
            </a:r>
            <a:endParaRPr/>
          </a:p>
        </p:txBody>
      </p:sp>
      <p:pic>
        <p:nvPicPr>
          <p:cNvPr id="3554" name="Google Shape;3554;p82"/>
          <p:cNvPicPr preferRelativeResize="0"/>
          <p:nvPr/>
        </p:nvPicPr>
        <p:blipFill>
          <a:blip r:embed="rId3">
            <a:alphaModFix/>
          </a:blip>
          <a:stretch>
            <a:fillRect/>
          </a:stretch>
        </p:blipFill>
        <p:spPr>
          <a:xfrm>
            <a:off x="191688" y="878075"/>
            <a:ext cx="8698114" cy="39003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8" name="Shape 3558"/>
        <p:cNvGrpSpPr/>
        <p:nvPr/>
      </p:nvGrpSpPr>
      <p:grpSpPr>
        <a:xfrm>
          <a:off x="0" y="0"/>
          <a:ext cx="0" cy="0"/>
          <a:chOff x="0" y="0"/>
          <a:chExt cx="0" cy="0"/>
        </a:xfrm>
      </p:grpSpPr>
      <p:sp>
        <p:nvSpPr>
          <p:cNvPr id="3559" name="Google Shape;3559;p83"/>
          <p:cNvSpPr txBox="1"/>
          <p:nvPr>
            <p:ph type="title"/>
          </p:nvPr>
        </p:nvSpPr>
        <p:spPr>
          <a:xfrm>
            <a:off x="369000" y="365700"/>
            <a:ext cx="84060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Organización del proyecto</a:t>
            </a:r>
            <a:endParaRPr/>
          </a:p>
        </p:txBody>
      </p:sp>
      <p:pic>
        <p:nvPicPr>
          <p:cNvPr id="3560" name="Google Shape;3560;p83"/>
          <p:cNvPicPr preferRelativeResize="0"/>
          <p:nvPr/>
        </p:nvPicPr>
        <p:blipFill>
          <a:blip r:embed="rId3">
            <a:alphaModFix/>
          </a:blip>
          <a:stretch>
            <a:fillRect/>
          </a:stretch>
        </p:blipFill>
        <p:spPr>
          <a:xfrm>
            <a:off x="1364825" y="938400"/>
            <a:ext cx="7163676" cy="40800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4" name="Shape 3564"/>
        <p:cNvGrpSpPr/>
        <p:nvPr/>
      </p:nvGrpSpPr>
      <p:grpSpPr>
        <a:xfrm>
          <a:off x="0" y="0"/>
          <a:ext cx="0" cy="0"/>
          <a:chOff x="0" y="0"/>
          <a:chExt cx="0" cy="0"/>
        </a:xfrm>
      </p:grpSpPr>
      <p:sp>
        <p:nvSpPr>
          <p:cNvPr id="3565" name="Google Shape;3565;p84"/>
          <p:cNvSpPr txBox="1"/>
          <p:nvPr>
            <p:ph type="title"/>
          </p:nvPr>
        </p:nvSpPr>
        <p:spPr>
          <a:xfrm>
            <a:off x="369000" y="365700"/>
            <a:ext cx="84060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Organización del proyecto</a:t>
            </a:r>
            <a:endParaRPr/>
          </a:p>
        </p:txBody>
      </p:sp>
      <p:pic>
        <p:nvPicPr>
          <p:cNvPr id="3566" name="Google Shape;3566;p84"/>
          <p:cNvPicPr preferRelativeResize="0"/>
          <p:nvPr/>
        </p:nvPicPr>
        <p:blipFill>
          <a:blip r:embed="rId3">
            <a:alphaModFix/>
          </a:blip>
          <a:stretch>
            <a:fillRect/>
          </a:stretch>
        </p:blipFill>
        <p:spPr>
          <a:xfrm>
            <a:off x="1733550" y="888400"/>
            <a:ext cx="6048356" cy="41651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0" name="Shape 3570"/>
        <p:cNvGrpSpPr/>
        <p:nvPr/>
      </p:nvGrpSpPr>
      <p:grpSpPr>
        <a:xfrm>
          <a:off x="0" y="0"/>
          <a:ext cx="0" cy="0"/>
          <a:chOff x="0" y="0"/>
          <a:chExt cx="0" cy="0"/>
        </a:xfrm>
      </p:grpSpPr>
      <p:sp>
        <p:nvSpPr>
          <p:cNvPr id="3571" name="Google Shape;3571;p85"/>
          <p:cNvSpPr txBox="1"/>
          <p:nvPr>
            <p:ph type="title"/>
          </p:nvPr>
        </p:nvSpPr>
        <p:spPr>
          <a:xfrm>
            <a:off x="369000" y="365700"/>
            <a:ext cx="84060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Functional Programming Design</a:t>
            </a:r>
            <a:endParaRPr/>
          </a:p>
        </p:txBody>
      </p:sp>
      <p:sp>
        <p:nvSpPr>
          <p:cNvPr id="3572" name="Google Shape;3572;p85"/>
          <p:cNvSpPr/>
          <p:nvPr/>
        </p:nvSpPr>
        <p:spPr>
          <a:xfrm>
            <a:off x="474975" y="1306175"/>
            <a:ext cx="1412400" cy="2499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Inter"/>
                <a:ea typeface="Inter"/>
                <a:cs typeface="Inter"/>
                <a:sym typeface="Inter"/>
              </a:rPr>
              <a:t>View</a:t>
            </a:r>
            <a:br>
              <a:rPr lang="es">
                <a:latin typeface="Inter"/>
                <a:ea typeface="Inter"/>
                <a:cs typeface="Inter"/>
                <a:sym typeface="Inter"/>
              </a:rPr>
            </a:br>
            <a:br>
              <a:rPr lang="es">
                <a:latin typeface="Inter"/>
                <a:ea typeface="Inter"/>
                <a:cs typeface="Inter"/>
                <a:sym typeface="Inter"/>
              </a:rPr>
            </a:br>
            <a:r>
              <a:rPr lang="es">
                <a:latin typeface="Inter"/>
                <a:ea typeface="Inter"/>
                <a:cs typeface="Inter"/>
                <a:sym typeface="Inter"/>
              </a:rPr>
              <a:t>Render HTML/React components</a:t>
            </a:r>
            <a:endParaRPr>
              <a:latin typeface="Inter"/>
              <a:ea typeface="Inter"/>
              <a:cs typeface="Inter"/>
              <a:sym typeface="Inter"/>
            </a:endParaRPr>
          </a:p>
        </p:txBody>
      </p:sp>
      <p:sp>
        <p:nvSpPr>
          <p:cNvPr id="3573" name="Google Shape;3573;p85"/>
          <p:cNvSpPr/>
          <p:nvPr/>
        </p:nvSpPr>
        <p:spPr>
          <a:xfrm>
            <a:off x="2171050" y="1306175"/>
            <a:ext cx="1412400" cy="2499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Inter"/>
                <a:ea typeface="Inter"/>
                <a:cs typeface="Inter"/>
                <a:sym typeface="Inter"/>
              </a:rPr>
              <a:t>useCase</a:t>
            </a:r>
            <a:br>
              <a:rPr lang="es">
                <a:latin typeface="Inter"/>
                <a:ea typeface="Inter"/>
                <a:cs typeface="Inter"/>
                <a:sym typeface="Inter"/>
              </a:rPr>
            </a:br>
            <a:br>
              <a:rPr lang="es">
                <a:latin typeface="Inter"/>
                <a:ea typeface="Inter"/>
                <a:cs typeface="Inter"/>
                <a:sym typeface="Inter"/>
              </a:rPr>
            </a:br>
            <a:r>
              <a:rPr lang="es">
                <a:latin typeface="Inter"/>
                <a:ea typeface="Inter"/>
                <a:cs typeface="Inter"/>
                <a:sym typeface="Inter"/>
              </a:rPr>
              <a:t>Orchestrates user journey</a:t>
            </a:r>
            <a:endParaRPr>
              <a:latin typeface="Inter"/>
              <a:ea typeface="Inter"/>
              <a:cs typeface="Inter"/>
              <a:sym typeface="Inter"/>
            </a:endParaRPr>
          </a:p>
        </p:txBody>
      </p:sp>
      <p:sp>
        <p:nvSpPr>
          <p:cNvPr id="3574" name="Google Shape;3574;p85"/>
          <p:cNvSpPr/>
          <p:nvPr/>
        </p:nvSpPr>
        <p:spPr>
          <a:xfrm>
            <a:off x="3867125" y="1306175"/>
            <a:ext cx="1412400" cy="2499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Inter"/>
                <a:ea typeface="Inter"/>
                <a:cs typeface="Inter"/>
                <a:sym typeface="Inter"/>
              </a:rPr>
              <a:t>Repository</a:t>
            </a:r>
            <a:br>
              <a:rPr lang="es">
                <a:latin typeface="Inter"/>
                <a:ea typeface="Inter"/>
                <a:cs typeface="Inter"/>
                <a:sym typeface="Inter"/>
              </a:rPr>
            </a:br>
            <a:br>
              <a:rPr lang="es">
                <a:latin typeface="Inter"/>
                <a:ea typeface="Inter"/>
                <a:cs typeface="Inter"/>
                <a:sym typeface="Inter"/>
              </a:rPr>
            </a:br>
            <a:r>
              <a:rPr lang="es">
                <a:latin typeface="Inter"/>
                <a:ea typeface="Inter"/>
                <a:cs typeface="Inter"/>
                <a:sym typeface="Inter"/>
              </a:rPr>
              <a:t>Interacts with the application state</a:t>
            </a:r>
            <a:endParaRPr>
              <a:latin typeface="Inter"/>
              <a:ea typeface="Inter"/>
              <a:cs typeface="Inter"/>
              <a:sym typeface="Inter"/>
            </a:endParaRPr>
          </a:p>
        </p:txBody>
      </p:sp>
      <p:sp>
        <p:nvSpPr>
          <p:cNvPr id="3575" name="Google Shape;3575;p85"/>
          <p:cNvSpPr/>
          <p:nvPr/>
        </p:nvSpPr>
        <p:spPr>
          <a:xfrm>
            <a:off x="5638200" y="1306175"/>
            <a:ext cx="1412400" cy="2499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Inter"/>
                <a:ea typeface="Inter"/>
                <a:cs typeface="Inter"/>
                <a:sym typeface="Inter"/>
              </a:rPr>
              <a:t>Adapter</a:t>
            </a:r>
            <a:br>
              <a:rPr lang="es">
                <a:latin typeface="Inter"/>
                <a:ea typeface="Inter"/>
                <a:cs typeface="Inter"/>
                <a:sym typeface="Inter"/>
              </a:rPr>
            </a:br>
            <a:br>
              <a:rPr lang="es">
                <a:latin typeface="Inter"/>
                <a:ea typeface="Inter"/>
                <a:cs typeface="Inter"/>
                <a:sym typeface="Inter"/>
              </a:rPr>
            </a:br>
            <a:r>
              <a:rPr lang="es">
                <a:latin typeface="Inter"/>
                <a:ea typeface="Inter"/>
                <a:cs typeface="Inter"/>
                <a:sym typeface="Inter"/>
              </a:rPr>
              <a:t>Interacts with the network</a:t>
            </a:r>
            <a:endParaRPr>
              <a:latin typeface="Inter"/>
              <a:ea typeface="Inter"/>
              <a:cs typeface="Inter"/>
              <a:sym typeface="Inter"/>
            </a:endParaRPr>
          </a:p>
        </p:txBody>
      </p:sp>
      <p:sp>
        <p:nvSpPr>
          <p:cNvPr id="3576" name="Google Shape;3576;p85"/>
          <p:cNvSpPr/>
          <p:nvPr/>
        </p:nvSpPr>
        <p:spPr>
          <a:xfrm>
            <a:off x="7362600" y="1321800"/>
            <a:ext cx="1412400" cy="2499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Inter"/>
                <a:ea typeface="Inter"/>
                <a:cs typeface="Inter"/>
                <a:sym typeface="Inter"/>
              </a:rPr>
              <a:t>Service</a:t>
            </a:r>
            <a:br>
              <a:rPr lang="es">
                <a:latin typeface="Inter"/>
                <a:ea typeface="Inter"/>
                <a:cs typeface="Inter"/>
                <a:sym typeface="Inter"/>
              </a:rPr>
            </a:br>
            <a:br>
              <a:rPr lang="es">
                <a:latin typeface="Inter"/>
                <a:ea typeface="Inter"/>
                <a:cs typeface="Inter"/>
                <a:sym typeface="Inter"/>
              </a:rPr>
            </a:br>
            <a:r>
              <a:rPr lang="es">
                <a:latin typeface="Inter"/>
                <a:ea typeface="Inter"/>
                <a:cs typeface="Inter"/>
                <a:sym typeface="Inter"/>
              </a:rPr>
              <a:t>Handles business logic</a:t>
            </a:r>
            <a:endParaRPr>
              <a:latin typeface="Inter"/>
              <a:ea typeface="Inter"/>
              <a:cs typeface="Inter"/>
              <a:sym typeface="Inter"/>
            </a:endParaRPr>
          </a:p>
        </p:txBody>
      </p:sp>
      <p:sp>
        <p:nvSpPr>
          <p:cNvPr id="3577" name="Google Shape;3577;p85"/>
          <p:cNvSpPr/>
          <p:nvPr/>
        </p:nvSpPr>
        <p:spPr>
          <a:xfrm>
            <a:off x="433625" y="3906050"/>
            <a:ext cx="1412400" cy="49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Inter"/>
                <a:ea typeface="Inter"/>
                <a:cs typeface="Inter"/>
                <a:sym typeface="Inter"/>
              </a:rPr>
              <a:t>Component</a:t>
            </a:r>
            <a:endParaRPr>
              <a:latin typeface="Inter"/>
              <a:ea typeface="Inter"/>
              <a:cs typeface="Inter"/>
              <a:sym typeface="Inter"/>
            </a:endParaRPr>
          </a:p>
        </p:txBody>
      </p:sp>
      <p:sp>
        <p:nvSpPr>
          <p:cNvPr id="3578" name="Google Shape;3578;p85"/>
          <p:cNvSpPr/>
          <p:nvPr/>
        </p:nvSpPr>
        <p:spPr>
          <a:xfrm>
            <a:off x="2171050" y="3906050"/>
            <a:ext cx="1412400" cy="49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Inter"/>
                <a:ea typeface="Inter"/>
                <a:cs typeface="Inter"/>
                <a:sym typeface="Inter"/>
              </a:rPr>
              <a:t>Custom Hook</a:t>
            </a:r>
            <a:endParaRPr>
              <a:latin typeface="Inter"/>
              <a:ea typeface="Inter"/>
              <a:cs typeface="Inter"/>
              <a:sym typeface="Inter"/>
            </a:endParaRPr>
          </a:p>
        </p:txBody>
      </p:sp>
      <p:sp>
        <p:nvSpPr>
          <p:cNvPr id="3579" name="Google Shape;3579;p85"/>
          <p:cNvSpPr/>
          <p:nvPr/>
        </p:nvSpPr>
        <p:spPr>
          <a:xfrm>
            <a:off x="3908475" y="3906050"/>
            <a:ext cx="1412400" cy="49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Inter"/>
                <a:ea typeface="Inter"/>
                <a:cs typeface="Inter"/>
                <a:sym typeface="Inter"/>
              </a:rPr>
              <a:t>Custom Hook</a:t>
            </a:r>
            <a:endParaRPr>
              <a:latin typeface="Inter"/>
              <a:ea typeface="Inter"/>
              <a:cs typeface="Inter"/>
              <a:sym typeface="Inter"/>
            </a:endParaRPr>
          </a:p>
        </p:txBody>
      </p:sp>
      <p:sp>
        <p:nvSpPr>
          <p:cNvPr id="3580" name="Google Shape;3580;p85"/>
          <p:cNvSpPr/>
          <p:nvPr/>
        </p:nvSpPr>
        <p:spPr>
          <a:xfrm>
            <a:off x="5645900" y="3906050"/>
            <a:ext cx="1412400" cy="49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Inter"/>
                <a:ea typeface="Inter"/>
                <a:cs typeface="Inter"/>
                <a:sym typeface="Inter"/>
              </a:rPr>
              <a:t>Pure Function</a:t>
            </a:r>
            <a:endParaRPr>
              <a:latin typeface="Inter"/>
              <a:ea typeface="Inter"/>
              <a:cs typeface="Inter"/>
              <a:sym typeface="Inter"/>
            </a:endParaRPr>
          </a:p>
        </p:txBody>
      </p:sp>
      <p:sp>
        <p:nvSpPr>
          <p:cNvPr id="3581" name="Google Shape;3581;p85"/>
          <p:cNvSpPr/>
          <p:nvPr/>
        </p:nvSpPr>
        <p:spPr>
          <a:xfrm>
            <a:off x="7383325" y="3906050"/>
            <a:ext cx="1412400" cy="49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Inter"/>
                <a:ea typeface="Inter"/>
                <a:cs typeface="Inter"/>
                <a:sym typeface="Inter"/>
              </a:rPr>
              <a:t>Pure Functions</a:t>
            </a:r>
            <a:endParaRPr>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5" name="Shape 3585"/>
        <p:cNvGrpSpPr/>
        <p:nvPr/>
      </p:nvGrpSpPr>
      <p:grpSpPr>
        <a:xfrm>
          <a:off x="0" y="0"/>
          <a:ext cx="0" cy="0"/>
          <a:chOff x="0" y="0"/>
          <a:chExt cx="0" cy="0"/>
        </a:xfrm>
      </p:grpSpPr>
      <p:sp>
        <p:nvSpPr>
          <p:cNvPr id="3586" name="Google Shape;3586;p86"/>
          <p:cNvSpPr txBox="1"/>
          <p:nvPr>
            <p:ph type="title"/>
          </p:nvPr>
        </p:nvSpPr>
        <p:spPr>
          <a:xfrm>
            <a:off x="369000" y="365700"/>
            <a:ext cx="84060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useEffect</a:t>
            </a:r>
            <a:endParaRPr/>
          </a:p>
        </p:txBody>
      </p:sp>
      <p:sp>
        <p:nvSpPr>
          <p:cNvPr id="3587" name="Google Shape;3587;p86"/>
          <p:cNvSpPr/>
          <p:nvPr/>
        </p:nvSpPr>
        <p:spPr>
          <a:xfrm>
            <a:off x="3581100" y="181225"/>
            <a:ext cx="2937300" cy="687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2200">
                <a:latin typeface="Inter"/>
                <a:ea typeface="Inter"/>
                <a:cs typeface="Inter"/>
                <a:sym typeface="Inter"/>
              </a:rPr>
              <a:t>State Changes</a:t>
            </a:r>
            <a:endParaRPr b="1" sz="2200">
              <a:latin typeface="Inter"/>
              <a:ea typeface="Inter"/>
              <a:cs typeface="Inter"/>
              <a:sym typeface="Inter"/>
            </a:endParaRPr>
          </a:p>
        </p:txBody>
      </p:sp>
      <p:sp>
        <p:nvSpPr>
          <p:cNvPr id="3588" name="Google Shape;3588;p86"/>
          <p:cNvSpPr/>
          <p:nvPr/>
        </p:nvSpPr>
        <p:spPr>
          <a:xfrm>
            <a:off x="3581100" y="1194175"/>
            <a:ext cx="2937300" cy="791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2200">
                <a:latin typeface="Inter"/>
                <a:ea typeface="Inter"/>
                <a:cs typeface="Inter"/>
                <a:sym typeface="Inter"/>
              </a:rPr>
              <a:t>React re-renders component</a:t>
            </a:r>
            <a:endParaRPr b="1" sz="2200">
              <a:latin typeface="Inter"/>
              <a:ea typeface="Inter"/>
              <a:cs typeface="Inter"/>
              <a:sym typeface="Inter"/>
            </a:endParaRPr>
          </a:p>
        </p:txBody>
      </p:sp>
      <p:sp>
        <p:nvSpPr>
          <p:cNvPr id="3589" name="Google Shape;3589;p86"/>
          <p:cNvSpPr/>
          <p:nvPr/>
        </p:nvSpPr>
        <p:spPr>
          <a:xfrm>
            <a:off x="3581100" y="2241350"/>
            <a:ext cx="2937300" cy="791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2200">
                <a:latin typeface="Inter"/>
                <a:ea typeface="Inter"/>
                <a:cs typeface="Inter"/>
                <a:sym typeface="Inter"/>
              </a:rPr>
              <a:t>Dom is updated</a:t>
            </a:r>
            <a:endParaRPr b="1" sz="2200">
              <a:latin typeface="Inter"/>
              <a:ea typeface="Inter"/>
              <a:cs typeface="Inter"/>
              <a:sym typeface="Inter"/>
            </a:endParaRPr>
          </a:p>
        </p:txBody>
      </p:sp>
      <p:sp>
        <p:nvSpPr>
          <p:cNvPr id="3590" name="Google Shape;3590;p86"/>
          <p:cNvSpPr/>
          <p:nvPr/>
        </p:nvSpPr>
        <p:spPr>
          <a:xfrm>
            <a:off x="3581100" y="3253500"/>
            <a:ext cx="2937300" cy="791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2200">
                <a:latin typeface="Inter"/>
                <a:ea typeface="Inter"/>
                <a:cs typeface="Inter"/>
                <a:sym typeface="Inter"/>
              </a:rPr>
              <a:t>Browser repaints the screen</a:t>
            </a:r>
            <a:endParaRPr b="1" sz="2200">
              <a:latin typeface="Inter"/>
              <a:ea typeface="Inter"/>
              <a:cs typeface="Inter"/>
              <a:sym typeface="Inter"/>
            </a:endParaRPr>
          </a:p>
        </p:txBody>
      </p:sp>
      <p:sp>
        <p:nvSpPr>
          <p:cNvPr id="3591" name="Google Shape;3591;p86"/>
          <p:cNvSpPr/>
          <p:nvPr/>
        </p:nvSpPr>
        <p:spPr>
          <a:xfrm>
            <a:off x="3581100" y="4265650"/>
            <a:ext cx="2937300" cy="791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2200">
                <a:latin typeface="Inter"/>
                <a:ea typeface="Inter"/>
                <a:cs typeface="Inter"/>
                <a:sym typeface="Inter"/>
              </a:rPr>
              <a:t>useEffect runs</a:t>
            </a:r>
            <a:endParaRPr b="1" sz="2200">
              <a:latin typeface="Inter"/>
              <a:ea typeface="Inter"/>
              <a:cs typeface="Inter"/>
              <a:sym typeface="Inter"/>
            </a:endParaRPr>
          </a:p>
        </p:txBody>
      </p:sp>
      <p:sp>
        <p:nvSpPr>
          <p:cNvPr id="3592" name="Google Shape;3592;p86"/>
          <p:cNvSpPr/>
          <p:nvPr/>
        </p:nvSpPr>
        <p:spPr>
          <a:xfrm>
            <a:off x="4896600" y="906175"/>
            <a:ext cx="306300" cy="2880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93" name="Google Shape;3593;p86"/>
          <p:cNvSpPr/>
          <p:nvPr/>
        </p:nvSpPr>
        <p:spPr>
          <a:xfrm>
            <a:off x="4867750" y="1985575"/>
            <a:ext cx="306300" cy="2880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94" name="Google Shape;3594;p86"/>
          <p:cNvSpPr/>
          <p:nvPr/>
        </p:nvSpPr>
        <p:spPr>
          <a:xfrm>
            <a:off x="4867750" y="3032750"/>
            <a:ext cx="306300" cy="2880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95" name="Google Shape;3595;p86"/>
          <p:cNvSpPr/>
          <p:nvPr/>
        </p:nvSpPr>
        <p:spPr>
          <a:xfrm>
            <a:off x="4867750" y="4044900"/>
            <a:ext cx="306300" cy="2880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9" name="Shape 3599"/>
        <p:cNvGrpSpPr/>
        <p:nvPr/>
      </p:nvGrpSpPr>
      <p:grpSpPr>
        <a:xfrm>
          <a:off x="0" y="0"/>
          <a:ext cx="0" cy="0"/>
          <a:chOff x="0" y="0"/>
          <a:chExt cx="0" cy="0"/>
        </a:xfrm>
      </p:grpSpPr>
      <p:sp>
        <p:nvSpPr>
          <p:cNvPr id="3600" name="Google Shape;3600;p87"/>
          <p:cNvSpPr txBox="1"/>
          <p:nvPr>
            <p:ph type="title"/>
          </p:nvPr>
        </p:nvSpPr>
        <p:spPr>
          <a:xfrm>
            <a:off x="369000" y="365700"/>
            <a:ext cx="84060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useEffect</a:t>
            </a:r>
            <a:endParaRPr/>
          </a:p>
        </p:txBody>
      </p:sp>
      <p:sp>
        <p:nvSpPr>
          <p:cNvPr id="3601" name="Google Shape;3601;p87"/>
          <p:cNvSpPr txBox="1"/>
          <p:nvPr/>
        </p:nvSpPr>
        <p:spPr>
          <a:xfrm>
            <a:off x="181525" y="1343675"/>
            <a:ext cx="3000000" cy="1623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 sz="1700">
                <a:solidFill>
                  <a:schemeClr val="dk1"/>
                </a:solidFill>
                <a:highlight>
                  <a:srgbClr val="FFFFFF"/>
                </a:highlight>
                <a:latin typeface="Consolas"/>
                <a:ea typeface="Consolas"/>
                <a:cs typeface="Consolas"/>
                <a:sym typeface="Consolas"/>
              </a:rPr>
              <a:t>useEffect(() </a:t>
            </a:r>
            <a:r>
              <a:rPr b="1" lang="es" sz="1700">
                <a:solidFill>
                  <a:srgbClr val="0000FF"/>
                </a:solidFill>
                <a:highlight>
                  <a:srgbClr val="FFFFFF"/>
                </a:highlight>
                <a:latin typeface="Consolas"/>
                <a:ea typeface="Consolas"/>
                <a:cs typeface="Consolas"/>
                <a:sym typeface="Consolas"/>
              </a:rPr>
              <a:t>=&gt;</a:t>
            </a:r>
            <a:r>
              <a:rPr b="1" lang="es" sz="1700">
                <a:solidFill>
                  <a:schemeClr val="dk1"/>
                </a:solidFill>
                <a:highlight>
                  <a:srgbClr val="FFFFFF"/>
                </a:highlight>
                <a:latin typeface="Consolas"/>
                <a:ea typeface="Consolas"/>
                <a:cs typeface="Consolas"/>
                <a:sym typeface="Consolas"/>
              </a:rPr>
              <a:t> {</a:t>
            </a:r>
            <a:endParaRPr b="1" sz="17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700">
                <a:solidFill>
                  <a:schemeClr val="dk1"/>
                </a:solidFill>
                <a:highlight>
                  <a:srgbClr val="FFFFFF"/>
                </a:highlight>
                <a:latin typeface="Consolas"/>
                <a:ea typeface="Consolas"/>
                <a:cs typeface="Consolas"/>
                <a:sym typeface="Consolas"/>
              </a:rPr>
              <a:t>   </a:t>
            </a:r>
            <a:r>
              <a:rPr b="1" lang="es" sz="1700">
                <a:solidFill>
                  <a:srgbClr val="008000"/>
                </a:solidFill>
                <a:highlight>
                  <a:srgbClr val="FFFFFF"/>
                </a:highlight>
                <a:latin typeface="Consolas"/>
                <a:ea typeface="Consolas"/>
                <a:cs typeface="Consolas"/>
                <a:sym typeface="Consolas"/>
              </a:rPr>
              <a:t>/*...*/</a:t>
            </a:r>
            <a:endParaRPr b="1" sz="17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700">
                <a:solidFill>
                  <a:schemeClr val="dk1"/>
                </a:solidFill>
                <a:highlight>
                  <a:srgbClr val="FFFFFF"/>
                </a:highlight>
                <a:latin typeface="Consolas"/>
                <a:ea typeface="Consolas"/>
                <a:cs typeface="Consolas"/>
                <a:sym typeface="Consolas"/>
              </a:rPr>
              <a:t> </a:t>
            </a:r>
            <a:endParaRPr b="1" sz="17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700">
                <a:solidFill>
                  <a:schemeClr val="dk1"/>
                </a:solidFill>
                <a:highlight>
                  <a:srgbClr val="FFFFFF"/>
                </a:highlight>
                <a:latin typeface="Consolas"/>
                <a:ea typeface="Consolas"/>
                <a:cs typeface="Consolas"/>
                <a:sym typeface="Consolas"/>
              </a:rPr>
              <a:t>})</a:t>
            </a:r>
            <a:endParaRPr b="1" sz="1700">
              <a:solidFill>
                <a:schemeClr val="dk1"/>
              </a:solidFill>
              <a:highlight>
                <a:srgbClr val="FFFFFF"/>
              </a:highlight>
              <a:latin typeface="Consolas"/>
              <a:ea typeface="Consolas"/>
              <a:cs typeface="Consolas"/>
              <a:sym typeface="Consolas"/>
            </a:endParaRPr>
          </a:p>
        </p:txBody>
      </p:sp>
      <p:sp>
        <p:nvSpPr>
          <p:cNvPr id="3602" name="Google Shape;3602;p87"/>
          <p:cNvSpPr txBox="1"/>
          <p:nvPr/>
        </p:nvSpPr>
        <p:spPr>
          <a:xfrm>
            <a:off x="106500" y="32436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t>Syncs with all data, runs after every render</a:t>
            </a:r>
            <a:endParaRPr b="1"/>
          </a:p>
        </p:txBody>
      </p:sp>
      <p:sp>
        <p:nvSpPr>
          <p:cNvPr id="3603" name="Google Shape;3603;p87"/>
          <p:cNvSpPr txBox="1"/>
          <p:nvPr/>
        </p:nvSpPr>
        <p:spPr>
          <a:xfrm>
            <a:off x="2990050" y="1312413"/>
            <a:ext cx="3000000" cy="1623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 sz="1700">
                <a:solidFill>
                  <a:schemeClr val="dk1"/>
                </a:solidFill>
                <a:highlight>
                  <a:srgbClr val="FFFFFF"/>
                </a:highlight>
                <a:latin typeface="Consolas"/>
                <a:ea typeface="Consolas"/>
                <a:cs typeface="Consolas"/>
                <a:sym typeface="Consolas"/>
              </a:rPr>
              <a:t>useEffect(() </a:t>
            </a:r>
            <a:r>
              <a:rPr b="1" lang="es" sz="1700">
                <a:solidFill>
                  <a:srgbClr val="0000FF"/>
                </a:solidFill>
                <a:highlight>
                  <a:srgbClr val="FFFFFF"/>
                </a:highlight>
                <a:latin typeface="Consolas"/>
                <a:ea typeface="Consolas"/>
                <a:cs typeface="Consolas"/>
                <a:sym typeface="Consolas"/>
              </a:rPr>
              <a:t>=&gt;</a:t>
            </a:r>
            <a:r>
              <a:rPr b="1" lang="es" sz="1700">
                <a:solidFill>
                  <a:schemeClr val="dk1"/>
                </a:solidFill>
                <a:highlight>
                  <a:srgbClr val="FFFFFF"/>
                </a:highlight>
                <a:latin typeface="Consolas"/>
                <a:ea typeface="Consolas"/>
                <a:cs typeface="Consolas"/>
                <a:sym typeface="Consolas"/>
              </a:rPr>
              <a:t> {</a:t>
            </a:r>
            <a:endParaRPr b="1" sz="17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700">
                <a:solidFill>
                  <a:schemeClr val="dk1"/>
                </a:solidFill>
                <a:highlight>
                  <a:srgbClr val="FFFFFF"/>
                </a:highlight>
                <a:latin typeface="Consolas"/>
                <a:ea typeface="Consolas"/>
                <a:cs typeface="Consolas"/>
                <a:sym typeface="Consolas"/>
              </a:rPr>
              <a:t>   </a:t>
            </a:r>
            <a:r>
              <a:rPr b="1" lang="es" sz="1700">
                <a:solidFill>
                  <a:srgbClr val="008000"/>
                </a:solidFill>
                <a:highlight>
                  <a:srgbClr val="FFFFFF"/>
                </a:highlight>
                <a:latin typeface="Consolas"/>
                <a:ea typeface="Consolas"/>
                <a:cs typeface="Consolas"/>
                <a:sym typeface="Consolas"/>
              </a:rPr>
              <a:t>/*...*/</a:t>
            </a:r>
            <a:endParaRPr b="1" sz="17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700">
                <a:solidFill>
                  <a:schemeClr val="dk1"/>
                </a:solidFill>
                <a:highlight>
                  <a:srgbClr val="FFFFFF"/>
                </a:highlight>
                <a:latin typeface="Consolas"/>
                <a:ea typeface="Consolas"/>
                <a:cs typeface="Consolas"/>
                <a:sym typeface="Consolas"/>
              </a:rPr>
              <a:t> </a:t>
            </a:r>
            <a:endParaRPr b="1" sz="17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700">
                <a:solidFill>
                  <a:schemeClr val="dk1"/>
                </a:solidFill>
                <a:highlight>
                  <a:srgbClr val="FFFFFF"/>
                </a:highlight>
                <a:latin typeface="Consolas"/>
                <a:ea typeface="Consolas"/>
                <a:cs typeface="Consolas"/>
                <a:sym typeface="Consolas"/>
              </a:rPr>
              <a:t>}, [state, props])</a:t>
            </a:r>
            <a:endParaRPr b="1" sz="2600">
              <a:solidFill>
                <a:schemeClr val="dk1"/>
              </a:solidFill>
              <a:highlight>
                <a:srgbClr val="FFFFFF"/>
              </a:highlight>
              <a:latin typeface="Consolas"/>
              <a:ea typeface="Consolas"/>
              <a:cs typeface="Consolas"/>
              <a:sym typeface="Consolas"/>
            </a:endParaRPr>
          </a:p>
        </p:txBody>
      </p:sp>
      <p:sp>
        <p:nvSpPr>
          <p:cNvPr id="3604" name="Google Shape;3604;p87"/>
          <p:cNvSpPr txBox="1"/>
          <p:nvPr/>
        </p:nvSpPr>
        <p:spPr>
          <a:xfrm>
            <a:off x="5990050" y="1312425"/>
            <a:ext cx="3000000" cy="203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 sz="1700">
                <a:solidFill>
                  <a:schemeClr val="dk1"/>
                </a:solidFill>
                <a:highlight>
                  <a:srgbClr val="FFFFFF"/>
                </a:highlight>
                <a:latin typeface="Consolas"/>
                <a:ea typeface="Consolas"/>
                <a:cs typeface="Consolas"/>
                <a:sym typeface="Consolas"/>
              </a:rPr>
              <a:t>useEffect(() </a:t>
            </a:r>
            <a:r>
              <a:rPr b="1" lang="es" sz="1700">
                <a:solidFill>
                  <a:srgbClr val="0000FF"/>
                </a:solidFill>
                <a:highlight>
                  <a:srgbClr val="FFFFFF"/>
                </a:highlight>
                <a:latin typeface="Consolas"/>
                <a:ea typeface="Consolas"/>
                <a:cs typeface="Consolas"/>
                <a:sym typeface="Consolas"/>
              </a:rPr>
              <a:t>=&gt;</a:t>
            </a:r>
            <a:r>
              <a:rPr b="1" lang="es" sz="1700">
                <a:solidFill>
                  <a:schemeClr val="dk1"/>
                </a:solidFill>
                <a:highlight>
                  <a:srgbClr val="FFFFFF"/>
                </a:highlight>
                <a:latin typeface="Consolas"/>
                <a:ea typeface="Consolas"/>
                <a:cs typeface="Consolas"/>
                <a:sym typeface="Consolas"/>
              </a:rPr>
              <a:t> {</a:t>
            </a:r>
            <a:endParaRPr b="1" sz="17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700">
                <a:solidFill>
                  <a:schemeClr val="dk1"/>
                </a:solidFill>
                <a:highlight>
                  <a:srgbClr val="FFFFFF"/>
                </a:highlight>
                <a:latin typeface="Consolas"/>
                <a:ea typeface="Consolas"/>
                <a:cs typeface="Consolas"/>
                <a:sym typeface="Consolas"/>
              </a:rPr>
              <a:t>   </a:t>
            </a:r>
            <a:r>
              <a:rPr b="1" lang="es" sz="1700">
                <a:solidFill>
                  <a:srgbClr val="008000"/>
                </a:solidFill>
                <a:highlight>
                  <a:srgbClr val="FFFFFF"/>
                </a:highlight>
                <a:latin typeface="Consolas"/>
                <a:ea typeface="Consolas"/>
                <a:cs typeface="Consolas"/>
                <a:sym typeface="Consolas"/>
              </a:rPr>
              <a:t>/*...*/</a:t>
            </a:r>
            <a:endParaRPr b="1" sz="17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700">
                <a:solidFill>
                  <a:schemeClr val="dk1"/>
                </a:solidFill>
                <a:highlight>
                  <a:srgbClr val="FFFFFF"/>
                </a:highlight>
                <a:latin typeface="Consolas"/>
                <a:ea typeface="Consolas"/>
                <a:cs typeface="Consolas"/>
                <a:sym typeface="Consolas"/>
              </a:rPr>
              <a:t> </a:t>
            </a:r>
            <a:endParaRPr b="1" sz="17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700">
                <a:solidFill>
                  <a:schemeClr val="dk1"/>
                </a:solidFill>
                <a:highlight>
                  <a:srgbClr val="FFFFFF"/>
                </a:highlight>
                <a:latin typeface="Consolas"/>
                <a:ea typeface="Consolas"/>
                <a:cs typeface="Consolas"/>
                <a:sym typeface="Consolas"/>
              </a:rPr>
              <a:t>}, [])</a:t>
            </a:r>
            <a:endParaRPr b="1" sz="17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800">
              <a:solidFill>
                <a:schemeClr val="dk1"/>
              </a:solidFill>
              <a:highlight>
                <a:srgbClr val="FFFFFF"/>
              </a:highlight>
              <a:latin typeface="Consolas"/>
              <a:ea typeface="Consolas"/>
              <a:cs typeface="Consolas"/>
              <a:sym typeface="Consolas"/>
            </a:endParaRPr>
          </a:p>
        </p:txBody>
      </p:sp>
      <p:sp>
        <p:nvSpPr>
          <p:cNvPr id="3605" name="Google Shape;3605;p87"/>
          <p:cNvSpPr txBox="1"/>
          <p:nvPr/>
        </p:nvSpPr>
        <p:spPr>
          <a:xfrm>
            <a:off x="3037750" y="32186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solidFill>
                  <a:schemeClr val="dk1"/>
                </a:solidFill>
              </a:rPr>
              <a:t>Syncs with state &amp; props, runs after any of these changes</a:t>
            </a:r>
            <a:endParaRPr/>
          </a:p>
        </p:txBody>
      </p:sp>
      <p:sp>
        <p:nvSpPr>
          <p:cNvPr id="3606" name="Google Shape;3606;p87"/>
          <p:cNvSpPr txBox="1"/>
          <p:nvPr/>
        </p:nvSpPr>
        <p:spPr>
          <a:xfrm>
            <a:off x="6037750" y="32186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solidFill>
                  <a:schemeClr val="dk1"/>
                </a:solidFill>
              </a:rPr>
              <a:t>Syncs with no data, runs only once after first render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0" name="Shape 3610"/>
        <p:cNvGrpSpPr/>
        <p:nvPr/>
      </p:nvGrpSpPr>
      <p:grpSpPr>
        <a:xfrm>
          <a:off x="0" y="0"/>
          <a:ext cx="0" cy="0"/>
          <a:chOff x="0" y="0"/>
          <a:chExt cx="0" cy="0"/>
        </a:xfrm>
      </p:grpSpPr>
      <p:sp>
        <p:nvSpPr>
          <p:cNvPr id="3611" name="Google Shape;3611;p88"/>
          <p:cNvSpPr txBox="1"/>
          <p:nvPr>
            <p:ph type="title"/>
          </p:nvPr>
        </p:nvSpPr>
        <p:spPr>
          <a:xfrm>
            <a:off x="369000" y="365700"/>
            <a:ext cx="84060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Common React Mistakes</a:t>
            </a:r>
            <a:endParaRPr/>
          </a:p>
        </p:txBody>
      </p:sp>
      <p:sp>
        <p:nvSpPr>
          <p:cNvPr id="3612" name="Google Shape;3612;p88"/>
          <p:cNvSpPr txBox="1"/>
          <p:nvPr>
            <p:ph idx="1" type="body"/>
          </p:nvPr>
        </p:nvSpPr>
        <p:spPr>
          <a:xfrm>
            <a:off x="369000" y="1361400"/>
            <a:ext cx="8406000" cy="3416400"/>
          </a:xfrm>
          <a:prstGeom prst="rect">
            <a:avLst/>
          </a:prstGeom>
        </p:spPr>
        <p:txBody>
          <a:bodyPr anchorCtr="0" anchor="t" bIns="0" lIns="0" spcFirstLastPara="1" rIns="0" wrap="square" tIns="0">
            <a:normAutofit/>
          </a:bodyPr>
          <a:lstStyle/>
          <a:p>
            <a:pPr indent="-330200" lvl="0" marL="457200" rtl="0" algn="l">
              <a:spcBef>
                <a:spcPts val="0"/>
              </a:spcBef>
              <a:spcAft>
                <a:spcPts val="0"/>
              </a:spcAft>
              <a:buSzPts val="1600"/>
              <a:buChar char="●"/>
            </a:pPr>
            <a:r>
              <a:rPr lang="es"/>
              <a:t>If the left side is 0, then the whole expression gets that value (0).</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Instead do:</a:t>
            </a:r>
            <a:endParaRPr/>
          </a:p>
          <a:p>
            <a:pPr indent="0" lvl="0" marL="0" rtl="0" algn="l">
              <a:spcBef>
                <a:spcPts val="0"/>
              </a:spcBef>
              <a:spcAft>
                <a:spcPts val="0"/>
              </a:spcAft>
              <a:buClr>
                <a:schemeClr val="dk1"/>
              </a:buClr>
              <a:buSzPts val="1100"/>
              <a:buFont typeface="Arial"/>
              <a:buNone/>
            </a:pPr>
            <a:r>
              <a:rPr lang="es"/>
              <a:t> </a:t>
            </a:r>
            <a:r>
              <a:rPr b="1" lang="es"/>
              <a:t>users.length &gt; 0</a:t>
            </a:r>
            <a:endParaRPr b="1"/>
          </a:p>
          <a:p>
            <a:pPr indent="0" lvl="0" marL="0" rtl="0" algn="l">
              <a:spcBef>
                <a:spcPts val="0"/>
              </a:spcBef>
              <a:spcAft>
                <a:spcPts val="0"/>
              </a:spcAft>
              <a:buNone/>
            </a:pPr>
            <a:r>
              <a:t/>
            </a:r>
            <a:endParaRPr/>
          </a:p>
        </p:txBody>
      </p:sp>
      <p:sp>
        <p:nvSpPr>
          <p:cNvPr id="3613" name="Google Shape;3613;p88"/>
          <p:cNvSpPr txBox="1"/>
          <p:nvPr>
            <p:ph idx="2" type="subTitle"/>
          </p:nvPr>
        </p:nvSpPr>
        <p:spPr>
          <a:xfrm>
            <a:off x="374450" y="857600"/>
            <a:ext cx="8406000" cy="42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s"/>
              <a:t>When using conditional rendering, and using &amp;&amp;, don’t put numbers on the left side of &amp;&amp;.</a:t>
            </a:r>
            <a:endParaRPr b="1"/>
          </a:p>
        </p:txBody>
      </p:sp>
      <p:pic>
        <p:nvPicPr>
          <p:cNvPr id="3614" name="Google Shape;3614;p88"/>
          <p:cNvPicPr preferRelativeResize="0"/>
          <p:nvPr/>
        </p:nvPicPr>
        <p:blipFill>
          <a:blip r:embed="rId3">
            <a:alphaModFix/>
          </a:blip>
          <a:stretch>
            <a:fillRect/>
          </a:stretch>
        </p:blipFill>
        <p:spPr>
          <a:xfrm>
            <a:off x="1971727" y="2478000"/>
            <a:ext cx="6990748" cy="2300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8" name="Shape 3618"/>
        <p:cNvGrpSpPr/>
        <p:nvPr/>
      </p:nvGrpSpPr>
      <p:grpSpPr>
        <a:xfrm>
          <a:off x="0" y="0"/>
          <a:ext cx="0" cy="0"/>
          <a:chOff x="0" y="0"/>
          <a:chExt cx="0" cy="0"/>
        </a:xfrm>
      </p:grpSpPr>
      <p:sp>
        <p:nvSpPr>
          <p:cNvPr id="3619" name="Google Shape;3619;p89"/>
          <p:cNvSpPr txBox="1"/>
          <p:nvPr>
            <p:ph type="title"/>
          </p:nvPr>
        </p:nvSpPr>
        <p:spPr>
          <a:xfrm>
            <a:off x="369000" y="365700"/>
            <a:ext cx="84060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useId</a:t>
            </a:r>
            <a:endParaRPr/>
          </a:p>
        </p:txBody>
      </p:sp>
      <p:sp>
        <p:nvSpPr>
          <p:cNvPr id="3620" name="Google Shape;3620;p89"/>
          <p:cNvSpPr txBox="1"/>
          <p:nvPr>
            <p:ph idx="1" type="body"/>
          </p:nvPr>
        </p:nvSpPr>
        <p:spPr>
          <a:xfrm>
            <a:off x="369000" y="1361400"/>
            <a:ext cx="8406000" cy="3416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a:p>
            <a:pPr indent="-330200" lvl="0" marL="457200" rtl="0" algn="l">
              <a:spcBef>
                <a:spcPts val="0"/>
              </a:spcBef>
              <a:spcAft>
                <a:spcPts val="0"/>
              </a:spcAft>
              <a:buSzPts val="1600"/>
              <a:buChar char="●"/>
            </a:pPr>
            <a:r>
              <a:rPr b="1" lang="es"/>
              <a:t>useId</a:t>
            </a:r>
            <a:r>
              <a:rPr lang="es"/>
              <a:t> should not be used to generate keys in a list. Keys should be generated from your data.</a:t>
            </a:r>
            <a:endParaRPr/>
          </a:p>
          <a:p>
            <a:pPr indent="0" lvl="0" marL="0" rtl="0" algn="l">
              <a:spcBef>
                <a:spcPts val="0"/>
              </a:spcBef>
              <a:spcAft>
                <a:spcPts val="0"/>
              </a:spcAft>
              <a:buNone/>
            </a:pPr>
            <a:r>
              <a:t/>
            </a:r>
            <a:endParaRPr/>
          </a:p>
          <a:p>
            <a:pPr indent="-330200" lvl="0" marL="457200" rtl="0" algn="l">
              <a:spcBef>
                <a:spcPts val="0"/>
              </a:spcBef>
              <a:spcAft>
                <a:spcPts val="0"/>
              </a:spcAft>
              <a:buSzPts val="1600"/>
              <a:buChar char="●"/>
            </a:pPr>
            <a:r>
              <a:rPr lang="es"/>
              <a:t>Each item in a list needs a </a:t>
            </a:r>
            <a:br>
              <a:rPr lang="es"/>
            </a:br>
            <a:r>
              <a:rPr lang="es"/>
              <a:t>different key</a:t>
            </a:r>
            <a:endParaRPr/>
          </a:p>
          <a:p>
            <a:pPr indent="0" lvl="0" marL="0" rtl="0" algn="l">
              <a:spcBef>
                <a:spcPts val="0"/>
              </a:spcBef>
              <a:spcAft>
                <a:spcPts val="0"/>
              </a:spcAft>
              <a:buNone/>
            </a:pPr>
            <a:r>
              <a:t/>
            </a:r>
            <a:endParaRPr/>
          </a:p>
        </p:txBody>
      </p:sp>
      <p:sp>
        <p:nvSpPr>
          <p:cNvPr id="3621" name="Google Shape;3621;p89"/>
          <p:cNvSpPr txBox="1"/>
          <p:nvPr>
            <p:ph idx="2" type="subTitle"/>
          </p:nvPr>
        </p:nvSpPr>
        <p:spPr>
          <a:xfrm>
            <a:off x="374450" y="857600"/>
            <a:ext cx="8406000" cy="42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s"/>
              <a:t>useId is a React Hook for generating unique IDs that can be passed to accessibility attributes.</a:t>
            </a:r>
            <a:endParaRPr b="1"/>
          </a:p>
        </p:txBody>
      </p:sp>
      <p:pic>
        <p:nvPicPr>
          <p:cNvPr id="3622" name="Google Shape;3622;p89"/>
          <p:cNvPicPr preferRelativeResize="0"/>
          <p:nvPr/>
        </p:nvPicPr>
        <p:blipFill>
          <a:blip r:embed="rId3">
            <a:alphaModFix/>
          </a:blip>
          <a:stretch>
            <a:fillRect/>
          </a:stretch>
        </p:blipFill>
        <p:spPr>
          <a:xfrm>
            <a:off x="3388400" y="2009100"/>
            <a:ext cx="5699350" cy="3088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6" name="Shape 3626"/>
        <p:cNvGrpSpPr/>
        <p:nvPr/>
      </p:nvGrpSpPr>
      <p:grpSpPr>
        <a:xfrm>
          <a:off x="0" y="0"/>
          <a:ext cx="0" cy="0"/>
          <a:chOff x="0" y="0"/>
          <a:chExt cx="0" cy="0"/>
        </a:xfrm>
      </p:grpSpPr>
      <p:sp>
        <p:nvSpPr>
          <p:cNvPr id="3627" name="Google Shape;3627;p90"/>
          <p:cNvSpPr/>
          <p:nvPr/>
        </p:nvSpPr>
        <p:spPr>
          <a:xfrm>
            <a:off x="1320025" y="1677575"/>
            <a:ext cx="2903400" cy="1718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Inter"/>
                <a:ea typeface="Inter"/>
                <a:cs typeface="Inter"/>
                <a:sym typeface="Inter"/>
              </a:rPr>
              <a:t>Frontend</a:t>
            </a:r>
            <a:endParaRPr>
              <a:latin typeface="Inter"/>
              <a:ea typeface="Inter"/>
              <a:cs typeface="Inter"/>
              <a:sym typeface="Inter"/>
            </a:endParaRPr>
          </a:p>
        </p:txBody>
      </p:sp>
      <p:sp>
        <p:nvSpPr>
          <p:cNvPr id="3628" name="Google Shape;3628;p90"/>
          <p:cNvSpPr txBox="1"/>
          <p:nvPr/>
        </p:nvSpPr>
        <p:spPr>
          <a:xfrm>
            <a:off x="5389650" y="1730800"/>
            <a:ext cx="3159900" cy="11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200">
                <a:solidFill>
                  <a:schemeClr val="dk1"/>
                </a:solidFill>
                <a:latin typeface="Inter"/>
                <a:ea typeface="Inter"/>
                <a:cs typeface="Inter"/>
                <a:sym typeface="Inter"/>
              </a:rPr>
              <a:t>Dado que el frontend es reactivo debemos verificar todas las interacciones del usuario con las vistas</a:t>
            </a:r>
            <a:endParaRPr b="1" sz="2200">
              <a:solidFill>
                <a:schemeClr val="dk1"/>
              </a:solidFill>
              <a:latin typeface="Inter"/>
              <a:ea typeface="Inter"/>
              <a:cs typeface="Inter"/>
              <a:sym typeface="Inter"/>
            </a:endParaRPr>
          </a:p>
        </p:txBody>
      </p:sp>
      <p:sp>
        <p:nvSpPr>
          <p:cNvPr id="3629" name="Google Shape;3629;p90"/>
          <p:cNvSpPr/>
          <p:nvPr/>
        </p:nvSpPr>
        <p:spPr>
          <a:xfrm>
            <a:off x="996100" y="1880800"/>
            <a:ext cx="762600" cy="368700"/>
          </a:xfrm>
          <a:prstGeom prst="leftRigh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0000"/>
              </a:highlight>
              <a:latin typeface="Inter"/>
              <a:ea typeface="Inter"/>
              <a:cs typeface="Inter"/>
              <a:sym typeface="Inter"/>
            </a:endParaRPr>
          </a:p>
        </p:txBody>
      </p:sp>
      <p:sp>
        <p:nvSpPr>
          <p:cNvPr id="3630" name="Google Shape;3630;p90"/>
          <p:cNvSpPr/>
          <p:nvPr/>
        </p:nvSpPr>
        <p:spPr>
          <a:xfrm>
            <a:off x="996100" y="2315300"/>
            <a:ext cx="762600" cy="368700"/>
          </a:xfrm>
          <a:prstGeom prst="leftRigh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0000"/>
              </a:highlight>
              <a:latin typeface="Inter"/>
              <a:ea typeface="Inter"/>
              <a:cs typeface="Inter"/>
              <a:sym typeface="Inter"/>
            </a:endParaRPr>
          </a:p>
        </p:txBody>
      </p:sp>
      <p:sp>
        <p:nvSpPr>
          <p:cNvPr id="3631" name="Google Shape;3631;p90"/>
          <p:cNvSpPr/>
          <p:nvPr/>
        </p:nvSpPr>
        <p:spPr>
          <a:xfrm>
            <a:off x="996100" y="2723950"/>
            <a:ext cx="762600" cy="368700"/>
          </a:xfrm>
          <a:prstGeom prst="leftRigh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0000"/>
              </a:highlight>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5" name="Shape 3635"/>
        <p:cNvGrpSpPr/>
        <p:nvPr/>
      </p:nvGrpSpPr>
      <p:grpSpPr>
        <a:xfrm>
          <a:off x="0" y="0"/>
          <a:ext cx="0" cy="0"/>
          <a:chOff x="0" y="0"/>
          <a:chExt cx="0" cy="0"/>
        </a:xfrm>
      </p:grpSpPr>
      <p:sp>
        <p:nvSpPr>
          <p:cNvPr id="3636" name="Google Shape;3636;p91"/>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React Testing Tools</a:t>
            </a:r>
            <a:endParaRPr/>
          </a:p>
        </p:txBody>
      </p:sp>
      <p:sp>
        <p:nvSpPr>
          <p:cNvPr id="3637" name="Google Shape;3637;p9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3638" name="Google Shape;3638;p91"/>
          <p:cNvPicPr preferRelativeResize="0"/>
          <p:nvPr/>
        </p:nvPicPr>
        <p:blipFill>
          <a:blip r:embed="rId3">
            <a:alphaModFix/>
          </a:blip>
          <a:stretch>
            <a:fillRect/>
          </a:stretch>
        </p:blipFill>
        <p:spPr>
          <a:xfrm>
            <a:off x="4366940" y="1936712"/>
            <a:ext cx="3535935" cy="695400"/>
          </a:xfrm>
          <a:prstGeom prst="rect">
            <a:avLst/>
          </a:prstGeom>
          <a:noFill/>
          <a:ln>
            <a:noFill/>
          </a:ln>
        </p:spPr>
      </p:pic>
      <p:sp>
        <p:nvSpPr>
          <p:cNvPr id="3639" name="Google Shape;3639;p91"/>
          <p:cNvSpPr txBox="1"/>
          <p:nvPr/>
        </p:nvSpPr>
        <p:spPr>
          <a:xfrm>
            <a:off x="4139275" y="2814950"/>
            <a:ext cx="4336500" cy="1024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s" sz="1350">
                <a:solidFill>
                  <a:srgbClr val="24292E"/>
                </a:solidFill>
                <a:highlight>
                  <a:srgbClr val="FFFFFF"/>
                </a:highlight>
              </a:rPr>
              <a:t>Component testing</a:t>
            </a:r>
            <a:endParaRPr sz="1350">
              <a:solidFill>
                <a:srgbClr val="24292E"/>
              </a:solidFill>
              <a:highlight>
                <a:srgbClr val="FFFFFF"/>
              </a:highlight>
            </a:endParaRPr>
          </a:p>
          <a:p>
            <a:pPr indent="-317500" lvl="0" marL="457200" rtl="0" algn="l">
              <a:spcBef>
                <a:spcPts val="0"/>
              </a:spcBef>
              <a:spcAft>
                <a:spcPts val="0"/>
              </a:spcAft>
              <a:buSzPts val="1400"/>
              <a:buChar char="●"/>
            </a:pPr>
            <a:r>
              <a:rPr lang="es" sz="1350">
                <a:solidFill>
                  <a:srgbClr val="24292E"/>
                </a:solidFill>
                <a:highlight>
                  <a:srgbClr val="FFFFFF"/>
                </a:highlight>
              </a:rPr>
              <a:t>Avoid including implementation details in tests</a:t>
            </a:r>
            <a:endParaRPr sz="1350">
              <a:solidFill>
                <a:srgbClr val="24292E"/>
              </a:solidFill>
              <a:highlight>
                <a:srgbClr val="FFFFFF"/>
              </a:highlight>
            </a:endParaRPr>
          </a:p>
          <a:p>
            <a:pPr indent="-317500" lvl="0" marL="457200" rtl="0" algn="l">
              <a:spcBef>
                <a:spcPts val="0"/>
              </a:spcBef>
              <a:spcAft>
                <a:spcPts val="0"/>
              </a:spcAft>
              <a:buSzPts val="1400"/>
              <a:buChar char="●"/>
            </a:pPr>
            <a:r>
              <a:rPr lang="es"/>
              <a:t>Simulate user behaviour</a:t>
            </a:r>
            <a:endParaRPr/>
          </a:p>
          <a:p>
            <a:pPr indent="-317500" lvl="0" marL="457200" rtl="0" algn="l">
              <a:spcBef>
                <a:spcPts val="0"/>
              </a:spcBef>
              <a:spcAft>
                <a:spcPts val="0"/>
              </a:spcAft>
              <a:buSzPts val="1400"/>
              <a:buChar char="●"/>
            </a:pPr>
            <a:r>
              <a:rPr lang="es">
                <a:solidFill>
                  <a:srgbClr val="000000"/>
                </a:solidFill>
              </a:rPr>
              <a:t>Used by FB</a:t>
            </a:r>
            <a:endParaRPr/>
          </a:p>
        </p:txBody>
      </p:sp>
      <p:pic>
        <p:nvPicPr>
          <p:cNvPr id="3640" name="Google Shape;3640;p91"/>
          <p:cNvPicPr preferRelativeResize="0"/>
          <p:nvPr/>
        </p:nvPicPr>
        <p:blipFill>
          <a:blip r:embed="rId4">
            <a:alphaModFix/>
          </a:blip>
          <a:stretch>
            <a:fillRect/>
          </a:stretch>
        </p:blipFill>
        <p:spPr>
          <a:xfrm>
            <a:off x="1061450" y="1167123"/>
            <a:ext cx="1386600" cy="1843176"/>
          </a:xfrm>
          <a:prstGeom prst="rect">
            <a:avLst/>
          </a:prstGeom>
          <a:noFill/>
          <a:ln>
            <a:noFill/>
          </a:ln>
        </p:spPr>
      </p:pic>
      <p:sp>
        <p:nvSpPr>
          <p:cNvPr id="3641" name="Google Shape;3641;p91"/>
          <p:cNvSpPr txBox="1"/>
          <p:nvPr/>
        </p:nvSpPr>
        <p:spPr>
          <a:xfrm>
            <a:off x="957575" y="2814950"/>
            <a:ext cx="2751000" cy="1024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s" sz="1350">
                <a:solidFill>
                  <a:srgbClr val="24292E"/>
                </a:solidFill>
                <a:highlight>
                  <a:srgbClr val="FFFFFF"/>
                </a:highlight>
              </a:rPr>
              <a:t>Unit testing</a:t>
            </a:r>
            <a:endParaRPr sz="1350">
              <a:solidFill>
                <a:srgbClr val="24292E"/>
              </a:solidFill>
              <a:highlight>
                <a:srgbClr val="FFFFFF"/>
              </a:highlight>
            </a:endParaRPr>
          </a:p>
          <a:p>
            <a:pPr indent="-317500" lvl="0" marL="457200" rtl="0" algn="l">
              <a:spcBef>
                <a:spcPts val="0"/>
              </a:spcBef>
              <a:spcAft>
                <a:spcPts val="0"/>
              </a:spcAft>
              <a:buSzPts val="1400"/>
              <a:buChar char="●"/>
            </a:pPr>
            <a:r>
              <a:rPr lang="es" sz="1350">
                <a:solidFill>
                  <a:srgbClr val="24292E"/>
                </a:solidFill>
                <a:highlight>
                  <a:srgbClr val="FFFFFF"/>
                </a:highlight>
              </a:rPr>
              <a:t>Snapshot testing</a:t>
            </a:r>
            <a:endParaRPr sz="1350">
              <a:solidFill>
                <a:srgbClr val="24292E"/>
              </a:solidFill>
              <a:highlight>
                <a:srgbClr val="FFFFFF"/>
              </a:highlight>
            </a:endParaRPr>
          </a:p>
          <a:p>
            <a:pPr indent="-317500" lvl="0" marL="457200" rtl="0" algn="l">
              <a:spcBef>
                <a:spcPts val="0"/>
              </a:spcBef>
              <a:spcAft>
                <a:spcPts val="0"/>
              </a:spcAft>
              <a:buSzPts val="1400"/>
              <a:buChar char="●"/>
            </a:pPr>
            <a:r>
              <a:rPr lang="es"/>
              <a:t>Integration testing</a:t>
            </a:r>
            <a:endParaRPr/>
          </a:p>
          <a:p>
            <a:pPr indent="-317500" lvl="0" marL="457200" rtl="0" algn="l">
              <a:spcBef>
                <a:spcPts val="0"/>
              </a:spcBef>
              <a:spcAft>
                <a:spcPts val="0"/>
              </a:spcAft>
              <a:buSzPts val="1400"/>
              <a:buChar char="●"/>
            </a:pPr>
            <a:r>
              <a:rPr lang="es"/>
              <a:t>Mocks, Stubs and Spies</a:t>
            </a:r>
            <a:endParaRPr/>
          </a:p>
          <a:p>
            <a:pPr indent="-317500" lvl="0" marL="457200" rtl="0" algn="l">
              <a:spcBef>
                <a:spcPts val="0"/>
              </a:spcBef>
              <a:spcAft>
                <a:spcPts val="0"/>
              </a:spcAft>
              <a:buSzPts val="1400"/>
              <a:buChar char="●"/>
            </a:pPr>
            <a:r>
              <a:rPr lang="es"/>
              <a:t>Used by FB</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645" name="Shape 3645"/>
        <p:cNvGrpSpPr/>
        <p:nvPr/>
      </p:nvGrpSpPr>
      <p:grpSpPr>
        <a:xfrm>
          <a:off x="0" y="0"/>
          <a:ext cx="0" cy="0"/>
          <a:chOff x="0" y="0"/>
          <a:chExt cx="0" cy="0"/>
        </a:xfrm>
      </p:grpSpPr>
      <p:sp>
        <p:nvSpPr>
          <p:cNvPr id="3646" name="Google Shape;3646;p9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3647" name="Google Shape;3647;p92"/>
          <p:cNvPicPr preferRelativeResize="0"/>
          <p:nvPr/>
        </p:nvPicPr>
        <p:blipFill>
          <a:blip r:embed="rId3">
            <a:alphaModFix/>
          </a:blip>
          <a:stretch>
            <a:fillRect/>
          </a:stretch>
        </p:blipFill>
        <p:spPr>
          <a:xfrm>
            <a:off x="2229200" y="0"/>
            <a:ext cx="5143501" cy="51435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1" name="Shape 3651"/>
        <p:cNvGrpSpPr/>
        <p:nvPr/>
      </p:nvGrpSpPr>
      <p:grpSpPr>
        <a:xfrm>
          <a:off x="0" y="0"/>
          <a:ext cx="0" cy="0"/>
          <a:chOff x="0" y="0"/>
          <a:chExt cx="0" cy="0"/>
        </a:xfrm>
      </p:grpSpPr>
      <p:sp>
        <p:nvSpPr>
          <p:cNvPr id="3652" name="Google Shape;3652;p93"/>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Testing on Frontend</a:t>
            </a:r>
            <a:endParaRPr/>
          </a:p>
        </p:txBody>
      </p:sp>
      <p:sp>
        <p:nvSpPr>
          <p:cNvPr id="3653" name="Google Shape;3653;p9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654" name="Google Shape;3654;p93"/>
          <p:cNvSpPr txBox="1"/>
          <p:nvPr/>
        </p:nvSpPr>
        <p:spPr>
          <a:xfrm>
            <a:off x="1888650" y="1102600"/>
            <a:ext cx="5925000" cy="3416400"/>
          </a:xfrm>
          <a:prstGeom prst="rect">
            <a:avLst/>
          </a:prstGeom>
          <a:noFill/>
          <a:ln>
            <a:noFill/>
          </a:ln>
        </p:spPr>
        <p:txBody>
          <a:bodyPr anchorCtr="0" anchor="ctr" bIns="0" lIns="0" spcFirstLastPara="1" rIns="0" wrap="square" tIns="0">
            <a:normAutofit/>
          </a:bodyPr>
          <a:lstStyle/>
          <a:p>
            <a:pPr indent="-234950" lvl="0" marL="228600" rtl="0" algn="l">
              <a:lnSpc>
                <a:spcPct val="115000"/>
              </a:lnSpc>
              <a:spcBef>
                <a:spcPts val="0"/>
              </a:spcBef>
              <a:spcAft>
                <a:spcPts val="0"/>
              </a:spcAft>
              <a:buClr>
                <a:srgbClr val="F2617A"/>
              </a:buClr>
              <a:buSzPts val="1900"/>
              <a:buFont typeface="Inter"/>
              <a:buChar char="●"/>
            </a:pPr>
            <a:r>
              <a:rPr lang="es" sz="1900">
                <a:solidFill>
                  <a:srgbClr val="1C1E21"/>
                </a:solidFill>
                <a:latin typeface="Inter"/>
                <a:ea typeface="Inter"/>
                <a:cs typeface="Inter"/>
                <a:sym typeface="Inter"/>
              </a:rPr>
              <a:t>You want your tests to avoid including implementation details of your components and rather </a:t>
            </a:r>
            <a:r>
              <a:rPr b="1" lang="es" sz="1900">
                <a:solidFill>
                  <a:srgbClr val="1C1E21"/>
                </a:solidFill>
                <a:latin typeface="Inter"/>
                <a:ea typeface="Inter"/>
                <a:cs typeface="Inter"/>
                <a:sym typeface="Inter"/>
              </a:rPr>
              <a:t>focus on making your tests give you the confidence for which they are intended</a:t>
            </a:r>
            <a:r>
              <a:rPr lang="es" sz="1900">
                <a:solidFill>
                  <a:srgbClr val="1C1E21"/>
                </a:solidFill>
                <a:latin typeface="Inter"/>
                <a:ea typeface="Inter"/>
                <a:cs typeface="Inter"/>
                <a:sym typeface="Inter"/>
              </a:rPr>
              <a:t>.</a:t>
            </a:r>
            <a:endParaRPr sz="1900">
              <a:solidFill>
                <a:schemeClr val="dk1"/>
              </a:solidFill>
              <a:latin typeface="Inter"/>
              <a:ea typeface="Inter"/>
              <a:cs typeface="Inter"/>
              <a:sym typeface="Inter"/>
            </a:endParaRPr>
          </a:p>
          <a:p>
            <a:pPr indent="-349250" lvl="1" marL="914400" rtl="0" algn="l">
              <a:lnSpc>
                <a:spcPct val="115000"/>
              </a:lnSpc>
              <a:spcBef>
                <a:spcPts val="900"/>
              </a:spcBef>
              <a:spcAft>
                <a:spcPts val="0"/>
              </a:spcAft>
              <a:buClr>
                <a:srgbClr val="F2617A"/>
              </a:buClr>
              <a:buSzPts val="1900"/>
              <a:buFont typeface="Inter"/>
              <a:buChar char="○"/>
            </a:pPr>
            <a:r>
              <a:rPr lang="es" sz="1900">
                <a:solidFill>
                  <a:schemeClr val="dk1"/>
                </a:solidFill>
                <a:latin typeface="Inter"/>
                <a:ea typeface="Inter"/>
                <a:cs typeface="Inter"/>
                <a:sym typeface="Inter"/>
              </a:rPr>
              <a:t>Referencia: </a:t>
            </a:r>
            <a:endParaRPr sz="1900">
              <a:solidFill>
                <a:schemeClr val="dk1"/>
              </a:solidFill>
              <a:latin typeface="Inter"/>
              <a:ea typeface="Inter"/>
              <a:cs typeface="Inter"/>
              <a:sym typeface="Inter"/>
            </a:endParaRPr>
          </a:p>
          <a:p>
            <a:pPr indent="-349250" lvl="2" marL="1371600" rtl="0" algn="l">
              <a:lnSpc>
                <a:spcPct val="115000"/>
              </a:lnSpc>
              <a:spcBef>
                <a:spcPts val="900"/>
              </a:spcBef>
              <a:spcAft>
                <a:spcPts val="0"/>
              </a:spcAft>
              <a:buClr>
                <a:srgbClr val="F2617A"/>
              </a:buClr>
              <a:buSzPts val="1900"/>
              <a:buFont typeface="Inter"/>
              <a:buChar char="■"/>
            </a:pPr>
            <a:r>
              <a:rPr lang="es" sz="1900">
                <a:solidFill>
                  <a:schemeClr val="dk1"/>
                </a:solidFill>
                <a:latin typeface="Inter"/>
                <a:ea typeface="Inter"/>
                <a:cs typeface="Inter"/>
                <a:sym typeface="Inter"/>
              </a:rPr>
              <a:t>React Testing Library documentation</a:t>
            </a:r>
            <a:endParaRPr sz="1900">
              <a:solidFill>
                <a:srgbClr val="000000"/>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8" name="Shape 3658"/>
        <p:cNvGrpSpPr/>
        <p:nvPr/>
      </p:nvGrpSpPr>
      <p:grpSpPr>
        <a:xfrm>
          <a:off x="0" y="0"/>
          <a:ext cx="0" cy="0"/>
          <a:chOff x="0" y="0"/>
          <a:chExt cx="0" cy="0"/>
        </a:xfrm>
      </p:grpSpPr>
      <p:sp>
        <p:nvSpPr>
          <p:cNvPr id="3659" name="Google Shape;3659;p94"/>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Frontend - DOM</a:t>
            </a:r>
            <a:endParaRPr/>
          </a:p>
          <a:p>
            <a:pPr indent="0" lvl="0" marL="0" rtl="0" algn="ctr">
              <a:lnSpc>
                <a:spcPct val="100000"/>
              </a:lnSpc>
              <a:spcBef>
                <a:spcPts val="0"/>
              </a:spcBef>
              <a:spcAft>
                <a:spcPts val="0"/>
              </a:spcAft>
              <a:buSzPts val="2800"/>
              <a:buNone/>
            </a:pPr>
            <a:r>
              <a:t/>
            </a:r>
            <a:endParaRPr/>
          </a:p>
        </p:txBody>
      </p:sp>
      <p:sp>
        <p:nvSpPr>
          <p:cNvPr id="3660" name="Google Shape;3660;p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3661" name="Google Shape;3661;p94"/>
          <p:cNvPicPr preferRelativeResize="0"/>
          <p:nvPr/>
        </p:nvPicPr>
        <p:blipFill>
          <a:blip r:embed="rId3">
            <a:alphaModFix/>
          </a:blip>
          <a:stretch>
            <a:fillRect/>
          </a:stretch>
        </p:blipFill>
        <p:spPr>
          <a:xfrm>
            <a:off x="1607750" y="1316350"/>
            <a:ext cx="5715000" cy="3581400"/>
          </a:xfrm>
          <a:prstGeom prst="rect">
            <a:avLst/>
          </a:prstGeom>
          <a:noFill/>
          <a:ln>
            <a:noFill/>
          </a:ln>
        </p:spPr>
      </p:pic>
      <p:sp>
        <p:nvSpPr>
          <p:cNvPr id="3662" name="Google Shape;3662;p94"/>
          <p:cNvSpPr/>
          <p:nvPr/>
        </p:nvSpPr>
        <p:spPr>
          <a:xfrm>
            <a:off x="3952150" y="2945950"/>
            <a:ext cx="2111700" cy="1372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94"/>
          <p:cNvSpPr txBox="1"/>
          <p:nvPr/>
        </p:nvSpPr>
        <p:spPr>
          <a:xfrm>
            <a:off x="5169600" y="938400"/>
            <a:ext cx="3228900" cy="11082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2000">
                <a:latin typeface="Inter"/>
                <a:ea typeface="Inter"/>
                <a:cs typeface="Inter"/>
                <a:sym typeface="Inter"/>
              </a:rPr>
              <a:t>Deberíamos verificar el estado de cada nodo por cada interacción</a:t>
            </a:r>
            <a:endParaRPr sz="2000">
              <a:latin typeface="Inter"/>
              <a:ea typeface="Inter"/>
              <a:cs typeface="Inter"/>
              <a:sym typeface="Inter"/>
            </a:endParaRPr>
          </a:p>
        </p:txBody>
      </p:sp>
      <p:sp>
        <p:nvSpPr>
          <p:cNvPr id="3664" name="Google Shape;3664;p94"/>
          <p:cNvSpPr txBox="1"/>
          <p:nvPr/>
        </p:nvSpPr>
        <p:spPr>
          <a:xfrm>
            <a:off x="507150" y="1555800"/>
            <a:ext cx="3228900" cy="17238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55600" lvl="0" marL="457200" rtl="0" algn="l">
              <a:spcBef>
                <a:spcPts val="0"/>
              </a:spcBef>
              <a:spcAft>
                <a:spcPts val="0"/>
              </a:spcAft>
              <a:buSzPts val="2000"/>
              <a:buFont typeface="Inter"/>
              <a:buChar char="-"/>
            </a:pPr>
            <a:r>
              <a:rPr lang="es" sz="2000">
                <a:latin typeface="Inter"/>
                <a:ea typeface="Inter"/>
                <a:cs typeface="Inter"/>
                <a:sym typeface="Inter"/>
              </a:rPr>
              <a:t>Recursión</a:t>
            </a:r>
            <a:endParaRPr sz="2000">
              <a:latin typeface="Inter"/>
              <a:ea typeface="Inter"/>
              <a:cs typeface="Inter"/>
              <a:sym typeface="Inter"/>
            </a:endParaRPr>
          </a:p>
          <a:p>
            <a:pPr indent="-355600" lvl="0" marL="457200" rtl="0" algn="l">
              <a:spcBef>
                <a:spcPts val="0"/>
              </a:spcBef>
              <a:spcAft>
                <a:spcPts val="0"/>
              </a:spcAft>
              <a:buSzPts val="2000"/>
              <a:buFont typeface="Inter"/>
              <a:buChar char="-"/>
            </a:pPr>
            <a:r>
              <a:rPr lang="es" sz="2000">
                <a:latin typeface="Inter"/>
                <a:ea typeface="Inter"/>
                <a:cs typeface="Inter"/>
                <a:sym typeface="Inter"/>
              </a:rPr>
              <a:t>Tree Traversal:</a:t>
            </a:r>
            <a:endParaRPr sz="2000">
              <a:latin typeface="Inter"/>
              <a:ea typeface="Inter"/>
              <a:cs typeface="Inter"/>
              <a:sym typeface="Inter"/>
            </a:endParaRPr>
          </a:p>
          <a:p>
            <a:pPr indent="0" lvl="0" marL="0" rtl="0" algn="l">
              <a:spcBef>
                <a:spcPts val="0"/>
              </a:spcBef>
              <a:spcAft>
                <a:spcPts val="0"/>
              </a:spcAft>
              <a:buNone/>
            </a:pPr>
            <a:r>
              <a:rPr lang="es" sz="2000">
                <a:latin typeface="Inter"/>
                <a:ea typeface="Inter"/>
                <a:cs typeface="Inter"/>
                <a:sym typeface="Inter"/>
              </a:rPr>
              <a:t>inorder - preorder - postorder</a:t>
            </a:r>
            <a:endParaRPr sz="2000">
              <a:latin typeface="Inter"/>
              <a:ea typeface="Inter"/>
              <a:cs typeface="Inter"/>
              <a:sym typeface="Inter"/>
            </a:endParaRPr>
          </a:p>
          <a:p>
            <a:pPr indent="-355600" lvl="0" marL="457200" rtl="0" algn="l">
              <a:spcBef>
                <a:spcPts val="0"/>
              </a:spcBef>
              <a:spcAft>
                <a:spcPts val="0"/>
              </a:spcAft>
              <a:buSzPts val="2000"/>
              <a:buFont typeface="Inter"/>
              <a:buChar char="-"/>
            </a:pPr>
            <a:r>
              <a:rPr lang="es" sz="2000">
                <a:latin typeface="Inter"/>
                <a:ea typeface="Inter"/>
                <a:cs typeface="Inter"/>
                <a:sym typeface="Inter"/>
              </a:rPr>
              <a:t>DFS</a:t>
            </a:r>
            <a:endParaRPr sz="2000">
              <a:latin typeface="Inter"/>
              <a:ea typeface="Inter"/>
              <a:cs typeface="Inter"/>
              <a:sym typeface="Int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8" name="Shape 3668"/>
        <p:cNvGrpSpPr/>
        <p:nvPr/>
      </p:nvGrpSpPr>
      <p:grpSpPr>
        <a:xfrm>
          <a:off x="0" y="0"/>
          <a:ext cx="0" cy="0"/>
          <a:chOff x="0" y="0"/>
          <a:chExt cx="0" cy="0"/>
        </a:xfrm>
      </p:grpSpPr>
      <p:sp>
        <p:nvSpPr>
          <p:cNvPr id="3669" name="Google Shape;3669;p95"/>
          <p:cNvSpPr/>
          <p:nvPr/>
        </p:nvSpPr>
        <p:spPr>
          <a:xfrm>
            <a:off x="3106975" y="2170788"/>
            <a:ext cx="1224300" cy="1080000"/>
          </a:xfrm>
          <a:prstGeom prst="rect">
            <a:avLst/>
          </a:prstGeom>
          <a:solidFill>
            <a:srgbClr val="97CFF9">
              <a:alpha val="48800"/>
            </a:srgbClr>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t/>
            </a:r>
            <a:endParaRPr b="1" i="0" sz="1000" u="none" cap="none" strike="noStrike">
              <a:solidFill>
                <a:schemeClr val="dk1"/>
              </a:solidFill>
              <a:latin typeface="Inter"/>
              <a:ea typeface="Inter"/>
              <a:cs typeface="Inter"/>
              <a:sym typeface="Inter"/>
            </a:endParaRPr>
          </a:p>
        </p:txBody>
      </p:sp>
      <p:sp>
        <p:nvSpPr>
          <p:cNvPr id="3670" name="Google Shape;3670;p95"/>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Unit Test</a:t>
            </a:r>
            <a:endParaRPr/>
          </a:p>
        </p:txBody>
      </p:sp>
      <p:sp>
        <p:nvSpPr>
          <p:cNvPr id="3671" name="Google Shape;3671;p9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672" name="Google Shape;3672;p95"/>
          <p:cNvSpPr/>
          <p:nvPr/>
        </p:nvSpPr>
        <p:spPr>
          <a:xfrm>
            <a:off x="1251750" y="2248363"/>
            <a:ext cx="1104600" cy="924900"/>
          </a:xfrm>
          <a:prstGeom prst="rect">
            <a:avLst/>
          </a:prstGeom>
          <a:solidFill>
            <a:srgbClr val="CC850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s" sz="1000">
                <a:solidFill>
                  <a:srgbClr val="FFFFFF"/>
                </a:solidFill>
                <a:latin typeface="Inter"/>
                <a:ea typeface="Inter"/>
                <a:cs typeface="Inter"/>
                <a:sym typeface="Inter"/>
              </a:rPr>
              <a:t>ATest</a:t>
            </a:r>
            <a:endParaRPr b="1" i="0" sz="1000" u="none" cap="none" strike="noStrike">
              <a:solidFill>
                <a:srgbClr val="FFFFFF"/>
              </a:solidFill>
              <a:latin typeface="Inter"/>
              <a:ea typeface="Inter"/>
              <a:cs typeface="Inter"/>
              <a:sym typeface="Inter"/>
            </a:endParaRPr>
          </a:p>
        </p:txBody>
      </p:sp>
      <p:sp>
        <p:nvSpPr>
          <p:cNvPr id="3673" name="Google Shape;3673;p95"/>
          <p:cNvSpPr/>
          <p:nvPr/>
        </p:nvSpPr>
        <p:spPr>
          <a:xfrm>
            <a:off x="3270158" y="2367173"/>
            <a:ext cx="897900" cy="687300"/>
          </a:xfrm>
          <a:prstGeom prst="rect">
            <a:avLst/>
          </a:prstGeom>
          <a:solidFill>
            <a:srgbClr val="CC850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s" sz="1000">
                <a:solidFill>
                  <a:srgbClr val="FFFFFF"/>
                </a:solidFill>
                <a:latin typeface="Inter"/>
                <a:ea typeface="Inter"/>
                <a:cs typeface="Inter"/>
                <a:sym typeface="Inter"/>
              </a:rPr>
              <a:t>Class</a:t>
            </a:r>
            <a:br>
              <a:rPr b="1" lang="es" sz="1000">
                <a:solidFill>
                  <a:srgbClr val="FFFFFF"/>
                </a:solidFill>
                <a:latin typeface="Inter"/>
                <a:ea typeface="Inter"/>
                <a:cs typeface="Inter"/>
                <a:sym typeface="Inter"/>
              </a:rPr>
            </a:br>
            <a:r>
              <a:rPr b="1" lang="es" sz="1000">
                <a:solidFill>
                  <a:srgbClr val="FFFFFF"/>
                </a:solidFill>
                <a:latin typeface="Inter"/>
                <a:ea typeface="Inter"/>
                <a:cs typeface="Inter"/>
                <a:sym typeface="Inter"/>
              </a:rPr>
              <a:t>A</a:t>
            </a:r>
            <a:endParaRPr b="1" i="0" sz="1000" u="none" cap="none" strike="noStrike">
              <a:solidFill>
                <a:srgbClr val="FFFFFF"/>
              </a:solidFill>
              <a:latin typeface="Inter"/>
              <a:ea typeface="Inter"/>
              <a:cs typeface="Inter"/>
              <a:sym typeface="Inter"/>
            </a:endParaRPr>
          </a:p>
        </p:txBody>
      </p:sp>
      <p:sp>
        <p:nvSpPr>
          <p:cNvPr id="3674" name="Google Shape;3674;p95"/>
          <p:cNvSpPr/>
          <p:nvPr/>
        </p:nvSpPr>
        <p:spPr>
          <a:xfrm>
            <a:off x="5280633" y="1209098"/>
            <a:ext cx="897900" cy="687300"/>
          </a:xfrm>
          <a:prstGeom prst="rect">
            <a:avLst/>
          </a:prstGeom>
          <a:solidFill>
            <a:srgbClr val="CC850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s" sz="1000">
                <a:solidFill>
                  <a:srgbClr val="FFFFFF"/>
                </a:solidFill>
                <a:latin typeface="Inter"/>
                <a:ea typeface="Inter"/>
                <a:cs typeface="Inter"/>
                <a:sym typeface="Inter"/>
              </a:rPr>
              <a:t>Class</a:t>
            </a:r>
            <a:br>
              <a:rPr b="1" lang="es" sz="1000">
                <a:solidFill>
                  <a:srgbClr val="FFFFFF"/>
                </a:solidFill>
                <a:latin typeface="Inter"/>
                <a:ea typeface="Inter"/>
                <a:cs typeface="Inter"/>
                <a:sym typeface="Inter"/>
              </a:rPr>
            </a:br>
            <a:r>
              <a:rPr b="1" lang="es" sz="1000">
                <a:solidFill>
                  <a:srgbClr val="FFFFFF"/>
                </a:solidFill>
                <a:latin typeface="Inter"/>
                <a:ea typeface="Inter"/>
                <a:cs typeface="Inter"/>
                <a:sym typeface="Inter"/>
              </a:rPr>
              <a:t>B</a:t>
            </a:r>
            <a:endParaRPr b="1" i="0" sz="1000" u="none" cap="none" strike="noStrike">
              <a:solidFill>
                <a:srgbClr val="FFFFFF"/>
              </a:solidFill>
              <a:latin typeface="Inter"/>
              <a:ea typeface="Inter"/>
              <a:cs typeface="Inter"/>
              <a:sym typeface="Inter"/>
            </a:endParaRPr>
          </a:p>
        </p:txBody>
      </p:sp>
      <p:sp>
        <p:nvSpPr>
          <p:cNvPr id="3675" name="Google Shape;3675;p95"/>
          <p:cNvSpPr/>
          <p:nvPr/>
        </p:nvSpPr>
        <p:spPr>
          <a:xfrm>
            <a:off x="5280633" y="3173273"/>
            <a:ext cx="897900" cy="687300"/>
          </a:xfrm>
          <a:prstGeom prst="rect">
            <a:avLst/>
          </a:prstGeom>
          <a:solidFill>
            <a:srgbClr val="CC850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s" sz="1000">
                <a:solidFill>
                  <a:srgbClr val="FFFFFF"/>
                </a:solidFill>
                <a:latin typeface="Inter"/>
                <a:ea typeface="Inter"/>
                <a:cs typeface="Inter"/>
                <a:sym typeface="Inter"/>
              </a:rPr>
              <a:t>Class</a:t>
            </a:r>
            <a:br>
              <a:rPr b="1" lang="es" sz="1000">
                <a:solidFill>
                  <a:srgbClr val="FFFFFF"/>
                </a:solidFill>
                <a:latin typeface="Inter"/>
                <a:ea typeface="Inter"/>
                <a:cs typeface="Inter"/>
                <a:sym typeface="Inter"/>
              </a:rPr>
            </a:br>
            <a:r>
              <a:rPr b="1" lang="es" sz="1000">
                <a:solidFill>
                  <a:srgbClr val="FFFFFF"/>
                </a:solidFill>
                <a:latin typeface="Inter"/>
                <a:ea typeface="Inter"/>
                <a:cs typeface="Inter"/>
                <a:sym typeface="Inter"/>
              </a:rPr>
              <a:t>C</a:t>
            </a:r>
            <a:endParaRPr b="1" i="0" sz="1000" u="none" cap="none" strike="noStrike">
              <a:solidFill>
                <a:srgbClr val="FFFFFF"/>
              </a:solidFill>
              <a:latin typeface="Inter"/>
              <a:ea typeface="Inter"/>
              <a:cs typeface="Inter"/>
              <a:sym typeface="Inter"/>
            </a:endParaRPr>
          </a:p>
        </p:txBody>
      </p:sp>
      <p:cxnSp>
        <p:nvCxnSpPr>
          <p:cNvPr id="3676" name="Google Shape;3676;p95"/>
          <p:cNvCxnSpPr>
            <a:endCxn id="3673" idx="1"/>
          </p:cNvCxnSpPr>
          <p:nvPr/>
        </p:nvCxnSpPr>
        <p:spPr>
          <a:xfrm>
            <a:off x="2356358" y="2710823"/>
            <a:ext cx="913800" cy="0"/>
          </a:xfrm>
          <a:prstGeom prst="straightConnector1">
            <a:avLst/>
          </a:prstGeom>
          <a:noFill/>
          <a:ln cap="flat" cmpd="sng" w="9525">
            <a:solidFill>
              <a:schemeClr val="dk2"/>
            </a:solidFill>
            <a:prstDash val="solid"/>
            <a:round/>
            <a:headEnd len="med" w="med" type="none"/>
            <a:tailEnd len="med" w="med" type="triangle"/>
          </a:ln>
        </p:spPr>
      </p:cxnSp>
      <p:cxnSp>
        <p:nvCxnSpPr>
          <p:cNvPr id="3677" name="Google Shape;3677;p95"/>
          <p:cNvCxnSpPr>
            <a:stCxn id="3669" idx="3"/>
            <a:endCxn id="3674" idx="1"/>
          </p:cNvCxnSpPr>
          <p:nvPr/>
        </p:nvCxnSpPr>
        <p:spPr>
          <a:xfrm flipH="1" rot="10800000">
            <a:off x="4331275" y="1552788"/>
            <a:ext cx="949500" cy="1158000"/>
          </a:xfrm>
          <a:prstGeom prst="straightConnector1">
            <a:avLst/>
          </a:prstGeom>
          <a:noFill/>
          <a:ln cap="flat" cmpd="sng" w="9525">
            <a:solidFill>
              <a:schemeClr val="dk2"/>
            </a:solidFill>
            <a:prstDash val="solid"/>
            <a:round/>
            <a:headEnd len="med" w="med" type="none"/>
            <a:tailEnd len="med" w="med" type="triangle"/>
          </a:ln>
        </p:spPr>
      </p:cxnSp>
      <p:cxnSp>
        <p:nvCxnSpPr>
          <p:cNvPr id="3678" name="Google Shape;3678;p95"/>
          <p:cNvCxnSpPr>
            <a:endCxn id="3675" idx="1"/>
          </p:cNvCxnSpPr>
          <p:nvPr/>
        </p:nvCxnSpPr>
        <p:spPr>
          <a:xfrm>
            <a:off x="4331133" y="2710823"/>
            <a:ext cx="949500" cy="806100"/>
          </a:xfrm>
          <a:prstGeom prst="straightConnector1">
            <a:avLst/>
          </a:prstGeom>
          <a:noFill/>
          <a:ln cap="flat" cmpd="sng" w="9525">
            <a:solidFill>
              <a:schemeClr val="dk2"/>
            </a:solidFill>
            <a:prstDash val="solid"/>
            <a:round/>
            <a:headEnd len="med" w="med" type="none"/>
            <a:tailEnd len="med" w="med" type="triangle"/>
          </a:ln>
        </p:spPr>
      </p:cxnSp>
      <p:sp>
        <p:nvSpPr>
          <p:cNvPr id="3679" name="Google Shape;3679;p95"/>
          <p:cNvSpPr/>
          <p:nvPr/>
        </p:nvSpPr>
        <p:spPr>
          <a:xfrm>
            <a:off x="7069608" y="2132073"/>
            <a:ext cx="897900" cy="687300"/>
          </a:xfrm>
          <a:prstGeom prst="rect">
            <a:avLst/>
          </a:prstGeom>
          <a:solidFill>
            <a:srgbClr val="CC850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s" sz="1000">
                <a:solidFill>
                  <a:srgbClr val="FFFFFF"/>
                </a:solidFill>
                <a:latin typeface="Inter"/>
                <a:ea typeface="Inter"/>
                <a:cs typeface="Inter"/>
                <a:sym typeface="Inter"/>
              </a:rPr>
              <a:t>DB</a:t>
            </a:r>
            <a:endParaRPr b="1" i="0" sz="1000" u="none" cap="none" strike="noStrike">
              <a:solidFill>
                <a:srgbClr val="FFFFFF"/>
              </a:solidFill>
              <a:latin typeface="Inter"/>
              <a:ea typeface="Inter"/>
              <a:cs typeface="Inter"/>
              <a:sym typeface="Inter"/>
            </a:endParaRPr>
          </a:p>
        </p:txBody>
      </p:sp>
      <p:cxnSp>
        <p:nvCxnSpPr>
          <p:cNvPr id="3680" name="Google Shape;3680;p95"/>
          <p:cNvCxnSpPr>
            <a:stCxn id="3675" idx="3"/>
            <a:endCxn id="3679" idx="1"/>
          </p:cNvCxnSpPr>
          <p:nvPr/>
        </p:nvCxnSpPr>
        <p:spPr>
          <a:xfrm flipH="1" rot="10800000">
            <a:off x="6178533" y="2475623"/>
            <a:ext cx="891000" cy="1041300"/>
          </a:xfrm>
          <a:prstGeom prst="straightConnector1">
            <a:avLst/>
          </a:prstGeom>
          <a:noFill/>
          <a:ln cap="flat" cmpd="sng" w="9525">
            <a:solidFill>
              <a:schemeClr val="dk2"/>
            </a:solidFill>
            <a:prstDash val="solid"/>
            <a:round/>
            <a:headEnd len="med" w="med" type="none"/>
            <a:tailEnd len="med" w="med" type="triangle"/>
          </a:ln>
        </p:spPr>
      </p:cxnSp>
      <p:sp>
        <p:nvSpPr>
          <p:cNvPr id="3681" name="Google Shape;3681;p95"/>
          <p:cNvSpPr txBox="1"/>
          <p:nvPr>
            <p:ph idx="4294967295" type="ctrTitle"/>
          </p:nvPr>
        </p:nvSpPr>
        <p:spPr>
          <a:xfrm>
            <a:off x="1605800" y="1738475"/>
            <a:ext cx="20916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b="0" sz="3500">
              <a:solidFill>
                <a:schemeClr val="dk1"/>
              </a:solidFill>
            </a:endParaRPr>
          </a:p>
          <a:p>
            <a:pPr indent="0" lvl="0" marL="0" rtl="0" algn="l">
              <a:lnSpc>
                <a:spcPct val="100000"/>
              </a:lnSpc>
              <a:spcBef>
                <a:spcPts val="0"/>
              </a:spcBef>
              <a:spcAft>
                <a:spcPts val="0"/>
              </a:spcAft>
              <a:buClr>
                <a:schemeClr val="dk1"/>
              </a:buClr>
              <a:buSzPts val="1100"/>
              <a:buFont typeface="Arial"/>
              <a:buNone/>
            </a:pPr>
            <a:r>
              <a:rPr b="0" lang="es" sz="2900">
                <a:solidFill>
                  <a:schemeClr val="accent1"/>
                </a:solidFill>
              </a:rPr>
              <a:t>    </a:t>
            </a:r>
            <a:r>
              <a:rPr lang="es" sz="2900">
                <a:solidFill>
                  <a:schemeClr val="accent1"/>
                </a:solidFill>
              </a:rPr>
              <a:t>Unit Test</a:t>
            </a:r>
            <a:endParaRPr b="0" sz="2900">
              <a:solidFill>
                <a:schemeClr val="accent1"/>
              </a:solidFill>
            </a:endParaRPr>
          </a:p>
          <a:p>
            <a:pPr indent="0" lvl="0" marL="0" rtl="0" algn="ctr">
              <a:lnSpc>
                <a:spcPct val="100000"/>
              </a:lnSpc>
              <a:spcBef>
                <a:spcPts val="0"/>
              </a:spcBef>
              <a:spcAft>
                <a:spcPts val="0"/>
              </a:spcAft>
              <a:buClr>
                <a:schemeClr val="dk1"/>
              </a:buClr>
              <a:buSzPts val="1100"/>
              <a:buFont typeface="Arial"/>
              <a:buNone/>
            </a:pPr>
            <a:r>
              <a:t/>
            </a:r>
            <a:endParaRPr b="0" sz="1100">
              <a:solidFill>
                <a:schemeClr val="dk1"/>
              </a:solidFill>
              <a:latin typeface="Arial"/>
              <a:ea typeface="Arial"/>
              <a:cs typeface="Arial"/>
              <a:sym typeface="Arial"/>
            </a:endParaRPr>
          </a:p>
          <a:p>
            <a:pPr indent="0" lvl="0" marL="0" rtl="0" algn="ctr">
              <a:lnSpc>
                <a:spcPct val="100000"/>
              </a:lnSpc>
              <a:spcBef>
                <a:spcPts val="0"/>
              </a:spcBef>
              <a:spcAft>
                <a:spcPts val="0"/>
              </a:spcAft>
              <a:buSzPts val="3200"/>
              <a:buNone/>
            </a:pPr>
            <a:r>
              <a:t/>
            </a:r>
            <a:endParaRPr b="0" sz="4000">
              <a:solidFill>
                <a:schemeClr val="dk1"/>
              </a:solidFill>
              <a:latin typeface="Arial"/>
              <a:ea typeface="Arial"/>
              <a:cs typeface="Arial"/>
              <a:sym typeface="Arial"/>
            </a:endParaRPr>
          </a:p>
        </p:txBody>
      </p:sp>
      <p:sp>
        <p:nvSpPr>
          <p:cNvPr id="3682" name="Google Shape;3682;p95"/>
          <p:cNvSpPr txBox="1"/>
          <p:nvPr>
            <p:ph idx="4294967295" type="ctrTitle"/>
          </p:nvPr>
        </p:nvSpPr>
        <p:spPr>
          <a:xfrm>
            <a:off x="1160100" y="3486200"/>
            <a:ext cx="3977400" cy="14802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b="0"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b="0" lang="es" sz="1400">
                <a:solidFill>
                  <a:schemeClr val="accent1"/>
                </a:solidFill>
              </a:rPr>
              <a:t>When unit testing class A, our focus is on testing A, as isolated as possible from the rest! </a:t>
            </a:r>
            <a:br>
              <a:rPr b="0" lang="es" sz="1400">
                <a:solidFill>
                  <a:schemeClr val="accent1"/>
                </a:solidFill>
              </a:rPr>
            </a:br>
            <a:r>
              <a:rPr b="0" lang="es" sz="1400">
                <a:solidFill>
                  <a:schemeClr val="accent1"/>
                </a:solidFill>
              </a:rPr>
              <a:t>If A depends on other classes, we have to decide whether to </a:t>
            </a:r>
            <a:r>
              <a:rPr lang="es" sz="1400">
                <a:solidFill>
                  <a:schemeClr val="accent1"/>
                </a:solidFill>
              </a:rPr>
              <a:t>simulate them</a:t>
            </a:r>
            <a:r>
              <a:rPr b="0" lang="es" sz="1400">
                <a:solidFill>
                  <a:schemeClr val="accent1"/>
                </a:solidFill>
              </a:rPr>
              <a:t> or </a:t>
            </a:r>
            <a:r>
              <a:rPr lang="es" sz="1400">
                <a:solidFill>
                  <a:schemeClr val="accent1"/>
                </a:solidFill>
              </a:rPr>
              <a:t>to make our unit test a bit bigger</a:t>
            </a:r>
            <a:r>
              <a:rPr b="0" lang="es" sz="1400">
                <a:solidFill>
                  <a:schemeClr val="accent1"/>
                </a:solidFill>
              </a:rPr>
              <a:t>.</a:t>
            </a:r>
            <a:endParaRPr b="0" sz="1400">
              <a:solidFill>
                <a:schemeClr val="accent1"/>
              </a:solidFill>
            </a:endParaRPr>
          </a:p>
          <a:p>
            <a:pPr indent="0" lvl="0" marL="0" rtl="0" algn="l">
              <a:lnSpc>
                <a:spcPct val="100000"/>
              </a:lnSpc>
              <a:spcBef>
                <a:spcPts val="0"/>
              </a:spcBef>
              <a:spcAft>
                <a:spcPts val="0"/>
              </a:spcAft>
              <a:buClr>
                <a:schemeClr val="dk1"/>
              </a:buClr>
              <a:buSzPts val="1100"/>
              <a:buFont typeface="Arial"/>
              <a:buNone/>
            </a:pPr>
            <a:r>
              <a:t/>
            </a:r>
            <a:endParaRPr b="0" sz="1400">
              <a:solidFill>
                <a:schemeClr val="accent1"/>
              </a:solidFill>
            </a:endParaRPr>
          </a:p>
          <a:p>
            <a:pPr indent="0" lvl="0" marL="0" rtl="0" algn="l">
              <a:lnSpc>
                <a:spcPct val="100000"/>
              </a:lnSpc>
              <a:spcBef>
                <a:spcPts val="0"/>
              </a:spcBef>
              <a:spcAft>
                <a:spcPts val="0"/>
              </a:spcAft>
              <a:buClr>
                <a:schemeClr val="dk1"/>
              </a:buClr>
              <a:buSzPts val="1100"/>
              <a:buFont typeface="Arial"/>
              <a:buNone/>
            </a:pPr>
            <a:r>
              <a:t/>
            </a:r>
            <a:endParaRPr b="0" sz="1400">
              <a:solidFill>
                <a:schemeClr val="accent1"/>
              </a:solidFill>
            </a:endParaRPr>
          </a:p>
          <a:p>
            <a:pPr indent="0" lvl="0" marL="0" rtl="0" algn="ctr">
              <a:lnSpc>
                <a:spcPct val="100000"/>
              </a:lnSpc>
              <a:spcBef>
                <a:spcPts val="0"/>
              </a:spcBef>
              <a:spcAft>
                <a:spcPts val="0"/>
              </a:spcAft>
              <a:buClr>
                <a:schemeClr val="dk1"/>
              </a:buClr>
              <a:buSzPts val="1100"/>
              <a:buFont typeface="Arial"/>
              <a:buNone/>
            </a:pPr>
            <a:r>
              <a:t/>
            </a:r>
            <a:endParaRPr b="0" sz="1100">
              <a:solidFill>
                <a:schemeClr val="dk1"/>
              </a:solidFill>
              <a:latin typeface="Arial"/>
              <a:ea typeface="Arial"/>
              <a:cs typeface="Arial"/>
              <a:sym typeface="Arial"/>
            </a:endParaRPr>
          </a:p>
          <a:p>
            <a:pPr indent="0" lvl="0" marL="0" rtl="0" algn="ctr">
              <a:lnSpc>
                <a:spcPct val="100000"/>
              </a:lnSpc>
              <a:spcBef>
                <a:spcPts val="0"/>
              </a:spcBef>
              <a:spcAft>
                <a:spcPts val="0"/>
              </a:spcAft>
              <a:buSzPts val="3200"/>
              <a:buNone/>
            </a:pPr>
            <a:r>
              <a:t/>
            </a:r>
            <a:endParaRPr b="0" sz="400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6" name="Shape 3686"/>
        <p:cNvGrpSpPr/>
        <p:nvPr/>
      </p:nvGrpSpPr>
      <p:grpSpPr>
        <a:xfrm>
          <a:off x="0" y="0"/>
          <a:ext cx="0" cy="0"/>
          <a:chOff x="0" y="0"/>
          <a:chExt cx="0" cy="0"/>
        </a:xfrm>
      </p:grpSpPr>
      <p:sp>
        <p:nvSpPr>
          <p:cNvPr id="3687" name="Google Shape;3687;p96"/>
          <p:cNvSpPr/>
          <p:nvPr/>
        </p:nvSpPr>
        <p:spPr>
          <a:xfrm>
            <a:off x="3106975" y="2170788"/>
            <a:ext cx="1224300" cy="1080000"/>
          </a:xfrm>
          <a:prstGeom prst="rect">
            <a:avLst/>
          </a:prstGeom>
          <a:solidFill>
            <a:srgbClr val="97CFF9">
              <a:alpha val="48800"/>
            </a:srgbClr>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t/>
            </a:r>
            <a:endParaRPr b="1" i="0" sz="1000" u="none" cap="none" strike="noStrike">
              <a:solidFill>
                <a:schemeClr val="dk1"/>
              </a:solidFill>
              <a:latin typeface="Inter"/>
              <a:ea typeface="Inter"/>
              <a:cs typeface="Inter"/>
              <a:sym typeface="Inter"/>
            </a:endParaRPr>
          </a:p>
        </p:txBody>
      </p:sp>
      <p:sp>
        <p:nvSpPr>
          <p:cNvPr id="3688" name="Google Shape;3688;p96"/>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Frontend</a:t>
            </a:r>
            <a:endParaRPr/>
          </a:p>
        </p:txBody>
      </p:sp>
      <p:sp>
        <p:nvSpPr>
          <p:cNvPr id="3689" name="Google Shape;3689;p9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690" name="Google Shape;3690;p96"/>
          <p:cNvSpPr/>
          <p:nvPr/>
        </p:nvSpPr>
        <p:spPr>
          <a:xfrm>
            <a:off x="1251750" y="2248363"/>
            <a:ext cx="1104600" cy="924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s" sz="1000">
                <a:solidFill>
                  <a:srgbClr val="FFFFFF"/>
                </a:solidFill>
                <a:latin typeface="Inter"/>
                <a:ea typeface="Inter"/>
                <a:cs typeface="Inter"/>
                <a:sym typeface="Inter"/>
              </a:rPr>
              <a:t>User</a:t>
            </a:r>
            <a:endParaRPr b="1" i="0" sz="1000" u="none" cap="none" strike="noStrike">
              <a:solidFill>
                <a:srgbClr val="FFFFFF"/>
              </a:solidFill>
              <a:latin typeface="Inter"/>
              <a:ea typeface="Inter"/>
              <a:cs typeface="Inter"/>
              <a:sym typeface="Inter"/>
            </a:endParaRPr>
          </a:p>
        </p:txBody>
      </p:sp>
      <p:sp>
        <p:nvSpPr>
          <p:cNvPr id="3691" name="Google Shape;3691;p96"/>
          <p:cNvSpPr/>
          <p:nvPr/>
        </p:nvSpPr>
        <p:spPr>
          <a:xfrm>
            <a:off x="3270149" y="2367175"/>
            <a:ext cx="949500" cy="687300"/>
          </a:xfrm>
          <a:prstGeom prst="rect">
            <a:avLst/>
          </a:prstGeom>
          <a:solidFill>
            <a:srgbClr val="CC850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s" sz="1000">
                <a:solidFill>
                  <a:srgbClr val="FFFFFF"/>
                </a:solidFill>
                <a:latin typeface="Inter"/>
                <a:ea typeface="Inter"/>
                <a:cs typeface="Inter"/>
                <a:sym typeface="Inter"/>
              </a:rPr>
              <a:t>Component</a:t>
            </a:r>
            <a:endParaRPr b="1" i="0" sz="1000" u="none" cap="none" strike="noStrike">
              <a:solidFill>
                <a:srgbClr val="FFFFFF"/>
              </a:solidFill>
              <a:latin typeface="Inter"/>
              <a:ea typeface="Inter"/>
              <a:cs typeface="Inter"/>
              <a:sym typeface="Inter"/>
            </a:endParaRPr>
          </a:p>
        </p:txBody>
      </p:sp>
      <p:sp>
        <p:nvSpPr>
          <p:cNvPr id="3692" name="Google Shape;3692;p96"/>
          <p:cNvSpPr/>
          <p:nvPr/>
        </p:nvSpPr>
        <p:spPr>
          <a:xfrm>
            <a:off x="5280625" y="1209100"/>
            <a:ext cx="1271700" cy="572700"/>
          </a:xfrm>
          <a:prstGeom prst="rect">
            <a:avLst/>
          </a:prstGeom>
          <a:solidFill>
            <a:srgbClr val="CC850A"/>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000"/>
              <a:buFont typeface="Arial"/>
              <a:buNone/>
            </a:pPr>
            <a:r>
              <a:rPr b="1" lang="es" sz="1000">
                <a:solidFill>
                  <a:srgbClr val="FFFFFF"/>
                </a:solidFill>
                <a:latin typeface="Inter"/>
                <a:ea typeface="Inter"/>
                <a:cs typeface="Inter"/>
                <a:sym typeface="Inter"/>
              </a:rPr>
              <a:t>Function</a:t>
            </a:r>
            <a:endParaRPr b="1" sz="1000">
              <a:solidFill>
                <a:srgbClr val="FFFFFF"/>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000"/>
              <a:buFont typeface="Arial"/>
              <a:buNone/>
            </a:pPr>
            <a:r>
              <a:t/>
            </a:r>
            <a:endParaRPr b="1" sz="1000">
              <a:solidFill>
                <a:srgbClr val="FFFFFF"/>
              </a:solidFill>
              <a:latin typeface="Inter"/>
              <a:ea typeface="Inter"/>
              <a:cs typeface="Inter"/>
              <a:sym typeface="Inter"/>
            </a:endParaRPr>
          </a:p>
        </p:txBody>
      </p:sp>
      <p:sp>
        <p:nvSpPr>
          <p:cNvPr id="3693" name="Google Shape;3693;p96"/>
          <p:cNvSpPr/>
          <p:nvPr/>
        </p:nvSpPr>
        <p:spPr>
          <a:xfrm>
            <a:off x="5280622" y="3173275"/>
            <a:ext cx="1224300" cy="687300"/>
          </a:xfrm>
          <a:prstGeom prst="rect">
            <a:avLst/>
          </a:prstGeom>
          <a:solidFill>
            <a:srgbClr val="CC850A"/>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000"/>
              <a:buFont typeface="Arial"/>
              <a:buNone/>
            </a:pPr>
            <a:r>
              <a:rPr b="1" lang="es" sz="1000">
                <a:solidFill>
                  <a:schemeClr val="lt1"/>
                </a:solidFill>
                <a:latin typeface="Inter"/>
                <a:ea typeface="Inter"/>
                <a:cs typeface="Inter"/>
                <a:sym typeface="Inter"/>
              </a:rPr>
              <a:t>Function</a:t>
            </a:r>
            <a:endParaRPr b="1" i="0" sz="1000" u="none" cap="none" strike="noStrike">
              <a:solidFill>
                <a:srgbClr val="FFFFFF"/>
              </a:solidFill>
              <a:latin typeface="Inter"/>
              <a:ea typeface="Inter"/>
              <a:cs typeface="Inter"/>
              <a:sym typeface="Inter"/>
            </a:endParaRPr>
          </a:p>
        </p:txBody>
      </p:sp>
      <p:cxnSp>
        <p:nvCxnSpPr>
          <p:cNvPr id="3694" name="Google Shape;3694;p96"/>
          <p:cNvCxnSpPr>
            <a:endCxn id="3691" idx="1"/>
          </p:cNvCxnSpPr>
          <p:nvPr/>
        </p:nvCxnSpPr>
        <p:spPr>
          <a:xfrm>
            <a:off x="2356349" y="2710825"/>
            <a:ext cx="913800" cy="0"/>
          </a:xfrm>
          <a:prstGeom prst="straightConnector1">
            <a:avLst/>
          </a:prstGeom>
          <a:noFill/>
          <a:ln cap="flat" cmpd="sng" w="9525">
            <a:solidFill>
              <a:schemeClr val="dk2"/>
            </a:solidFill>
            <a:prstDash val="solid"/>
            <a:round/>
            <a:headEnd len="med" w="med" type="none"/>
            <a:tailEnd len="med" w="med" type="triangle"/>
          </a:ln>
        </p:spPr>
      </p:cxnSp>
      <p:cxnSp>
        <p:nvCxnSpPr>
          <p:cNvPr id="3695" name="Google Shape;3695;p96"/>
          <p:cNvCxnSpPr>
            <a:stCxn id="3687" idx="3"/>
            <a:endCxn id="3692" idx="1"/>
          </p:cNvCxnSpPr>
          <p:nvPr/>
        </p:nvCxnSpPr>
        <p:spPr>
          <a:xfrm flipH="1" rot="10800000">
            <a:off x="4331275" y="1495488"/>
            <a:ext cx="949500" cy="1215300"/>
          </a:xfrm>
          <a:prstGeom prst="straightConnector1">
            <a:avLst/>
          </a:prstGeom>
          <a:noFill/>
          <a:ln cap="flat" cmpd="sng" w="9525">
            <a:solidFill>
              <a:schemeClr val="dk2"/>
            </a:solidFill>
            <a:prstDash val="solid"/>
            <a:round/>
            <a:headEnd len="med" w="med" type="none"/>
            <a:tailEnd len="med" w="med" type="triangle"/>
          </a:ln>
        </p:spPr>
      </p:cxnSp>
      <p:cxnSp>
        <p:nvCxnSpPr>
          <p:cNvPr id="3696" name="Google Shape;3696;p96"/>
          <p:cNvCxnSpPr>
            <a:endCxn id="3693" idx="1"/>
          </p:cNvCxnSpPr>
          <p:nvPr/>
        </p:nvCxnSpPr>
        <p:spPr>
          <a:xfrm>
            <a:off x="4331122" y="2710825"/>
            <a:ext cx="949500" cy="806100"/>
          </a:xfrm>
          <a:prstGeom prst="straightConnector1">
            <a:avLst/>
          </a:prstGeom>
          <a:noFill/>
          <a:ln cap="flat" cmpd="sng" w="9525">
            <a:solidFill>
              <a:schemeClr val="dk2"/>
            </a:solidFill>
            <a:prstDash val="solid"/>
            <a:round/>
            <a:headEnd len="med" w="med" type="none"/>
            <a:tailEnd len="med" w="med" type="triangle"/>
          </a:ln>
        </p:spPr>
      </p:cxnSp>
      <p:sp>
        <p:nvSpPr>
          <p:cNvPr id="3697" name="Google Shape;3697;p96"/>
          <p:cNvSpPr txBox="1"/>
          <p:nvPr>
            <p:ph idx="4294967295" type="ctrTitle"/>
          </p:nvPr>
        </p:nvSpPr>
        <p:spPr>
          <a:xfrm>
            <a:off x="1798025" y="1712925"/>
            <a:ext cx="19443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b="0" sz="3500">
              <a:solidFill>
                <a:schemeClr val="dk1"/>
              </a:solidFill>
            </a:endParaRPr>
          </a:p>
          <a:p>
            <a:pPr indent="0" lvl="0" marL="0" rtl="0" algn="l">
              <a:lnSpc>
                <a:spcPct val="100000"/>
              </a:lnSpc>
              <a:spcBef>
                <a:spcPts val="0"/>
              </a:spcBef>
              <a:spcAft>
                <a:spcPts val="0"/>
              </a:spcAft>
              <a:buClr>
                <a:schemeClr val="dk1"/>
              </a:buClr>
              <a:buSzPts val="1100"/>
              <a:buFont typeface="Arial"/>
              <a:buNone/>
            </a:pPr>
            <a:r>
              <a:rPr b="0" lang="es" sz="2300">
                <a:solidFill>
                  <a:schemeClr val="accent1"/>
                </a:solidFill>
              </a:rPr>
              <a:t>Interact with</a:t>
            </a:r>
            <a:endParaRPr b="0" sz="2300">
              <a:solidFill>
                <a:schemeClr val="accent1"/>
              </a:solidFill>
            </a:endParaRPr>
          </a:p>
          <a:p>
            <a:pPr indent="0" lvl="0" marL="0" rtl="0" algn="ctr">
              <a:lnSpc>
                <a:spcPct val="100000"/>
              </a:lnSpc>
              <a:spcBef>
                <a:spcPts val="0"/>
              </a:spcBef>
              <a:spcAft>
                <a:spcPts val="0"/>
              </a:spcAft>
              <a:buClr>
                <a:schemeClr val="dk1"/>
              </a:buClr>
              <a:buSzPts val="1100"/>
              <a:buFont typeface="Arial"/>
              <a:buNone/>
            </a:pPr>
            <a:r>
              <a:t/>
            </a:r>
            <a:endParaRPr b="0" sz="1100">
              <a:solidFill>
                <a:schemeClr val="dk1"/>
              </a:solidFill>
              <a:latin typeface="Arial"/>
              <a:ea typeface="Arial"/>
              <a:cs typeface="Arial"/>
              <a:sym typeface="Arial"/>
            </a:endParaRPr>
          </a:p>
          <a:p>
            <a:pPr indent="0" lvl="0" marL="0" rtl="0" algn="ctr">
              <a:lnSpc>
                <a:spcPct val="100000"/>
              </a:lnSpc>
              <a:spcBef>
                <a:spcPts val="0"/>
              </a:spcBef>
              <a:spcAft>
                <a:spcPts val="0"/>
              </a:spcAft>
              <a:buSzPts val="3200"/>
              <a:buNone/>
            </a:pPr>
            <a:r>
              <a:t/>
            </a:r>
            <a:endParaRPr b="0" sz="4000">
              <a:solidFill>
                <a:schemeClr val="dk1"/>
              </a:solidFill>
              <a:latin typeface="Arial"/>
              <a:ea typeface="Arial"/>
              <a:cs typeface="Arial"/>
              <a:sym typeface="Arial"/>
            </a:endParaRPr>
          </a:p>
        </p:txBody>
      </p:sp>
      <p:sp>
        <p:nvSpPr>
          <p:cNvPr id="3698" name="Google Shape;3698;p96"/>
          <p:cNvSpPr txBox="1"/>
          <p:nvPr/>
        </p:nvSpPr>
        <p:spPr>
          <a:xfrm>
            <a:off x="1562575" y="3516925"/>
            <a:ext cx="3228900" cy="14160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2000">
                <a:latin typeface="Inter"/>
                <a:ea typeface="Inter"/>
                <a:cs typeface="Inter"/>
                <a:sym typeface="Inter"/>
              </a:rPr>
              <a:t>Un componente contiene funciones</a:t>
            </a:r>
            <a:endParaRPr sz="2000">
              <a:latin typeface="Inter"/>
              <a:ea typeface="Inter"/>
              <a:cs typeface="Inter"/>
              <a:sym typeface="Inter"/>
            </a:endParaRPr>
          </a:p>
          <a:p>
            <a:pPr indent="0" lvl="0" marL="0" rtl="0" algn="l">
              <a:spcBef>
                <a:spcPts val="0"/>
              </a:spcBef>
              <a:spcAft>
                <a:spcPts val="0"/>
              </a:spcAft>
              <a:buNone/>
            </a:pPr>
            <a:r>
              <a:rPr lang="es" sz="2000">
                <a:latin typeface="Inter"/>
                <a:ea typeface="Inter"/>
                <a:cs typeface="Inter"/>
                <a:sym typeface="Inter"/>
              </a:rPr>
              <a:t>funciones cuyo output es tipo string</a:t>
            </a:r>
            <a:endParaRPr sz="2000">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2" name="Shape 3702"/>
        <p:cNvGrpSpPr/>
        <p:nvPr/>
      </p:nvGrpSpPr>
      <p:grpSpPr>
        <a:xfrm>
          <a:off x="0" y="0"/>
          <a:ext cx="0" cy="0"/>
          <a:chOff x="0" y="0"/>
          <a:chExt cx="0" cy="0"/>
        </a:xfrm>
      </p:grpSpPr>
      <p:sp>
        <p:nvSpPr>
          <p:cNvPr id="3703" name="Google Shape;3703;p97"/>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Frontend - DOM</a:t>
            </a:r>
            <a:endParaRPr/>
          </a:p>
          <a:p>
            <a:pPr indent="0" lvl="0" marL="0" rtl="0" algn="ctr">
              <a:lnSpc>
                <a:spcPct val="100000"/>
              </a:lnSpc>
              <a:spcBef>
                <a:spcPts val="0"/>
              </a:spcBef>
              <a:spcAft>
                <a:spcPts val="0"/>
              </a:spcAft>
              <a:buSzPts val="2800"/>
              <a:buNone/>
            </a:pPr>
            <a:r>
              <a:t/>
            </a:r>
            <a:endParaRPr/>
          </a:p>
        </p:txBody>
      </p:sp>
      <p:sp>
        <p:nvSpPr>
          <p:cNvPr id="3704" name="Google Shape;3704;p9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3705" name="Google Shape;3705;p97"/>
          <p:cNvPicPr preferRelativeResize="0"/>
          <p:nvPr/>
        </p:nvPicPr>
        <p:blipFill>
          <a:blip r:embed="rId3">
            <a:alphaModFix/>
          </a:blip>
          <a:stretch>
            <a:fillRect/>
          </a:stretch>
        </p:blipFill>
        <p:spPr>
          <a:xfrm>
            <a:off x="1928175" y="938400"/>
            <a:ext cx="5715000" cy="35814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9" name="Shape 3709"/>
        <p:cNvGrpSpPr/>
        <p:nvPr/>
      </p:nvGrpSpPr>
      <p:grpSpPr>
        <a:xfrm>
          <a:off x="0" y="0"/>
          <a:ext cx="0" cy="0"/>
          <a:chOff x="0" y="0"/>
          <a:chExt cx="0" cy="0"/>
        </a:xfrm>
      </p:grpSpPr>
      <p:sp>
        <p:nvSpPr>
          <p:cNvPr id="3710" name="Google Shape;3710;p98"/>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React DOM</a:t>
            </a:r>
            <a:endParaRPr/>
          </a:p>
          <a:p>
            <a:pPr indent="0" lvl="0" marL="0" rtl="0" algn="ctr">
              <a:lnSpc>
                <a:spcPct val="100000"/>
              </a:lnSpc>
              <a:spcBef>
                <a:spcPts val="0"/>
              </a:spcBef>
              <a:spcAft>
                <a:spcPts val="0"/>
              </a:spcAft>
              <a:buSzPts val="2800"/>
              <a:buNone/>
            </a:pPr>
            <a:r>
              <a:t/>
            </a:r>
            <a:endParaRPr/>
          </a:p>
        </p:txBody>
      </p:sp>
      <p:sp>
        <p:nvSpPr>
          <p:cNvPr id="3711" name="Google Shape;3711;p9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3712" name="Google Shape;3712;p98"/>
          <p:cNvPicPr preferRelativeResize="0"/>
          <p:nvPr/>
        </p:nvPicPr>
        <p:blipFill>
          <a:blip r:embed="rId3">
            <a:alphaModFix/>
          </a:blip>
          <a:stretch>
            <a:fillRect/>
          </a:stretch>
        </p:blipFill>
        <p:spPr>
          <a:xfrm>
            <a:off x="1188975" y="1099025"/>
            <a:ext cx="6667500" cy="2266950"/>
          </a:xfrm>
          <a:prstGeom prst="rect">
            <a:avLst/>
          </a:prstGeom>
          <a:noFill/>
          <a:ln>
            <a:noFill/>
          </a:ln>
        </p:spPr>
      </p:pic>
      <p:sp>
        <p:nvSpPr>
          <p:cNvPr id="3713" name="Google Shape;3713;p98"/>
          <p:cNvSpPr/>
          <p:nvPr/>
        </p:nvSpPr>
        <p:spPr>
          <a:xfrm>
            <a:off x="1240700" y="2875750"/>
            <a:ext cx="451800" cy="4437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98"/>
          <p:cNvSpPr/>
          <p:nvPr/>
        </p:nvSpPr>
        <p:spPr>
          <a:xfrm>
            <a:off x="3833400" y="1906600"/>
            <a:ext cx="603600" cy="3936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98"/>
          <p:cNvSpPr txBox="1"/>
          <p:nvPr/>
        </p:nvSpPr>
        <p:spPr>
          <a:xfrm>
            <a:off x="1068150" y="3574150"/>
            <a:ext cx="6909900" cy="14160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SzPts val="1600"/>
              <a:buFont typeface="Inter"/>
              <a:buChar char="●"/>
            </a:pPr>
            <a:r>
              <a:rPr lang="es" sz="1600">
                <a:latin typeface="Inter"/>
                <a:ea typeface="Inter"/>
                <a:cs typeface="Inter"/>
                <a:sym typeface="Inter"/>
              </a:rPr>
              <a:t>Cada nodo contiene labels y textos.</a:t>
            </a:r>
            <a:endParaRPr sz="1600">
              <a:latin typeface="Inter"/>
              <a:ea typeface="Inter"/>
              <a:cs typeface="Inter"/>
              <a:sym typeface="Inter"/>
            </a:endParaRPr>
          </a:p>
          <a:p>
            <a:pPr indent="-330200" lvl="0" marL="457200" rtl="0" algn="l">
              <a:spcBef>
                <a:spcPts val="0"/>
              </a:spcBef>
              <a:spcAft>
                <a:spcPts val="0"/>
              </a:spcAft>
              <a:buSzPts val="1600"/>
              <a:buFont typeface="Inter"/>
              <a:buChar char="●"/>
            </a:pPr>
            <a:r>
              <a:rPr lang="es" sz="1600">
                <a:latin typeface="Inter"/>
                <a:ea typeface="Inter"/>
                <a:cs typeface="Inter"/>
                <a:sym typeface="Inter"/>
              </a:rPr>
              <a:t>Lo que hace React es cambiar el texto de cada uno de estos nodos.</a:t>
            </a:r>
            <a:endParaRPr sz="1600">
              <a:latin typeface="Inter"/>
              <a:ea typeface="Inter"/>
              <a:cs typeface="Inter"/>
              <a:sym typeface="Inter"/>
            </a:endParaRPr>
          </a:p>
          <a:p>
            <a:pPr indent="-330200" lvl="0" marL="457200" rtl="0" algn="l">
              <a:spcBef>
                <a:spcPts val="0"/>
              </a:spcBef>
              <a:spcAft>
                <a:spcPts val="0"/>
              </a:spcAft>
              <a:buSzPts val="1600"/>
              <a:buFont typeface="Inter"/>
              <a:buChar char="●"/>
            </a:pPr>
            <a:r>
              <a:rPr lang="es" sz="1600">
                <a:latin typeface="Inter"/>
                <a:ea typeface="Inter"/>
                <a:cs typeface="Inter"/>
                <a:sym typeface="Inter"/>
              </a:rPr>
              <a:t>Por lo que para verificar si todo es correcto debemos comprobar el texto de cada uno de estos nodos.</a:t>
            </a:r>
            <a:endParaRPr sz="1600">
              <a:latin typeface="Inter"/>
              <a:ea typeface="Inter"/>
              <a:cs typeface="Inter"/>
              <a:sym typeface="Inte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9" name="Shape 3719"/>
        <p:cNvGrpSpPr/>
        <p:nvPr/>
      </p:nvGrpSpPr>
      <p:grpSpPr>
        <a:xfrm>
          <a:off x="0" y="0"/>
          <a:ext cx="0" cy="0"/>
          <a:chOff x="0" y="0"/>
          <a:chExt cx="0" cy="0"/>
        </a:xfrm>
      </p:grpSpPr>
      <p:sp>
        <p:nvSpPr>
          <p:cNvPr id="3720" name="Google Shape;3720;p99"/>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Frontend - DOM</a:t>
            </a:r>
            <a:endParaRPr/>
          </a:p>
          <a:p>
            <a:pPr indent="0" lvl="0" marL="0" rtl="0" algn="ctr">
              <a:lnSpc>
                <a:spcPct val="100000"/>
              </a:lnSpc>
              <a:spcBef>
                <a:spcPts val="0"/>
              </a:spcBef>
              <a:spcAft>
                <a:spcPts val="0"/>
              </a:spcAft>
              <a:buSzPts val="2800"/>
              <a:buNone/>
            </a:pPr>
            <a:r>
              <a:t/>
            </a:r>
            <a:endParaRPr/>
          </a:p>
        </p:txBody>
      </p:sp>
      <p:sp>
        <p:nvSpPr>
          <p:cNvPr id="3721" name="Google Shape;3721;p9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3722" name="Google Shape;3722;p99"/>
          <p:cNvPicPr preferRelativeResize="0"/>
          <p:nvPr/>
        </p:nvPicPr>
        <p:blipFill>
          <a:blip r:embed="rId3">
            <a:alphaModFix/>
          </a:blip>
          <a:stretch>
            <a:fillRect/>
          </a:stretch>
        </p:blipFill>
        <p:spPr>
          <a:xfrm>
            <a:off x="1607750" y="1316350"/>
            <a:ext cx="5715000" cy="3581400"/>
          </a:xfrm>
          <a:prstGeom prst="rect">
            <a:avLst/>
          </a:prstGeom>
          <a:noFill/>
          <a:ln>
            <a:noFill/>
          </a:ln>
        </p:spPr>
      </p:pic>
      <p:sp>
        <p:nvSpPr>
          <p:cNvPr id="3723" name="Google Shape;3723;p99"/>
          <p:cNvSpPr/>
          <p:nvPr/>
        </p:nvSpPr>
        <p:spPr>
          <a:xfrm>
            <a:off x="3952150" y="2945950"/>
            <a:ext cx="2111700" cy="1372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99"/>
          <p:cNvSpPr txBox="1"/>
          <p:nvPr/>
        </p:nvSpPr>
        <p:spPr>
          <a:xfrm>
            <a:off x="5169600" y="938400"/>
            <a:ext cx="3228900" cy="14160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2000">
                <a:latin typeface="Inter"/>
                <a:ea typeface="Inter"/>
                <a:cs typeface="Inter"/>
                <a:sym typeface="Inter"/>
              </a:rPr>
              <a:t>Un React component viene a ser un conjunto de nodos a través del árbol</a:t>
            </a:r>
            <a:endParaRPr sz="2000">
              <a:latin typeface="Inter"/>
              <a:ea typeface="Inter"/>
              <a:cs typeface="Inter"/>
              <a:sym typeface="Inte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8" name="Shape 3728"/>
        <p:cNvGrpSpPr/>
        <p:nvPr/>
      </p:nvGrpSpPr>
      <p:grpSpPr>
        <a:xfrm>
          <a:off x="0" y="0"/>
          <a:ext cx="0" cy="0"/>
          <a:chOff x="0" y="0"/>
          <a:chExt cx="0" cy="0"/>
        </a:xfrm>
      </p:grpSpPr>
      <p:sp>
        <p:nvSpPr>
          <p:cNvPr id="3729" name="Google Shape;3729;p100"/>
          <p:cNvSpPr/>
          <p:nvPr/>
        </p:nvSpPr>
        <p:spPr>
          <a:xfrm>
            <a:off x="5222025" y="955450"/>
            <a:ext cx="1699500" cy="1080000"/>
          </a:xfrm>
          <a:prstGeom prst="rect">
            <a:avLst/>
          </a:prstGeom>
          <a:solidFill>
            <a:srgbClr val="97CFF9">
              <a:alpha val="48800"/>
            </a:srgbClr>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t/>
            </a:r>
            <a:endParaRPr b="1" i="0" sz="1000" u="none" cap="none" strike="noStrike">
              <a:solidFill>
                <a:schemeClr val="dk1"/>
              </a:solidFill>
              <a:latin typeface="Inter"/>
              <a:ea typeface="Inter"/>
              <a:cs typeface="Inter"/>
              <a:sym typeface="Inter"/>
            </a:endParaRPr>
          </a:p>
        </p:txBody>
      </p:sp>
      <p:sp>
        <p:nvSpPr>
          <p:cNvPr id="3730" name="Google Shape;3730;p100"/>
          <p:cNvSpPr/>
          <p:nvPr/>
        </p:nvSpPr>
        <p:spPr>
          <a:xfrm>
            <a:off x="3106975" y="2170788"/>
            <a:ext cx="1224300" cy="1080000"/>
          </a:xfrm>
          <a:prstGeom prst="rect">
            <a:avLst/>
          </a:prstGeom>
          <a:solidFill>
            <a:srgbClr val="97CFF9">
              <a:alpha val="48800"/>
            </a:srgbClr>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t/>
            </a:r>
            <a:endParaRPr b="1" i="0" sz="1000" u="none" cap="none" strike="noStrike">
              <a:solidFill>
                <a:schemeClr val="dk1"/>
              </a:solidFill>
              <a:latin typeface="Inter"/>
              <a:ea typeface="Inter"/>
              <a:cs typeface="Inter"/>
              <a:sym typeface="Inter"/>
            </a:endParaRPr>
          </a:p>
        </p:txBody>
      </p:sp>
      <p:sp>
        <p:nvSpPr>
          <p:cNvPr id="3731" name="Google Shape;3731;p100"/>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Client side testing</a:t>
            </a:r>
            <a:endParaRPr/>
          </a:p>
        </p:txBody>
      </p:sp>
      <p:sp>
        <p:nvSpPr>
          <p:cNvPr id="3732" name="Google Shape;3732;p1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733" name="Google Shape;3733;p100"/>
          <p:cNvSpPr/>
          <p:nvPr/>
        </p:nvSpPr>
        <p:spPr>
          <a:xfrm>
            <a:off x="1251750" y="2248363"/>
            <a:ext cx="1104600" cy="924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s" sz="1000">
                <a:solidFill>
                  <a:srgbClr val="FFFFFF"/>
                </a:solidFill>
                <a:latin typeface="Inter"/>
                <a:ea typeface="Inter"/>
                <a:cs typeface="Inter"/>
                <a:sym typeface="Inter"/>
              </a:rPr>
              <a:t>User</a:t>
            </a:r>
            <a:endParaRPr b="1" i="0" sz="1000" u="none" cap="none" strike="noStrike">
              <a:solidFill>
                <a:srgbClr val="FFFFFF"/>
              </a:solidFill>
              <a:latin typeface="Inter"/>
              <a:ea typeface="Inter"/>
              <a:cs typeface="Inter"/>
              <a:sym typeface="Inter"/>
            </a:endParaRPr>
          </a:p>
        </p:txBody>
      </p:sp>
      <p:sp>
        <p:nvSpPr>
          <p:cNvPr id="3734" name="Google Shape;3734;p100"/>
          <p:cNvSpPr/>
          <p:nvPr/>
        </p:nvSpPr>
        <p:spPr>
          <a:xfrm>
            <a:off x="3270149" y="2367175"/>
            <a:ext cx="949500" cy="687300"/>
          </a:xfrm>
          <a:prstGeom prst="rect">
            <a:avLst/>
          </a:prstGeom>
          <a:solidFill>
            <a:srgbClr val="CC850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s" sz="1000">
                <a:solidFill>
                  <a:srgbClr val="FFFFFF"/>
                </a:solidFill>
                <a:latin typeface="Inter"/>
                <a:ea typeface="Inter"/>
                <a:cs typeface="Inter"/>
                <a:sym typeface="Inter"/>
              </a:rPr>
              <a:t>Page</a:t>
            </a:r>
            <a:endParaRPr b="1" i="0" sz="1000" u="none" cap="none" strike="noStrike">
              <a:solidFill>
                <a:srgbClr val="FFFFFF"/>
              </a:solidFill>
              <a:latin typeface="Inter"/>
              <a:ea typeface="Inter"/>
              <a:cs typeface="Inter"/>
              <a:sym typeface="Inter"/>
            </a:endParaRPr>
          </a:p>
        </p:txBody>
      </p:sp>
      <p:sp>
        <p:nvSpPr>
          <p:cNvPr id="3735" name="Google Shape;3735;p100"/>
          <p:cNvSpPr/>
          <p:nvPr/>
        </p:nvSpPr>
        <p:spPr>
          <a:xfrm>
            <a:off x="5405175" y="1209100"/>
            <a:ext cx="1271700" cy="572700"/>
          </a:xfrm>
          <a:prstGeom prst="rect">
            <a:avLst/>
          </a:prstGeom>
          <a:solidFill>
            <a:srgbClr val="CC850A"/>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000"/>
              <a:buFont typeface="Arial"/>
              <a:buNone/>
            </a:pPr>
            <a:r>
              <a:rPr b="1" lang="es" sz="1000">
                <a:solidFill>
                  <a:srgbClr val="FFFFFF"/>
                </a:solidFill>
                <a:latin typeface="Inter"/>
                <a:ea typeface="Inter"/>
                <a:cs typeface="Inter"/>
                <a:sym typeface="Inter"/>
              </a:rPr>
              <a:t>Component</a:t>
            </a:r>
            <a:endParaRPr b="1" sz="1000">
              <a:solidFill>
                <a:srgbClr val="FFFFFF"/>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000"/>
              <a:buFont typeface="Arial"/>
              <a:buNone/>
            </a:pPr>
            <a:r>
              <a:t/>
            </a:r>
            <a:endParaRPr b="1" sz="1000">
              <a:solidFill>
                <a:srgbClr val="FFFFFF"/>
              </a:solidFill>
              <a:latin typeface="Inter"/>
              <a:ea typeface="Inter"/>
              <a:cs typeface="Inter"/>
              <a:sym typeface="Inter"/>
            </a:endParaRPr>
          </a:p>
        </p:txBody>
      </p:sp>
      <p:cxnSp>
        <p:nvCxnSpPr>
          <p:cNvPr id="3736" name="Google Shape;3736;p100"/>
          <p:cNvCxnSpPr>
            <a:endCxn id="3734" idx="1"/>
          </p:cNvCxnSpPr>
          <p:nvPr/>
        </p:nvCxnSpPr>
        <p:spPr>
          <a:xfrm>
            <a:off x="2356349" y="2710825"/>
            <a:ext cx="913800" cy="0"/>
          </a:xfrm>
          <a:prstGeom prst="straightConnector1">
            <a:avLst/>
          </a:prstGeom>
          <a:noFill/>
          <a:ln cap="flat" cmpd="sng" w="9525">
            <a:solidFill>
              <a:schemeClr val="dk2"/>
            </a:solidFill>
            <a:prstDash val="solid"/>
            <a:round/>
            <a:headEnd len="med" w="med" type="none"/>
            <a:tailEnd len="med" w="med" type="triangle"/>
          </a:ln>
        </p:spPr>
      </p:cxnSp>
      <p:cxnSp>
        <p:nvCxnSpPr>
          <p:cNvPr id="3737" name="Google Shape;3737;p100"/>
          <p:cNvCxnSpPr>
            <a:stCxn id="3730" idx="3"/>
            <a:endCxn id="3735" idx="1"/>
          </p:cNvCxnSpPr>
          <p:nvPr/>
        </p:nvCxnSpPr>
        <p:spPr>
          <a:xfrm flipH="1" rot="10800000">
            <a:off x="4331275" y="1495488"/>
            <a:ext cx="1074000" cy="1215300"/>
          </a:xfrm>
          <a:prstGeom prst="straightConnector1">
            <a:avLst/>
          </a:prstGeom>
          <a:noFill/>
          <a:ln cap="flat" cmpd="sng" w="9525">
            <a:solidFill>
              <a:schemeClr val="dk2"/>
            </a:solidFill>
            <a:prstDash val="solid"/>
            <a:round/>
            <a:headEnd len="med" w="med" type="none"/>
            <a:tailEnd len="med" w="med" type="triangle"/>
          </a:ln>
        </p:spPr>
      </p:cxnSp>
      <p:cxnSp>
        <p:nvCxnSpPr>
          <p:cNvPr id="3738" name="Google Shape;3738;p100"/>
          <p:cNvCxnSpPr>
            <a:endCxn id="3739" idx="1"/>
          </p:cNvCxnSpPr>
          <p:nvPr/>
        </p:nvCxnSpPr>
        <p:spPr>
          <a:xfrm>
            <a:off x="4331122" y="2710825"/>
            <a:ext cx="949500" cy="806100"/>
          </a:xfrm>
          <a:prstGeom prst="straightConnector1">
            <a:avLst/>
          </a:prstGeom>
          <a:noFill/>
          <a:ln cap="flat" cmpd="sng" w="9525">
            <a:solidFill>
              <a:schemeClr val="dk2"/>
            </a:solidFill>
            <a:prstDash val="solid"/>
            <a:round/>
            <a:headEnd len="med" w="med" type="none"/>
            <a:tailEnd len="med" w="med" type="triangle"/>
          </a:ln>
        </p:spPr>
      </p:cxnSp>
      <p:sp>
        <p:nvSpPr>
          <p:cNvPr id="3740" name="Google Shape;3740;p100"/>
          <p:cNvSpPr txBox="1"/>
          <p:nvPr>
            <p:ph idx="4294967295" type="ctrTitle"/>
          </p:nvPr>
        </p:nvSpPr>
        <p:spPr>
          <a:xfrm>
            <a:off x="1798025" y="1712925"/>
            <a:ext cx="19443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b="0" sz="3500">
              <a:solidFill>
                <a:schemeClr val="dk1"/>
              </a:solidFill>
            </a:endParaRPr>
          </a:p>
          <a:p>
            <a:pPr indent="0" lvl="0" marL="0" rtl="0" algn="l">
              <a:lnSpc>
                <a:spcPct val="100000"/>
              </a:lnSpc>
              <a:spcBef>
                <a:spcPts val="0"/>
              </a:spcBef>
              <a:spcAft>
                <a:spcPts val="0"/>
              </a:spcAft>
              <a:buClr>
                <a:schemeClr val="dk1"/>
              </a:buClr>
              <a:buSzPts val="1100"/>
              <a:buFont typeface="Arial"/>
              <a:buNone/>
            </a:pPr>
            <a:r>
              <a:rPr b="0" lang="es" sz="2300">
                <a:solidFill>
                  <a:schemeClr val="accent1"/>
                </a:solidFill>
              </a:rPr>
              <a:t>Interact with</a:t>
            </a:r>
            <a:endParaRPr b="0" sz="2300">
              <a:solidFill>
                <a:schemeClr val="accent1"/>
              </a:solidFill>
            </a:endParaRPr>
          </a:p>
          <a:p>
            <a:pPr indent="0" lvl="0" marL="0" rtl="0" algn="ctr">
              <a:lnSpc>
                <a:spcPct val="100000"/>
              </a:lnSpc>
              <a:spcBef>
                <a:spcPts val="0"/>
              </a:spcBef>
              <a:spcAft>
                <a:spcPts val="0"/>
              </a:spcAft>
              <a:buClr>
                <a:schemeClr val="dk1"/>
              </a:buClr>
              <a:buSzPts val="1100"/>
              <a:buFont typeface="Arial"/>
              <a:buNone/>
            </a:pPr>
            <a:r>
              <a:t/>
            </a:r>
            <a:endParaRPr b="0" sz="1100">
              <a:solidFill>
                <a:schemeClr val="dk1"/>
              </a:solidFill>
              <a:latin typeface="Arial"/>
              <a:ea typeface="Arial"/>
              <a:cs typeface="Arial"/>
              <a:sym typeface="Arial"/>
            </a:endParaRPr>
          </a:p>
          <a:p>
            <a:pPr indent="0" lvl="0" marL="0" rtl="0" algn="ctr">
              <a:lnSpc>
                <a:spcPct val="100000"/>
              </a:lnSpc>
              <a:spcBef>
                <a:spcPts val="0"/>
              </a:spcBef>
              <a:spcAft>
                <a:spcPts val="0"/>
              </a:spcAft>
              <a:buSzPts val="3200"/>
              <a:buNone/>
            </a:pPr>
            <a:r>
              <a:t/>
            </a:r>
            <a:endParaRPr b="0" sz="4000">
              <a:solidFill>
                <a:schemeClr val="dk1"/>
              </a:solidFill>
              <a:latin typeface="Arial"/>
              <a:ea typeface="Arial"/>
              <a:cs typeface="Arial"/>
              <a:sym typeface="Arial"/>
            </a:endParaRPr>
          </a:p>
        </p:txBody>
      </p:sp>
      <p:sp>
        <p:nvSpPr>
          <p:cNvPr id="3741" name="Google Shape;3741;p100"/>
          <p:cNvSpPr txBox="1"/>
          <p:nvPr>
            <p:ph idx="4294967295" type="ctrTitle"/>
          </p:nvPr>
        </p:nvSpPr>
        <p:spPr>
          <a:xfrm>
            <a:off x="2215500" y="3425675"/>
            <a:ext cx="2356500" cy="1352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b="0" sz="3500">
              <a:solidFill>
                <a:schemeClr val="dk1"/>
              </a:solidFill>
            </a:endParaRPr>
          </a:p>
          <a:p>
            <a:pPr indent="0" lvl="0" marL="0" rtl="0" algn="l">
              <a:lnSpc>
                <a:spcPct val="100000"/>
              </a:lnSpc>
              <a:spcBef>
                <a:spcPts val="0"/>
              </a:spcBef>
              <a:spcAft>
                <a:spcPts val="0"/>
              </a:spcAft>
              <a:buClr>
                <a:schemeClr val="dk1"/>
              </a:buClr>
              <a:buSzPts val="1100"/>
              <a:buFont typeface="Arial"/>
              <a:buNone/>
            </a:pPr>
            <a:r>
              <a:rPr b="0" lang="es" sz="2300">
                <a:solidFill>
                  <a:schemeClr val="accent1"/>
                </a:solidFill>
              </a:rPr>
              <a:t>Clicking</a:t>
            </a:r>
            <a:endParaRPr b="0" sz="23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b="0" lang="es" sz="2300">
                <a:solidFill>
                  <a:schemeClr val="accent1"/>
                </a:solidFill>
              </a:rPr>
              <a:t>Typing</a:t>
            </a:r>
            <a:endParaRPr b="0" sz="23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b="0" lang="es" sz="2300">
                <a:solidFill>
                  <a:schemeClr val="accent1"/>
                </a:solidFill>
              </a:rPr>
              <a:t>Scrolling</a:t>
            </a:r>
            <a:endParaRPr b="0" sz="23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b="0" lang="es" sz="2300">
                <a:solidFill>
                  <a:schemeClr val="accent1"/>
                </a:solidFill>
              </a:rPr>
              <a:t>Open something</a:t>
            </a:r>
            <a:endParaRPr b="0" sz="2300">
              <a:solidFill>
                <a:schemeClr val="accent1"/>
              </a:solidFill>
            </a:endParaRPr>
          </a:p>
          <a:p>
            <a:pPr indent="0" lvl="0" marL="0" rtl="0" algn="ctr">
              <a:lnSpc>
                <a:spcPct val="100000"/>
              </a:lnSpc>
              <a:spcBef>
                <a:spcPts val="0"/>
              </a:spcBef>
              <a:spcAft>
                <a:spcPts val="0"/>
              </a:spcAft>
              <a:buClr>
                <a:schemeClr val="dk1"/>
              </a:buClr>
              <a:buSzPts val="1100"/>
              <a:buFont typeface="Arial"/>
              <a:buNone/>
            </a:pPr>
            <a:r>
              <a:t/>
            </a:r>
            <a:endParaRPr b="0" sz="1100">
              <a:solidFill>
                <a:schemeClr val="dk1"/>
              </a:solidFill>
              <a:latin typeface="Arial"/>
              <a:ea typeface="Arial"/>
              <a:cs typeface="Arial"/>
              <a:sym typeface="Arial"/>
            </a:endParaRPr>
          </a:p>
          <a:p>
            <a:pPr indent="0" lvl="0" marL="0" rtl="0" algn="ctr">
              <a:lnSpc>
                <a:spcPct val="100000"/>
              </a:lnSpc>
              <a:spcBef>
                <a:spcPts val="0"/>
              </a:spcBef>
              <a:spcAft>
                <a:spcPts val="0"/>
              </a:spcAft>
              <a:buSzPts val="3200"/>
              <a:buNone/>
            </a:pPr>
            <a:r>
              <a:t/>
            </a:r>
            <a:endParaRPr b="0" sz="4000">
              <a:solidFill>
                <a:schemeClr val="dk1"/>
              </a:solidFill>
              <a:latin typeface="Arial"/>
              <a:ea typeface="Arial"/>
              <a:cs typeface="Arial"/>
              <a:sym typeface="Arial"/>
            </a:endParaRPr>
          </a:p>
        </p:txBody>
      </p:sp>
      <p:sp>
        <p:nvSpPr>
          <p:cNvPr id="3742" name="Google Shape;3742;p100"/>
          <p:cNvSpPr/>
          <p:nvPr/>
        </p:nvSpPr>
        <p:spPr>
          <a:xfrm>
            <a:off x="7629097" y="1094500"/>
            <a:ext cx="1224300" cy="687300"/>
          </a:xfrm>
          <a:prstGeom prst="rect">
            <a:avLst/>
          </a:prstGeom>
          <a:solidFill>
            <a:srgbClr val="CC850A"/>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000"/>
              <a:buFont typeface="Arial"/>
              <a:buNone/>
            </a:pPr>
            <a:r>
              <a:rPr b="1" lang="es" sz="1000">
                <a:solidFill>
                  <a:schemeClr val="lt1"/>
                </a:solidFill>
                <a:latin typeface="Inter"/>
                <a:ea typeface="Inter"/>
                <a:cs typeface="Inter"/>
                <a:sym typeface="Inter"/>
              </a:rPr>
              <a:t>Function</a:t>
            </a:r>
            <a:endParaRPr b="1" i="0" sz="1000" u="none" cap="none" strike="noStrike">
              <a:solidFill>
                <a:srgbClr val="FFFFFF"/>
              </a:solidFill>
              <a:latin typeface="Inter"/>
              <a:ea typeface="Inter"/>
              <a:cs typeface="Inter"/>
              <a:sym typeface="Inter"/>
            </a:endParaRPr>
          </a:p>
        </p:txBody>
      </p:sp>
      <p:sp>
        <p:nvSpPr>
          <p:cNvPr id="3743" name="Google Shape;3743;p100"/>
          <p:cNvSpPr/>
          <p:nvPr/>
        </p:nvSpPr>
        <p:spPr>
          <a:xfrm>
            <a:off x="5312900" y="3267900"/>
            <a:ext cx="1271700" cy="572700"/>
          </a:xfrm>
          <a:prstGeom prst="rect">
            <a:avLst/>
          </a:prstGeom>
          <a:solidFill>
            <a:srgbClr val="CC850A"/>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000"/>
              <a:buFont typeface="Arial"/>
              <a:buNone/>
            </a:pPr>
            <a:r>
              <a:rPr b="1" lang="es" sz="1000">
                <a:solidFill>
                  <a:srgbClr val="FFFFFF"/>
                </a:solidFill>
                <a:latin typeface="Inter"/>
                <a:ea typeface="Inter"/>
                <a:cs typeface="Inter"/>
                <a:sym typeface="Inter"/>
              </a:rPr>
              <a:t>Component</a:t>
            </a:r>
            <a:endParaRPr b="1" sz="1000">
              <a:solidFill>
                <a:srgbClr val="FFFFFF"/>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000"/>
              <a:buFont typeface="Arial"/>
              <a:buNone/>
            </a:pPr>
            <a:r>
              <a:t/>
            </a:r>
            <a:endParaRPr b="1" sz="1000">
              <a:solidFill>
                <a:srgbClr val="FFFFFF"/>
              </a:solidFill>
              <a:latin typeface="Inter"/>
              <a:ea typeface="Inter"/>
              <a:cs typeface="Inter"/>
              <a:sym typeface="Inter"/>
            </a:endParaRPr>
          </a:p>
        </p:txBody>
      </p:sp>
      <p:cxnSp>
        <p:nvCxnSpPr>
          <p:cNvPr id="3744" name="Google Shape;3744;p100"/>
          <p:cNvCxnSpPr/>
          <p:nvPr/>
        </p:nvCxnSpPr>
        <p:spPr>
          <a:xfrm flipH="1" rot="10800000">
            <a:off x="6676872" y="1476600"/>
            <a:ext cx="927600" cy="18900"/>
          </a:xfrm>
          <a:prstGeom prst="straightConnector1">
            <a:avLst/>
          </a:prstGeom>
          <a:noFill/>
          <a:ln cap="flat" cmpd="sng" w="9525">
            <a:solidFill>
              <a:schemeClr val="dk2"/>
            </a:solidFill>
            <a:prstDash val="solid"/>
            <a:round/>
            <a:headEnd len="med" w="med" type="none"/>
            <a:tailEnd len="med" w="med" type="triangle"/>
          </a:ln>
        </p:spPr>
      </p:cxnSp>
      <p:sp>
        <p:nvSpPr>
          <p:cNvPr id="3745" name="Google Shape;3745;p100"/>
          <p:cNvSpPr txBox="1"/>
          <p:nvPr/>
        </p:nvSpPr>
        <p:spPr>
          <a:xfrm>
            <a:off x="5280625" y="3948625"/>
            <a:ext cx="3460500" cy="11082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2000">
                <a:latin typeface="Inter"/>
                <a:ea typeface="Inter"/>
                <a:cs typeface="Inter"/>
                <a:sym typeface="Inter"/>
              </a:rPr>
              <a:t>Una página puede interactuar con un componente</a:t>
            </a:r>
            <a:endParaRPr sz="2000">
              <a:latin typeface="Inter"/>
              <a:ea typeface="Inter"/>
              <a:cs typeface="Inter"/>
              <a:sym typeface="Inte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9" name="Shape 3749"/>
        <p:cNvGrpSpPr/>
        <p:nvPr/>
      </p:nvGrpSpPr>
      <p:grpSpPr>
        <a:xfrm>
          <a:off x="0" y="0"/>
          <a:ext cx="0" cy="0"/>
          <a:chOff x="0" y="0"/>
          <a:chExt cx="0" cy="0"/>
        </a:xfrm>
      </p:grpSpPr>
      <p:sp>
        <p:nvSpPr>
          <p:cNvPr id="3750" name="Google Shape;3750;p101"/>
          <p:cNvSpPr/>
          <p:nvPr/>
        </p:nvSpPr>
        <p:spPr>
          <a:xfrm>
            <a:off x="5133450" y="938400"/>
            <a:ext cx="1771500" cy="3074400"/>
          </a:xfrm>
          <a:prstGeom prst="rect">
            <a:avLst/>
          </a:prstGeom>
          <a:solidFill>
            <a:srgbClr val="97CFF9">
              <a:alpha val="48800"/>
            </a:srgbClr>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t/>
            </a:r>
            <a:endParaRPr b="1" i="0" sz="1000" u="none" cap="none" strike="noStrike">
              <a:solidFill>
                <a:schemeClr val="dk1"/>
              </a:solidFill>
              <a:latin typeface="Inter"/>
              <a:ea typeface="Inter"/>
              <a:cs typeface="Inter"/>
              <a:sym typeface="Inter"/>
            </a:endParaRPr>
          </a:p>
        </p:txBody>
      </p:sp>
      <p:sp>
        <p:nvSpPr>
          <p:cNvPr id="3751" name="Google Shape;3751;p101"/>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Client side testing</a:t>
            </a:r>
            <a:endParaRPr/>
          </a:p>
        </p:txBody>
      </p:sp>
      <p:sp>
        <p:nvSpPr>
          <p:cNvPr id="3752" name="Google Shape;3752;p10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753" name="Google Shape;3753;p101"/>
          <p:cNvSpPr/>
          <p:nvPr/>
        </p:nvSpPr>
        <p:spPr>
          <a:xfrm>
            <a:off x="1251750" y="2248363"/>
            <a:ext cx="1104600" cy="924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s" sz="1000">
                <a:solidFill>
                  <a:srgbClr val="FFFFFF"/>
                </a:solidFill>
                <a:latin typeface="Inter"/>
                <a:ea typeface="Inter"/>
                <a:cs typeface="Inter"/>
                <a:sym typeface="Inter"/>
              </a:rPr>
              <a:t>User</a:t>
            </a:r>
            <a:endParaRPr b="1" i="0" sz="1000" u="none" cap="none" strike="noStrike">
              <a:solidFill>
                <a:srgbClr val="FFFFFF"/>
              </a:solidFill>
              <a:latin typeface="Inter"/>
              <a:ea typeface="Inter"/>
              <a:cs typeface="Inter"/>
              <a:sym typeface="Inter"/>
            </a:endParaRPr>
          </a:p>
        </p:txBody>
      </p:sp>
      <p:sp>
        <p:nvSpPr>
          <p:cNvPr id="3754" name="Google Shape;3754;p101"/>
          <p:cNvSpPr/>
          <p:nvPr/>
        </p:nvSpPr>
        <p:spPr>
          <a:xfrm>
            <a:off x="3270149" y="2367175"/>
            <a:ext cx="949500" cy="687300"/>
          </a:xfrm>
          <a:prstGeom prst="rect">
            <a:avLst/>
          </a:prstGeom>
          <a:solidFill>
            <a:srgbClr val="CC850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s" sz="1000">
                <a:solidFill>
                  <a:srgbClr val="FFFFFF"/>
                </a:solidFill>
                <a:latin typeface="Inter"/>
                <a:ea typeface="Inter"/>
                <a:cs typeface="Inter"/>
                <a:sym typeface="Inter"/>
              </a:rPr>
              <a:t>Page</a:t>
            </a:r>
            <a:endParaRPr b="1" i="0" sz="1000" u="none" cap="none" strike="noStrike">
              <a:solidFill>
                <a:srgbClr val="FFFFFF"/>
              </a:solidFill>
              <a:latin typeface="Inter"/>
              <a:ea typeface="Inter"/>
              <a:cs typeface="Inter"/>
              <a:sym typeface="Inter"/>
            </a:endParaRPr>
          </a:p>
        </p:txBody>
      </p:sp>
      <p:sp>
        <p:nvSpPr>
          <p:cNvPr id="3755" name="Google Shape;3755;p101"/>
          <p:cNvSpPr/>
          <p:nvPr/>
        </p:nvSpPr>
        <p:spPr>
          <a:xfrm>
            <a:off x="5405175" y="1209100"/>
            <a:ext cx="1271700" cy="572700"/>
          </a:xfrm>
          <a:prstGeom prst="rect">
            <a:avLst/>
          </a:prstGeom>
          <a:solidFill>
            <a:srgbClr val="CC850A"/>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000"/>
              <a:buFont typeface="Arial"/>
              <a:buNone/>
            </a:pPr>
            <a:r>
              <a:rPr b="1" lang="es" sz="1000">
                <a:solidFill>
                  <a:srgbClr val="FFFFFF"/>
                </a:solidFill>
                <a:latin typeface="Inter"/>
                <a:ea typeface="Inter"/>
                <a:cs typeface="Inter"/>
                <a:sym typeface="Inter"/>
              </a:rPr>
              <a:t>Component</a:t>
            </a:r>
            <a:endParaRPr b="1" sz="1000">
              <a:solidFill>
                <a:srgbClr val="FFFFFF"/>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000"/>
              <a:buFont typeface="Arial"/>
              <a:buNone/>
            </a:pPr>
            <a:r>
              <a:t/>
            </a:r>
            <a:endParaRPr b="1" sz="1000">
              <a:solidFill>
                <a:srgbClr val="FFFFFF"/>
              </a:solidFill>
              <a:latin typeface="Inter"/>
              <a:ea typeface="Inter"/>
              <a:cs typeface="Inter"/>
              <a:sym typeface="Inter"/>
            </a:endParaRPr>
          </a:p>
        </p:txBody>
      </p:sp>
      <p:cxnSp>
        <p:nvCxnSpPr>
          <p:cNvPr id="3756" name="Google Shape;3756;p101"/>
          <p:cNvCxnSpPr>
            <a:endCxn id="3754" idx="1"/>
          </p:cNvCxnSpPr>
          <p:nvPr/>
        </p:nvCxnSpPr>
        <p:spPr>
          <a:xfrm>
            <a:off x="2356349" y="2710825"/>
            <a:ext cx="913800" cy="0"/>
          </a:xfrm>
          <a:prstGeom prst="straightConnector1">
            <a:avLst/>
          </a:prstGeom>
          <a:noFill/>
          <a:ln cap="flat" cmpd="sng" w="9525">
            <a:solidFill>
              <a:schemeClr val="dk2"/>
            </a:solidFill>
            <a:prstDash val="solid"/>
            <a:round/>
            <a:headEnd len="med" w="med" type="none"/>
            <a:tailEnd len="med" w="med" type="triangle"/>
          </a:ln>
        </p:spPr>
      </p:cxnSp>
      <p:cxnSp>
        <p:nvCxnSpPr>
          <p:cNvPr id="3757" name="Google Shape;3757;p101"/>
          <p:cNvCxnSpPr>
            <a:stCxn id="3758" idx="3"/>
            <a:endCxn id="3755" idx="1"/>
          </p:cNvCxnSpPr>
          <p:nvPr/>
        </p:nvCxnSpPr>
        <p:spPr>
          <a:xfrm flipH="1" rot="10800000">
            <a:off x="4331175" y="1495450"/>
            <a:ext cx="1074000" cy="1215300"/>
          </a:xfrm>
          <a:prstGeom prst="straightConnector1">
            <a:avLst/>
          </a:prstGeom>
          <a:noFill/>
          <a:ln cap="flat" cmpd="sng" w="9525">
            <a:solidFill>
              <a:schemeClr val="dk2"/>
            </a:solidFill>
            <a:prstDash val="solid"/>
            <a:round/>
            <a:headEnd len="med" w="med" type="none"/>
            <a:tailEnd len="med" w="med" type="triangle"/>
          </a:ln>
        </p:spPr>
      </p:cxnSp>
      <p:cxnSp>
        <p:nvCxnSpPr>
          <p:cNvPr id="3759" name="Google Shape;3759;p101"/>
          <p:cNvCxnSpPr>
            <a:endCxn id="3760" idx="1"/>
          </p:cNvCxnSpPr>
          <p:nvPr/>
        </p:nvCxnSpPr>
        <p:spPr>
          <a:xfrm>
            <a:off x="4331122" y="2710825"/>
            <a:ext cx="949500" cy="806100"/>
          </a:xfrm>
          <a:prstGeom prst="straightConnector1">
            <a:avLst/>
          </a:prstGeom>
          <a:noFill/>
          <a:ln cap="flat" cmpd="sng" w="9525">
            <a:solidFill>
              <a:schemeClr val="dk2"/>
            </a:solidFill>
            <a:prstDash val="solid"/>
            <a:round/>
            <a:headEnd len="med" w="med" type="none"/>
            <a:tailEnd len="med" w="med" type="triangle"/>
          </a:ln>
        </p:spPr>
      </p:cxnSp>
      <p:sp>
        <p:nvSpPr>
          <p:cNvPr id="3761" name="Google Shape;3761;p101"/>
          <p:cNvSpPr txBox="1"/>
          <p:nvPr>
            <p:ph idx="4294967295" type="ctrTitle"/>
          </p:nvPr>
        </p:nvSpPr>
        <p:spPr>
          <a:xfrm>
            <a:off x="1798025" y="1712925"/>
            <a:ext cx="1944300" cy="393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b="0" sz="3500">
              <a:solidFill>
                <a:schemeClr val="dk1"/>
              </a:solidFill>
            </a:endParaRPr>
          </a:p>
          <a:p>
            <a:pPr indent="0" lvl="0" marL="0" rtl="0" algn="l">
              <a:lnSpc>
                <a:spcPct val="100000"/>
              </a:lnSpc>
              <a:spcBef>
                <a:spcPts val="0"/>
              </a:spcBef>
              <a:spcAft>
                <a:spcPts val="0"/>
              </a:spcAft>
              <a:buClr>
                <a:schemeClr val="dk1"/>
              </a:buClr>
              <a:buSzPts val="1100"/>
              <a:buFont typeface="Arial"/>
              <a:buNone/>
            </a:pPr>
            <a:r>
              <a:rPr b="0" lang="es" sz="2300">
                <a:solidFill>
                  <a:schemeClr val="accent1"/>
                </a:solidFill>
              </a:rPr>
              <a:t>Interact with</a:t>
            </a:r>
            <a:endParaRPr b="0" sz="2300">
              <a:solidFill>
                <a:schemeClr val="accent1"/>
              </a:solidFill>
            </a:endParaRPr>
          </a:p>
          <a:p>
            <a:pPr indent="0" lvl="0" marL="0" rtl="0" algn="ctr">
              <a:lnSpc>
                <a:spcPct val="100000"/>
              </a:lnSpc>
              <a:spcBef>
                <a:spcPts val="0"/>
              </a:spcBef>
              <a:spcAft>
                <a:spcPts val="0"/>
              </a:spcAft>
              <a:buClr>
                <a:schemeClr val="dk1"/>
              </a:buClr>
              <a:buSzPts val="1100"/>
              <a:buFont typeface="Arial"/>
              <a:buNone/>
            </a:pPr>
            <a:r>
              <a:t/>
            </a:r>
            <a:endParaRPr b="0" sz="1100">
              <a:solidFill>
                <a:schemeClr val="dk1"/>
              </a:solidFill>
              <a:latin typeface="Arial"/>
              <a:ea typeface="Arial"/>
              <a:cs typeface="Arial"/>
              <a:sym typeface="Arial"/>
            </a:endParaRPr>
          </a:p>
          <a:p>
            <a:pPr indent="0" lvl="0" marL="0" rtl="0" algn="ctr">
              <a:lnSpc>
                <a:spcPct val="100000"/>
              </a:lnSpc>
              <a:spcBef>
                <a:spcPts val="0"/>
              </a:spcBef>
              <a:spcAft>
                <a:spcPts val="0"/>
              </a:spcAft>
              <a:buSzPts val="3200"/>
              <a:buNone/>
            </a:pPr>
            <a:r>
              <a:t/>
            </a:r>
            <a:endParaRPr b="0" sz="4000">
              <a:solidFill>
                <a:schemeClr val="dk1"/>
              </a:solidFill>
              <a:latin typeface="Arial"/>
              <a:ea typeface="Arial"/>
              <a:cs typeface="Arial"/>
              <a:sym typeface="Arial"/>
            </a:endParaRPr>
          </a:p>
        </p:txBody>
      </p:sp>
      <p:sp>
        <p:nvSpPr>
          <p:cNvPr id="3762" name="Google Shape;3762;p101"/>
          <p:cNvSpPr txBox="1"/>
          <p:nvPr>
            <p:ph idx="4294967295" type="ctrTitle"/>
          </p:nvPr>
        </p:nvSpPr>
        <p:spPr>
          <a:xfrm>
            <a:off x="2215500" y="3425675"/>
            <a:ext cx="2356500" cy="1352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b="0" sz="3500">
              <a:solidFill>
                <a:schemeClr val="dk1"/>
              </a:solidFill>
            </a:endParaRPr>
          </a:p>
          <a:p>
            <a:pPr indent="0" lvl="0" marL="0" rtl="0" algn="l">
              <a:lnSpc>
                <a:spcPct val="100000"/>
              </a:lnSpc>
              <a:spcBef>
                <a:spcPts val="0"/>
              </a:spcBef>
              <a:spcAft>
                <a:spcPts val="0"/>
              </a:spcAft>
              <a:buClr>
                <a:schemeClr val="dk1"/>
              </a:buClr>
              <a:buSzPts val="1100"/>
              <a:buFont typeface="Arial"/>
              <a:buNone/>
            </a:pPr>
            <a:r>
              <a:rPr b="0" lang="es" sz="2300">
                <a:solidFill>
                  <a:schemeClr val="accent1"/>
                </a:solidFill>
              </a:rPr>
              <a:t>Clicking</a:t>
            </a:r>
            <a:endParaRPr b="0" sz="23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b="0" lang="es" sz="2300">
                <a:solidFill>
                  <a:schemeClr val="accent1"/>
                </a:solidFill>
              </a:rPr>
              <a:t>Typing</a:t>
            </a:r>
            <a:endParaRPr b="0" sz="23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b="0" lang="es" sz="2300">
                <a:solidFill>
                  <a:schemeClr val="accent1"/>
                </a:solidFill>
              </a:rPr>
              <a:t>Scrolling</a:t>
            </a:r>
            <a:endParaRPr b="0" sz="23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b="0" lang="es" sz="2300">
                <a:solidFill>
                  <a:schemeClr val="accent1"/>
                </a:solidFill>
              </a:rPr>
              <a:t>Open something</a:t>
            </a:r>
            <a:endParaRPr b="0" sz="2300">
              <a:solidFill>
                <a:schemeClr val="accent1"/>
              </a:solidFill>
            </a:endParaRPr>
          </a:p>
          <a:p>
            <a:pPr indent="0" lvl="0" marL="0" rtl="0" algn="ctr">
              <a:lnSpc>
                <a:spcPct val="100000"/>
              </a:lnSpc>
              <a:spcBef>
                <a:spcPts val="0"/>
              </a:spcBef>
              <a:spcAft>
                <a:spcPts val="0"/>
              </a:spcAft>
              <a:buClr>
                <a:schemeClr val="dk1"/>
              </a:buClr>
              <a:buSzPts val="1100"/>
              <a:buFont typeface="Arial"/>
              <a:buNone/>
            </a:pPr>
            <a:r>
              <a:t/>
            </a:r>
            <a:endParaRPr b="0" sz="1100">
              <a:solidFill>
                <a:schemeClr val="dk1"/>
              </a:solidFill>
              <a:latin typeface="Arial"/>
              <a:ea typeface="Arial"/>
              <a:cs typeface="Arial"/>
              <a:sym typeface="Arial"/>
            </a:endParaRPr>
          </a:p>
          <a:p>
            <a:pPr indent="0" lvl="0" marL="0" rtl="0" algn="ctr">
              <a:lnSpc>
                <a:spcPct val="100000"/>
              </a:lnSpc>
              <a:spcBef>
                <a:spcPts val="0"/>
              </a:spcBef>
              <a:spcAft>
                <a:spcPts val="0"/>
              </a:spcAft>
              <a:buSzPts val="3200"/>
              <a:buNone/>
            </a:pPr>
            <a:r>
              <a:t/>
            </a:r>
            <a:endParaRPr b="0" sz="4000">
              <a:solidFill>
                <a:schemeClr val="dk1"/>
              </a:solidFill>
              <a:latin typeface="Arial"/>
              <a:ea typeface="Arial"/>
              <a:cs typeface="Arial"/>
              <a:sym typeface="Arial"/>
            </a:endParaRPr>
          </a:p>
        </p:txBody>
      </p:sp>
      <p:sp>
        <p:nvSpPr>
          <p:cNvPr id="3763" name="Google Shape;3763;p101"/>
          <p:cNvSpPr/>
          <p:nvPr/>
        </p:nvSpPr>
        <p:spPr>
          <a:xfrm>
            <a:off x="7629097" y="1094500"/>
            <a:ext cx="1224300" cy="687300"/>
          </a:xfrm>
          <a:prstGeom prst="rect">
            <a:avLst/>
          </a:prstGeom>
          <a:solidFill>
            <a:srgbClr val="CC850A"/>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000"/>
              <a:buFont typeface="Arial"/>
              <a:buNone/>
            </a:pPr>
            <a:r>
              <a:rPr b="1" lang="es" sz="1000">
                <a:solidFill>
                  <a:schemeClr val="lt1"/>
                </a:solidFill>
                <a:latin typeface="Inter"/>
                <a:ea typeface="Inter"/>
                <a:cs typeface="Inter"/>
                <a:sym typeface="Inter"/>
              </a:rPr>
              <a:t>Function</a:t>
            </a:r>
            <a:endParaRPr b="1" i="0" sz="1000" u="none" cap="none" strike="noStrike">
              <a:solidFill>
                <a:srgbClr val="FFFFFF"/>
              </a:solidFill>
              <a:latin typeface="Inter"/>
              <a:ea typeface="Inter"/>
              <a:cs typeface="Inter"/>
              <a:sym typeface="Inter"/>
            </a:endParaRPr>
          </a:p>
        </p:txBody>
      </p:sp>
      <p:sp>
        <p:nvSpPr>
          <p:cNvPr id="3764" name="Google Shape;3764;p101"/>
          <p:cNvSpPr/>
          <p:nvPr/>
        </p:nvSpPr>
        <p:spPr>
          <a:xfrm>
            <a:off x="5312900" y="3267900"/>
            <a:ext cx="1271700" cy="572700"/>
          </a:xfrm>
          <a:prstGeom prst="rect">
            <a:avLst/>
          </a:prstGeom>
          <a:solidFill>
            <a:srgbClr val="CC850A"/>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000"/>
              <a:buFont typeface="Arial"/>
              <a:buNone/>
            </a:pPr>
            <a:r>
              <a:rPr b="1" lang="es" sz="1000">
                <a:solidFill>
                  <a:srgbClr val="FFFFFF"/>
                </a:solidFill>
                <a:latin typeface="Inter"/>
                <a:ea typeface="Inter"/>
                <a:cs typeface="Inter"/>
                <a:sym typeface="Inter"/>
              </a:rPr>
              <a:t>Component</a:t>
            </a:r>
            <a:endParaRPr b="1" sz="1000">
              <a:solidFill>
                <a:srgbClr val="FFFFFF"/>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000"/>
              <a:buFont typeface="Arial"/>
              <a:buNone/>
            </a:pPr>
            <a:r>
              <a:t/>
            </a:r>
            <a:endParaRPr b="1" sz="1000">
              <a:solidFill>
                <a:srgbClr val="FFFFFF"/>
              </a:solidFill>
              <a:latin typeface="Inter"/>
              <a:ea typeface="Inter"/>
              <a:cs typeface="Inter"/>
              <a:sym typeface="Inter"/>
            </a:endParaRPr>
          </a:p>
        </p:txBody>
      </p:sp>
      <p:cxnSp>
        <p:nvCxnSpPr>
          <p:cNvPr id="3765" name="Google Shape;3765;p101"/>
          <p:cNvCxnSpPr/>
          <p:nvPr/>
        </p:nvCxnSpPr>
        <p:spPr>
          <a:xfrm flipH="1" rot="10800000">
            <a:off x="6676872" y="1476600"/>
            <a:ext cx="927600" cy="18900"/>
          </a:xfrm>
          <a:prstGeom prst="straightConnector1">
            <a:avLst/>
          </a:prstGeom>
          <a:noFill/>
          <a:ln cap="flat" cmpd="sng" w="9525">
            <a:solidFill>
              <a:schemeClr val="dk2"/>
            </a:solidFill>
            <a:prstDash val="solid"/>
            <a:round/>
            <a:headEnd len="med" w="med" type="none"/>
            <a:tailEnd len="med" w="med" type="triangle"/>
          </a:ln>
        </p:spPr>
      </p:cxnSp>
      <p:sp>
        <p:nvSpPr>
          <p:cNvPr id="3766" name="Google Shape;3766;p101"/>
          <p:cNvSpPr txBox="1"/>
          <p:nvPr/>
        </p:nvSpPr>
        <p:spPr>
          <a:xfrm>
            <a:off x="5280625" y="3948625"/>
            <a:ext cx="3460500" cy="11082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2000">
                <a:latin typeface="Inter"/>
                <a:ea typeface="Inter"/>
                <a:cs typeface="Inter"/>
                <a:sym typeface="Inter"/>
              </a:rPr>
              <a:t>Un componente puede interactuar con un componente</a:t>
            </a:r>
            <a:endParaRPr sz="2000">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70" name="Shape 3770"/>
        <p:cNvGrpSpPr/>
        <p:nvPr/>
      </p:nvGrpSpPr>
      <p:grpSpPr>
        <a:xfrm>
          <a:off x="0" y="0"/>
          <a:ext cx="0" cy="0"/>
          <a:chOff x="0" y="0"/>
          <a:chExt cx="0" cy="0"/>
        </a:xfrm>
      </p:grpSpPr>
      <p:sp>
        <p:nvSpPr>
          <p:cNvPr id="3771" name="Google Shape;3771;p102"/>
          <p:cNvSpPr txBox="1"/>
          <p:nvPr>
            <p:ph type="ctrTitle"/>
          </p:nvPr>
        </p:nvSpPr>
        <p:spPr>
          <a:xfrm>
            <a:off x="369000" y="365700"/>
            <a:ext cx="8463300" cy="392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3200"/>
              <a:buNone/>
            </a:pPr>
            <a:r>
              <a:rPr lang="es" sz="4000">
                <a:solidFill>
                  <a:srgbClr val="4A86E8"/>
                </a:solidFill>
              </a:rPr>
              <a:t>Behaviour testing</a:t>
            </a:r>
            <a:endParaRPr sz="4000">
              <a:solidFill>
                <a:srgbClr val="4A86E8"/>
              </a:solidFill>
            </a:endParaRPr>
          </a:p>
          <a:p>
            <a:pPr indent="0" lvl="0" marL="0" rtl="0" algn="ctr">
              <a:lnSpc>
                <a:spcPct val="100000"/>
              </a:lnSpc>
              <a:spcBef>
                <a:spcPts val="0"/>
              </a:spcBef>
              <a:spcAft>
                <a:spcPts val="0"/>
              </a:spcAft>
              <a:buSzPts val="3200"/>
              <a:buNone/>
            </a:pPr>
            <a:r>
              <a:rPr lang="es" sz="4000">
                <a:solidFill>
                  <a:srgbClr val="4A86E8"/>
                </a:solidFill>
              </a:rPr>
              <a:t>(Test de comportamiento)</a:t>
            </a:r>
            <a:endParaRPr sz="4000">
              <a:solidFill>
                <a:srgbClr val="4A86E8"/>
              </a:solidFill>
            </a:endParaRPr>
          </a:p>
        </p:txBody>
      </p:sp>
      <p:sp>
        <p:nvSpPr>
          <p:cNvPr id="3772" name="Google Shape;3772;p10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s"/>
              <a:t>‹#›</a:t>
            </a:fld>
            <a:endParaRPr sz="7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76" name="Shape 3776"/>
        <p:cNvGrpSpPr/>
        <p:nvPr/>
      </p:nvGrpSpPr>
      <p:grpSpPr>
        <a:xfrm>
          <a:off x="0" y="0"/>
          <a:ext cx="0" cy="0"/>
          <a:chOff x="0" y="0"/>
          <a:chExt cx="0" cy="0"/>
        </a:xfrm>
      </p:grpSpPr>
      <p:sp>
        <p:nvSpPr>
          <p:cNvPr id="3777" name="Google Shape;3777;p103"/>
          <p:cNvSpPr txBox="1"/>
          <p:nvPr>
            <p:ph type="ctrTitle"/>
          </p:nvPr>
        </p:nvSpPr>
        <p:spPr>
          <a:xfrm>
            <a:off x="369000" y="365700"/>
            <a:ext cx="8463300" cy="392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3200"/>
              <a:buNone/>
            </a:pPr>
            <a:r>
              <a:rPr lang="es" sz="4000">
                <a:solidFill>
                  <a:srgbClr val="4A86E8"/>
                </a:solidFill>
              </a:rPr>
              <a:t>No probamos la interacción con backend. Eso se puede simular.</a:t>
            </a:r>
            <a:endParaRPr sz="4000"/>
          </a:p>
        </p:txBody>
      </p:sp>
      <p:sp>
        <p:nvSpPr>
          <p:cNvPr id="3778" name="Google Shape;3778;p10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s"/>
              <a:t>‹#›</a:t>
            </a:fld>
            <a:endParaRPr sz="7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82" name="Shape 3782"/>
        <p:cNvGrpSpPr/>
        <p:nvPr/>
      </p:nvGrpSpPr>
      <p:grpSpPr>
        <a:xfrm>
          <a:off x="0" y="0"/>
          <a:ext cx="0" cy="0"/>
          <a:chOff x="0" y="0"/>
          <a:chExt cx="0" cy="0"/>
        </a:xfrm>
      </p:grpSpPr>
      <p:sp>
        <p:nvSpPr>
          <p:cNvPr id="3783" name="Google Shape;3783;p104"/>
          <p:cNvSpPr txBox="1"/>
          <p:nvPr>
            <p:ph type="ctrTitle"/>
          </p:nvPr>
        </p:nvSpPr>
        <p:spPr>
          <a:xfrm>
            <a:off x="369000" y="365700"/>
            <a:ext cx="8463300" cy="392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3200"/>
              <a:buNone/>
            </a:pPr>
            <a:r>
              <a:rPr lang="es" sz="4000">
                <a:solidFill>
                  <a:srgbClr val="4A86E8"/>
                </a:solidFill>
              </a:rPr>
              <a:t>En frontend privilegiamos </a:t>
            </a:r>
            <a:r>
              <a:rPr lang="es" sz="4000" u="sng">
                <a:solidFill>
                  <a:srgbClr val="4A86E8"/>
                </a:solidFill>
              </a:rPr>
              <a:t>behaviour testing</a:t>
            </a:r>
            <a:r>
              <a:rPr lang="es" sz="4000">
                <a:solidFill>
                  <a:srgbClr val="4A86E8"/>
                </a:solidFill>
              </a:rPr>
              <a:t> por </a:t>
            </a:r>
            <a:r>
              <a:rPr lang="es" sz="4000" u="sng">
                <a:solidFill>
                  <a:srgbClr val="4A86E8"/>
                </a:solidFill>
              </a:rPr>
              <a:t>vista</a:t>
            </a:r>
            <a:r>
              <a:rPr lang="es" sz="4000">
                <a:solidFill>
                  <a:srgbClr val="4A86E8"/>
                </a:solidFill>
              </a:rPr>
              <a:t> o </a:t>
            </a:r>
            <a:r>
              <a:rPr lang="es" sz="4000" u="sng">
                <a:solidFill>
                  <a:srgbClr val="4A86E8"/>
                </a:solidFill>
              </a:rPr>
              <a:t>componente</a:t>
            </a:r>
            <a:r>
              <a:rPr lang="es" sz="4000">
                <a:solidFill>
                  <a:srgbClr val="4A86E8"/>
                </a:solidFill>
              </a:rPr>
              <a:t> y E2E con Cypress</a:t>
            </a:r>
            <a:endParaRPr sz="4000"/>
          </a:p>
        </p:txBody>
      </p:sp>
      <p:sp>
        <p:nvSpPr>
          <p:cNvPr id="3784" name="Google Shape;3784;p10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s"/>
              <a:t>‹#›</a:t>
            </a:fld>
            <a:endParaRPr sz="7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8" name="Shape 3788"/>
        <p:cNvGrpSpPr/>
        <p:nvPr/>
      </p:nvGrpSpPr>
      <p:grpSpPr>
        <a:xfrm>
          <a:off x="0" y="0"/>
          <a:ext cx="0" cy="0"/>
          <a:chOff x="0" y="0"/>
          <a:chExt cx="0" cy="0"/>
        </a:xfrm>
      </p:grpSpPr>
      <p:sp>
        <p:nvSpPr>
          <p:cNvPr id="3789" name="Google Shape;3789;p105"/>
          <p:cNvSpPr txBox="1"/>
          <p:nvPr>
            <p:ph type="title"/>
          </p:nvPr>
        </p:nvSpPr>
        <p:spPr>
          <a:xfrm>
            <a:off x="369000" y="365700"/>
            <a:ext cx="84060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Diseño componentes</a:t>
            </a:r>
            <a:endParaRPr/>
          </a:p>
        </p:txBody>
      </p:sp>
      <p:sp>
        <p:nvSpPr>
          <p:cNvPr id="3790" name="Google Shape;3790;p105"/>
          <p:cNvSpPr/>
          <p:nvPr/>
        </p:nvSpPr>
        <p:spPr>
          <a:xfrm>
            <a:off x="412250" y="997050"/>
            <a:ext cx="8231100" cy="3502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 sz="3200">
                <a:solidFill>
                  <a:schemeClr val="dk1"/>
                </a:solidFill>
              </a:rPr>
              <a:t>Contenedor (envoltorio)</a:t>
            </a:r>
            <a:endParaRPr sz="3200">
              <a:solidFill>
                <a:schemeClr val="dk1"/>
              </a:solidFill>
            </a:endParaRPr>
          </a:p>
        </p:txBody>
      </p:sp>
      <p:sp>
        <p:nvSpPr>
          <p:cNvPr id="3791" name="Google Shape;3791;p105"/>
          <p:cNvSpPr/>
          <p:nvPr/>
        </p:nvSpPr>
        <p:spPr>
          <a:xfrm>
            <a:off x="985250" y="1611925"/>
            <a:ext cx="7085100" cy="744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 sz="3200">
                <a:solidFill>
                  <a:schemeClr val="dk1"/>
                </a:solidFill>
              </a:rPr>
              <a:t>hook: llamadas por la red (funcional)</a:t>
            </a:r>
            <a:endParaRPr sz="3200">
              <a:solidFill>
                <a:schemeClr val="dk1"/>
              </a:solidFill>
            </a:endParaRPr>
          </a:p>
        </p:txBody>
      </p:sp>
      <p:sp>
        <p:nvSpPr>
          <p:cNvPr id="3792" name="Google Shape;3792;p105"/>
          <p:cNvSpPr/>
          <p:nvPr/>
        </p:nvSpPr>
        <p:spPr>
          <a:xfrm>
            <a:off x="985250" y="2483025"/>
            <a:ext cx="7085100" cy="744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 sz="3200">
                <a:solidFill>
                  <a:schemeClr val="dk1"/>
                </a:solidFill>
              </a:rPr>
              <a:t>Lógica de error</a:t>
            </a:r>
            <a:endParaRPr sz="3200">
              <a:solidFill>
                <a:schemeClr val="dk1"/>
              </a:solidFill>
            </a:endParaRPr>
          </a:p>
        </p:txBody>
      </p:sp>
      <p:sp>
        <p:nvSpPr>
          <p:cNvPr id="3793" name="Google Shape;3793;p105"/>
          <p:cNvSpPr/>
          <p:nvPr/>
        </p:nvSpPr>
        <p:spPr>
          <a:xfrm>
            <a:off x="985250" y="3354125"/>
            <a:ext cx="7085100" cy="744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 sz="3200">
                <a:solidFill>
                  <a:schemeClr val="dk1"/>
                </a:solidFill>
              </a:rPr>
              <a:t>Business Logic</a:t>
            </a:r>
            <a:endParaRPr sz="32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7" name="Shape 3797"/>
        <p:cNvGrpSpPr/>
        <p:nvPr/>
      </p:nvGrpSpPr>
      <p:grpSpPr>
        <a:xfrm>
          <a:off x="0" y="0"/>
          <a:ext cx="0" cy="0"/>
          <a:chOff x="0" y="0"/>
          <a:chExt cx="0" cy="0"/>
        </a:xfrm>
      </p:grpSpPr>
      <p:sp>
        <p:nvSpPr>
          <p:cNvPr id="3798" name="Google Shape;3798;p106"/>
          <p:cNvSpPr txBox="1"/>
          <p:nvPr>
            <p:ph type="title"/>
          </p:nvPr>
        </p:nvSpPr>
        <p:spPr>
          <a:xfrm>
            <a:off x="369000" y="365700"/>
            <a:ext cx="84060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Diseño componentes</a:t>
            </a:r>
            <a:endParaRPr/>
          </a:p>
        </p:txBody>
      </p:sp>
      <p:sp>
        <p:nvSpPr>
          <p:cNvPr id="3799" name="Google Shape;3799;p106"/>
          <p:cNvSpPr/>
          <p:nvPr/>
        </p:nvSpPr>
        <p:spPr>
          <a:xfrm>
            <a:off x="412250" y="997050"/>
            <a:ext cx="8231100" cy="3502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 sz="3200">
                <a:solidFill>
                  <a:schemeClr val="dk1"/>
                </a:solidFill>
              </a:rPr>
              <a:t>Business Logic</a:t>
            </a:r>
            <a:endParaRPr sz="3200">
              <a:solidFill>
                <a:schemeClr val="dk1"/>
              </a:solidFill>
            </a:endParaRPr>
          </a:p>
        </p:txBody>
      </p:sp>
      <p:sp>
        <p:nvSpPr>
          <p:cNvPr id="3800" name="Google Shape;3800;p106"/>
          <p:cNvSpPr/>
          <p:nvPr/>
        </p:nvSpPr>
        <p:spPr>
          <a:xfrm>
            <a:off x="985250" y="1936900"/>
            <a:ext cx="7085100" cy="744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 sz="3200">
                <a:solidFill>
                  <a:schemeClr val="dk1"/>
                </a:solidFill>
              </a:rPr>
              <a:t>Render Conditional</a:t>
            </a:r>
            <a:endParaRPr sz="3200">
              <a:solidFill>
                <a:schemeClr val="dk1"/>
              </a:solidFill>
            </a:endParaRPr>
          </a:p>
        </p:txBody>
      </p:sp>
      <p:sp>
        <p:nvSpPr>
          <p:cNvPr id="3801" name="Google Shape;3801;p106"/>
          <p:cNvSpPr/>
          <p:nvPr/>
        </p:nvSpPr>
        <p:spPr>
          <a:xfrm>
            <a:off x="985250" y="2939250"/>
            <a:ext cx="7085100" cy="744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 sz="3200">
                <a:solidFill>
                  <a:schemeClr val="dk1"/>
                </a:solidFill>
              </a:rPr>
              <a:t>Business Logic</a:t>
            </a:r>
            <a:endParaRPr sz="32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5" name="Shape 3805"/>
        <p:cNvGrpSpPr/>
        <p:nvPr/>
      </p:nvGrpSpPr>
      <p:grpSpPr>
        <a:xfrm>
          <a:off x="0" y="0"/>
          <a:ext cx="0" cy="0"/>
          <a:chOff x="0" y="0"/>
          <a:chExt cx="0" cy="0"/>
        </a:xfrm>
      </p:grpSpPr>
      <p:sp>
        <p:nvSpPr>
          <p:cNvPr id="3806" name="Google Shape;3806;p107"/>
          <p:cNvSpPr txBox="1"/>
          <p:nvPr>
            <p:ph type="title"/>
          </p:nvPr>
        </p:nvSpPr>
        <p:spPr>
          <a:xfrm>
            <a:off x="369000" y="365700"/>
            <a:ext cx="84060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E2E Cypress</a:t>
            </a:r>
            <a:endParaRPr/>
          </a:p>
        </p:txBody>
      </p:sp>
      <p:sp>
        <p:nvSpPr>
          <p:cNvPr id="3807" name="Google Shape;3807;p107"/>
          <p:cNvSpPr txBox="1"/>
          <p:nvPr/>
        </p:nvSpPr>
        <p:spPr>
          <a:xfrm>
            <a:off x="4138575" y="250500"/>
            <a:ext cx="4718400" cy="4802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 sz="1200">
                <a:solidFill>
                  <a:schemeClr val="dk1"/>
                </a:solidFill>
                <a:highlight>
                  <a:srgbClr val="FFFFFF"/>
                </a:highlight>
                <a:latin typeface="Consolas"/>
                <a:ea typeface="Consolas"/>
                <a:cs typeface="Consolas"/>
                <a:sym typeface="Consolas"/>
              </a:rPr>
              <a:t>   cy.intercept(</a:t>
            </a:r>
            <a:r>
              <a:rPr b="1" lang="es" sz="1200">
                <a:solidFill>
                  <a:srgbClr val="A31515"/>
                </a:solidFill>
                <a:highlight>
                  <a:srgbClr val="FFFFFF"/>
                </a:highlight>
                <a:latin typeface="Consolas"/>
                <a:ea typeface="Consolas"/>
                <a:cs typeface="Consolas"/>
                <a:sym typeface="Consolas"/>
              </a:rPr>
              <a:t>"GET"</a:t>
            </a:r>
            <a:r>
              <a:rPr b="1" lang="es" sz="1200">
                <a:solidFill>
                  <a:schemeClr val="dk1"/>
                </a:solidFill>
                <a:highlight>
                  <a:srgbClr val="FFFFFF"/>
                </a:highlight>
                <a:latin typeface="Consolas"/>
                <a:ea typeface="Consolas"/>
                <a:cs typeface="Consolas"/>
                <a:sym typeface="Consolas"/>
              </a:rPr>
              <a:t>, </a:t>
            </a:r>
            <a:r>
              <a:rPr b="1" lang="es" sz="1200">
                <a:solidFill>
                  <a:srgbClr val="A31515"/>
                </a:solidFill>
                <a:highlight>
                  <a:srgbClr val="FFFFFF"/>
                </a:highlight>
                <a:latin typeface="Consolas"/>
                <a:ea typeface="Consolas"/>
                <a:cs typeface="Consolas"/>
                <a:sym typeface="Consolas"/>
              </a:rPr>
              <a:t>"/restaurants"</a:t>
            </a:r>
            <a:r>
              <a:rPr b="1" lang="es"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chemeClr val="dk1"/>
                </a:solidFill>
                <a:highlight>
                  <a:srgbClr val="FFFFFF"/>
                </a:highlight>
                <a:latin typeface="Consolas"/>
                <a:ea typeface="Consolas"/>
                <a:cs typeface="Consolas"/>
                <a:sym typeface="Consolas"/>
              </a:rPr>
              <a:t>     statusCode: </a:t>
            </a:r>
            <a:r>
              <a:rPr b="1" lang="es" sz="1200">
                <a:solidFill>
                  <a:srgbClr val="098658"/>
                </a:solidFill>
                <a:highlight>
                  <a:srgbClr val="FFFFFF"/>
                </a:highlight>
                <a:latin typeface="Consolas"/>
                <a:ea typeface="Consolas"/>
                <a:cs typeface="Consolas"/>
                <a:sym typeface="Consolas"/>
              </a:rPr>
              <a:t>200</a:t>
            </a:r>
            <a:r>
              <a:rPr b="1" lang="es"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chemeClr val="dk1"/>
                </a:solidFill>
                <a:highlight>
                  <a:srgbClr val="FFFFFF"/>
                </a:highlight>
                <a:latin typeface="Consolas"/>
                <a:ea typeface="Consolas"/>
                <a:cs typeface="Consolas"/>
                <a:sym typeface="Consolas"/>
              </a:rPr>
              <a:t>     body: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chemeClr val="dk1"/>
                </a:solidFill>
                <a:highlight>
                  <a:srgbClr val="FFFFFF"/>
                </a:highlight>
                <a:latin typeface="Consolas"/>
                <a:ea typeface="Consolas"/>
                <a:cs typeface="Consolas"/>
                <a:sym typeface="Consolas"/>
              </a:rPr>
              <a:t>         id: </a:t>
            </a:r>
            <a:r>
              <a:rPr b="1" lang="es" sz="1200">
                <a:solidFill>
                  <a:srgbClr val="A31515"/>
                </a:solidFill>
                <a:highlight>
                  <a:srgbClr val="FFFFFF"/>
                </a:highlight>
                <a:latin typeface="Consolas"/>
                <a:ea typeface="Consolas"/>
                <a:cs typeface="Consolas"/>
                <a:sym typeface="Consolas"/>
              </a:rPr>
              <a:t>"1"</a:t>
            </a:r>
            <a:r>
              <a:rPr b="1" lang="es"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chemeClr val="dk1"/>
                </a:solidFill>
                <a:highlight>
                  <a:srgbClr val="FFFFFF"/>
                </a:highlight>
                <a:latin typeface="Consolas"/>
                <a:ea typeface="Consolas"/>
                <a:cs typeface="Consolas"/>
                <a:sym typeface="Consolas"/>
              </a:rPr>
              <a:t>         name: </a:t>
            </a:r>
            <a:r>
              <a:rPr b="1" lang="es" sz="1200">
                <a:solidFill>
                  <a:srgbClr val="A31515"/>
                </a:solidFill>
                <a:highlight>
                  <a:srgbClr val="FFFFFF"/>
                </a:highlight>
                <a:latin typeface="Consolas"/>
                <a:ea typeface="Consolas"/>
                <a:cs typeface="Consolas"/>
                <a:sym typeface="Consolas"/>
              </a:rPr>
              <a:t>"Repollo"</a:t>
            </a:r>
            <a:r>
              <a:rPr b="1" lang="es"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chemeClr val="dk1"/>
                </a:solidFill>
                <a:highlight>
                  <a:srgbClr val="FFFFFF"/>
                </a:highlight>
                <a:latin typeface="Consolas"/>
                <a:ea typeface="Consolas"/>
                <a:cs typeface="Consolas"/>
                <a:sym typeface="Consolas"/>
              </a:rPr>
              <a:t>         address: </a:t>
            </a:r>
            <a:r>
              <a:rPr b="1" lang="es" sz="1200">
                <a:solidFill>
                  <a:srgbClr val="A31515"/>
                </a:solidFill>
                <a:highlight>
                  <a:srgbClr val="FFFFFF"/>
                </a:highlight>
                <a:latin typeface="Consolas"/>
                <a:ea typeface="Consolas"/>
                <a:cs typeface="Consolas"/>
                <a:sym typeface="Consolas"/>
              </a:rPr>
              <a:t>"myAddress 1"</a:t>
            </a:r>
            <a:r>
              <a:rPr b="1" lang="es"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chemeClr val="dk1"/>
                </a:solidFill>
                <a:highlight>
                  <a:srgbClr val="FFFFFF"/>
                </a:highlight>
                <a:latin typeface="Consolas"/>
                <a:ea typeface="Consolas"/>
                <a:cs typeface="Consolas"/>
                <a:sym typeface="Consolas"/>
              </a:rPr>
              <a:t>         contactEmail: </a:t>
            </a:r>
            <a:r>
              <a:rPr b="1" lang="es" sz="1200">
                <a:solidFill>
                  <a:srgbClr val="A31515"/>
                </a:solidFill>
                <a:highlight>
                  <a:srgbClr val="FFFFFF"/>
                </a:highlight>
                <a:latin typeface="Consolas"/>
                <a:ea typeface="Consolas"/>
                <a:cs typeface="Consolas"/>
                <a:sym typeface="Consolas"/>
              </a:rPr>
              <a:t>"repollo@myResturant.com"</a:t>
            </a:r>
            <a:r>
              <a:rPr b="1" lang="es"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chemeClr val="dk1"/>
                </a:solidFill>
                <a:highlight>
                  <a:srgbClr val="FFFFFF"/>
                </a:highlight>
                <a:latin typeface="Consolas"/>
                <a:ea typeface="Consolas"/>
                <a:cs typeface="Consolas"/>
                <a:sym typeface="Consolas"/>
              </a:rPr>
              <a:t>         id: </a:t>
            </a:r>
            <a:r>
              <a:rPr b="1" lang="es" sz="1200">
                <a:solidFill>
                  <a:srgbClr val="A31515"/>
                </a:solidFill>
                <a:highlight>
                  <a:srgbClr val="FFFFFF"/>
                </a:highlight>
                <a:latin typeface="Consolas"/>
                <a:ea typeface="Consolas"/>
                <a:cs typeface="Consolas"/>
                <a:sym typeface="Consolas"/>
              </a:rPr>
              <a:t>"2"</a:t>
            </a:r>
            <a:r>
              <a:rPr b="1" lang="es"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chemeClr val="dk1"/>
                </a:solidFill>
                <a:highlight>
                  <a:srgbClr val="FFFFFF"/>
                </a:highlight>
                <a:latin typeface="Consolas"/>
                <a:ea typeface="Consolas"/>
                <a:cs typeface="Consolas"/>
                <a:sym typeface="Consolas"/>
              </a:rPr>
              <a:t>         name: </a:t>
            </a:r>
            <a:r>
              <a:rPr b="1" lang="es" sz="1200">
                <a:solidFill>
                  <a:srgbClr val="A31515"/>
                </a:solidFill>
                <a:highlight>
                  <a:srgbClr val="FFFFFF"/>
                </a:highlight>
                <a:latin typeface="Consolas"/>
                <a:ea typeface="Consolas"/>
                <a:cs typeface="Consolas"/>
                <a:sym typeface="Consolas"/>
              </a:rPr>
              <a:t>"El Pollo del 8"</a:t>
            </a:r>
            <a:r>
              <a:rPr b="1" lang="es"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chemeClr val="dk1"/>
                </a:solidFill>
                <a:highlight>
                  <a:srgbClr val="FFFFFF"/>
                </a:highlight>
                <a:latin typeface="Consolas"/>
                <a:ea typeface="Consolas"/>
                <a:cs typeface="Consolas"/>
                <a:sym typeface="Consolas"/>
              </a:rPr>
              <a:t>         address: </a:t>
            </a:r>
            <a:r>
              <a:rPr b="1" lang="es" sz="1200">
                <a:solidFill>
                  <a:srgbClr val="A31515"/>
                </a:solidFill>
                <a:highlight>
                  <a:srgbClr val="FFFFFF"/>
                </a:highlight>
                <a:latin typeface="Consolas"/>
                <a:ea typeface="Consolas"/>
                <a:cs typeface="Consolas"/>
                <a:sym typeface="Consolas"/>
              </a:rPr>
              <a:t>"myAddress 2"</a:t>
            </a:r>
            <a:r>
              <a:rPr b="1" lang="es"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chemeClr val="dk1"/>
                </a:solidFill>
                <a:highlight>
                  <a:srgbClr val="FFFFFF"/>
                </a:highlight>
                <a:latin typeface="Consolas"/>
                <a:ea typeface="Consolas"/>
                <a:cs typeface="Consolas"/>
                <a:sym typeface="Consolas"/>
              </a:rPr>
              <a:t>         contactEmail: </a:t>
            </a:r>
            <a:r>
              <a:rPr b="1" lang="es" sz="1200">
                <a:solidFill>
                  <a:srgbClr val="A31515"/>
                </a:solidFill>
                <a:highlight>
                  <a:srgbClr val="FFFFFF"/>
                </a:highlight>
                <a:latin typeface="Consolas"/>
                <a:ea typeface="Consolas"/>
                <a:cs typeface="Consolas"/>
                <a:sym typeface="Consolas"/>
              </a:rPr>
              <a:t>"pollodel8@myResturant.com"</a:t>
            </a:r>
            <a:r>
              <a:rPr b="1" lang="es"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chemeClr val="dk1"/>
                </a:solidFill>
                <a:highlight>
                  <a:srgbClr val="FFFFFF"/>
                </a:highlight>
                <a:latin typeface="Consolas"/>
                <a:ea typeface="Consolas"/>
                <a:cs typeface="Consolas"/>
                <a:sym typeface="Consolas"/>
              </a:rPr>
              <a:t>   }).as(</a:t>
            </a:r>
            <a:r>
              <a:rPr b="1" lang="es" sz="1200">
                <a:solidFill>
                  <a:srgbClr val="A31515"/>
                </a:solidFill>
                <a:highlight>
                  <a:srgbClr val="FFFFFF"/>
                </a:highlight>
                <a:latin typeface="Consolas"/>
                <a:ea typeface="Consolas"/>
                <a:cs typeface="Consolas"/>
                <a:sym typeface="Consolas"/>
              </a:rPr>
              <a:t>"getRestaurants"</a:t>
            </a:r>
            <a:r>
              <a:rPr b="1" lang="es"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p:txBody>
      </p:sp>
      <p:sp>
        <p:nvSpPr>
          <p:cNvPr id="3808" name="Google Shape;3808;p107"/>
          <p:cNvSpPr/>
          <p:nvPr/>
        </p:nvSpPr>
        <p:spPr>
          <a:xfrm>
            <a:off x="143525" y="1372025"/>
            <a:ext cx="3845400" cy="263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3200">
                <a:solidFill>
                  <a:schemeClr val="dk1"/>
                </a:solidFill>
              </a:rPr>
              <a:t>Es posible interceptar llamadas REST</a:t>
            </a:r>
            <a:endParaRPr sz="32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2" name="Shape 3812"/>
        <p:cNvGrpSpPr/>
        <p:nvPr/>
      </p:nvGrpSpPr>
      <p:grpSpPr>
        <a:xfrm>
          <a:off x="0" y="0"/>
          <a:ext cx="0" cy="0"/>
          <a:chOff x="0" y="0"/>
          <a:chExt cx="0" cy="0"/>
        </a:xfrm>
      </p:grpSpPr>
      <p:sp>
        <p:nvSpPr>
          <p:cNvPr id="3813" name="Google Shape;3813;p108"/>
          <p:cNvSpPr txBox="1"/>
          <p:nvPr>
            <p:ph type="title"/>
          </p:nvPr>
        </p:nvSpPr>
        <p:spPr>
          <a:xfrm>
            <a:off x="369000" y="365700"/>
            <a:ext cx="84060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E2E Cypress</a:t>
            </a:r>
            <a:endParaRPr/>
          </a:p>
        </p:txBody>
      </p:sp>
      <p:sp>
        <p:nvSpPr>
          <p:cNvPr id="3814" name="Google Shape;3814;p108"/>
          <p:cNvSpPr txBox="1"/>
          <p:nvPr/>
        </p:nvSpPr>
        <p:spPr>
          <a:xfrm>
            <a:off x="4057350" y="1372025"/>
            <a:ext cx="5036100" cy="241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 sz="1000">
                <a:solidFill>
                  <a:schemeClr val="dk1"/>
                </a:solidFill>
                <a:highlight>
                  <a:srgbClr val="FFFFFF"/>
                </a:highlight>
                <a:latin typeface="Consolas"/>
                <a:ea typeface="Consolas"/>
                <a:cs typeface="Consolas"/>
                <a:sym typeface="Consolas"/>
              </a:rPr>
              <a:t> it(</a:t>
            </a:r>
            <a:r>
              <a:rPr b="1" lang="es" sz="1000">
                <a:solidFill>
                  <a:srgbClr val="A31515"/>
                </a:solidFill>
                <a:highlight>
                  <a:srgbClr val="FFFFFF"/>
                </a:highlight>
                <a:latin typeface="Consolas"/>
                <a:ea typeface="Consolas"/>
                <a:cs typeface="Consolas"/>
                <a:sym typeface="Consolas"/>
              </a:rPr>
              <a:t>"Render the restaurant list fetched from the backend api"</a:t>
            </a:r>
            <a:r>
              <a:rPr b="1" lang="es" sz="1000">
                <a:solidFill>
                  <a:schemeClr val="dk1"/>
                </a:solidFill>
                <a:highlight>
                  <a:srgbClr val="FFFFFF"/>
                </a:highlight>
                <a:latin typeface="Consolas"/>
                <a:ea typeface="Consolas"/>
                <a:cs typeface="Consolas"/>
                <a:sym typeface="Consolas"/>
              </a:rPr>
              <a:t>, () </a:t>
            </a:r>
            <a:r>
              <a:rPr b="1" lang="es" sz="1000">
                <a:solidFill>
                  <a:srgbClr val="0000FF"/>
                </a:solidFill>
                <a:highlight>
                  <a:srgbClr val="FFFFFF"/>
                </a:highlight>
                <a:latin typeface="Consolas"/>
                <a:ea typeface="Consolas"/>
                <a:cs typeface="Consolas"/>
                <a:sym typeface="Consolas"/>
              </a:rPr>
              <a:t>=&gt;</a:t>
            </a:r>
            <a:r>
              <a:rPr b="1" lang="es" sz="1000">
                <a:solidFill>
                  <a:schemeClr val="dk1"/>
                </a:solidFill>
                <a:highlight>
                  <a:srgbClr val="FFFFFF"/>
                </a:highlight>
                <a:latin typeface="Consolas"/>
                <a:ea typeface="Consolas"/>
                <a:cs typeface="Consolas"/>
                <a:sym typeface="Consolas"/>
              </a:rPr>
              <a:t> {</a:t>
            </a:r>
            <a:endParaRPr b="1" sz="10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000">
                <a:solidFill>
                  <a:schemeClr val="dk1"/>
                </a:solidFill>
                <a:highlight>
                  <a:srgbClr val="FFFFFF"/>
                </a:highlight>
                <a:latin typeface="Consolas"/>
                <a:ea typeface="Consolas"/>
                <a:cs typeface="Consolas"/>
                <a:sym typeface="Consolas"/>
              </a:rPr>
              <a:t>   cy.visit(</a:t>
            </a:r>
            <a:r>
              <a:rPr b="1" lang="es" sz="1000">
                <a:solidFill>
                  <a:srgbClr val="A31515"/>
                </a:solidFill>
                <a:highlight>
                  <a:srgbClr val="FFFFFF"/>
                </a:highlight>
                <a:latin typeface="Consolas"/>
                <a:ea typeface="Consolas"/>
                <a:cs typeface="Consolas"/>
                <a:sym typeface="Consolas"/>
              </a:rPr>
              <a:t>"/"</a:t>
            </a:r>
            <a:r>
              <a:rPr b="1" lang="es" sz="1000">
                <a:solidFill>
                  <a:schemeClr val="dk1"/>
                </a:solidFill>
                <a:highlight>
                  <a:srgbClr val="FFFFFF"/>
                </a:highlight>
                <a:latin typeface="Consolas"/>
                <a:ea typeface="Consolas"/>
                <a:cs typeface="Consolas"/>
                <a:sym typeface="Consolas"/>
              </a:rPr>
              <a:t>);</a:t>
            </a:r>
            <a:endParaRPr b="1" sz="10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0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000">
                <a:solidFill>
                  <a:schemeClr val="dk1"/>
                </a:solidFill>
                <a:highlight>
                  <a:srgbClr val="FFFFFF"/>
                </a:highlight>
                <a:latin typeface="Consolas"/>
                <a:ea typeface="Consolas"/>
                <a:cs typeface="Consolas"/>
                <a:sym typeface="Consolas"/>
              </a:rPr>
              <a:t>   </a:t>
            </a:r>
            <a:r>
              <a:rPr b="1" lang="es" sz="1000">
                <a:solidFill>
                  <a:srgbClr val="008000"/>
                </a:solidFill>
                <a:highlight>
                  <a:srgbClr val="FFFFFF"/>
                </a:highlight>
                <a:latin typeface="Consolas"/>
                <a:ea typeface="Consolas"/>
                <a:cs typeface="Consolas"/>
                <a:sym typeface="Consolas"/>
              </a:rPr>
              <a:t>// Wait for the intercepted API call to finish before proceeding</a:t>
            </a:r>
            <a:endParaRPr b="1" sz="10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000">
                <a:solidFill>
                  <a:schemeClr val="dk1"/>
                </a:solidFill>
                <a:highlight>
                  <a:srgbClr val="FFFFFF"/>
                </a:highlight>
                <a:latin typeface="Consolas"/>
                <a:ea typeface="Consolas"/>
                <a:cs typeface="Consolas"/>
                <a:sym typeface="Consolas"/>
              </a:rPr>
              <a:t>   cy.wait(</a:t>
            </a:r>
            <a:r>
              <a:rPr b="1" lang="es" sz="1000">
                <a:solidFill>
                  <a:srgbClr val="A31515"/>
                </a:solidFill>
                <a:highlight>
                  <a:srgbClr val="FFFFFF"/>
                </a:highlight>
                <a:latin typeface="Consolas"/>
                <a:ea typeface="Consolas"/>
                <a:cs typeface="Consolas"/>
                <a:sym typeface="Consolas"/>
              </a:rPr>
              <a:t>"@getRestaurants"</a:t>
            </a:r>
            <a:r>
              <a:rPr b="1" lang="es" sz="1000">
                <a:solidFill>
                  <a:schemeClr val="dk1"/>
                </a:solidFill>
                <a:highlight>
                  <a:srgbClr val="FFFFFF"/>
                </a:highlight>
                <a:latin typeface="Consolas"/>
                <a:ea typeface="Consolas"/>
                <a:cs typeface="Consolas"/>
                <a:sym typeface="Consolas"/>
              </a:rPr>
              <a:t>);</a:t>
            </a:r>
            <a:endParaRPr b="1" sz="10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0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000">
                <a:solidFill>
                  <a:schemeClr val="dk1"/>
                </a:solidFill>
                <a:highlight>
                  <a:srgbClr val="FFFFFF"/>
                </a:highlight>
                <a:latin typeface="Consolas"/>
                <a:ea typeface="Consolas"/>
                <a:cs typeface="Consolas"/>
                <a:sym typeface="Consolas"/>
              </a:rPr>
              <a:t>   cy.get(</a:t>
            </a:r>
            <a:r>
              <a:rPr b="1" lang="es" sz="1000">
                <a:solidFill>
                  <a:srgbClr val="A31515"/>
                </a:solidFill>
                <a:highlight>
                  <a:srgbClr val="FFFFFF"/>
                </a:highlight>
                <a:latin typeface="Consolas"/>
                <a:ea typeface="Consolas"/>
                <a:cs typeface="Consolas"/>
                <a:sym typeface="Consolas"/>
              </a:rPr>
              <a:t>'div[data-test="restaurant-list"]'</a:t>
            </a:r>
            <a:r>
              <a:rPr b="1" lang="es" sz="1000">
                <a:solidFill>
                  <a:schemeClr val="dk1"/>
                </a:solidFill>
                <a:highlight>
                  <a:srgbClr val="FFFFFF"/>
                </a:highlight>
                <a:latin typeface="Consolas"/>
                <a:ea typeface="Consolas"/>
                <a:cs typeface="Consolas"/>
                <a:sym typeface="Consolas"/>
              </a:rPr>
              <a:t>).should(</a:t>
            </a:r>
            <a:r>
              <a:rPr b="1" lang="es" sz="1000">
                <a:solidFill>
                  <a:srgbClr val="A31515"/>
                </a:solidFill>
                <a:highlight>
                  <a:srgbClr val="FFFFFF"/>
                </a:highlight>
                <a:latin typeface="Consolas"/>
                <a:ea typeface="Consolas"/>
                <a:cs typeface="Consolas"/>
                <a:sym typeface="Consolas"/>
              </a:rPr>
              <a:t>"exist"</a:t>
            </a:r>
            <a:r>
              <a:rPr b="1" lang="es" sz="1000">
                <a:solidFill>
                  <a:schemeClr val="dk1"/>
                </a:solidFill>
                <a:highlight>
                  <a:srgbClr val="FFFFFF"/>
                </a:highlight>
                <a:latin typeface="Consolas"/>
                <a:ea typeface="Consolas"/>
                <a:cs typeface="Consolas"/>
                <a:sym typeface="Consolas"/>
              </a:rPr>
              <a:t>);</a:t>
            </a:r>
            <a:endParaRPr b="1" sz="10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000">
                <a:solidFill>
                  <a:schemeClr val="dk1"/>
                </a:solidFill>
                <a:highlight>
                  <a:srgbClr val="FFFFFF"/>
                </a:highlight>
                <a:latin typeface="Consolas"/>
                <a:ea typeface="Consolas"/>
                <a:cs typeface="Consolas"/>
                <a:sym typeface="Consolas"/>
              </a:rPr>
              <a:t>   cy.get(</a:t>
            </a:r>
            <a:r>
              <a:rPr b="1" lang="es" sz="1000">
                <a:solidFill>
                  <a:srgbClr val="A31515"/>
                </a:solidFill>
                <a:highlight>
                  <a:srgbClr val="FFFFFF"/>
                </a:highlight>
                <a:latin typeface="Consolas"/>
                <a:ea typeface="Consolas"/>
                <a:cs typeface="Consolas"/>
                <a:sym typeface="Consolas"/>
              </a:rPr>
              <a:t>"div.restaurant-item"</a:t>
            </a:r>
            <a:r>
              <a:rPr b="1" lang="es" sz="1000">
                <a:solidFill>
                  <a:schemeClr val="dk1"/>
                </a:solidFill>
                <a:highlight>
                  <a:srgbClr val="FFFFFF"/>
                </a:highlight>
                <a:latin typeface="Consolas"/>
                <a:ea typeface="Consolas"/>
                <a:cs typeface="Consolas"/>
                <a:sym typeface="Consolas"/>
              </a:rPr>
              <a:t>).should(</a:t>
            </a:r>
            <a:r>
              <a:rPr b="1" lang="es" sz="1000">
                <a:solidFill>
                  <a:srgbClr val="A31515"/>
                </a:solidFill>
                <a:highlight>
                  <a:srgbClr val="FFFFFF"/>
                </a:highlight>
                <a:latin typeface="Consolas"/>
                <a:ea typeface="Consolas"/>
                <a:cs typeface="Consolas"/>
                <a:sym typeface="Consolas"/>
              </a:rPr>
              <a:t>"have.length"</a:t>
            </a:r>
            <a:r>
              <a:rPr b="1" lang="es" sz="1000">
                <a:solidFill>
                  <a:schemeClr val="dk1"/>
                </a:solidFill>
                <a:highlight>
                  <a:srgbClr val="FFFFFF"/>
                </a:highlight>
                <a:latin typeface="Consolas"/>
                <a:ea typeface="Consolas"/>
                <a:cs typeface="Consolas"/>
                <a:sym typeface="Consolas"/>
              </a:rPr>
              <a:t>, </a:t>
            </a:r>
            <a:r>
              <a:rPr b="1" lang="es" sz="1000">
                <a:solidFill>
                  <a:srgbClr val="098658"/>
                </a:solidFill>
                <a:highlight>
                  <a:srgbClr val="FFFFFF"/>
                </a:highlight>
                <a:latin typeface="Consolas"/>
                <a:ea typeface="Consolas"/>
                <a:cs typeface="Consolas"/>
                <a:sym typeface="Consolas"/>
              </a:rPr>
              <a:t>2</a:t>
            </a:r>
            <a:r>
              <a:rPr b="1" lang="es" sz="1000">
                <a:solidFill>
                  <a:schemeClr val="dk1"/>
                </a:solidFill>
                <a:highlight>
                  <a:srgbClr val="FFFFFF"/>
                </a:highlight>
                <a:latin typeface="Consolas"/>
                <a:ea typeface="Consolas"/>
                <a:cs typeface="Consolas"/>
                <a:sym typeface="Consolas"/>
              </a:rPr>
              <a:t>);</a:t>
            </a:r>
            <a:endParaRPr b="1" sz="10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000">
                <a:solidFill>
                  <a:schemeClr val="dk1"/>
                </a:solidFill>
                <a:highlight>
                  <a:srgbClr val="FFFFFF"/>
                </a:highlight>
                <a:latin typeface="Consolas"/>
                <a:ea typeface="Consolas"/>
                <a:cs typeface="Consolas"/>
                <a:sym typeface="Consolas"/>
              </a:rPr>
              <a:t> });</a:t>
            </a:r>
            <a:endParaRPr b="1" sz="1300">
              <a:solidFill>
                <a:schemeClr val="dk1"/>
              </a:solidFill>
              <a:highlight>
                <a:srgbClr val="FFFFFF"/>
              </a:highlight>
              <a:latin typeface="Consolas"/>
              <a:ea typeface="Consolas"/>
              <a:cs typeface="Consolas"/>
              <a:sym typeface="Consolas"/>
            </a:endParaRPr>
          </a:p>
        </p:txBody>
      </p:sp>
      <p:sp>
        <p:nvSpPr>
          <p:cNvPr id="3815" name="Google Shape;3815;p108"/>
          <p:cNvSpPr/>
          <p:nvPr/>
        </p:nvSpPr>
        <p:spPr>
          <a:xfrm>
            <a:off x="143525" y="1372025"/>
            <a:ext cx="3845400" cy="263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3200">
                <a:solidFill>
                  <a:schemeClr val="dk1"/>
                </a:solidFill>
              </a:rPr>
              <a:t>Interactuar con la página</a:t>
            </a:r>
            <a:endParaRPr sz="32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9" name="Shape 3819"/>
        <p:cNvGrpSpPr/>
        <p:nvPr/>
      </p:nvGrpSpPr>
      <p:grpSpPr>
        <a:xfrm>
          <a:off x="0" y="0"/>
          <a:ext cx="0" cy="0"/>
          <a:chOff x="0" y="0"/>
          <a:chExt cx="0" cy="0"/>
        </a:xfrm>
      </p:grpSpPr>
      <p:sp>
        <p:nvSpPr>
          <p:cNvPr id="3820" name="Google Shape;3820;p109"/>
          <p:cNvSpPr txBox="1"/>
          <p:nvPr>
            <p:ph type="title"/>
          </p:nvPr>
        </p:nvSpPr>
        <p:spPr>
          <a:xfrm>
            <a:off x="3337600" y="1679175"/>
            <a:ext cx="56808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E2E Patrón diseño: PageObject</a:t>
            </a:r>
            <a:endParaRPr/>
          </a:p>
        </p:txBody>
      </p:sp>
      <p:sp>
        <p:nvSpPr>
          <p:cNvPr id="3821" name="Google Shape;3821;p109"/>
          <p:cNvSpPr txBox="1"/>
          <p:nvPr/>
        </p:nvSpPr>
        <p:spPr>
          <a:xfrm>
            <a:off x="368300" y="313425"/>
            <a:ext cx="5886000" cy="4656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 sz="1100">
                <a:solidFill>
                  <a:srgbClr val="0000FF"/>
                </a:solidFill>
                <a:highlight>
                  <a:srgbClr val="FFFFFF"/>
                </a:highlight>
                <a:latin typeface="Consolas"/>
                <a:ea typeface="Consolas"/>
                <a:cs typeface="Consolas"/>
                <a:sym typeface="Consolas"/>
              </a:rPr>
              <a:t>class</a:t>
            </a:r>
            <a:r>
              <a:rPr b="1" lang="es" sz="1100">
                <a:solidFill>
                  <a:schemeClr val="dk1"/>
                </a:solidFill>
                <a:highlight>
                  <a:srgbClr val="FFFFFF"/>
                </a:highlight>
                <a:latin typeface="Consolas"/>
                <a:ea typeface="Consolas"/>
                <a:cs typeface="Consolas"/>
                <a:sym typeface="Consolas"/>
              </a:rPr>
              <a:t> RestaurantPage {</a:t>
            </a:r>
            <a:endParaRPr b="1" sz="11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chemeClr val="dk1"/>
                </a:solidFill>
                <a:highlight>
                  <a:srgbClr val="FFFFFF"/>
                </a:highlight>
                <a:latin typeface="Consolas"/>
                <a:ea typeface="Consolas"/>
                <a:cs typeface="Consolas"/>
                <a:sym typeface="Consolas"/>
              </a:rPr>
              <a:t> clickOnFirstRestaurantDetails() {</a:t>
            </a:r>
            <a:endParaRPr b="1" sz="11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chemeClr val="dk1"/>
                </a:solidFill>
                <a:highlight>
                  <a:srgbClr val="FFFFFF"/>
                </a:highlight>
                <a:latin typeface="Consolas"/>
                <a:ea typeface="Consolas"/>
                <a:cs typeface="Consolas"/>
                <a:sym typeface="Consolas"/>
              </a:rPr>
              <a:t>   </a:t>
            </a:r>
            <a:r>
              <a:rPr b="1" lang="es" sz="1100">
                <a:solidFill>
                  <a:srgbClr val="0000FF"/>
                </a:solidFill>
                <a:highlight>
                  <a:srgbClr val="FFFFFF"/>
                </a:highlight>
                <a:latin typeface="Consolas"/>
                <a:ea typeface="Consolas"/>
                <a:cs typeface="Consolas"/>
                <a:sym typeface="Consolas"/>
              </a:rPr>
              <a:t>this</a:t>
            </a:r>
            <a:r>
              <a:rPr b="1" lang="es" sz="1100">
                <a:solidFill>
                  <a:schemeClr val="dk1"/>
                </a:solidFill>
                <a:highlight>
                  <a:srgbClr val="FFFFFF"/>
                </a:highlight>
                <a:latin typeface="Consolas"/>
                <a:ea typeface="Consolas"/>
                <a:cs typeface="Consolas"/>
                <a:sym typeface="Consolas"/>
              </a:rPr>
              <a:t>.getRestaurantItems().contains(</a:t>
            </a:r>
            <a:r>
              <a:rPr b="1" lang="es" sz="1100">
                <a:solidFill>
                  <a:srgbClr val="A31515"/>
                </a:solidFill>
                <a:highlight>
                  <a:srgbClr val="FFFFFF"/>
                </a:highlight>
                <a:latin typeface="Consolas"/>
                <a:ea typeface="Consolas"/>
                <a:cs typeface="Consolas"/>
                <a:sym typeface="Consolas"/>
              </a:rPr>
              <a:t>"View Details"</a:t>
            </a:r>
            <a:r>
              <a:rPr b="1" lang="es" sz="1100">
                <a:solidFill>
                  <a:schemeClr val="dk1"/>
                </a:solidFill>
                <a:highlight>
                  <a:srgbClr val="FFFFFF"/>
                </a:highlight>
                <a:latin typeface="Consolas"/>
                <a:ea typeface="Consolas"/>
                <a:cs typeface="Consolas"/>
                <a:sym typeface="Consolas"/>
              </a:rPr>
              <a:t>).eq(</a:t>
            </a:r>
            <a:r>
              <a:rPr b="1" lang="es" sz="1100">
                <a:solidFill>
                  <a:srgbClr val="098658"/>
                </a:solidFill>
                <a:highlight>
                  <a:srgbClr val="FFFFFF"/>
                </a:highlight>
                <a:latin typeface="Consolas"/>
                <a:ea typeface="Consolas"/>
                <a:cs typeface="Consolas"/>
                <a:sym typeface="Consolas"/>
              </a:rPr>
              <a:t>0</a:t>
            </a:r>
            <a:r>
              <a:rPr b="1" lang="es" sz="1100">
                <a:solidFill>
                  <a:schemeClr val="dk1"/>
                </a:solidFill>
                <a:highlight>
                  <a:srgbClr val="FFFFFF"/>
                </a:highlight>
                <a:latin typeface="Consolas"/>
                <a:ea typeface="Consolas"/>
                <a:cs typeface="Consolas"/>
                <a:sym typeface="Consolas"/>
              </a:rPr>
              <a:t>).click();</a:t>
            </a:r>
            <a:endParaRPr b="1" sz="11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1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chemeClr val="dk1"/>
                </a:solidFill>
                <a:highlight>
                  <a:srgbClr val="FFFFFF"/>
                </a:highlight>
                <a:latin typeface="Consolas"/>
                <a:ea typeface="Consolas"/>
                <a:cs typeface="Consolas"/>
                <a:sym typeface="Consolas"/>
              </a:rPr>
              <a:t> currentUrl() {</a:t>
            </a:r>
            <a:endParaRPr b="1" sz="11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chemeClr val="dk1"/>
                </a:solidFill>
                <a:highlight>
                  <a:srgbClr val="FFFFFF"/>
                </a:highlight>
                <a:latin typeface="Consolas"/>
                <a:ea typeface="Consolas"/>
                <a:cs typeface="Consolas"/>
                <a:sym typeface="Consolas"/>
              </a:rPr>
              <a:t>   </a:t>
            </a:r>
            <a:r>
              <a:rPr b="1" lang="es" sz="1100">
                <a:solidFill>
                  <a:srgbClr val="0000FF"/>
                </a:solidFill>
                <a:highlight>
                  <a:srgbClr val="FFFFFF"/>
                </a:highlight>
                <a:latin typeface="Consolas"/>
                <a:ea typeface="Consolas"/>
                <a:cs typeface="Consolas"/>
                <a:sym typeface="Consolas"/>
              </a:rPr>
              <a:t>return</a:t>
            </a:r>
            <a:r>
              <a:rPr b="1" lang="es" sz="1100">
                <a:solidFill>
                  <a:schemeClr val="dk1"/>
                </a:solidFill>
                <a:highlight>
                  <a:srgbClr val="FFFFFF"/>
                </a:highlight>
                <a:latin typeface="Consolas"/>
                <a:ea typeface="Consolas"/>
                <a:cs typeface="Consolas"/>
                <a:sym typeface="Consolas"/>
              </a:rPr>
              <a:t> cy.url();</a:t>
            </a:r>
            <a:endParaRPr b="1" sz="11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1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chemeClr val="dk1"/>
                </a:solidFill>
                <a:highlight>
                  <a:srgbClr val="FFFFFF"/>
                </a:highlight>
                <a:latin typeface="Consolas"/>
                <a:ea typeface="Consolas"/>
                <a:cs typeface="Consolas"/>
                <a:sym typeface="Consolas"/>
              </a:rPr>
              <a:t> getRestaurantHeading() {</a:t>
            </a:r>
            <a:endParaRPr b="1" sz="11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chemeClr val="dk1"/>
                </a:solidFill>
                <a:highlight>
                  <a:srgbClr val="FFFFFF"/>
                </a:highlight>
                <a:latin typeface="Consolas"/>
                <a:ea typeface="Consolas"/>
                <a:cs typeface="Consolas"/>
                <a:sym typeface="Consolas"/>
              </a:rPr>
              <a:t>   </a:t>
            </a:r>
            <a:r>
              <a:rPr b="1" lang="es" sz="1100">
                <a:solidFill>
                  <a:srgbClr val="0000FF"/>
                </a:solidFill>
                <a:highlight>
                  <a:srgbClr val="FFFFFF"/>
                </a:highlight>
                <a:latin typeface="Consolas"/>
                <a:ea typeface="Consolas"/>
                <a:cs typeface="Consolas"/>
                <a:sym typeface="Consolas"/>
              </a:rPr>
              <a:t>return</a:t>
            </a:r>
            <a:r>
              <a:rPr b="1" lang="es" sz="1100">
                <a:solidFill>
                  <a:schemeClr val="dk1"/>
                </a:solidFill>
                <a:highlight>
                  <a:srgbClr val="FFFFFF"/>
                </a:highlight>
                <a:latin typeface="Consolas"/>
                <a:ea typeface="Consolas"/>
                <a:cs typeface="Consolas"/>
                <a:sym typeface="Consolas"/>
              </a:rPr>
              <a:t> cy.get(</a:t>
            </a:r>
            <a:r>
              <a:rPr b="1" lang="es" sz="1100">
                <a:solidFill>
                  <a:srgbClr val="A31515"/>
                </a:solidFill>
                <a:highlight>
                  <a:srgbClr val="FFFFFF"/>
                </a:highlight>
                <a:latin typeface="Consolas"/>
                <a:ea typeface="Consolas"/>
                <a:cs typeface="Consolas"/>
                <a:sym typeface="Consolas"/>
              </a:rPr>
              <a:t>'h2[data-test="heading"]'</a:t>
            </a:r>
            <a:r>
              <a:rPr b="1" lang="es" sz="1100">
                <a:solidFill>
                  <a:schemeClr val="dk1"/>
                </a:solidFill>
                <a:highlight>
                  <a:srgbClr val="FFFFFF"/>
                </a:highlight>
                <a:latin typeface="Consolas"/>
                <a:ea typeface="Consolas"/>
                <a:cs typeface="Consolas"/>
                <a:sym typeface="Consolas"/>
              </a:rPr>
              <a:t>);</a:t>
            </a:r>
            <a:endParaRPr b="1" sz="11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1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chemeClr val="dk1"/>
                </a:solidFill>
                <a:highlight>
                  <a:srgbClr val="FFFFFF"/>
                </a:highlight>
                <a:latin typeface="Consolas"/>
                <a:ea typeface="Consolas"/>
                <a:cs typeface="Consolas"/>
                <a:sym typeface="Consolas"/>
              </a:rPr>
              <a:t> getRestaurantItems() {</a:t>
            </a:r>
            <a:endParaRPr b="1" sz="11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chemeClr val="dk1"/>
                </a:solidFill>
                <a:highlight>
                  <a:srgbClr val="FFFFFF"/>
                </a:highlight>
                <a:latin typeface="Consolas"/>
                <a:ea typeface="Consolas"/>
                <a:cs typeface="Consolas"/>
                <a:sym typeface="Consolas"/>
              </a:rPr>
              <a:t>   </a:t>
            </a:r>
            <a:r>
              <a:rPr b="1" lang="es" sz="1100">
                <a:solidFill>
                  <a:srgbClr val="0000FF"/>
                </a:solidFill>
                <a:highlight>
                  <a:srgbClr val="FFFFFF"/>
                </a:highlight>
                <a:latin typeface="Consolas"/>
                <a:ea typeface="Consolas"/>
                <a:cs typeface="Consolas"/>
                <a:sym typeface="Consolas"/>
              </a:rPr>
              <a:t>return</a:t>
            </a:r>
            <a:r>
              <a:rPr b="1" lang="es" sz="1100">
                <a:solidFill>
                  <a:schemeClr val="dk1"/>
                </a:solidFill>
                <a:highlight>
                  <a:srgbClr val="FFFFFF"/>
                </a:highlight>
                <a:latin typeface="Consolas"/>
                <a:ea typeface="Consolas"/>
                <a:cs typeface="Consolas"/>
                <a:sym typeface="Consolas"/>
              </a:rPr>
              <a:t> cy.get(</a:t>
            </a:r>
            <a:r>
              <a:rPr b="1" lang="es" sz="1100">
                <a:solidFill>
                  <a:srgbClr val="A31515"/>
                </a:solidFill>
                <a:highlight>
                  <a:srgbClr val="FFFFFF"/>
                </a:highlight>
                <a:latin typeface="Consolas"/>
                <a:ea typeface="Consolas"/>
                <a:cs typeface="Consolas"/>
                <a:sym typeface="Consolas"/>
              </a:rPr>
              <a:t>"div.restaurant-item"</a:t>
            </a:r>
            <a:r>
              <a:rPr b="1" lang="es" sz="1100">
                <a:solidFill>
                  <a:schemeClr val="dk1"/>
                </a:solidFill>
                <a:highlight>
                  <a:srgbClr val="FFFFFF"/>
                </a:highlight>
                <a:latin typeface="Consolas"/>
                <a:ea typeface="Consolas"/>
                <a:cs typeface="Consolas"/>
                <a:sym typeface="Consolas"/>
              </a:rPr>
              <a:t>);</a:t>
            </a:r>
            <a:endParaRPr b="1" sz="11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chemeClr val="dk1"/>
                </a:solidFill>
                <a:highlight>
                  <a:srgbClr val="FFFFFF"/>
                </a:highlight>
                <a:latin typeface="Consolas"/>
                <a:ea typeface="Consolas"/>
                <a:cs typeface="Consolas"/>
                <a:sym typeface="Consolas"/>
              </a:rPr>
              <a:t>}</a:t>
            </a:r>
            <a:endParaRPr b="1" sz="11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00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5" name="Shape 3825"/>
        <p:cNvGrpSpPr/>
        <p:nvPr/>
      </p:nvGrpSpPr>
      <p:grpSpPr>
        <a:xfrm>
          <a:off x="0" y="0"/>
          <a:ext cx="0" cy="0"/>
          <a:chOff x="0" y="0"/>
          <a:chExt cx="0" cy="0"/>
        </a:xfrm>
      </p:grpSpPr>
      <p:sp>
        <p:nvSpPr>
          <p:cNvPr id="3826" name="Google Shape;3826;p110"/>
          <p:cNvSpPr txBox="1"/>
          <p:nvPr>
            <p:ph type="title"/>
          </p:nvPr>
        </p:nvSpPr>
        <p:spPr>
          <a:xfrm>
            <a:off x="1568925" y="4154550"/>
            <a:ext cx="74931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PageObject: considero cada página como un objeto con métodos</a:t>
            </a:r>
            <a:endParaRPr/>
          </a:p>
        </p:txBody>
      </p:sp>
      <p:sp>
        <p:nvSpPr>
          <p:cNvPr id="3827" name="Google Shape;3827;p110"/>
          <p:cNvSpPr txBox="1"/>
          <p:nvPr/>
        </p:nvSpPr>
        <p:spPr>
          <a:xfrm>
            <a:off x="368300" y="313425"/>
            <a:ext cx="8556300" cy="4056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 sz="1500">
                <a:solidFill>
                  <a:schemeClr val="dk1"/>
                </a:solidFill>
                <a:highlight>
                  <a:srgbClr val="FFFFFF"/>
                </a:highlight>
                <a:latin typeface="Consolas"/>
                <a:ea typeface="Consolas"/>
                <a:cs typeface="Consolas"/>
                <a:sym typeface="Consolas"/>
              </a:rPr>
              <a:t>describe(</a:t>
            </a:r>
            <a:r>
              <a:rPr b="1" lang="es" sz="1500">
                <a:solidFill>
                  <a:srgbClr val="A31515"/>
                </a:solidFill>
                <a:highlight>
                  <a:srgbClr val="FFFFFF"/>
                </a:highlight>
                <a:latin typeface="Consolas"/>
                <a:ea typeface="Consolas"/>
                <a:cs typeface="Consolas"/>
                <a:sym typeface="Consolas"/>
              </a:rPr>
              <a:t>"Restaurant application"</a:t>
            </a:r>
            <a:r>
              <a:rPr b="1" lang="es" sz="1500">
                <a:solidFill>
                  <a:schemeClr val="dk1"/>
                </a:solidFill>
                <a:highlight>
                  <a:srgbClr val="FFFFFF"/>
                </a:highlight>
                <a:latin typeface="Consolas"/>
                <a:ea typeface="Consolas"/>
                <a:cs typeface="Consolas"/>
                <a:sym typeface="Consolas"/>
              </a:rPr>
              <a:t>, </a:t>
            </a:r>
            <a:r>
              <a:rPr b="1" lang="es" sz="1500">
                <a:solidFill>
                  <a:srgbClr val="0000FF"/>
                </a:solidFill>
                <a:highlight>
                  <a:srgbClr val="FFFFFF"/>
                </a:highlight>
                <a:latin typeface="Consolas"/>
                <a:ea typeface="Consolas"/>
                <a:cs typeface="Consolas"/>
                <a:sym typeface="Consolas"/>
              </a:rPr>
              <a:t>function</a:t>
            </a:r>
            <a:r>
              <a:rPr b="1" lang="es" sz="1500">
                <a:solidFill>
                  <a:schemeClr val="dk1"/>
                </a:solidFill>
                <a:highlight>
                  <a:srgbClr val="FFFFFF"/>
                </a:highlight>
                <a:latin typeface="Consolas"/>
                <a:ea typeface="Consolas"/>
                <a:cs typeface="Consolas"/>
                <a:sym typeface="Consolas"/>
              </a:rPr>
              <a:t> () {</a:t>
            </a:r>
            <a:endParaRPr b="1" sz="15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500">
                <a:solidFill>
                  <a:schemeClr val="dk1"/>
                </a:solidFill>
                <a:highlight>
                  <a:srgbClr val="FFFFFF"/>
                </a:highlight>
                <a:latin typeface="Consolas"/>
                <a:ea typeface="Consolas"/>
                <a:cs typeface="Consolas"/>
                <a:sym typeface="Consolas"/>
              </a:rPr>
              <a:t> beforeEach(() </a:t>
            </a:r>
            <a:r>
              <a:rPr b="1" lang="es" sz="1500">
                <a:solidFill>
                  <a:srgbClr val="0000FF"/>
                </a:solidFill>
                <a:highlight>
                  <a:srgbClr val="FFFFFF"/>
                </a:highlight>
                <a:latin typeface="Consolas"/>
                <a:ea typeface="Consolas"/>
                <a:cs typeface="Consolas"/>
                <a:sym typeface="Consolas"/>
              </a:rPr>
              <a:t>=&gt;</a:t>
            </a:r>
            <a:r>
              <a:rPr b="1" lang="es" sz="1500">
                <a:solidFill>
                  <a:schemeClr val="dk1"/>
                </a:solidFill>
                <a:highlight>
                  <a:srgbClr val="FFFFFF"/>
                </a:highlight>
                <a:latin typeface="Consolas"/>
                <a:ea typeface="Consolas"/>
                <a:cs typeface="Consolas"/>
                <a:sym typeface="Consolas"/>
              </a:rPr>
              <a:t> {</a:t>
            </a:r>
            <a:endParaRPr b="1" sz="15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500">
                <a:solidFill>
                  <a:schemeClr val="dk1"/>
                </a:solidFill>
                <a:highlight>
                  <a:srgbClr val="FFFFFF"/>
                </a:highlight>
                <a:latin typeface="Consolas"/>
                <a:ea typeface="Consolas"/>
                <a:cs typeface="Consolas"/>
                <a:sym typeface="Consolas"/>
              </a:rPr>
              <a:t>   RestaurantPage.interceptRestaurants();</a:t>
            </a:r>
            <a:endParaRPr b="1" sz="15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500">
                <a:solidFill>
                  <a:schemeClr val="dk1"/>
                </a:solidFill>
                <a:highlight>
                  <a:srgbClr val="FFFFFF"/>
                </a:highlight>
                <a:latin typeface="Consolas"/>
                <a:ea typeface="Consolas"/>
                <a:cs typeface="Consolas"/>
                <a:sym typeface="Consolas"/>
              </a:rPr>
              <a:t> });</a:t>
            </a:r>
            <a:endParaRPr b="1" sz="15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5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500">
                <a:solidFill>
                  <a:schemeClr val="dk1"/>
                </a:solidFill>
                <a:highlight>
                  <a:srgbClr val="FFFFFF"/>
                </a:highlight>
                <a:latin typeface="Consolas"/>
                <a:ea typeface="Consolas"/>
                <a:cs typeface="Consolas"/>
                <a:sym typeface="Consolas"/>
              </a:rPr>
              <a:t> it(</a:t>
            </a:r>
            <a:r>
              <a:rPr b="1" lang="es" sz="1500">
                <a:solidFill>
                  <a:srgbClr val="A31515"/>
                </a:solidFill>
                <a:highlight>
                  <a:srgbClr val="FFFFFF"/>
                </a:highlight>
                <a:latin typeface="Consolas"/>
                <a:ea typeface="Consolas"/>
                <a:cs typeface="Consolas"/>
                <a:sym typeface="Consolas"/>
              </a:rPr>
              <a:t>"Render the Restaurant header"</a:t>
            </a:r>
            <a:r>
              <a:rPr b="1" lang="es" sz="1500">
                <a:solidFill>
                  <a:schemeClr val="dk1"/>
                </a:solidFill>
                <a:highlight>
                  <a:srgbClr val="FFFFFF"/>
                </a:highlight>
                <a:latin typeface="Consolas"/>
                <a:ea typeface="Consolas"/>
                <a:cs typeface="Consolas"/>
                <a:sym typeface="Consolas"/>
              </a:rPr>
              <a:t>, </a:t>
            </a:r>
            <a:r>
              <a:rPr b="1" lang="es" sz="1500">
                <a:solidFill>
                  <a:srgbClr val="0000FF"/>
                </a:solidFill>
                <a:highlight>
                  <a:srgbClr val="FFFFFF"/>
                </a:highlight>
                <a:latin typeface="Consolas"/>
                <a:ea typeface="Consolas"/>
                <a:cs typeface="Consolas"/>
                <a:sym typeface="Consolas"/>
              </a:rPr>
              <a:t>function</a:t>
            </a:r>
            <a:r>
              <a:rPr b="1" lang="es" sz="1500">
                <a:solidFill>
                  <a:schemeClr val="dk1"/>
                </a:solidFill>
                <a:highlight>
                  <a:srgbClr val="FFFFFF"/>
                </a:highlight>
                <a:latin typeface="Consolas"/>
                <a:ea typeface="Consolas"/>
                <a:cs typeface="Consolas"/>
                <a:sym typeface="Consolas"/>
              </a:rPr>
              <a:t> () {</a:t>
            </a:r>
            <a:endParaRPr b="1" sz="15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500">
                <a:solidFill>
                  <a:schemeClr val="dk1"/>
                </a:solidFill>
                <a:highlight>
                  <a:srgbClr val="FFFFFF"/>
                </a:highlight>
                <a:latin typeface="Consolas"/>
                <a:ea typeface="Consolas"/>
                <a:cs typeface="Consolas"/>
                <a:sym typeface="Consolas"/>
              </a:rPr>
              <a:t>   RestaurantPage.visit();</a:t>
            </a:r>
            <a:endParaRPr b="1" sz="15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500">
                <a:solidFill>
                  <a:schemeClr val="dk1"/>
                </a:solidFill>
                <a:highlight>
                  <a:srgbClr val="FFFFFF"/>
                </a:highlight>
                <a:latin typeface="Consolas"/>
                <a:ea typeface="Consolas"/>
                <a:cs typeface="Consolas"/>
                <a:sym typeface="Consolas"/>
              </a:rPr>
              <a:t>   RestaurantPage.getRestaurantHeading().contains(</a:t>
            </a:r>
            <a:r>
              <a:rPr b="1" lang="es" sz="1500">
                <a:solidFill>
                  <a:srgbClr val="A31515"/>
                </a:solidFill>
                <a:highlight>
                  <a:srgbClr val="FFFFFF"/>
                </a:highlight>
                <a:latin typeface="Consolas"/>
                <a:ea typeface="Consolas"/>
                <a:cs typeface="Consolas"/>
                <a:sym typeface="Consolas"/>
              </a:rPr>
              <a:t>"Restaurants"</a:t>
            </a:r>
            <a:r>
              <a:rPr b="1" lang="es" sz="1500">
                <a:solidFill>
                  <a:schemeClr val="dk1"/>
                </a:solidFill>
                <a:highlight>
                  <a:srgbClr val="FFFFFF"/>
                </a:highlight>
                <a:latin typeface="Consolas"/>
                <a:ea typeface="Consolas"/>
                <a:cs typeface="Consolas"/>
                <a:sym typeface="Consolas"/>
              </a:rPr>
              <a:t>);</a:t>
            </a:r>
            <a:endParaRPr b="1" sz="15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500">
                <a:solidFill>
                  <a:schemeClr val="dk1"/>
                </a:solidFill>
                <a:highlight>
                  <a:srgbClr val="FFFFFF"/>
                </a:highlight>
                <a:latin typeface="Consolas"/>
                <a:ea typeface="Consolas"/>
                <a:cs typeface="Consolas"/>
                <a:sym typeface="Consolas"/>
              </a:rPr>
              <a:t> });</a:t>
            </a:r>
            <a:endParaRPr b="1" sz="15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500">
                <a:solidFill>
                  <a:schemeClr val="dk1"/>
                </a:solidFill>
                <a:highlight>
                  <a:srgbClr val="FFFFFF"/>
                </a:highlight>
                <a:latin typeface="Consolas"/>
                <a:ea typeface="Consolas"/>
                <a:cs typeface="Consolas"/>
                <a:sym typeface="Consolas"/>
              </a:rPr>
              <a:t>}</a:t>
            </a:r>
            <a:endParaRPr b="1" sz="15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100">
              <a:solidFill>
                <a:srgbClr val="0000FF"/>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00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1" name="Shape 3831"/>
        <p:cNvGrpSpPr/>
        <p:nvPr/>
      </p:nvGrpSpPr>
      <p:grpSpPr>
        <a:xfrm>
          <a:off x="0" y="0"/>
          <a:ext cx="0" cy="0"/>
          <a:chOff x="0" y="0"/>
          <a:chExt cx="0" cy="0"/>
        </a:xfrm>
      </p:grpSpPr>
      <p:sp>
        <p:nvSpPr>
          <p:cNvPr id="3832" name="Google Shape;3832;p1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3833" name="Google Shape;3833;p111"/>
          <p:cNvPicPr preferRelativeResize="0"/>
          <p:nvPr/>
        </p:nvPicPr>
        <p:blipFill>
          <a:blip r:embed="rId3">
            <a:alphaModFix/>
          </a:blip>
          <a:stretch>
            <a:fillRect/>
          </a:stretch>
        </p:blipFill>
        <p:spPr>
          <a:xfrm>
            <a:off x="300325" y="1592000"/>
            <a:ext cx="3047524" cy="2705635"/>
          </a:xfrm>
          <a:prstGeom prst="rect">
            <a:avLst/>
          </a:prstGeom>
          <a:noFill/>
          <a:ln>
            <a:noFill/>
          </a:ln>
        </p:spPr>
      </p:pic>
      <p:sp>
        <p:nvSpPr>
          <p:cNvPr id="3834" name="Google Shape;3834;p111"/>
          <p:cNvSpPr txBox="1"/>
          <p:nvPr/>
        </p:nvSpPr>
        <p:spPr>
          <a:xfrm>
            <a:off x="3968550" y="41075"/>
            <a:ext cx="4938000" cy="5179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s" sz="1100">
                <a:solidFill>
                  <a:srgbClr val="800000"/>
                </a:solidFill>
                <a:highlight>
                  <a:srgbClr val="FFFFFF"/>
                </a:highlight>
                <a:latin typeface="Consolas"/>
                <a:ea typeface="Consolas"/>
                <a:cs typeface="Consolas"/>
                <a:sym typeface="Consolas"/>
              </a:rPr>
              <a:t>&lt;body&gt;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a:t>
            </a:r>
            <a:r>
              <a:rPr lang="es" sz="1100">
                <a:solidFill>
                  <a:srgbClr val="3B3B3B"/>
                </a:solidFill>
                <a:highlight>
                  <a:srgbClr val="FFFFFF"/>
                </a:highlight>
                <a:latin typeface="Consolas"/>
                <a:ea typeface="Consolas"/>
                <a:cs typeface="Consolas"/>
                <a:sym typeface="Consolas"/>
              </a:rPr>
              <a:t> </a:t>
            </a:r>
            <a:r>
              <a:rPr lang="es" sz="1100">
                <a:solidFill>
                  <a:srgbClr val="E50000"/>
                </a:solidFill>
                <a:highlight>
                  <a:srgbClr val="FFFFFF"/>
                </a:highlight>
                <a:latin typeface="Consolas"/>
                <a:ea typeface="Consolas"/>
                <a:cs typeface="Consolas"/>
                <a:sym typeface="Consolas"/>
              </a:rPr>
              <a:t>class</a:t>
            </a:r>
            <a:r>
              <a:rPr lang="es" sz="1100">
                <a:solidFill>
                  <a:srgbClr val="3B3B3B"/>
                </a:solidFill>
                <a:highlight>
                  <a:srgbClr val="FFFFFF"/>
                </a:highlight>
                <a:latin typeface="Consolas"/>
                <a:ea typeface="Consolas"/>
                <a:cs typeface="Consolas"/>
                <a:sym typeface="Consolas"/>
              </a:rPr>
              <a:t>=</a:t>
            </a:r>
            <a:r>
              <a:rPr lang="es" sz="1100">
                <a:solidFill>
                  <a:srgbClr val="0000FF"/>
                </a:solidFill>
                <a:highlight>
                  <a:srgbClr val="FFFFFF"/>
                </a:highlight>
                <a:latin typeface="Consolas"/>
                <a:ea typeface="Consolas"/>
                <a:cs typeface="Consolas"/>
                <a:sym typeface="Consolas"/>
              </a:rPr>
              <a:t>"App"</a:t>
            </a:r>
            <a:r>
              <a:rPr lang="es" sz="1100">
                <a:solidFill>
                  <a:srgbClr val="800000"/>
                </a:solidFill>
                <a:highlight>
                  <a:srgbClr val="FFFFFF"/>
                </a:highlight>
                <a:latin typeface="Consolas"/>
                <a:ea typeface="Consolas"/>
                <a:cs typeface="Consolas"/>
                <a:sym typeface="Consolas"/>
              </a:rPr>
              <a:t>&gt;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&lt;header</a:t>
            </a:r>
            <a:r>
              <a:rPr lang="es" sz="1100">
                <a:solidFill>
                  <a:srgbClr val="3B3B3B"/>
                </a:solidFill>
                <a:highlight>
                  <a:srgbClr val="FFFFFF"/>
                </a:highlight>
                <a:latin typeface="Consolas"/>
                <a:ea typeface="Consolas"/>
                <a:cs typeface="Consolas"/>
                <a:sym typeface="Consolas"/>
              </a:rPr>
              <a:t> </a:t>
            </a:r>
            <a:r>
              <a:rPr lang="es" sz="1100">
                <a:solidFill>
                  <a:srgbClr val="E50000"/>
                </a:solidFill>
                <a:highlight>
                  <a:srgbClr val="FFFFFF"/>
                </a:highlight>
                <a:latin typeface="Consolas"/>
                <a:ea typeface="Consolas"/>
                <a:cs typeface="Consolas"/>
                <a:sym typeface="Consolas"/>
              </a:rPr>
              <a:t>class</a:t>
            </a:r>
            <a:r>
              <a:rPr lang="es" sz="1100">
                <a:solidFill>
                  <a:srgbClr val="3B3B3B"/>
                </a:solidFill>
                <a:highlight>
                  <a:srgbClr val="FFFFFF"/>
                </a:highlight>
                <a:latin typeface="Consolas"/>
                <a:ea typeface="Consolas"/>
                <a:cs typeface="Consolas"/>
                <a:sym typeface="Consolas"/>
              </a:rPr>
              <a:t>=</a:t>
            </a:r>
            <a:r>
              <a:rPr lang="es" sz="1100">
                <a:solidFill>
                  <a:srgbClr val="0000FF"/>
                </a:solidFill>
                <a:highlight>
                  <a:srgbClr val="FFFFFF"/>
                </a:highlight>
                <a:latin typeface="Consolas"/>
                <a:ea typeface="Consolas"/>
                <a:cs typeface="Consolas"/>
                <a:sym typeface="Consolas"/>
              </a:rPr>
              <a:t>"App-header"</a:t>
            </a:r>
            <a:r>
              <a:rPr lang="es" sz="1100">
                <a:solidFill>
                  <a:srgbClr val="800000"/>
                </a:solidFill>
                <a:highlight>
                  <a:srgbClr val="FFFFFF"/>
                </a:highlight>
                <a:latin typeface="Consolas"/>
                <a:ea typeface="Consolas"/>
                <a:cs typeface="Consolas"/>
                <a:sym typeface="Consolas"/>
              </a:rPr>
              <a:t>&gt;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&lt;img</a:t>
            </a:r>
            <a:r>
              <a:rPr lang="es" sz="1100">
                <a:solidFill>
                  <a:srgbClr val="3B3B3B"/>
                </a:solidFill>
                <a:highlight>
                  <a:srgbClr val="FFFFFF"/>
                </a:highlight>
                <a:latin typeface="Consolas"/>
                <a:ea typeface="Consolas"/>
                <a:cs typeface="Consolas"/>
                <a:sym typeface="Consolas"/>
              </a:rPr>
              <a:t> </a:t>
            </a:r>
            <a:r>
              <a:rPr lang="es" sz="1100">
                <a:solidFill>
                  <a:srgbClr val="E50000"/>
                </a:solidFill>
                <a:highlight>
                  <a:srgbClr val="FFFFFF"/>
                </a:highlight>
                <a:latin typeface="Consolas"/>
                <a:ea typeface="Consolas"/>
                <a:cs typeface="Consolas"/>
                <a:sym typeface="Consolas"/>
              </a:rPr>
              <a:t>alt</a:t>
            </a:r>
            <a:r>
              <a:rPr lang="es" sz="1100">
                <a:solidFill>
                  <a:srgbClr val="3B3B3B"/>
                </a:solidFill>
                <a:highlight>
                  <a:srgbClr val="FFFFFF"/>
                </a:highlight>
                <a:latin typeface="Consolas"/>
                <a:ea typeface="Consolas"/>
                <a:cs typeface="Consolas"/>
                <a:sym typeface="Consolas"/>
              </a:rPr>
              <a:t>=</a:t>
            </a:r>
            <a:r>
              <a:rPr lang="es" sz="1100">
                <a:solidFill>
                  <a:srgbClr val="0000FF"/>
                </a:solidFill>
                <a:highlight>
                  <a:srgbClr val="FFFFFF"/>
                </a:highlight>
                <a:latin typeface="Consolas"/>
                <a:ea typeface="Consolas"/>
                <a:cs typeface="Consolas"/>
                <a:sym typeface="Consolas"/>
              </a:rPr>
              <a:t>"logo"</a:t>
            </a:r>
            <a:r>
              <a:rPr lang="es" sz="1100">
                <a:solidFill>
                  <a:srgbClr val="3B3B3B"/>
                </a:solidFill>
                <a:highlight>
                  <a:srgbClr val="FFFFFF"/>
                </a:highlight>
                <a:latin typeface="Consolas"/>
                <a:ea typeface="Consolas"/>
                <a:cs typeface="Consolas"/>
                <a:sym typeface="Consolas"/>
              </a:rPr>
              <a:t> </a:t>
            </a:r>
            <a:r>
              <a:rPr lang="es" sz="1100">
                <a:solidFill>
                  <a:srgbClr val="E50000"/>
                </a:solidFill>
                <a:highlight>
                  <a:srgbClr val="FFFFFF"/>
                </a:highlight>
                <a:latin typeface="Consolas"/>
                <a:ea typeface="Consolas"/>
                <a:cs typeface="Consolas"/>
                <a:sym typeface="Consolas"/>
              </a:rPr>
              <a:t>class</a:t>
            </a:r>
            <a:r>
              <a:rPr lang="es" sz="1100">
                <a:solidFill>
                  <a:srgbClr val="3B3B3B"/>
                </a:solidFill>
                <a:highlight>
                  <a:srgbClr val="FFFFFF"/>
                </a:highlight>
                <a:latin typeface="Consolas"/>
                <a:ea typeface="Consolas"/>
                <a:cs typeface="Consolas"/>
                <a:sym typeface="Consolas"/>
              </a:rPr>
              <a:t>=</a:t>
            </a:r>
            <a:r>
              <a:rPr lang="es" sz="1100">
                <a:solidFill>
                  <a:srgbClr val="0000FF"/>
                </a:solidFill>
                <a:highlight>
                  <a:srgbClr val="FFFFFF"/>
                </a:highlight>
                <a:latin typeface="Consolas"/>
                <a:ea typeface="Consolas"/>
                <a:cs typeface="Consolas"/>
                <a:sym typeface="Consolas"/>
              </a:rPr>
              <a:t>"App-logo"</a:t>
            </a:r>
            <a:r>
              <a:rPr lang="es" sz="1100">
                <a:solidFill>
                  <a:srgbClr val="3B3B3B"/>
                </a:solidFill>
                <a:highlight>
                  <a:srgbClr val="FFFFFF"/>
                </a:highlight>
                <a:latin typeface="Consolas"/>
                <a:ea typeface="Consolas"/>
                <a:cs typeface="Consolas"/>
                <a:sym typeface="Consolas"/>
              </a:rPr>
              <a:t> </a:t>
            </a:r>
            <a:r>
              <a:rPr lang="es" sz="1100">
                <a:solidFill>
                  <a:srgbClr val="E50000"/>
                </a:solidFill>
                <a:highlight>
                  <a:srgbClr val="FFFFFF"/>
                </a:highlight>
                <a:latin typeface="Consolas"/>
                <a:ea typeface="Consolas"/>
                <a:cs typeface="Consolas"/>
                <a:sym typeface="Consolas"/>
              </a:rPr>
              <a:t>src</a:t>
            </a:r>
            <a:r>
              <a:rPr lang="es" sz="1100">
                <a:solidFill>
                  <a:srgbClr val="3B3B3B"/>
                </a:solidFill>
                <a:highlight>
                  <a:srgbClr val="FFFFFF"/>
                </a:highlight>
                <a:latin typeface="Consolas"/>
                <a:ea typeface="Consolas"/>
                <a:cs typeface="Consolas"/>
                <a:sym typeface="Consolas"/>
              </a:rPr>
              <a:t>=</a:t>
            </a:r>
            <a:r>
              <a:rPr lang="es" sz="1100">
                <a:solidFill>
                  <a:srgbClr val="0000FF"/>
                </a:solidFill>
                <a:highlight>
                  <a:srgbClr val="FFFFFF"/>
                </a:highlight>
                <a:latin typeface="Consolas"/>
                <a:ea typeface="Consolas"/>
                <a:cs typeface="Consolas"/>
                <a:sym typeface="Consolas"/>
              </a:rPr>
              <a:t>"logo.svg"</a:t>
            </a: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&lt;p&gt;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Edit</a:t>
            </a:r>
            <a:r>
              <a:rPr lang="es" sz="1100">
                <a:solidFill>
                  <a:srgbClr val="800000"/>
                </a:solidFill>
                <a:highlight>
                  <a:srgbClr val="FFFFFF"/>
                </a:highlight>
                <a:latin typeface="Consolas"/>
                <a:ea typeface="Consolas"/>
                <a:cs typeface="Consolas"/>
                <a:sym typeface="Consolas"/>
              </a:rPr>
              <a:t>&lt;code&gt;</a:t>
            </a:r>
            <a:r>
              <a:rPr lang="es" sz="1100">
                <a:solidFill>
                  <a:srgbClr val="3B3B3B"/>
                </a:solidFill>
                <a:highlight>
                  <a:srgbClr val="FFFFFF"/>
                </a:highlight>
                <a:latin typeface="Consolas"/>
                <a:ea typeface="Consolas"/>
                <a:cs typeface="Consolas"/>
                <a:sym typeface="Consolas"/>
              </a:rPr>
              <a:t> src/App.js </a:t>
            </a:r>
            <a:r>
              <a:rPr lang="es" sz="1100">
                <a:solidFill>
                  <a:srgbClr val="800000"/>
                </a:solidFill>
                <a:highlight>
                  <a:srgbClr val="FFFFFF"/>
                </a:highlight>
                <a:latin typeface="Consolas"/>
                <a:ea typeface="Consolas"/>
                <a:cs typeface="Consolas"/>
                <a:sym typeface="Consolas"/>
              </a:rPr>
              <a:t>&lt;/code&gt;</a:t>
            </a:r>
            <a:r>
              <a:rPr lang="es" sz="1100">
                <a:solidFill>
                  <a:srgbClr val="3B3B3B"/>
                </a:solidFill>
                <a:highlight>
                  <a:srgbClr val="FFFFFF"/>
                </a:highlight>
                <a:latin typeface="Consolas"/>
                <a:ea typeface="Consolas"/>
                <a:cs typeface="Consolas"/>
                <a:sym typeface="Consolas"/>
              </a:rPr>
              <a:t>and save to reload.</a:t>
            </a:r>
            <a:endParaRPr sz="1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&lt;/p&gt;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&lt;a</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E50000"/>
                </a:solidFill>
                <a:highlight>
                  <a:srgbClr val="FFFFFF"/>
                </a:highlight>
                <a:latin typeface="Consolas"/>
                <a:ea typeface="Consolas"/>
                <a:cs typeface="Consolas"/>
                <a:sym typeface="Consolas"/>
              </a:rPr>
              <a:t>class</a:t>
            </a:r>
            <a:r>
              <a:rPr lang="es" sz="1100">
                <a:solidFill>
                  <a:srgbClr val="3B3B3B"/>
                </a:solidFill>
                <a:highlight>
                  <a:srgbClr val="FFFFFF"/>
                </a:highlight>
                <a:latin typeface="Consolas"/>
                <a:ea typeface="Consolas"/>
                <a:cs typeface="Consolas"/>
                <a:sym typeface="Consolas"/>
              </a:rPr>
              <a:t>=</a:t>
            </a:r>
            <a:r>
              <a:rPr lang="es" sz="1100">
                <a:solidFill>
                  <a:srgbClr val="0000FF"/>
                </a:solidFill>
                <a:highlight>
                  <a:srgbClr val="FFFFFF"/>
                </a:highlight>
                <a:latin typeface="Consolas"/>
                <a:ea typeface="Consolas"/>
                <a:cs typeface="Consolas"/>
                <a:sym typeface="Consolas"/>
              </a:rPr>
              <a:t>"App-link"</a:t>
            </a:r>
            <a:endParaRPr sz="1100">
              <a:solidFill>
                <a:srgbClr val="0000FF"/>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E50000"/>
                </a:solidFill>
                <a:highlight>
                  <a:srgbClr val="FFFFFF"/>
                </a:highlight>
                <a:latin typeface="Consolas"/>
                <a:ea typeface="Consolas"/>
                <a:cs typeface="Consolas"/>
                <a:sym typeface="Consolas"/>
              </a:rPr>
              <a:t>href</a:t>
            </a:r>
            <a:r>
              <a:rPr lang="es" sz="1100">
                <a:solidFill>
                  <a:srgbClr val="3B3B3B"/>
                </a:solidFill>
                <a:highlight>
                  <a:srgbClr val="FFFFFF"/>
                </a:highlight>
                <a:latin typeface="Consolas"/>
                <a:ea typeface="Consolas"/>
                <a:cs typeface="Consolas"/>
                <a:sym typeface="Consolas"/>
              </a:rPr>
              <a:t>=</a:t>
            </a:r>
            <a:r>
              <a:rPr lang="es" sz="1100">
                <a:solidFill>
                  <a:srgbClr val="0000FF"/>
                </a:solidFill>
                <a:highlight>
                  <a:srgbClr val="FFFFFF"/>
                </a:highlight>
                <a:latin typeface="Consolas"/>
                <a:ea typeface="Consolas"/>
                <a:cs typeface="Consolas"/>
                <a:sym typeface="Consolas"/>
              </a:rPr>
              <a:t>"https://reactjs.org"</a:t>
            </a:r>
            <a:endParaRPr sz="1100">
              <a:solidFill>
                <a:srgbClr val="0000FF"/>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E50000"/>
                </a:solidFill>
                <a:highlight>
                  <a:srgbClr val="FFFFFF"/>
                </a:highlight>
                <a:latin typeface="Consolas"/>
                <a:ea typeface="Consolas"/>
                <a:cs typeface="Consolas"/>
                <a:sym typeface="Consolas"/>
              </a:rPr>
              <a:t>rel</a:t>
            </a:r>
            <a:r>
              <a:rPr lang="es" sz="1100">
                <a:solidFill>
                  <a:srgbClr val="3B3B3B"/>
                </a:solidFill>
                <a:highlight>
                  <a:srgbClr val="FFFFFF"/>
                </a:highlight>
                <a:latin typeface="Consolas"/>
                <a:ea typeface="Consolas"/>
                <a:cs typeface="Consolas"/>
                <a:sym typeface="Consolas"/>
              </a:rPr>
              <a:t>=</a:t>
            </a:r>
            <a:r>
              <a:rPr lang="es" sz="1100">
                <a:solidFill>
                  <a:srgbClr val="0000FF"/>
                </a:solidFill>
                <a:highlight>
                  <a:srgbClr val="FFFFFF"/>
                </a:highlight>
                <a:latin typeface="Consolas"/>
                <a:ea typeface="Consolas"/>
                <a:cs typeface="Consolas"/>
                <a:sym typeface="Consolas"/>
              </a:rPr>
              <a:t>"noopener noreferrer"</a:t>
            </a:r>
            <a:endParaRPr sz="1100">
              <a:solidFill>
                <a:srgbClr val="0000FF"/>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E50000"/>
                </a:solidFill>
                <a:highlight>
                  <a:srgbClr val="FFFFFF"/>
                </a:highlight>
                <a:latin typeface="Consolas"/>
                <a:ea typeface="Consolas"/>
                <a:cs typeface="Consolas"/>
                <a:sym typeface="Consolas"/>
              </a:rPr>
              <a:t>target</a:t>
            </a:r>
            <a:r>
              <a:rPr lang="es" sz="1100">
                <a:solidFill>
                  <a:srgbClr val="3B3B3B"/>
                </a:solidFill>
                <a:highlight>
                  <a:srgbClr val="FFFFFF"/>
                </a:highlight>
                <a:latin typeface="Consolas"/>
                <a:ea typeface="Consolas"/>
                <a:cs typeface="Consolas"/>
                <a:sym typeface="Consolas"/>
              </a:rPr>
              <a:t>=</a:t>
            </a:r>
            <a:r>
              <a:rPr lang="es" sz="1100">
                <a:solidFill>
                  <a:srgbClr val="0000FF"/>
                </a:solidFill>
                <a:highlight>
                  <a:srgbClr val="FFFFFF"/>
                </a:highlight>
                <a:latin typeface="Consolas"/>
                <a:ea typeface="Consolas"/>
                <a:cs typeface="Consolas"/>
                <a:sym typeface="Consolas"/>
              </a:rPr>
              <a:t>"_blank"</a:t>
            </a:r>
            <a:endParaRPr sz="1100">
              <a:solidFill>
                <a:srgbClr val="0000FF"/>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Learn React</a:t>
            </a:r>
            <a:endParaRPr sz="1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&lt;/a&gt;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&lt;/header&gt;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800000"/>
                </a:solidFill>
                <a:highlight>
                  <a:srgbClr val="FFFFFF"/>
                </a:highlight>
                <a:latin typeface="Consolas"/>
                <a:ea typeface="Consolas"/>
                <a:cs typeface="Consolas"/>
                <a:sym typeface="Consolas"/>
              </a:rPr>
              <a:t>&lt;/body&gt;</a:t>
            </a:r>
            <a:endParaRPr sz="1100">
              <a:solidFill>
                <a:srgbClr val="800000"/>
              </a:solidFill>
              <a:highlight>
                <a:srgbClr val="FFFFFF"/>
              </a:highlight>
              <a:latin typeface="Consolas"/>
              <a:ea typeface="Consolas"/>
              <a:cs typeface="Consolas"/>
              <a:sym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8" name="Shape 3838"/>
        <p:cNvGrpSpPr/>
        <p:nvPr/>
      </p:nvGrpSpPr>
      <p:grpSpPr>
        <a:xfrm>
          <a:off x="0" y="0"/>
          <a:ext cx="0" cy="0"/>
          <a:chOff x="0" y="0"/>
          <a:chExt cx="0" cy="0"/>
        </a:xfrm>
      </p:grpSpPr>
      <p:sp>
        <p:nvSpPr>
          <p:cNvPr id="3839" name="Google Shape;3839;p112"/>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Testing Library</a:t>
            </a:r>
            <a:endParaRPr/>
          </a:p>
        </p:txBody>
      </p:sp>
      <p:sp>
        <p:nvSpPr>
          <p:cNvPr id="3840" name="Google Shape;3840;p1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841" name="Google Shape;3841;p112"/>
          <p:cNvSpPr/>
          <p:nvPr/>
        </p:nvSpPr>
        <p:spPr>
          <a:xfrm>
            <a:off x="1413225" y="1174950"/>
            <a:ext cx="1503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screen</a:t>
            </a:r>
            <a:endParaRPr sz="2200"/>
          </a:p>
        </p:txBody>
      </p:sp>
      <p:sp>
        <p:nvSpPr>
          <p:cNvPr id="3842" name="Google Shape;3842;p112"/>
          <p:cNvSpPr/>
          <p:nvPr/>
        </p:nvSpPr>
        <p:spPr>
          <a:xfrm>
            <a:off x="3734750" y="1174950"/>
            <a:ext cx="1503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render</a:t>
            </a:r>
            <a:endParaRPr sz="2200"/>
          </a:p>
        </p:txBody>
      </p:sp>
      <p:sp>
        <p:nvSpPr>
          <p:cNvPr id="3843" name="Google Shape;3843;p112"/>
          <p:cNvSpPr/>
          <p:nvPr/>
        </p:nvSpPr>
        <p:spPr>
          <a:xfrm>
            <a:off x="6056275" y="1174950"/>
            <a:ext cx="1503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fireEvent</a:t>
            </a:r>
            <a:endParaRPr sz="2200"/>
          </a:p>
        </p:txBody>
      </p:sp>
      <p:sp>
        <p:nvSpPr>
          <p:cNvPr id="3844" name="Google Shape;3844;p112"/>
          <p:cNvSpPr/>
          <p:nvPr/>
        </p:nvSpPr>
        <p:spPr>
          <a:xfrm>
            <a:off x="267450" y="2285400"/>
            <a:ext cx="2468700" cy="2493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p>
        </p:txBody>
      </p:sp>
      <p:sp>
        <p:nvSpPr>
          <p:cNvPr id="3845" name="Google Shape;3845;p112"/>
          <p:cNvSpPr/>
          <p:nvPr/>
        </p:nvSpPr>
        <p:spPr>
          <a:xfrm>
            <a:off x="457950" y="2489575"/>
            <a:ext cx="20877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Component1</a:t>
            </a:r>
            <a:endParaRPr sz="2200"/>
          </a:p>
        </p:txBody>
      </p:sp>
      <p:sp>
        <p:nvSpPr>
          <p:cNvPr id="3846" name="Google Shape;3846;p112"/>
          <p:cNvSpPr/>
          <p:nvPr/>
        </p:nvSpPr>
        <p:spPr>
          <a:xfrm>
            <a:off x="457950" y="3245550"/>
            <a:ext cx="20877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Component2</a:t>
            </a:r>
            <a:endParaRPr sz="2200"/>
          </a:p>
        </p:txBody>
      </p:sp>
      <p:sp>
        <p:nvSpPr>
          <p:cNvPr id="3847" name="Google Shape;3847;p112"/>
          <p:cNvSpPr/>
          <p:nvPr/>
        </p:nvSpPr>
        <p:spPr>
          <a:xfrm>
            <a:off x="457950" y="4001525"/>
            <a:ext cx="20877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Component3</a:t>
            </a:r>
            <a:endParaRPr sz="2200"/>
          </a:p>
        </p:txBody>
      </p:sp>
      <p:sp>
        <p:nvSpPr>
          <p:cNvPr id="3848" name="Google Shape;3848;p112"/>
          <p:cNvSpPr/>
          <p:nvPr/>
        </p:nvSpPr>
        <p:spPr>
          <a:xfrm>
            <a:off x="3615250" y="2571750"/>
            <a:ext cx="575100" cy="53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112"/>
          <p:cNvSpPr/>
          <p:nvPr/>
        </p:nvSpPr>
        <p:spPr>
          <a:xfrm>
            <a:off x="3151425" y="3490825"/>
            <a:ext cx="575100" cy="53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112"/>
          <p:cNvSpPr/>
          <p:nvPr/>
        </p:nvSpPr>
        <p:spPr>
          <a:xfrm>
            <a:off x="4150025" y="3490825"/>
            <a:ext cx="575100" cy="53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51" name="Google Shape;3851;p112"/>
          <p:cNvCxnSpPr>
            <a:endCxn id="3849" idx="0"/>
          </p:cNvCxnSpPr>
          <p:nvPr/>
        </p:nvCxnSpPr>
        <p:spPr>
          <a:xfrm flipH="1">
            <a:off x="3438975" y="3068725"/>
            <a:ext cx="301500" cy="422100"/>
          </a:xfrm>
          <a:prstGeom prst="straightConnector1">
            <a:avLst/>
          </a:prstGeom>
          <a:noFill/>
          <a:ln cap="flat" cmpd="sng" w="28575">
            <a:solidFill>
              <a:schemeClr val="dk2"/>
            </a:solidFill>
            <a:prstDash val="solid"/>
            <a:round/>
            <a:headEnd len="med" w="med" type="none"/>
            <a:tailEnd len="med" w="med" type="triangle"/>
          </a:ln>
        </p:spPr>
      </p:cxnSp>
      <p:cxnSp>
        <p:nvCxnSpPr>
          <p:cNvPr id="3852" name="Google Shape;3852;p112"/>
          <p:cNvCxnSpPr>
            <a:endCxn id="3850" idx="0"/>
          </p:cNvCxnSpPr>
          <p:nvPr/>
        </p:nvCxnSpPr>
        <p:spPr>
          <a:xfrm>
            <a:off x="4056275" y="3043525"/>
            <a:ext cx="381300" cy="447300"/>
          </a:xfrm>
          <a:prstGeom prst="straightConnector1">
            <a:avLst/>
          </a:prstGeom>
          <a:noFill/>
          <a:ln cap="flat" cmpd="sng" w="28575">
            <a:solidFill>
              <a:schemeClr val="dk2"/>
            </a:solidFill>
            <a:prstDash val="solid"/>
            <a:round/>
            <a:headEnd len="med" w="med" type="none"/>
            <a:tailEnd len="med" w="med" type="triangle"/>
          </a:ln>
        </p:spPr>
      </p:cxnSp>
      <p:sp>
        <p:nvSpPr>
          <p:cNvPr id="3853" name="Google Shape;3853;p112"/>
          <p:cNvSpPr/>
          <p:nvPr/>
        </p:nvSpPr>
        <p:spPr>
          <a:xfrm>
            <a:off x="3734750" y="1174950"/>
            <a:ext cx="1503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screen</a:t>
            </a:r>
            <a:endParaRPr sz="2200"/>
          </a:p>
        </p:txBody>
      </p:sp>
      <p:sp>
        <p:nvSpPr>
          <p:cNvPr id="3854" name="Google Shape;3854;p112"/>
          <p:cNvSpPr/>
          <p:nvPr/>
        </p:nvSpPr>
        <p:spPr>
          <a:xfrm>
            <a:off x="1413225" y="1174950"/>
            <a:ext cx="1503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render</a:t>
            </a:r>
            <a:endParaRPr sz="22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8" name="Shape 3858"/>
        <p:cNvGrpSpPr/>
        <p:nvPr/>
      </p:nvGrpSpPr>
      <p:grpSpPr>
        <a:xfrm>
          <a:off x="0" y="0"/>
          <a:ext cx="0" cy="0"/>
          <a:chOff x="0" y="0"/>
          <a:chExt cx="0" cy="0"/>
        </a:xfrm>
      </p:grpSpPr>
      <p:sp>
        <p:nvSpPr>
          <p:cNvPr id="3859" name="Google Shape;3859;p113"/>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Testing Library</a:t>
            </a:r>
            <a:endParaRPr/>
          </a:p>
        </p:txBody>
      </p:sp>
      <p:sp>
        <p:nvSpPr>
          <p:cNvPr id="3860" name="Google Shape;3860;p1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861" name="Google Shape;3861;p113"/>
          <p:cNvSpPr/>
          <p:nvPr/>
        </p:nvSpPr>
        <p:spPr>
          <a:xfrm>
            <a:off x="3734750" y="1174950"/>
            <a:ext cx="1503600" cy="5727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solidFill>
                  <a:schemeClr val="lt1"/>
                </a:solidFill>
              </a:rPr>
              <a:t>render</a:t>
            </a:r>
            <a:endParaRPr sz="2200">
              <a:solidFill>
                <a:schemeClr val="lt1"/>
              </a:solidFill>
            </a:endParaRPr>
          </a:p>
        </p:txBody>
      </p:sp>
      <p:sp>
        <p:nvSpPr>
          <p:cNvPr id="3862" name="Google Shape;3862;p113"/>
          <p:cNvSpPr/>
          <p:nvPr/>
        </p:nvSpPr>
        <p:spPr>
          <a:xfrm>
            <a:off x="6056275" y="1174950"/>
            <a:ext cx="1503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fireEvent</a:t>
            </a:r>
            <a:endParaRPr sz="2200"/>
          </a:p>
        </p:txBody>
      </p:sp>
      <p:sp>
        <p:nvSpPr>
          <p:cNvPr id="3863" name="Google Shape;3863;p113"/>
          <p:cNvSpPr/>
          <p:nvPr/>
        </p:nvSpPr>
        <p:spPr>
          <a:xfrm>
            <a:off x="267450" y="2285400"/>
            <a:ext cx="2468700" cy="2493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p>
        </p:txBody>
      </p:sp>
      <p:sp>
        <p:nvSpPr>
          <p:cNvPr id="3864" name="Google Shape;3864;p113"/>
          <p:cNvSpPr/>
          <p:nvPr/>
        </p:nvSpPr>
        <p:spPr>
          <a:xfrm>
            <a:off x="457950" y="2489575"/>
            <a:ext cx="20877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Component1</a:t>
            </a:r>
            <a:endParaRPr sz="2200"/>
          </a:p>
        </p:txBody>
      </p:sp>
      <p:sp>
        <p:nvSpPr>
          <p:cNvPr id="3865" name="Google Shape;3865;p113"/>
          <p:cNvSpPr/>
          <p:nvPr/>
        </p:nvSpPr>
        <p:spPr>
          <a:xfrm>
            <a:off x="457950" y="3245550"/>
            <a:ext cx="20877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Component2</a:t>
            </a:r>
            <a:endParaRPr sz="2200"/>
          </a:p>
        </p:txBody>
      </p:sp>
      <p:sp>
        <p:nvSpPr>
          <p:cNvPr id="3866" name="Google Shape;3866;p113"/>
          <p:cNvSpPr/>
          <p:nvPr/>
        </p:nvSpPr>
        <p:spPr>
          <a:xfrm>
            <a:off x="457950" y="4001525"/>
            <a:ext cx="20877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Component3</a:t>
            </a:r>
            <a:endParaRPr sz="2200"/>
          </a:p>
        </p:txBody>
      </p:sp>
      <p:sp>
        <p:nvSpPr>
          <p:cNvPr id="3867" name="Google Shape;3867;p113"/>
          <p:cNvSpPr/>
          <p:nvPr/>
        </p:nvSpPr>
        <p:spPr>
          <a:xfrm>
            <a:off x="3615250" y="2571750"/>
            <a:ext cx="575100" cy="53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113"/>
          <p:cNvSpPr/>
          <p:nvPr/>
        </p:nvSpPr>
        <p:spPr>
          <a:xfrm>
            <a:off x="3151425" y="3490825"/>
            <a:ext cx="575100" cy="53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113"/>
          <p:cNvSpPr/>
          <p:nvPr/>
        </p:nvSpPr>
        <p:spPr>
          <a:xfrm>
            <a:off x="4150025" y="3490825"/>
            <a:ext cx="575100" cy="53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70" name="Google Shape;3870;p113"/>
          <p:cNvCxnSpPr>
            <a:endCxn id="3868" idx="0"/>
          </p:cNvCxnSpPr>
          <p:nvPr/>
        </p:nvCxnSpPr>
        <p:spPr>
          <a:xfrm flipH="1">
            <a:off x="3438975" y="3068725"/>
            <a:ext cx="301500" cy="422100"/>
          </a:xfrm>
          <a:prstGeom prst="straightConnector1">
            <a:avLst/>
          </a:prstGeom>
          <a:noFill/>
          <a:ln cap="flat" cmpd="sng" w="28575">
            <a:solidFill>
              <a:schemeClr val="dk2"/>
            </a:solidFill>
            <a:prstDash val="solid"/>
            <a:round/>
            <a:headEnd len="med" w="med" type="none"/>
            <a:tailEnd len="med" w="med" type="triangle"/>
          </a:ln>
        </p:spPr>
      </p:cxnSp>
      <p:cxnSp>
        <p:nvCxnSpPr>
          <p:cNvPr id="3871" name="Google Shape;3871;p113"/>
          <p:cNvCxnSpPr>
            <a:endCxn id="3869" idx="0"/>
          </p:cNvCxnSpPr>
          <p:nvPr/>
        </p:nvCxnSpPr>
        <p:spPr>
          <a:xfrm>
            <a:off x="4056275" y="3043525"/>
            <a:ext cx="381300" cy="447300"/>
          </a:xfrm>
          <a:prstGeom prst="straightConnector1">
            <a:avLst/>
          </a:prstGeom>
          <a:noFill/>
          <a:ln cap="flat" cmpd="sng" w="28575">
            <a:solidFill>
              <a:schemeClr val="dk2"/>
            </a:solidFill>
            <a:prstDash val="solid"/>
            <a:round/>
            <a:headEnd len="med" w="med" type="none"/>
            <a:tailEnd len="med" w="med" type="triangle"/>
          </a:ln>
        </p:spPr>
      </p:cxnSp>
      <p:sp>
        <p:nvSpPr>
          <p:cNvPr id="3872" name="Google Shape;3872;p113"/>
          <p:cNvSpPr/>
          <p:nvPr/>
        </p:nvSpPr>
        <p:spPr>
          <a:xfrm>
            <a:off x="5012025" y="2140750"/>
            <a:ext cx="3845400" cy="263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3200">
                <a:solidFill>
                  <a:schemeClr val="dk1"/>
                </a:solidFill>
              </a:rPr>
              <a:t>render recibe un componente y sólo recrea su DOM almacenandolo en memoria</a:t>
            </a:r>
            <a:endParaRPr sz="3200">
              <a:solidFill>
                <a:schemeClr val="dk1"/>
              </a:solidFill>
            </a:endParaRPr>
          </a:p>
        </p:txBody>
      </p:sp>
      <p:sp>
        <p:nvSpPr>
          <p:cNvPr id="3873" name="Google Shape;3873;p113"/>
          <p:cNvSpPr/>
          <p:nvPr/>
        </p:nvSpPr>
        <p:spPr>
          <a:xfrm>
            <a:off x="1484225" y="1174950"/>
            <a:ext cx="1503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screen</a:t>
            </a:r>
            <a:endParaRPr sz="2200"/>
          </a:p>
        </p:txBody>
      </p:sp>
      <p:sp>
        <p:nvSpPr>
          <p:cNvPr id="3874" name="Google Shape;3874;p113"/>
          <p:cNvSpPr/>
          <p:nvPr/>
        </p:nvSpPr>
        <p:spPr>
          <a:xfrm>
            <a:off x="3734750" y="1174938"/>
            <a:ext cx="1503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screen</a:t>
            </a:r>
            <a:endParaRPr sz="2200"/>
          </a:p>
        </p:txBody>
      </p:sp>
      <p:sp>
        <p:nvSpPr>
          <p:cNvPr id="3875" name="Google Shape;3875;p113"/>
          <p:cNvSpPr/>
          <p:nvPr/>
        </p:nvSpPr>
        <p:spPr>
          <a:xfrm>
            <a:off x="1484225" y="1174950"/>
            <a:ext cx="1503600" cy="5727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solidFill>
                  <a:schemeClr val="lt1"/>
                </a:solidFill>
              </a:rPr>
              <a:t>render</a:t>
            </a:r>
            <a:endParaRPr sz="2200">
              <a:solidFill>
                <a:schemeClr val="lt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9" name="Shape 3879"/>
        <p:cNvGrpSpPr/>
        <p:nvPr/>
      </p:nvGrpSpPr>
      <p:grpSpPr>
        <a:xfrm>
          <a:off x="0" y="0"/>
          <a:ext cx="0" cy="0"/>
          <a:chOff x="0" y="0"/>
          <a:chExt cx="0" cy="0"/>
        </a:xfrm>
      </p:grpSpPr>
      <p:sp>
        <p:nvSpPr>
          <p:cNvPr id="3880" name="Google Shape;3880;p114"/>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Testing Library - render</a:t>
            </a:r>
            <a:endParaRPr/>
          </a:p>
        </p:txBody>
      </p:sp>
      <p:sp>
        <p:nvSpPr>
          <p:cNvPr id="3881" name="Google Shape;3881;p1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882" name="Google Shape;3882;p114"/>
          <p:cNvSpPr txBox="1"/>
          <p:nvPr/>
        </p:nvSpPr>
        <p:spPr>
          <a:xfrm>
            <a:off x="3442725" y="1202575"/>
            <a:ext cx="5422800" cy="18393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s" sz="2100">
                <a:solidFill>
                  <a:srgbClr val="795E26"/>
                </a:solidFill>
                <a:highlight>
                  <a:srgbClr val="FFFFFF"/>
                </a:highlight>
                <a:latin typeface="Consolas"/>
                <a:ea typeface="Consolas"/>
                <a:cs typeface="Consolas"/>
                <a:sym typeface="Consolas"/>
              </a:rPr>
              <a:t>test</a:t>
            </a:r>
            <a:r>
              <a:rPr lang="es" sz="2100">
                <a:solidFill>
                  <a:srgbClr val="3B3B3B"/>
                </a:solidFill>
                <a:highlight>
                  <a:srgbClr val="FFFFFF"/>
                </a:highlight>
                <a:latin typeface="Consolas"/>
                <a:ea typeface="Consolas"/>
                <a:cs typeface="Consolas"/>
                <a:sym typeface="Consolas"/>
              </a:rPr>
              <a:t>(</a:t>
            </a:r>
            <a:r>
              <a:rPr lang="es" sz="2100">
                <a:solidFill>
                  <a:srgbClr val="A31515"/>
                </a:solidFill>
                <a:highlight>
                  <a:srgbClr val="FFFFFF"/>
                </a:highlight>
                <a:latin typeface="Consolas"/>
                <a:ea typeface="Consolas"/>
                <a:cs typeface="Consolas"/>
                <a:sym typeface="Consolas"/>
              </a:rPr>
              <a:t>'renders learn react'</a:t>
            </a:r>
            <a:r>
              <a:rPr lang="es" sz="2100">
                <a:solidFill>
                  <a:srgbClr val="3B3B3B"/>
                </a:solidFill>
                <a:highlight>
                  <a:srgbClr val="FFFFFF"/>
                </a:highlight>
                <a:latin typeface="Consolas"/>
                <a:ea typeface="Consolas"/>
                <a:cs typeface="Consolas"/>
                <a:sym typeface="Consolas"/>
              </a:rPr>
              <a:t>, () </a:t>
            </a:r>
            <a:r>
              <a:rPr lang="es" sz="2100">
                <a:solidFill>
                  <a:srgbClr val="0000FF"/>
                </a:solidFill>
                <a:highlight>
                  <a:srgbClr val="FFFFFF"/>
                </a:highlight>
                <a:latin typeface="Consolas"/>
                <a:ea typeface="Consolas"/>
                <a:cs typeface="Consolas"/>
                <a:sym typeface="Consolas"/>
              </a:rPr>
              <a:t>=&gt;</a:t>
            </a:r>
            <a:r>
              <a:rPr lang="es" sz="2100">
                <a:solidFill>
                  <a:srgbClr val="3B3B3B"/>
                </a:solidFill>
                <a:highlight>
                  <a:srgbClr val="FFFFFF"/>
                </a:highlight>
                <a:latin typeface="Consolas"/>
                <a:ea typeface="Consolas"/>
                <a:cs typeface="Consolas"/>
                <a:sym typeface="Consolas"/>
              </a:rPr>
              <a:t> {</a:t>
            </a:r>
            <a:endParaRPr sz="2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2100">
                <a:solidFill>
                  <a:srgbClr val="3B3B3B"/>
                </a:solidFill>
                <a:highlight>
                  <a:srgbClr val="FFFFFF"/>
                </a:highlight>
                <a:latin typeface="Consolas"/>
                <a:ea typeface="Consolas"/>
                <a:cs typeface="Consolas"/>
                <a:sym typeface="Consolas"/>
              </a:rPr>
              <a:t> </a:t>
            </a:r>
            <a:r>
              <a:rPr lang="es" sz="2100">
                <a:solidFill>
                  <a:srgbClr val="795E26"/>
                </a:solidFill>
                <a:highlight>
                  <a:srgbClr val="FFFFFF"/>
                </a:highlight>
                <a:latin typeface="Consolas"/>
                <a:ea typeface="Consolas"/>
                <a:cs typeface="Consolas"/>
                <a:sym typeface="Consolas"/>
              </a:rPr>
              <a:t>render</a:t>
            </a:r>
            <a:r>
              <a:rPr lang="es" sz="2100">
                <a:solidFill>
                  <a:srgbClr val="3B3B3B"/>
                </a:solidFill>
                <a:highlight>
                  <a:srgbClr val="FFFFFF"/>
                </a:highlight>
                <a:latin typeface="Consolas"/>
                <a:ea typeface="Consolas"/>
                <a:cs typeface="Consolas"/>
                <a:sym typeface="Consolas"/>
              </a:rPr>
              <a:t>(</a:t>
            </a:r>
            <a:r>
              <a:rPr lang="es" sz="2100">
                <a:solidFill>
                  <a:srgbClr val="800000"/>
                </a:solidFill>
                <a:highlight>
                  <a:srgbClr val="FFFFFF"/>
                </a:highlight>
                <a:latin typeface="Consolas"/>
                <a:ea typeface="Consolas"/>
                <a:cs typeface="Consolas"/>
                <a:sym typeface="Consolas"/>
              </a:rPr>
              <a:t>&lt;</a:t>
            </a:r>
            <a:r>
              <a:rPr lang="es" sz="2100">
                <a:solidFill>
                  <a:srgbClr val="267F99"/>
                </a:solidFill>
                <a:highlight>
                  <a:srgbClr val="FFFFFF"/>
                </a:highlight>
                <a:latin typeface="Consolas"/>
                <a:ea typeface="Consolas"/>
                <a:cs typeface="Consolas"/>
                <a:sym typeface="Consolas"/>
              </a:rPr>
              <a:t>MyComponent</a:t>
            </a:r>
            <a:r>
              <a:rPr lang="es" sz="2100">
                <a:solidFill>
                  <a:srgbClr val="3B3B3B"/>
                </a:solidFill>
                <a:highlight>
                  <a:srgbClr val="FFFFFF"/>
                </a:highlight>
                <a:latin typeface="Consolas"/>
                <a:ea typeface="Consolas"/>
                <a:cs typeface="Consolas"/>
                <a:sym typeface="Consolas"/>
              </a:rPr>
              <a:t> </a:t>
            </a:r>
            <a:r>
              <a:rPr lang="es" sz="2100">
                <a:solidFill>
                  <a:srgbClr val="800000"/>
                </a:solidFill>
                <a:highlight>
                  <a:srgbClr val="FFFFFF"/>
                </a:highlight>
                <a:latin typeface="Consolas"/>
                <a:ea typeface="Consolas"/>
                <a:cs typeface="Consolas"/>
                <a:sym typeface="Consolas"/>
              </a:rPr>
              <a:t>/&gt;</a:t>
            </a:r>
            <a:r>
              <a:rPr lang="es" sz="2100">
                <a:solidFill>
                  <a:srgbClr val="3B3B3B"/>
                </a:solidFill>
                <a:highlight>
                  <a:srgbClr val="FFFFFF"/>
                </a:highlight>
                <a:latin typeface="Consolas"/>
                <a:ea typeface="Consolas"/>
                <a:cs typeface="Consolas"/>
                <a:sym typeface="Consolas"/>
              </a:rPr>
              <a:t>);</a:t>
            </a:r>
            <a:endParaRPr sz="2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2100">
                <a:solidFill>
                  <a:srgbClr val="3B3B3B"/>
                </a:solidFill>
                <a:highlight>
                  <a:srgbClr val="FFFFFF"/>
                </a:highlight>
                <a:latin typeface="Consolas"/>
                <a:ea typeface="Consolas"/>
                <a:cs typeface="Consolas"/>
                <a:sym typeface="Consolas"/>
              </a:rPr>
              <a:t>});</a:t>
            </a:r>
            <a:endParaRPr sz="2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sz="1300">
              <a:solidFill>
                <a:srgbClr val="AF00DB"/>
              </a:solidFill>
              <a:highlight>
                <a:srgbClr val="FFFFFF"/>
              </a:highlight>
              <a:latin typeface="Consolas"/>
              <a:ea typeface="Consolas"/>
              <a:cs typeface="Consolas"/>
              <a:sym typeface="Consolas"/>
            </a:endParaRPr>
          </a:p>
        </p:txBody>
      </p:sp>
      <p:sp>
        <p:nvSpPr>
          <p:cNvPr id="3883" name="Google Shape;3883;p114"/>
          <p:cNvSpPr txBox="1"/>
          <p:nvPr/>
        </p:nvSpPr>
        <p:spPr>
          <a:xfrm>
            <a:off x="201725" y="1036025"/>
            <a:ext cx="3126000" cy="3147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s" sz="1100">
                <a:solidFill>
                  <a:srgbClr val="800000"/>
                </a:solidFill>
                <a:highlight>
                  <a:srgbClr val="FFFFFF"/>
                </a:highlight>
                <a:latin typeface="Consolas"/>
                <a:ea typeface="Consolas"/>
                <a:cs typeface="Consolas"/>
                <a:sym typeface="Consolas"/>
              </a:rPr>
              <a:t>&lt;body&gt;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a:t>
            </a:r>
            <a:r>
              <a:rPr lang="es" sz="1100">
                <a:solidFill>
                  <a:srgbClr val="3B3B3B"/>
                </a:solidFill>
                <a:highlight>
                  <a:srgbClr val="FFFFFF"/>
                </a:highlight>
                <a:latin typeface="Consolas"/>
                <a:ea typeface="Consolas"/>
                <a:cs typeface="Consolas"/>
                <a:sym typeface="Consolas"/>
              </a:rPr>
              <a:t> </a:t>
            </a:r>
            <a:r>
              <a:rPr lang="es" sz="1100">
                <a:solidFill>
                  <a:srgbClr val="E50000"/>
                </a:solidFill>
                <a:highlight>
                  <a:srgbClr val="FFFFFF"/>
                </a:highlight>
                <a:latin typeface="Consolas"/>
                <a:ea typeface="Consolas"/>
                <a:cs typeface="Consolas"/>
                <a:sym typeface="Consolas"/>
              </a:rPr>
              <a:t>class</a:t>
            </a:r>
            <a:r>
              <a:rPr lang="es" sz="1100">
                <a:solidFill>
                  <a:srgbClr val="3B3B3B"/>
                </a:solidFill>
                <a:highlight>
                  <a:srgbClr val="FFFFFF"/>
                </a:highlight>
                <a:latin typeface="Consolas"/>
                <a:ea typeface="Consolas"/>
                <a:cs typeface="Consolas"/>
                <a:sym typeface="Consolas"/>
              </a:rPr>
              <a:t>=</a:t>
            </a:r>
            <a:r>
              <a:rPr lang="es" sz="1100">
                <a:solidFill>
                  <a:srgbClr val="0000FF"/>
                </a:solidFill>
                <a:highlight>
                  <a:srgbClr val="FFFFFF"/>
                </a:highlight>
                <a:latin typeface="Consolas"/>
                <a:ea typeface="Consolas"/>
                <a:cs typeface="Consolas"/>
                <a:sym typeface="Consolas"/>
              </a:rPr>
              <a:t>"App"</a:t>
            </a:r>
            <a:r>
              <a:rPr lang="es" sz="1100">
                <a:solidFill>
                  <a:srgbClr val="800000"/>
                </a:solidFill>
                <a:highlight>
                  <a:srgbClr val="FFFFFF"/>
                </a:highlight>
                <a:latin typeface="Consolas"/>
                <a:ea typeface="Consolas"/>
                <a:cs typeface="Consolas"/>
                <a:sym typeface="Consolas"/>
              </a:rPr>
              <a:t>&gt;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&lt;header</a:t>
            </a:r>
            <a:r>
              <a:rPr lang="es" sz="1100">
                <a:solidFill>
                  <a:srgbClr val="3B3B3B"/>
                </a:solidFill>
                <a:highlight>
                  <a:srgbClr val="FFFFFF"/>
                </a:highlight>
                <a:latin typeface="Consolas"/>
                <a:ea typeface="Consolas"/>
                <a:cs typeface="Consolas"/>
                <a:sym typeface="Consolas"/>
              </a:rPr>
              <a:t> </a:t>
            </a:r>
            <a:r>
              <a:rPr lang="es" sz="1100">
                <a:solidFill>
                  <a:srgbClr val="E50000"/>
                </a:solidFill>
                <a:highlight>
                  <a:srgbClr val="FFFFFF"/>
                </a:highlight>
                <a:latin typeface="Consolas"/>
                <a:ea typeface="Consolas"/>
                <a:cs typeface="Consolas"/>
                <a:sym typeface="Consolas"/>
              </a:rPr>
              <a:t>class</a:t>
            </a:r>
            <a:r>
              <a:rPr lang="es" sz="1100">
                <a:solidFill>
                  <a:srgbClr val="3B3B3B"/>
                </a:solidFill>
                <a:highlight>
                  <a:srgbClr val="FFFFFF"/>
                </a:highlight>
                <a:latin typeface="Consolas"/>
                <a:ea typeface="Consolas"/>
                <a:cs typeface="Consolas"/>
                <a:sym typeface="Consolas"/>
              </a:rPr>
              <a:t>=</a:t>
            </a:r>
            <a:r>
              <a:rPr lang="es" sz="1100">
                <a:solidFill>
                  <a:srgbClr val="0000FF"/>
                </a:solidFill>
                <a:highlight>
                  <a:srgbClr val="FFFFFF"/>
                </a:highlight>
                <a:latin typeface="Consolas"/>
                <a:ea typeface="Consolas"/>
                <a:cs typeface="Consolas"/>
                <a:sym typeface="Consolas"/>
              </a:rPr>
              <a:t>"App-header"</a:t>
            </a:r>
            <a:r>
              <a:rPr lang="es" sz="1100">
                <a:solidFill>
                  <a:srgbClr val="800000"/>
                </a:solidFill>
                <a:highlight>
                  <a:srgbClr val="FFFFFF"/>
                </a:highlight>
                <a:latin typeface="Consolas"/>
                <a:ea typeface="Consolas"/>
                <a:cs typeface="Consolas"/>
                <a:sym typeface="Consolas"/>
              </a:rPr>
              <a:t>&gt;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&lt;img</a:t>
            </a: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&lt;p&gt;</a:t>
            </a:r>
            <a:endParaRPr sz="1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&lt;/p&gt;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b="1" lang="es" sz="1100">
                <a:solidFill>
                  <a:srgbClr val="800000"/>
                </a:solidFill>
                <a:highlight>
                  <a:srgbClr val="FFFFFF"/>
                </a:highlight>
                <a:latin typeface="Consolas"/>
                <a:ea typeface="Consolas"/>
                <a:cs typeface="Consolas"/>
                <a:sym typeface="Consolas"/>
              </a:rPr>
              <a:t>&lt;a&gt; </a:t>
            </a:r>
            <a:r>
              <a:rPr b="1" lang="es" sz="1100">
                <a:solidFill>
                  <a:srgbClr val="3B3B3B"/>
                </a:solidFill>
                <a:highlight>
                  <a:srgbClr val="FFFFFF"/>
                </a:highlight>
                <a:latin typeface="Consolas"/>
                <a:ea typeface="Consolas"/>
                <a:cs typeface="Consolas"/>
                <a:sym typeface="Consolas"/>
              </a:rPr>
              <a:t>Learn React </a:t>
            </a:r>
            <a:r>
              <a:rPr b="1" lang="es" sz="1100">
                <a:solidFill>
                  <a:srgbClr val="800000"/>
                </a:solidFill>
                <a:highlight>
                  <a:srgbClr val="FFFFFF"/>
                </a:highlight>
                <a:latin typeface="Consolas"/>
                <a:ea typeface="Consolas"/>
                <a:cs typeface="Consolas"/>
                <a:sym typeface="Consolas"/>
              </a:rPr>
              <a:t>&lt;/a&gt;</a:t>
            </a:r>
            <a:endParaRPr b="1"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&lt;/header&gt;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800000"/>
                </a:solidFill>
                <a:highlight>
                  <a:srgbClr val="FFFFFF"/>
                </a:highlight>
                <a:latin typeface="Consolas"/>
                <a:ea typeface="Consolas"/>
                <a:cs typeface="Consolas"/>
                <a:sym typeface="Consolas"/>
              </a:rPr>
              <a:t>&lt;/body&gt;</a:t>
            </a:r>
            <a:endParaRPr sz="1100">
              <a:solidFill>
                <a:srgbClr val="800000"/>
              </a:solidFill>
              <a:highlight>
                <a:srgbClr val="FFFFFF"/>
              </a:highlight>
              <a:latin typeface="Consolas"/>
              <a:ea typeface="Consolas"/>
              <a:cs typeface="Consolas"/>
              <a:sym typeface="Consolas"/>
            </a:endParaRPr>
          </a:p>
        </p:txBody>
      </p:sp>
      <p:pic>
        <p:nvPicPr>
          <p:cNvPr id="3884" name="Google Shape;3884;p114"/>
          <p:cNvPicPr preferRelativeResize="0"/>
          <p:nvPr/>
        </p:nvPicPr>
        <p:blipFill>
          <a:blip r:embed="rId3">
            <a:alphaModFix/>
          </a:blip>
          <a:stretch>
            <a:fillRect/>
          </a:stretch>
        </p:blipFill>
        <p:spPr>
          <a:xfrm>
            <a:off x="1077825" y="3395100"/>
            <a:ext cx="1871700" cy="1661725"/>
          </a:xfrm>
          <a:prstGeom prst="rect">
            <a:avLst/>
          </a:prstGeom>
          <a:noFill/>
          <a:ln>
            <a:noFill/>
          </a:ln>
        </p:spPr>
      </p:pic>
      <p:sp>
        <p:nvSpPr>
          <p:cNvPr id="3885" name="Google Shape;3885;p114"/>
          <p:cNvSpPr txBox="1"/>
          <p:nvPr/>
        </p:nvSpPr>
        <p:spPr>
          <a:xfrm>
            <a:off x="3139975" y="3238725"/>
            <a:ext cx="5946900" cy="8004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2000">
                <a:latin typeface="Inter"/>
                <a:ea typeface="Inter"/>
                <a:cs typeface="Inter"/>
                <a:sym typeface="Inter"/>
              </a:rPr>
              <a:t>Crea y almacena en memoria el DOM del componente</a:t>
            </a:r>
            <a:endParaRPr sz="2000">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9" name="Shape 3889"/>
        <p:cNvGrpSpPr/>
        <p:nvPr/>
      </p:nvGrpSpPr>
      <p:grpSpPr>
        <a:xfrm>
          <a:off x="0" y="0"/>
          <a:ext cx="0" cy="0"/>
          <a:chOff x="0" y="0"/>
          <a:chExt cx="0" cy="0"/>
        </a:xfrm>
      </p:grpSpPr>
      <p:sp>
        <p:nvSpPr>
          <p:cNvPr id="3890" name="Google Shape;3890;p115"/>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Testing Library</a:t>
            </a:r>
            <a:endParaRPr/>
          </a:p>
        </p:txBody>
      </p:sp>
      <p:sp>
        <p:nvSpPr>
          <p:cNvPr id="3891" name="Google Shape;3891;p1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892" name="Google Shape;3892;p115"/>
          <p:cNvSpPr/>
          <p:nvPr/>
        </p:nvSpPr>
        <p:spPr>
          <a:xfrm>
            <a:off x="1413225" y="1174950"/>
            <a:ext cx="1503600" cy="5727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solidFill>
                  <a:schemeClr val="lt1"/>
                </a:solidFill>
              </a:rPr>
              <a:t>screen</a:t>
            </a:r>
            <a:endParaRPr sz="2200">
              <a:solidFill>
                <a:schemeClr val="lt1"/>
              </a:solidFill>
            </a:endParaRPr>
          </a:p>
        </p:txBody>
      </p:sp>
      <p:sp>
        <p:nvSpPr>
          <p:cNvPr id="3893" name="Google Shape;3893;p115"/>
          <p:cNvSpPr/>
          <p:nvPr/>
        </p:nvSpPr>
        <p:spPr>
          <a:xfrm>
            <a:off x="3734750" y="1174950"/>
            <a:ext cx="1503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render</a:t>
            </a:r>
            <a:endParaRPr sz="2200"/>
          </a:p>
        </p:txBody>
      </p:sp>
      <p:sp>
        <p:nvSpPr>
          <p:cNvPr id="3894" name="Google Shape;3894;p115"/>
          <p:cNvSpPr/>
          <p:nvPr/>
        </p:nvSpPr>
        <p:spPr>
          <a:xfrm>
            <a:off x="6056275" y="1174950"/>
            <a:ext cx="1503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fireEvent</a:t>
            </a:r>
            <a:endParaRPr sz="2200"/>
          </a:p>
        </p:txBody>
      </p:sp>
      <p:sp>
        <p:nvSpPr>
          <p:cNvPr id="3895" name="Google Shape;3895;p115"/>
          <p:cNvSpPr/>
          <p:nvPr/>
        </p:nvSpPr>
        <p:spPr>
          <a:xfrm>
            <a:off x="267450" y="2285400"/>
            <a:ext cx="2468700" cy="2493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p>
        </p:txBody>
      </p:sp>
      <p:sp>
        <p:nvSpPr>
          <p:cNvPr id="3896" name="Google Shape;3896;p115"/>
          <p:cNvSpPr/>
          <p:nvPr/>
        </p:nvSpPr>
        <p:spPr>
          <a:xfrm>
            <a:off x="457950" y="2489575"/>
            <a:ext cx="20877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Component1</a:t>
            </a:r>
            <a:endParaRPr sz="2200"/>
          </a:p>
        </p:txBody>
      </p:sp>
      <p:sp>
        <p:nvSpPr>
          <p:cNvPr id="3897" name="Google Shape;3897;p115"/>
          <p:cNvSpPr/>
          <p:nvPr/>
        </p:nvSpPr>
        <p:spPr>
          <a:xfrm>
            <a:off x="457950" y="3245550"/>
            <a:ext cx="20877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Component2</a:t>
            </a:r>
            <a:endParaRPr sz="2200"/>
          </a:p>
        </p:txBody>
      </p:sp>
      <p:sp>
        <p:nvSpPr>
          <p:cNvPr id="3898" name="Google Shape;3898;p115"/>
          <p:cNvSpPr/>
          <p:nvPr/>
        </p:nvSpPr>
        <p:spPr>
          <a:xfrm>
            <a:off x="457950" y="4001525"/>
            <a:ext cx="20877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Component3</a:t>
            </a:r>
            <a:endParaRPr sz="2200"/>
          </a:p>
        </p:txBody>
      </p:sp>
      <p:sp>
        <p:nvSpPr>
          <p:cNvPr id="3899" name="Google Shape;3899;p115"/>
          <p:cNvSpPr/>
          <p:nvPr/>
        </p:nvSpPr>
        <p:spPr>
          <a:xfrm>
            <a:off x="3615250" y="2571750"/>
            <a:ext cx="575100" cy="53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115"/>
          <p:cNvSpPr/>
          <p:nvPr/>
        </p:nvSpPr>
        <p:spPr>
          <a:xfrm>
            <a:off x="3151425" y="3490825"/>
            <a:ext cx="575100" cy="53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1" name="Google Shape;3901;p115"/>
          <p:cNvSpPr/>
          <p:nvPr/>
        </p:nvSpPr>
        <p:spPr>
          <a:xfrm>
            <a:off x="4150025" y="3490825"/>
            <a:ext cx="575100" cy="53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02" name="Google Shape;3902;p115"/>
          <p:cNvCxnSpPr>
            <a:endCxn id="3900" idx="0"/>
          </p:cNvCxnSpPr>
          <p:nvPr/>
        </p:nvCxnSpPr>
        <p:spPr>
          <a:xfrm flipH="1">
            <a:off x="3438975" y="3068725"/>
            <a:ext cx="301500" cy="422100"/>
          </a:xfrm>
          <a:prstGeom prst="straightConnector1">
            <a:avLst/>
          </a:prstGeom>
          <a:noFill/>
          <a:ln cap="flat" cmpd="sng" w="28575">
            <a:solidFill>
              <a:schemeClr val="dk2"/>
            </a:solidFill>
            <a:prstDash val="solid"/>
            <a:round/>
            <a:headEnd len="med" w="med" type="none"/>
            <a:tailEnd len="med" w="med" type="triangle"/>
          </a:ln>
        </p:spPr>
      </p:cxnSp>
      <p:cxnSp>
        <p:nvCxnSpPr>
          <p:cNvPr id="3903" name="Google Shape;3903;p115"/>
          <p:cNvCxnSpPr>
            <a:endCxn id="3901" idx="0"/>
          </p:cNvCxnSpPr>
          <p:nvPr/>
        </p:nvCxnSpPr>
        <p:spPr>
          <a:xfrm>
            <a:off x="4056275" y="3043525"/>
            <a:ext cx="381300" cy="447300"/>
          </a:xfrm>
          <a:prstGeom prst="straightConnector1">
            <a:avLst/>
          </a:prstGeom>
          <a:noFill/>
          <a:ln cap="flat" cmpd="sng" w="28575">
            <a:solidFill>
              <a:schemeClr val="dk2"/>
            </a:solidFill>
            <a:prstDash val="solid"/>
            <a:round/>
            <a:headEnd len="med" w="med" type="none"/>
            <a:tailEnd len="med" w="med" type="triangle"/>
          </a:ln>
        </p:spPr>
      </p:cxnSp>
      <p:sp>
        <p:nvSpPr>
          <p:cNvPr id="3904" name="Google Shape;3904;p115"/>
          <p:cNvSpPr/>
          <p:nvPr/>
        </p:nvSpPr>
        <p:spPr>
          <a:xfrm>
            <a:off x="5012025" y="2140750"/>
            <a:ext cx="3845400" cy="263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3200">
                <a:solidFill>
                  <a:schemeClr val="dk1"/>
                </a:solidFill>
              </a:rPr>
              <a:t>screen recupera un elemento de la página</a:t>
            </a:r>
            <a:endParaRPr sz="3200">
              <a:solidFill>
                <a:schemeClr val="dk1"/>
              </a:solidFill>
            </a:endParaRPr>
          </a:p>
        </p:txBody>
      </p:sp>
      <p:sp>
        <p:nvSpPr>
          <p:cNvPr id="3905" name="Google Shape;3905;p115"/>
          <p:cNvSpPr/>
          <p:nvPr/>
        </p:nvSpPr>
        <p:spPr>
          <a:xfrm>
            <a:off x="3734750" y="1174950"/>
            <a:ext cx="1503600" cy="5727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solidFill>
                  <a:schemeClr val="lt1"/>
                </a:solidFill>
              </a:rPr>
              <a:t>screen</a:t>
            </a:r>
            <a:endParaRPr sz="2200">
              <a:solidFill>
                <a:schemeClr val="lt1"/>
              </a:solidFill>
            </a:endParaRPr>
          </a:p>
        </p:txBody>
      </p:sp>
      <p:sp>
        <p:nvSpPr>
          <p:cNvPr id="3906" name="Google Shape;3906;p115"/>
          <p:cNvSpPr/>
          <p:nvPr/>
        </p:nvSpPr>
        <p:spPr>
          <a:xfrm>
            <a:off x="1413225" y="1174950"/>
            <a:ext cx="1503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render</a:t>
            </a:r>
            <a:endParaRPr sz="22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0" name="Shape 3910"/>
        <p:cNvGrpSpPr/>
        <p:nvPr/>
      </p:nvGrpSpPr>
      <p:grpSpPr>
        <a:xfrm>
          <a:off x="0" y="0"/>
          <a:ext cx="0" cy="0"/>
          <a:chOff x="0" y="0"/>
          <a:chExt cx="0" cy="0"/>
        </a:xfrm>
      </p:grpSpPr>
      <p:sp>
        <p:nvSpPr>
          <p:cNvPr id="3911" name="Google Shape;3911;p116"/>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Testing Library - screen</a:t>
            </a:r>
            <a:endParaRPr/>
          </a:p>
        </p:txBody>
      </p:sp>
      <p:sp>
        <p:nvSpPr>
          <p:cNvPr id="3912" name="Google Shape;3912;p1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913" name="Google Shape;3913;p116"/>
          <p:cNvSpPr txBox="1"/>
          <p:nvPr/>
        </p:nvSpPr>
        <p:spPr>
          <a:xfrm>
            <a:off x="3442725" y="1202575"/>
            <a:ext cx="5422800" cy="24858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s" sz="1300">
                <a:solidFill>
                  <a:srgbClr val="AF00DB"/>
                </a:solidFill>
                <a:highlight>
                  <a:srgbClr val="FFFFFF"/>
                </a:highlight>
                <a:latin typeface="Consolas"/>
                <a:ea typeface="Consolas"/>
                <a:cs typeface="Consolas"/>
                <a:sym typeface="Consolas"/>
              </a:rPr>
              <a:t>import</a:t>
            </a:r>
            <a:r>
              <a:rPr lang="es" sz="1300">
                <a:solidFill>
                  <a:srgbClr val="3B3B3B"/>
                </a:solidFill>
                <a:highlight>
                  <a:srgbClr val="FFFFFF"/>
                </a:highlight>
                <a:latin typeface="Consolas"/>
                <a:ea typeface="Consolas"/>
                <a:cs typeface="Consolas"/>
                <a:sym typeface="Consolas"/>
              </a:rPr>
              <a:t> { </a:t>
            </a:r>
            <a:r>
              <a:rPr lang="es" sz="1300">
                <a:solidFill>
                  <a:srgbClr val="001080"/>
                </a:solidFill>
                <a:highlight>
                  <a:srgbClr val="FFFFFF"/>
                </a:highlight>
                <a:latin typeface="Consolas"/>
                <a:ea typeface="Consolas"/>
                <a:cs typeface="Consolas"/>
                <a:sym typeface="Consolas"/>
              </a:rPr>
              <a:t>render</a:t>
            </a:r>
            <a:r>
              <a:rPr lang="es" sz="1300">
                <a:solidFill>
                  <a:srgbClr val="3B3B3B"/>
                </a:solidFill>
                <a:highlight>
                  <a:srgbClr val="FFFFFF"/>
                </a:highlight>
                <a:latin typeface="Consolas"/>
                <a:ea typeface="Consolas"/>
                <a:cs typeface="Consolas"/>
                <a:sym typeface="Consolas"/>
              </a:rPr>
              <a:t>, </a:t>
            </a:r>
            <a:r>
              <a:rPr lang="es" sz="1300">
                <a:solidFill>
                  <a:srgbClr val="001080"/>
                </a:solidFill>
                <a:highlight>
                  <a:srgbClr val="FFFFFF"/>
                </a:highlight>
                <a:latin typeface="Consolas"/>
                <a:ea typeface="Consolas"/>
                <a:cs typeface="Consolas"/>
                <a:sym typeface="Consolas"/>
              </a:rPr>
              <a:t>screen</a:t>
            </a:r>
            <a:r>
              <a:rPr lang="es" sz="1300">
                <a:solidFill>
                  <a:srgbClr val="3B3B3B"/>
                </a:solidFill>
                <a:highlight>
                  <a:srgbClr val="FFFFFF"/>
                </a:highlight>
                <a:latin typeface="Consolas"/>
                <a:ea typeface="Consolas"/>
                <a:cs typeface="Consolas"/>
                <a:sym typeface="Consolas"/>
              </a:rPr>
              <a:t> } </a:t>
            </a:r>
            <a:r>
              <a:rPr lang="es" sz="1300">
                <a:solidFill>
                  <a:srgbClr val="AF00DB"/>
                </a:solidFill>
                <a:highlight>
                  <a:srgbClr val="FFFFFF"/>
                </a:highlight>
                <a:latin typeface="Consolas"/>
                <a:ea typeface="Consolas"/>
                <a:cs typeface="Consolas"/>
                <a:sym typeface="Consolas"/>
              </a:rPr>
              <a:t>from</a:t>
            </a:r>
            <a:r>
              <a:rPr lang="es" sz="1300">
                <a:solidFill>
                  <a:srgbClr val="3B3B3B"/>
                </a:solidFill>
                <a:highlight>
                  <a:srgbClr val="FFFFFF"/>
                </a:highlight>
                <a:latin typeface="Consolas"/>
                <a:ea typeface="Consolas"/>
                <a:cs typeface="Consolas"/>
                <a:sym typeface="Consolas"/>
              </a:rPr>
              <a:t> </a:t>
            </a:r>
            <a:r>
              <a:rPr lang="es" sz="1300">
                <a:solidFill>
                  <a:srgbClr val="A31515"/>
                </a:solidFill>
                <a:highlight>
                  <a:srgbClr val="FFFFFF"/>
                </a:highlight>
                <a:latin typeface="Consolas"/>
                <a:ea typeface="Consolas"/>
                <a:cs typeface="Consolas"/>
                <a:sym typeface="Consolas"/>
              </a:rPr>
              <a:t>'@testing-library/react'</a:t>
            </a:r>
            <a:r>
              <a:rPr lang="es" sz="1300">
                <a:solidFill>
                  <a:srgbClr val="3B3B3B"/>
                </a:solidFill>
                <a:highlight>
                  <a:srgbClr val="FFFFFF"/>
                </a:highlight>
                <a:latin typeface="Consolas"/>
                <a:ea typeface="Consolas"/>
                <a:cs typeface="Consolas"/>
                <a:sym typeface="Consolas"/>
              </a:rPr>
              <a:t>;</a:t>
            </a:r>
            <a:endParaRPr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300">
                <a:solidFill>
                  <a:srgbClr val="AF00DB"/>
                </a:solidFill>
                <a:highlight>
                  <a:srgbClr val="FFFFFF"/>
                </a:highlight>
                <a:latin typeface="Consolas"/>
                <a:ea typeface="Consolas"/>
                <a:cs typeface="Consolas"/>
                <a:sym typeface="Consolas"/>
              </a:rPr>
              <a:t>import</a:t>
            </a:r>
            <a:r>
              <a:rPr lang="es" sz="1300">
                <a:solidFill>
                  <a:srgbClr val="3B3B3B"/>
                </a:solidFill>
                <a:highlight>
                  <a:srgbClr val="FFFFFF"/>
                </a:highlight>
                <a:latin typeface="Consolas"/>
                <a:ea typeface="Consolas"/>
                <a:cs typeface="Consolas"/>
                <a:sym typeface="Consolas"/>
              </a:rPr>
              <a:t> </a:t>
            </a:r>
            <a:r>
              <a:rPr lang="es" sz="1300">
                <a:solidFill>
                  <a:srgbClr val="001080"/>
                </a:solidFill>
                <a:highlight>
                  <a:srgbClr val="FFFFFF"/>
                </a:highlight>
                <a:latin typeface="Consolas"/>
                <a:ea typeface="Consolas"/>
                <a:cs typeface="Consolas"/>
                <a:sym typeface="Consolas"/>
              </a:rPr>
              <a:t>App</a:t>
            </a:r>
            <a:r>
              <a:rPr lang="es" sz="1300">
                <a:solidFill>
                  <a:srgbClr val="3B3B3B"/>
                </a:solidFill>
                <a:highlight>
                  <a:srgbClr val="FFFFFF"/>
                </a:highlight>
                <a:latin typeface="Consolas"/>
                <a:ea typeface="Consolas"/>
                <a:cs typeface="Consolas"/>
                <a:sym typeface="Consolas"/>
              </a:rPr>
              <a:t> </a:t>
            </a:r>
            <a:r>
              <a:rPr lang="es" sz="1300">
                <a:solidFill>
                  <a:srgbClr val="AF00DB"/>
                </a:solidFill>
                <a:highlight>
                  <a:srgbClr val="FFFFFF"/>
                </a:highlight>
                <a:latin typeface="Consolas"/>
                <a:ea typeface="Consolas"/>
                <a:cs typeface="Consolas"/>
                <a:sym typeface="Consolas"/>
              </a:rPr>
              <a:t>from</a:t>
            </a:r>
            <a:r>
              <a:rPr lang="es" sz="1300">
                <a:solidFill>
                  <a:srgbClr val="3B3B3B"/>
                </a:solidFill>
                <a:highlight>
                  <a:srgbClr val="FFFFFF"/>
                </a:highlight>
                <a:latin typeface="Consolas"/>
                <a:ea typeface="Consolas"/>
                <a:cs typeface="Consolas"/>
                <a:sym typeface="Consolas"/>
              </a:rPr>
              <a:t> </a:t>
            </a:r>
            <a:r>
              <a:rPr lang="es" sz="1300">
                <a:solidFill>
                  <a:srgbClr val="A31515"/>
                </a:solidFill>
                <a:highlight>
                  <a:srgbClr val="FFFFFF"/>
                </a:highlight>
                <a:latin typeface="Consolas"/>
                <a:ea typeface="Consolas"/>
                <a:cs typeface="Consolas"/>
                <a:sym typeface="Consolas"/>
              </a:rPr>
              <a:t>'./App'</a:t>
            </a:r>
            <a:r>
              <a:rPr lang="es" sz="1300">
                <a:solidFill>
                  <a:srgbClr val="3B3B3B"/>
                </a:solidFill>
                <a:highlight>
                  <a:srgbClr val="FFFFFF"/>
                </a:highlight>
                <a:latin typeface="Consolas"/>
                <a:ea typeface="Consolas"/>
                <a:cs typeface="Consolas"/>
                <a:sym typeface="Consolas"/>
              </a:rPr>
              <a:t>;</a:t>
            </a:r>
            <a:endParaRPr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300">
                <a:solidFill>
                  <a:srgbClr val="795E26"/>
                </a:solidFill>
                <a:highlight>
                  <a:srgbClr val="FFFFFF"/>
                </a:highlight>
                <a:latin typeface="Consolas"/>
                <a:ea typeface="Consolas"/>
                <a:cs typeface="Consolas"/>
                <a:sym typeface="Consolas"/>
              </a:rPr>
              <a:t>test</a:t>
            </a:r>
            <a:r>
              <a:rPr lang="es" sz="1300">
                <a:solidFill>
                  <a:srgbClr val="3B3B3B"/>
                </a:solidFill>
                <a:highlight>
                  <a:srgbClr val="FFFFFF"/>
                </a:highlight>
                <a:latin typeface="Consolas"/>
                <a:ea typeface="Consolas"/>
                <a:cs typeface="Consolas"/>
                <a:sym typeface="Consolas"/>
              </a:rPr>
              <a:t>(</a:t>
            </a:r>
            <a:r>
              <a:rPr lang="es" sz="1300">
                <a:solidFill>
                  <a:srgbClr val="A31515"/>
                </a:solidFill>
                <a:highlight>
                  <a:srgbClr val="FFFFFF"/>
                </a:highlight>
                <a:latin typeface="Consolas"/>
                <a:ea typeface="Consolas"/>
                <a:cs typeface="Consolas"/>
                <a:sym typeface="Consolas"/>
              </a:rPr>
              <a:t>'renders learn react link'</a:t>
            </a:r>
            <a:r>
              <a:rPr lang="es" sz="1300">
                <a:solidFill>
                  <a:srgbClr val="3B3B3B"/>
                </a:solidFill>
                <a:highlight>
                  <a:srgbClr val="FFFFFF"/>
                </a:highlight>
                <a:latin typeface="Consolas"/>
                <a:ea typeface="Consolas"/>
                <a:cs typeface="Consolas"/>
                <a:sym typeface="Consolas"/>
              </a:rPr>
              <a:t>, () </a:t>
            </a:r>
            <a:r>
              <a:rPr lang="es" sz="1300">
                <a:solidFill>
                  <a:srgbClr val="0000FF"/>
                </a:solidFill>
                <a:highlight>
                  <a:srgbClr val="FFFFFF"/>
                </a:highlight>
                <a:latin typeface="Consolas"/>
                <a:ea typeface="Consolas"/>
                <a:cs typeface="Consolas"/>
                <a:sym typeface="Consolas"/>
              </a:rPr>
              <a:t>=&gt;</a:t>
            </a:r>
            <a:r>
              <a:rPr lang="es" sz="1300">
                <a:solidFill>
                  <a:srgbClr val="3B3B3B"/>
                </a:solidFill>
                <a:highlight>
                  <a:srgbClr val="FFFFFF"/>
                </a:highlight>
                <a:latin typeface="Consolas"/>
                <a:ea typeface="Consolas"/>
                <a:cs typeface="Consolas"/>
                <a:sym typeface="Consolas"/>
              </a:rPr>
              <a:t> {</a:t>
            </a:r>
            <a:endParaRPr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300">
                <a:solidFill>
                  <a:srgbClr val="3B3B3B"/>
                </a:solidFill>
                <a:highlight>
                  <a:srgbClr val="FFFFFF"/>
                </a:highlight>
                <a:latin typeface="Consolas"/>
                <a:ea typeface="Consolas"/>
                <a:cs typeface="Consolas"/>
                <a:sym typeface="Consolas"/>
              </a:rPr>
              <a:t> </a:t>
            </a:r>
            <a:r>
              <a:rPr lang="es" sz="1300">
                <a:solidFill>
                  <a:srgbClr val="795E26"/>
                </a:solidFill>
                <a:highlight>
                  <a:srgbClr val="FFFFFF"/>
                </a:highlight>
                <a:latin typeface="Consolas"/>
                <a:ea typeface="Consolas"/>
                <a:cs typeface="Consolas"/>
                <a:sym typeface="Consolas"/>
              </a:rPr>
              <a:t>render</a:t>
            </a:r>
            <a:r>
              <a:rPr lang="es" sz="1300">
                <a:solidFill>
                  <a:srgbClr val="3B3B3B"/>
                </a:solidFill>
                <a:highlight>
                  <a:srgbClr val="FFFFFF"/>
                </a:highlight>
                <a:latin typeface="Consolas"/>
                <a:ea typeface="Consolas"/>
                <a:cs typeface="Consolas"/>
                <a:sym typeface="Consolas"/>
              </a:rPr>
              <a:t>(&lt;</a:t>
            </a:r>
            <a:r>
              <a:rPr lang="es" sz="1300">
                <a:solidFill>
                  <a:srgbClr val="267F99"/>
                </a:solidFill>
                <a:highlight>
                  <a:srgbClr val="FFFFFF"/>
                </a:highlight>
                <a:latin typeface="Consolas"/>
                <a:ea typeface="Consolas"/>
                <a:cs typeface="Consolas"/>
                <a:sym typeface="Consolas"/>
              </a:rPr>
              <a:t>App</a:t>
            </a:r>
            <a:r>
              <a:rPr lang="es" sz="1300">
                <a:solidFill>
                  <a:srgbClr val="3B3B3B"/>
                </a:solidFill>
                <a:highlight>
                  <a:srgbClr val="FFFFFF"/>
                </a:highlight>
                <a:latin typeface="Consolas"/>
                <a:ea typeface="Consolas"/>
                <a:cs typeface="Consolas"/>
                <a:sym typeface="Consolas"/>
              </a:rPr>
              <a:t> /&gt;);</a:t>
            </a:r>
            <a:endParaRPr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300">
                <a:solidFill>
                  <a:srgbClr val="3B3B3B"/>
                </a:solidFill>
                <a:highlight>
                  <a:srgbClr val="FFFFFF"/>
                </a:highlight>
                <a:latin typeface="Consolas"/>
                <a:ea typeface="Consolas"/>
                <a:cs typeface="Consolas"/>
                <a:sym typeface="Consolas"/>
              </a:rPr>
              <a:t> </a:t>
            </a:r>
            <a:r>
              <a:rPr lang="es" sz="1300">
                <a:solidFill>
                  <a:srgbClr val="0000FF"/>
                </a:solidFill>
                <a:highlight>
                  <a:srgbClr val="FFFFFF"/>
                </a:highlight>
                <a:latin typeface="Consolas"/>
                <a:ea typeface="Consolas"/>
                <a:cs typeface="Consolas"/>
                <a:sym typeface="Consolas"/>
              </a:rPr>
              <a:t>const</a:t>
            </a:r>
            <a:r>
              <a:rPr lang="es" sz="1300">
                <a:solidFill>
                  <a:srgbClr val="3B3B3B"/>
                </a:solidFill>
                <a:highlight>
                  <a:srgbClr val="FFFFFF"/>
                </a:highlight>
                <a:latin typeface="Consolas"/>
                <a:ea typeface="Consolas"/>
                <a:cs typeface="Consolas"/>
                <a:sym typeface="Consolas"/>
              </a:rPr>
              <a:t> </a:t>
            </a:r>
            <a:r>
              <a:rPr lang="es" sz="1300">
                <a:solidFill>
                  <a:srgbClr val="0070C1"/>
                </a:solidFill>
                <a:highlight>
                  <a:srgbClr val="FFFFFF"/>
                </a:highlight>
                <a:latin typeface="Consolas"/>
                <a:ea typeface="Consolas"/>
                <a:cs typeface="Consolas"/>
                <a:sym typeface="Consolas"/>
              </a:rPr>
              <a:t>linkElement</a:t>
            </a:r>
            <a:r>
              <a:rPr lang="es" sz="1300">
                <a:solidFill>
                  <a:srgbClr val="3B3B3B"/>
                </a:solidFill>
                <a:highlight>
                  <a:srgbClr val="FFFFFF"/>
                </a:highlight>
                <a:latin typeface="Consolas"/>
                <a:ea typeface="Consolas"/>
                <a:cs typeface="Consolas"/>
                <a:sym typeface="Consolas"/>
              </a:rPr>
              <a:t> </a:t>
            </a:r>
            <a:r>
              <a:rPr lang="es" sz="1300">
                <a:solidFill>
                  <a:schemeClr val="dk1"/>
                </a:solidFill>
                <a:highlight>
                  <a:srgbClr val="FFFFFF"/>
                </a:highlight>
                <a:latin typeface="Consolas"/>
                <a:ea typeface="Consolas"/>
                <a:cs typeface="Consolas"/>
                <a:sym typeface="Consolas"/>
              </a:rPr>
              <a:t>=</a:t>
            </a:r>
            <a:r>
              <a:rPr b="1" lang="es" sz="1300">
                <a:solidFill>
                  <a:srgbClr val="3B3B3B"/>
                </a:solidFill>
                <a:highlight>
                  <a:srgbClr val="FFFFFF"/>
                </a:highlight>
                <a:latin typeface="Consolas"/>
                <a:ea typeface="Consolas"/>
                <a:cs typeface="Consolas"/>
                <a:sym typeface="Consolas"/>
              </a:rPr>
              <a:t> </a:t>
            </a:r>
            <a:r>
              <a:rPr b="1" lang="es" sz="1300">
                <a:solidFill>
                  <a:srgbClr val="001080"/>
                </a:solidFill>
                <a:highlight>
                  <a:srgbClr val="FFFFFF"/>
                </a:highlight>
                <a:latin typeface="Consolas"/>
                <a:ea typeface="Consolas"/>
                <a:cs typeface="Consolas"/>
                <a:sym typeface="Consolas"/>
              </a:rPr>
              <a:t>screen</a:t>
            </a:r>
            <a:r>
              <a:rPr b="1" lang="es" sz="1300">
                <a:solidFill>
                  <a:srgbClr val="3B3B3B"/>
                </a:solidFill>
                <a:highlight>
                  <a:srgbClr val="FFFFFF"/>
                </a:highlight>
                <a:latin typeface="Consolas"/>
                <a:ea typeface="Consolas"/>
                <a:cs typeface="Consolas"/>
                <a:sym typeface="Consolas"/>
              </a:rPr>
              <a:t>.</a:t>
            </a:r>
            <a:r>
              <a:rPr b="1" lang="es" sz="1300">
                <a:solidFill>
                  <a:srgbClr val="795E26"/>
                </a:solidFill>
                <a:highlight>
                  <a:srgbClr val="FFFFFF"/>
                </a:highlight>
                <a:latin typeface="Consolas"/>
                <a:ea typeface="Consolas"/>
                <a:cs typeface="Consolas"/>
                <a:sym typeface="Consolas"/>
              </a:rPr>
              <a:t>getByText</a:t>
            </a:r>
            <a:r>
              <a:rPr b="1" lang="es" sz="1300">
                <a:solidFill>
                  <a:srgbClr val="3B3B3B"/>
                </a:solidFill>
                <a:highlight>
                  <a:srgbClr val="FFFFFF"/>
                </a:highlight>
                <a:latin typeface="Consolas"/>
                <a:ea typeface="Consolas"/>
                <a:cs typeface="Consolas"/>
                <a:sym typeface="Consolas"/>
              </a:rPr>
              <a:t>(</a:t>
            </a:r>
            <a:r>
              <a:rPr b="1" lang="es" sz="1300">
                <a:solidFill>
                  <a:srgbClr val="811F3F"/>
                </a:solidFill>
                <a:highlight>
                  <a:srgbClr val="FFFFFF"/>
                </a:highlight>
                <a:latin typeface="Consolas"/>
                <a:ea typeface="Consolas"/>
                <a:cs typeface="Consolas"/>
                <a:sym typeface="Consolas"/>
              </a:rPr>
              <a:t>/learn react/</a:t>
            </a:r>
            <a:r>
              <a:rPr b="1" lang="es" sz="1300">
                <a:solidFill>
                  <a:srgbClr val="0000FF"/>
                </a:solidFill>
                <a:highlight>
                  <a:srgbClr val="FFFFFF"/>
                </a:highlight>
                <a:latin typeface="Consolas"/>
                <a:ea typeface="Consolas"/>
                <a:cs typeface="Consolas"/>
                <a:sym typeface="Consolas"/>
              </a:rPr>
              <a:t>i</a:t>
            </a:r>
            <a:r>
              <a:rPr b="1" lang="es" sz="1300">
                <a:solidFill>
                  <a:srgbClr val="3B3B3B"/>
                </a:solidFill>
                <a:highlight>
                  <a:srgbClr val="FFFFFF"/>
                </a:highlight>
                <a:latin typeface="Consolas"/>
                <a:ea typeface="Consolas"/>
                <a:cs typeface="Consolas"/>
                <a:sym typeface="Consolas"/>
              </a:rPr>
              <a:t>);</a:t>
            </a:r>
            <a:endParaRPr b="1"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300">
                <a:solidFill>
                  <a:srgbClr val="3B3B3B"/>
                </a:solidFill>
                <a:highlight>
                  <a:srgbClr val="FFFFFF"/>
                </a:highlight>
                <a:latin typeface="Consolas"/>
                <a:ea typeface="Consolas"/>
                <a:cs typeface="Consolas"/>
                <a:sym typeface="Consolas"/>
              </a:rPr>
              <a:t> </a:t>
            </a:r>
            <a:r>
              <a:rPr b="1" lang="es" sz="1300">
                <a:solidFill>
                  <a:srgbClr val="795E26"/>
                </a:solidFill>
                <a:highlight>
                  <a:srgbClr val="FFFFFF"/>
                </a:highlight>
                <a:latin typeface="Consolas"/>
                <a:ea typeface="Consolas"/>
                <a:cs typeface="Consolas"/>
                <a:sym typeface="Consolas"/>
              </a:rPr>
              <a:t>expect</a:t>
            </a:r>
            <a:r>
              <a:rPr b="1" lang="es" sz="1300">
                <a:solidFill>
                  <a:srgbClr val="3B3B3B"/>
                </a:solidFill>
                <a:highlight>
                  <a:srgbClr val="FFFFFF"/>
                </a:highlight>
                <a:latin typeface="Consolas"/>
                <a:ea typeface="Consolas"/>
                <a:cs typeface="Consolas"/>
                <a:sym typeface="Consolas"/>
              </a:rPr>
              <a:t>(</a:t>
            </a:r>
            <a:r>
              <a:rPr b="1" lang="es" sz="1300">
                <a:solidFill>
                  <a:srgbClr val="0070C1"/>
                </a:solidFill>
                <a:highlight>
                  <a:srgbClr val="FFFFFF"/>
                </a:highlight>
                <a:latin typeface="Consolas"/>
                <a:ea typeface="Consolas"/>
                <a:cs typeface="Consolas"/>
                <a:sym typeface="Consolas"/>
              </a:rPr>
              <a:t>linkElement</a:t>
            </a:r>
            <a:r>
              <a:rPr b="1" lang="es" sz="1300">
                <a:solidFill>
                  <a:srgbClr val="3B3B3B"/>
                </a:solidFill>
                <a:highlight>
                  <a:srgbClr val="FFFFFF"/>
                </a:highlight>
                <a:latin typeface="Consolas"/>
                <a:ea typeface="Consolas"/>
                <a:cs typeface="Consolas"/>
                <a:sym typeface="Consolas"/>
              </a:rPr>
              <a:t>).</a:t>
            </a:r>
            <a:r>
              <a:rPr b="1" lang="es" sz="1300">
                <a:solidFill>
                  <a:srgbClr val="795E26"/>
                </a:solidFill>
                <a:highlight>
                  <a:srgbClr val="FFFFFF"/>
                </a:highlight>
                <a:latin typeface="Consolas"/>
                <a:ea typeface="Consolas"/>
                <a:cs typeface="Consolas"/>
                <a:sym typeface="Consolas"/>
              </a:rPr>
              <a:t>toBeInTheDocument</a:t>
            </a:r>
            <a:r>
              <a:rPr b="1" lang="es" sz="1300">
                <a:solidFill>
                  <a:srgbClr val="3B3B3B"/>
                </a:solidFill>
                <a:highlight>
                  <a:srgbClr val="FFFFFF"/>
                </a:highlight>
                <a:latin typeface="Consolas"/>
                <a:ea typeface="Consolas"/>
                <a:cs typeface="Consolas"/>
                <a:sym typeface="Consolas"/>
              </a:rPr>
              <a:t>();</a:t>
            </a:r>
            <a:endParaRPr b="1"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300">
                <a:solidFill>
                  <a:srgbClr val="3B3B3B"/>
                </a:solidFill>
                <a:highlight>
                  <a:srgbClr val="FFFFFF"/>
                </a:highlight>
                <a:latin typeface="Consolas"/>
                <a:ea typeface="Consolas"/>
                <a:cs typeface="Consolas"/>
                <a:sym typeface="Consolas"/>
              </a:rPr>
              <a:t>});</a:t>
            </a:r>
            <a:endParaRPr sz="1300">
              <a:solidFill>
                <a:srgbClr val="3B3B3B"/>
              </a:solidFill>
              <a:highlight>
                <a:srgbClr val="FFFFFF"/>
              </a:highlight>
              <a:latin typeface="Consolas"/>
              <a:ea typeface="Consolas"/>
              <a:cs typeface="Consolas"/>
              <a:sym typeface="Consolas"/>
            </a:endParaRPr>
          </a:p>
        </p:txBody>
      </p:sp>
      <p:sp>
        <p:nvSpPr>
          <p:cNvPr id="3914" name="Google Shape;3914;p116"/>
          <p:cNvSpPr txBox="1"/>
          <p:nvPr/>
        </p:nvSpPr>
        <p:spPr>
          <a:xfrm>
            <a:off x="201725" y="1036025"/>
            <a:ext cx="3126000" cy="3147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s" sz="1100">
                <a:solidFill>
                  <a:srgbClr val="800000"/>
                </a:solidFill>
                <a:highlight>
                  <a:srgbClr val="FFFFFF"/>
                </a:highlight>
                <a:latin typeface="Consolas"/>
                <a:ea typeface="Consolas"/>
                <a:cs typeface="Consolas"/>
                <a:sym typeface="Consolas"/>
              </a:rPr>
              <a:t>&lt;body&gt;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a:t>
            </a:r>
            <a:r>
              <a:rPr lang="es" sz="1100">
                <a:solidFill>
                  <a:srgbClr val="3B3B3B"/>
                </a:solidFill>
                <a:highlight>
                  <a:srgbClr val="FFFFFF"/>
                </a:highlight>
                <a:latin typeface="Consolas"/>
                <a:ea typeface="Consolas"/>
                <a:cs typeface="Consolas"/>
                <a:sym typeface="Consolas"/>
              </a:rPr>
              <a:t> </a:t>
            </a:r>
            <a:r>
              <a:rPr lang="es" sz="1100">
                <a:solidFill>
                  <a:srgbClr val="E50000"/>
                </a:solidFill>
                <a:highlight>
                  <a:srgbClr val="FFFFFF"/>
                </a:highlight>
                <a:latin typeface="Consolas"/>
                <a:ea typeface="Consolas"/>
                <a:cs typeface="Consolas"/>
                <a:sym typeface="Consolas"/>
              </a:rPr>
              <a:t>class</a:t>
            </a:r>
            <a:r>
              <a:rPr lang="es" sz="1100">
                <a:solidFill>
                  <a:srgbClr val="3B3B3B"/>
                </a:solidFill>
                <a:highlight>
                  <a:srgbClr val="FFFFFF"/>
                </a:highlight>
                <a:latin typeface="Consolas"/>
                <a:ea typeface="Consolas"/>
                <a:cs typeface="Consolas"/>
                <a:sym typeface="Consolas"/>
              </a:rPr>
              <a:t>=</a:t>
            </a:r>
            <a:r>
              <a:rPr lang="es" sz="1100">
                <a:solidFill>
                  <a:srgbClr val="0000FF"/>
                </a:solidFill>
                <a:highlight>
                  <a:srgbClr val="FFFFFF"/>
                </a:highlight>
                <a:latin typeface="Consolas"/>
                <a:ea typeface="Consolas"/>
                <a:cs typeface="Consolas"/>
                <a:sym typeface="Consolas"/>
              </a:rPr>
              <a:t>"App"</a:t>
            </a:r>
            <a:r>
              <a:rPr lang="es" sz="1100">
                <a:solidFill>
                  <a:srgbClr val="800000"/>
                </a:solidFill>
                <a:highlight>
                  <a:srgbClr val="FFFFFF"/>
                </a:highlight>
                <a:latin typeface="Consolas"/>
                <a:ea typeface="Consolas"/>
                <a:cs typeface="Consolas"/>
                <a:sym typeface="Consolas"/>
              </a:rPr>
              <a:t>&gt;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&lt;header</a:t>
            </a:r>
            <a:r>
              <a:rPr lang="es" sz="1100">
                <a:solidFill>
                  <a:srgbClr val="3B3B3B"/>
                </a:solidFill>
                <a:highlight>
                  <a:srgbClr val="FFFFFF"/>
                </a:highlight>
                <a:latin typeface="Consolas"/>
                <a:ea typeface="Consolas"/>
                <a:cs typeface="Consolas"/>
                <a:sym typeface="Consolas"/>
              </a:rPr>
              <a:t> </a:t>
            </a:r>
            <a:r>
              <a:rPr lang="es" sz="1100">
                <a:solidFill>
                  <a:srgbClr val="E50000"/>
                </a:solidFill>
                <a:highlight>
                  <a:srgbClr val="FFFFFF"/>
                </a:highlight>
                <a:latin typeface="Consolas"/>
                <a:ea typeface="Consolas"/>
                <a:cs typeface="Consolas"/>
                <a:sym typeface="Consolas"/>
              </a:rPr>
              <a:t>class</a:t>
            </a:r>
            <a:r>
              <a:rPr lang="es" sz="1100">
                <a:solidFill>
                  <a:srgbClr val="3B3B3B"/>
                </a:solidFill>
                <a:highlight>
                  <a:srgbClr val="FFFFFF"/>
                </a:highlight>
                <a:latin typeface="Consolas"/>
                <a:ea typeface="Consolas"/>
                <a:cs typeface="Consolas"/>
                <a:sym typeface="Consolas"/>
              </a:rPr>
              <a:t>=</a:t>
            </a:r>
            <a:r>
              <a:rPr lang="es" sz="1100">
                <a:solidFill>
                  <a:srgbClr val="0000FF"/>
                </a:solidFill>
                <a:highlight>
                  <a:srgbClr val="FFFFFF"/>
                </a:highlight>
                <a:latin typeface="Consolas"/>
                <a:ea typeface="Consolas"/>
                <a:cs typeface="Consolas"/>
                <a:sym typeface="Consolas"/>
              </a:rPr>
              <a:t>"App-header"</a:t>
            </a:r>
            <a:r>
              <a:rPr lang="es" sz="1100">
                <a:solidFill>
                  <a:srgbClr val="800000"/>
                </a:solidFill>
                <a:highlight>
                  <a:srgbClr val="FFFFFF"/>
                </a:highlight>
                <a:latin typeface="Consolas"/>
                <a:ea typeface="Consolas"/>
                <a:cs typeface="Consolas"/>
                <a:sym typeface="Consolas"/>
              </a:rPr>
              <a:t>&gt;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&lt;img</a:t>
            </a: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&lt;p&gt;</a:t>
            </a:r>
            <a:endParaRPr sz="1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&lt;/p&gt;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b="1" lang="es" sz="1100">
                <a:solidFill>
                  <a:srgbClr val="800000"/>
                </a:solidFill>
                <a:highlight>
                  <a:srgbClr val="FFFFFF"/>
                </a:highlight>
                <a:latin typeface="Consolas"/>
                <a:ea typeface="Consolas"/>
                <a:cs typeface="Consolas"/>
                <a:sym typeface="Consolas"/>
              </a:rPr>
              <a:t>&lt;a&gt; </a:t>
            </a:r>
            <a:r>
              <a:rPr b="1" lang="es" sz="1100">
                <a:solidFill>
                  <a:srgbClr val="3B3B3B"/>
                </a:solidFill>
                <a:highlight>
                  <a:srgbClr val="FFFFFF"/>
                </a:highlight>
                <a:latin typeface="Consolas"/>
                <a:ea typeface="Consolas"/>
                <a:cs typeface="Consolas"/>
                <a:sym typeface="Consolas"/>
              </a:rPr>
              <a:t>Learn React </a:t>
            </a:r>
            <a:r>
              <a:rPr b="1" lang="es" sz="1100">
                <a:solidFill>
                  <a:srgbClr val="800000"/>
                </a:solidFill>
                <a:highlight>
                  <a:srgbClr val="FFFFFF"/>
                </a:highlight>
                <a:latin typeface="Consolas"/>
                <a:ea typeface="Consolas"/>
                <a:cs typeface="Consolas"/>
                <a:sym typeface="Consolas"/>
              </a:rPr>
              <a:t>&lt;/a&gt;</a:t>
            </a:r>
            <a:endParaRPr b="1"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&lt;/header&gt;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800000"/>
                </a:solidFill>
                <a:highlight>
                  <a:srgbClr val="FFFFFF"/>
                </a:highlight>
                <a:latin typeface="Consolas"/>
                <a:ea typeface="Consolas"/>
                <a:cs typeface="Consolas"/>
                <a:sym typeface="Consolas"/>
              </a:rPr>
              <a:t>&lt;/body&gt;</a:t>
            </a:r>
            <a:endParaRPr sz="1100">
              <a:solidFill>
                <a:srgbClr val="800000"/>
              </a:solidFill>
              <a:highlight>
                <a:srgbClr val="FFFFFF"/>
              </a:highlight>
              <a:latin typeface="Consolas"/>
              <a:ea typeface="Consolas"/>
              <a:cs typeface="Consolas"/>
              <a:sym typeface="Consolas"/>
            </a:endParaRPr>
          </a:p>
        </p:txBody>
      </p:sp>
      <p:pic>
        <p:nvPicPr>
          <p:cNvPr id="3915" name="Google Shape;3915;p116"/>
          <p:cNvPicPr preferRelativeResize="0"/>
          <p:nvPr/>
        </p:nvPicPr>
        <p:blipFill>
          <a:blip r:embed="rId3">
            <a:alphaModFix/>
          </a:blip>
          <a:stretch>
            <a:fillRect/>
          </a:stretch>
        </p:blipFill>
        <p:spPr>
          <a:xfrm>
            <a:off x="1077825" y="3395100"/>
            <a:ext cx="1871700" cy="16617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9" name="Shape 3919"/>
        <p:cNvGrpSpPr/>
        <p:nvPr/>
      </p:nvGrpSpPr>
      <p:grpSpPr>
        <a:xfrm>
          <a:off x="0" y="0"/>
          <a:ext cx="0" cy="0"/>
          <a:chOff x="0" y="0"/>
          <a:chExt cx="0" cy="0"/>
        </a:xfrm>
      </p:grpSpPr>
      <p:sp>
        <p:nvSpPr>
          <p:cNvPr id="3920" name="Google Shape;3920;p117"/>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Testing Library - screen</a:t>
            </a:r>
            <a:endParaRPr/>
          </a:p>
        </p:txBody>
      </p:sp>
      <p:sp>
        <p:nvSpPr>
          <p:cNvPr id="3921" name="Google Shape;3921;p1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922" name="Google Shape;3922;p117"/>
          <p:cNvSpPr txBox="1"/>
          <p:nvPr/>
        </p:nvSpPr>
        <p:spPr>
          <a:xfrm>
            <a:off x="3442725" y="1202575"/>
            <a:ext cx="5422800" cy="24858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s" sz="1300">
                <a:solidFill>
                  <a:srgbClr val="AF00DB"/>
                </a:solidFill>
                <a:highlight>
                  <a:srgbClr val="FFFFFF"/>
                </a:highlight>
                <a:latin typeface="Consolas"/>
                <a:ea typeface="Consolas"/>
                <a:cs typeface="Consolas"/>
                <a:sym typeface="Consolas"/>
              </a:rPr>
              <a:t>import</a:t>
            </a:r>
            <a:r>
              <a:rPr lang="es" sz="1300">
                <a:solidFill>
                  <a:srgbClr val="3B3B3B"/>
                </a:solidFill>
                <a:highlight>
                  <a:srgbClr val="FFFFFF"/>
                </a:highlight>
                <a:latin typeface="Consolas"/>
                <a:ea typeface="Consolas"/>
                <a:cs typeface="Consolas"/>
                <a:sym typeface="Consolas"/>
              </a:rPr>
              <a:t> { </a:t>
            </a:r>
            <a:r>
              <a:rPr lang="es" sz="1300">
                <a:solidFill>
                  <a:srgbClr val="001080"/>
                </a:solidFill>
                <a:highlight>
                  <a:srgbClr val="FFFFFF"/>
                </a:highlight>
                <a:latin typeface="Consolas"/>
                <a:ea typeface="Consolas"/>
                <a:cs typeface="Consolas"/>
                <a:sym typeface="Consolas"/>
              </a:rPr>
              <a:t>render</a:t>
            </a:r>
            <a:r>
              <a:rPr lang="es" sz="1300">
                <a:solidFill>
                  <a:srgbClr val="3B3B3B"/>
                </a:solidFill>
                <a:highlight>
                  <a:srgbClr val="FFFFFF"/>
                </a:highlight>
                <a:latin typeface="Consolas"/>
                <a:ea typeface="Consolas"/>
                <a:cs typeface="Consolas"/>
                <a:sym typeface="Consolas"/>
              </a:rPr>
              <a:t>, </a:t>
            </a:r>
            <a:r>
              <a:rPr lang="es" sz="1300">
                <a:solidFill>
                  <a:srgbClr val="001080"/>
                </a:solidFill>
                <a:highlight>
                  <a:srgbClr val="FFFFFF"/>
                </a:highlight>
                <a:latin typeface="Consolas"/>
                <a:ea typeface="Consolas"/>
                <a:cs typeface="Consolas"/>
                <a:sym typeface="Consolas"/>
              </a:rPr>
              <a:t>screen</a:t>
            </a:r>
            <a:r>
              <a:rPr lang="es" sz="1300">
                <a:solidFill>
                  <a:srgbClr val="3B3B3B"/>
                </a:solidFill>
                <a:highlight>
                  <a:srgbClr val="FFFFFF"/>
                </a:highlight>
                <a:latin typeface="Consolas"/>
                <a:ea typeface="Consolas"/>
                <a:cs typeface="Consolas"/>
                <a:sym typeface="Consolas"/>
              </a:rPr>
              <a:t> } </a:t>
            </a:r>
            <a:r>
              <a:rPr lang="es" sz="1300">
                <a:solidFill>
                  <a:srgbClr val="AF00DB"/>
                </a:solidFill>
                <a:highlight>
                  <a:srgbClr val="FFFFFF"/>
                </a:highlight>
                <a:latin typeface="Consolas"/>
                <a:ea typeface="Consolas"/>
                <a:cs typeface="Consolas"/>
                <a:sym typeface="Consolas"/>
              </a:rPr>
              <a:t>from</a:t>
            </a:r>
            <a:r>
              <a:rPr lang="es" sz="1300">
                <a:solidFill>
                  <a:srgbClr val="3B3B3B"/>
                </a:solidFill>
                <a:highlight>
                  <a:srgbClr val="FFFFFF"/>
                </a:highlight>
                <a:latin typeface="Consolas"/>
                <a:ea typeface="Consolas"/>
                <a:cs typeface="Consolas"/>
                <a:sym typeface="Consolas"/>
              </a:rPr>
              <a:t> </a:t>
            </a:r>
            <a:r>
              <a:rPr lang="es" sz="1300">
                <a:solidFill>
                  <a:srgbClr val="A31515"/>
                </a:solidFill>
                <a:highlight>
                  <a:srgbClr val="FFFFFF"/>
                </a:highlight>
                <a:latin typeface="Consolas"/>
                <a:ea typeface="Consolas"/>
                <a:cs typeface="Consolas"/>
                <a:sym typeface="Consolas"/>
              </a:rPr>
              <a:t>'@testing-library/react'</a:t>
            </a:r>
            <a:r>
              <a:rPr lang="es" sz="1300">
                <a:solidFill>
                  <a:srgbClr val="3B3B3B"/>
                </a:solidFill>
                <a:highlight>
                  <a:srgbClr val="FFFFFF"/>
                </a:highlight>
                <a:latin typeface="Consolas"/>
                <a:ea typeface="Consolas"/>
                <a:cs typeface="Consolas"/>
                <a:sym typeface="Consolas"/>
              </a:rPr>
              <a:t>;</a:t>
            </a:r>
            <a:endParaRPr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300">
                <a:solidFill>
                  <a:srgbClr val="AF00DB"/>
                </a:solidFill>
                <a:highlight>
                  <a:srgbClr val="FFFFFF"/>
                </a:highlight>
                <a:latin typeface="Consolas"/>
                <a:ea typeface="Consolas"/>
                <a:cs typeface="Consolas"/>
                <a:sym typeface="Consolas"/>
              </a:rPr>
              <a:t>import</a:t>
            </a:r>
            <a:r>
              <a:rPr lang="es" sz="1300">
                <a:solidFill>
                  <a:srgbClr val="3B3B3B"/>
                </a:solidFill>
                <a:highlight>
                  <a:srgbClr val="FFFFFF"/>
                </a:highlight>
                <a:latin typeface="Consolas"/>
                <a:ea typeface="Consolas"/>
                <a:cs typeface="Consolas"/>
                <a:sym typeface="Consolas"/>
              </a:rPr>
              <a:t> </a:t>
            </a:r>
            <a:r>
              <a:rPr lang="es" sz="1300">
                <a:solidFill>
                  <a:srgbClr val="001080"/>
                </a:solidFill>
                <a:highlight>
                  <a:srgbClr val="FFFFFF"/>
                </a:highlight>
                <a:latin typeface="Consolas"/>
                <a:ea typeface="Consolas"/>
                <a:cs typeface="Consolas"/>
                <a:sym typeface="Consolas"/>
              </a:rPr>
              <a:t>App</a:t>
            </a:r>
            <a:r>
              <a:rPr lang="es" sz="1300">
                <a:solidFill>
                  <a:srgbClr val="3B3B3B"/>
                </a:solidFill>
                <a:highlight>
                  <a:srgbClr val="FFFFFF"/>
                </a:highlight>
                <a:latin typeface="Consolas"/>
                <a:ea typeface="Consolas"/>
                <a:cs typeface="Consolas"/>
                <a:sym typeface="Consolas"/>
              </a:rPr>
              <a:t> </a:t>
            </a:r>
            <a:r>
              <a:rPr lang="es" sz="1300">
                <a:solidFill>
                  <a:srgbClr val="AF00DB"/>
                </a:solidFill>
                <a:highlight>
                  <a:srgbClr val="FFFFFF"/>
                </a:highlight>
                <a:latin typeface="Consolas"/>
                <a:ea typeface="Consolas"/>
                <a:cs typeface="Consolas"/>
                <a:sym typeface="Consolas"/>
              </a:rPr>
              <a:t>from</a:t>
            </a:r>
            <a:r>
              <a:rPr lang="es" sz="1300">
                <a:solidFill>
                  <a:srgbClr val="3B3B3B"/>
                </a:solidFill>
                <a:highlight>
                  <a:srgbClr val="FFFFFF"/>
                </a:highlight>
                <a:latin typeface="Consolas"/>
                <a:ea typeface="Consolas"/>
                <a:cs typeface="Consolas"/>
                <a:sym typeface="Consolas"/>
              </a:rPr>
              <a:t> </a:t>
            </a:r>
            <a:r>
              <a:rPr lang="es" sz="1300">
                <a:solidFill>
                  <a:srgbClr val="A31515"/>
                </a:solidFill>
                <a:highlight>
                  <a:srgbClr val="FFFFFF"/>
                </a:highlight>
                <a:latin typeface="Consolas"/>
                <a:ea typeface="Consolas"/>
                <a:cs typeface="Consolas"/>
                <a:sym typeface="Consolas"/>
              </a:rPr>
              <a:t>'./App'</a:t>
            </a:r>
            <a:r>
              <a:rPr lang="es" sz="1300">
                <a:solidFill>
                  <a:srgbClr val="3B3B3B"/>
                </a:solidFill>
                <a:highlight>
                  <a:srgbClr val="FFFFFF"/>
                </a:highlight>
                <a:latin typeface="Consolas"/>
                <a:ea typeface="Consolas"/>
                <a:cs typeface="Consolas"/>
                <a:sym typeface="Consolas"/>
              </a:rPr>
              <a:t>;</a:t>
            </a:r>
            <a:endParaRPr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300">
                <a:solidFill>
                  <a:srgbClr val="795E26"/>
                </a:solidFill>
                <a:highlight>
                  <a:srgbClr val="FFFFFF"/>
                </a:highlight>
                <a:latin typeface="Consolas"/>
                <a:ea typeface="Consolas"/>
                <a:cs typeface="Consolas"/>
                <a:sym typeface="Consolas"/>
              </a:rPr>
              <a:t>test</a:t>
            </a:r>
            <a:r>
              <a:rPr lang="es" sz="1300">
                <a:solidFill>
                  <a:srgbClr val="3B3B3B"/>
                </a:solidFill>
                <a:highlight>
                  <a:srgbClr val="FFFFFF"/>
                </a:highlight>
                <a:latin typeface="Consolas"/>
                <a:ea typeface="Consolas"/>
                <a:cs typeface="Consolas"/>
                <a:sym typeface="Consolas"/>
              </a:rPr>
              <a:t>(</a:t>
            </a:r>
            <a:r>
              <a:rPr lang="es" sz="1300">
                <a:solidFill>
                  <a:srgbClr val="A31515"/>
                </a:solidFill>
                <a:highlight>
                  <a:srgbClr val="FFFFFF"/>
                </a:highlight>
                <a:latin typeface="Consolas"/>
                <a:ea typeface="Consolas"/>
                <a:cs typeface="Consolas"/>
                <a:sym typeface="Consolas"/>
              </a:rPr>
              <a:t>'renders learn react link'</a:t>
            </a:r>
            <a:r>
              <a:rPr lang="es" sz="1300">
                <a:solidFill>
                  <a:srgbClr val="3B3B3B"/>
                </a:solidFill>
                <a:highlight>
                  <a:srgbClr val="FFFFFF"/>
                </a:highlight>
                <a:latin typeface="Consolas"/>
                <a:ea typeface="Consolas"/>
                <a:cs typeface="Consolas"/>
                <a:sym typeface="Consolas"/>
              </a:rPr>
              <a:t>, () </a:t>
            </a:r>
            <a:r>
              <a:rPr lang="es" sz="1300">
                <a:solidFill>
                  <a:srgbClr val="0000FF"/>
                </a:solidFill>
                <a:highlight>
                  <a:srgbClr val="FFFFFF"/>
                </a:highlight>
                <a:latin typeface="Consolas"/>
                <a:ea typeface="Consolas"/>
                <a:cs typeface="Consolas"/>
                <a:sym typeface="Consolas"/>
              </a:rPr>
              <a:t>=&gt;</a:t>
            </a:r>
            <a:r>
              <a:rPr lang="es" sz="1300">
                <a:solidFill>
                  <a:srgbClr val="3B3B3B"/>
                </a:solidFill>
                <a:highlight>
                  <a:srgbClr val="FFFFFF"/>
                </a:highlight>
                <a:latin typeface="Consolas"/>
                <a:ea typeface="Consolas"/>
                <a:cs typeface="Consolas"/>
                <a:sym typeface="Consolas"/>
              </a:rPr>
              <a:t> {</a:t>
            </a:r>
            <a:endParaRPr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300">
                <a:solidFill>
                  <a:srgbClr val="3B3B3B"/>
                </a:solidFill>
                <a:highlight>
                  <a:srgbClr val="FFFFFF"/>
                </a:highlight>
                <a:latin typeface="Consolas"/>
                <a:ea typeface="Consolas"/>
                <a:cs typeface="Consolas"/>
                <a:sym typeface="Consolas"/>
              </a:rPr>
              <a:t> </a:t>
            </a:r>
            <a:r>
              <a:rPr lang="es" sz="1300">
                <a:solidFill>
                  <a:srgbClr val="795E26"/>
                </a:solidFill>
                <a:highlight>
                  <a:srgbClr val="FFFFFF"/>
                </a:highlight>
                <a:latin typeface="Consolas"/>
                <a:ea typeface="Consolas"/>
                <a:cs typeface="Consolas"/>
                <a:sym typeface="Consolas"/>
              </a:rPr>
              <a:t>render</a:t>
            </a:r>
            <a:r>
              <a:rPr lang="es" sz="1300">
                <a:solidFill>
                  <a:srgbClr val="3B3B3B"/>
                </a:solidFill>
                <a:highlight>
                  <a:srgbClr val="FFFFFF"/>
                </a:highlight>
                <a:latin typeface="Consolas"/>
                <a:ea typeface="Consolas"/>
                <a:cs typeface="Consolas"/>
                <a:sym typeface="Consolas"/>
              </a:rPr>
              <a:t>(&lt;</a:t>
            </a:r>
            <a:r>
              <a:rPr lang="es" sz="1300">
                <a:solidFill>
                  <a:srgbClr val="267F99"/>
                </a:solidFill>
                <a:highlight>
                  <a:srgbClr val="FFFFFF"/>
                </a:highlight>
                <a:latin typeface="Consolas"/>
                <a:ea typeface="Consolas"/>
                <a:cs typeface="Consolas"/>
                <a:sym typeface="Consolas"/>
              </a:rPr>
              <a:t>App</a:t>
            </a:r>
            <a:r>
              <a:rPr lang="es" sz="1300">
                <a:solidFill>
                  <a:srgbClr val="3B3B3B"/>
                </a:solidFill>
                <a:highlight>
                  <a:srgbClr val="FFFFFF"/>
                </a:highlight>
                <a:latin typeface="Consolas"/>
                <a:ea typeface="Consolas"/>
                <a:cs typeface="Consolas"/>
                <a:sym typeface="Consolas"/>
              </a:rPr>
              <a:t> /&gt;);</a:t>
            </a:r>
            <a:endParaRPr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300">
                <a:solidFill>
                  <a:srgbClr val="3B3B3B"/>
                </a:solidFill>
                <a:highlight>
                  <a:srgbClr val="FFFFFF"/>
                </a:highlight>
                <a:latin typeface="Consolas"/>
                <a:ea typeface="Consolas"/>
                <a:cs typeface="Consolas"/>
                <a:sym typeface="Consolas"/>
              </a:rPr>
              <a:t> </a:t>
            </a:r>
            <a:r>
              <a:rPr lang="es" sz="1300">
                <a:solidFill>
                  <a:srgbClr val="0000FF"/>
                </a:solidFill>
                <a:highlight>
                  <a:srgbClr val="FFFFFF"/>
                </a:highlight>
                <a:latin typeface="Consolas"/>
                <a:ea typeface="Consolas"/>
                <a:cs typeface="Consolas"/>
                <a:sym typeface="Consolas"/>
              </a:rPr>
              <a:t>const</a:t>
            </a:r>
            <a:r>
              <a:rPr lang="es" sz="1300">
                <a:solidFill>
                  <a:srgbClr val="3B3B3B"/>
                </a:solidFill>
                <a:highlight>
                  <a:srgbClr val="FFFFFF"/>
                </a:highlight>
                <a:latin typeface="Consolas"/>
                <a:ea typeface="Consolas"/>
                <a:cs typeface="Consolas"/>
                <a:sym typeface="Consolas"/>
              </a:rPr>
              <a:t> </a:t>
            </a:r>
            <a:r>
              <a:rPr lang="es" sz="1300">
                <a:solidFill>
                  <a:srgbClr val="0070C1"/>
                </a:solidFill>
                <a:highlight>
                  <a:srgbClr val="FFFFFF"/>
                </a:highlight>
                <a:latin typeface="Consolas"/>
                <a:ea typeface="Consolas"/>
                <a:cs typeface="Consolas"/>
                <a:sym typeface="Consolas"/>
              </a:rPr>
              <a:t>linkElement</a:t>
            </a:r>
            <a:r>
              <a:rPr lang="es" sz="1300">
                <a:solidFill>
                  <a:srgbClr val="3B3B3B"/>
                </a:solidFill>
                <a:highlight>
                  <a:srgbClr val="FFFFFF"/>
                </a:highlight>
                <a:latin typeface="Consolas"/>
                <a:ea typeface="Consolas"/>
                <a:cs typeface="Consolas"/>
                <a:sym typeface="Consolas"/>
              </a:rPr>
              <a:t> </a:t>
            </a:r>
            <a:r>
              <a:rPr lang="es" sz="1300">
                <a:solidFill>
                  <a:schemeClr val="dk1"/>
                </a:solidFill>
                <a:highlight>
                  <a:srgbClr val="FFFFFF"/>
                </a:highlight>
                <a:latin typeface="Consolas"/>
                <a:ea typeface="Consolas"/>
                <a:cs typeface="Consolas"/>
                <a:sym typeface="Consolas"/>
              </a:rPr>
              <a:t>=</a:t>
            </a:r>
            <a:r>
              <a:rPr b="1" lang="es" sz="1300">
                <a:solidFill>
                  <a:srgbClr val="3B3B3B"/>
                </a:solidFill>
                <a:highlight>
                  <a:srgbClr val="FFFFFF"/>
                </a:highlight>
                <a:latin typeface="Consolas"/>
                <a:ea typeface="Consolas"/>
                <a:cs typeface="Consolas"/>
                <a:sym typeface="Consolas"/>
              </a:rPr>
              <a:t> </a:t>
            </a:r>
            <a:r>
              <a:rPr b="1" lang="es" sz="1300">
                <a:solidFill>
                  <a:srgbClr val="001080"/>
                </a:solidFill>
                <a:highlight>
                  <a:srgbClr val="FFFFFF"/>
                </a:highlight>
                <a:latin typeface="Consolas"/>
                <a:ea typeface="Consolas"/>
                <a:cs typeface="Consolas"/>
                <a:sym typeface="Consolas"/>
              </a:rPr>
              <a:t>screen</a:t>
            </a:r>
            <a:r>
              <a:rPr b="1" lang="es" sz="1300">
                <a:solidFill>
                  <a:srgbClr val="3B3B3B"/>
                </a:solidFill>
                <a:highlight>
                  <a:srgbClr val="FFFFFF"/>
                </a:highlight>
                <a:latin typeface="Consolas"/>
                <a:ea typeface="Consolas"/>
                <a:cs typeface="Consolas"/>
                <a:sym typeface="Consolas"/>
              </a:rPr>
              <a:t>.</a:t>
            </a:r>
            <a:r>
              <a:rPr b="1" lang="es" sz="1300">
                <a:solidFill>
                  <a:srgbClr val="795E26"/>
                </a:solidFill>
                <a:highlight>
                  <a:srgbClr val="FFFFFF"/>
                </a:highlight>
                <a:latin typeface="Consolas"/>
                <a:ea typeface="Consolas"/>
                <a:cs typeface="Consolas"/>
                <a:sym typeface="Consolas"/>
              </a:rPr>
              <a:t>getByText</a:t>
            </a:r>
            <a:r>
              <a:rPr b="1" lang="es" sz="1300">
                <a:solidFill>
                  <a:srgbClr val="3B3B3B"/>
                </a:solidFill>
                <a:highlight>
                  <a:srgbClr val="FFFFFF"/>
                </a:highlight>
                <a:latin typeface="Consolas"/>
                <a:ea typeface="Consolas"/>
                <a:cs typeface="Consolas"/>
                <a:sym typeface="Consolas"/>
              </a:rPr>
              <a:t>(</a:t>
            </a:r>
            <a:r>
              <a:rPr b="1" lang="es" sz="1300">
                <a:solidFill>
                  <a:srgbClr val="811F3F"/>
                </a:solidFill>
                <a:highlight>
                  <a:srgbClr val="FFFFFF"/>
                </a:highlight>
                <a:latin typeface="Consolas"/>
                <a:ea typeface="Consolas"/>
                <a:cs typeface="Consolas"/>
                <a:sym typeface="Consolas"/>
              </a:rPr>
              <a:t>/learn react/</a:t>
            </a:r>
            <a:r>
              <a:rPr b="1" lang="es" sz="1300">
                <a:solidFill>
                  <a:srgbClr val="0000FF"/>
                </a:solidFill>
                <a:highlight>
                  <a:srgbClr val="FFFFFF"/>
                </a:highlight>
                <a:latin typeface="Consolas"/>
                <a:ea typeface="Consolas"/>
                <a:cs typeface="Consolas"/>
                <a:sym typeface="Consolas"/>
              </a:rPr>
              <a:t>i</a:t>
            </a:r>
            <a:r>
              <a:rPr b="1" lang="es" sz="1300">
                <a:solidFill>
                  <a:srgbClr val="3B3B3B"/>
                </a:solidFill>
                <a:highlight>
                  <a:srgbClr val="FFFFFF"/>
                </a:highlight>
                <a:latin typeface="Consolas"/>
                <a:ea typeface="Consolas"/>
                <a:cs typeface="Consolas"/>
                <a:sym typeface="Consolas"/>
              </a:rPr>
              <a:t>);</a:t>
            </a:r>
            <a:endParaRPr b="1"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300">
                <a:solidFill>
                  <a:srgbClr val="3B3B3B"/>
                </a:solidFill>
                <a:highlight>
                  <a:srgbClr val="FFFFFF"/>
                </a:highlight>
                <a:latin typeface="Consolas"/>
                <a:ea typeface="Consolas"/>
                <a:cs typeface="Consolas"/>
                <a:sym typeface="Consolas"/>
              </a:rPr>
              <a:t> </a:t>
            </a:r>
            <a:r>
              <a:rPr b="1" lang="es" sz="1300">
                <a:solidFill>
                  <a:srgbClr val="795E26"/>
                </a:solidFill>
                <a:highlight>
                  <a:srgbClr val="FFFFFF"/>
                </a:highlight>
                <a:latin typeface="Consolas"/>
                <a:ea typeface="Consolas"/>
                <a:cs typeface="Consolas"/>
                <a:sym typeface="Consolas"/>
              </a:rPr>
              <a:t>expect</a:t>
            </a:r>
            <a:r>
              <a:rPr b="1" lang="es" sz="1300">
                <a:solidFill>
                  <a:srgbClr val="3B3B3B"/>
                </a:solidFill>
                <a:highlight>
                  <a:srgbClr val="FFFFFF"/>
                </a:highlight>
                <a:latin typeface="Consolas"/>
                <a:ea typeface="Consolas"/>
                <a:cs typeface="Consolas"/>
                <a:sym typeface="Consolas"/>
              </a:rPr>
              <a:t>(</a:t>
            </a:r>
            <a:r>
              <a:rPr b="1" lang="es" sz="1300">
                <a:solidFill>
                  <a:srgbClr val="0070C1"/>
                </a:solidFill>
                <a:highlight>
                  <a:srgbClr val="FFFFFF"/>
                </a:highlight>
                <a:latin typeface="Consolas"/>
                <a:ea typeface="Consolas"/>
                <a:cs typeface="Consolas"/>
                <a:sym typeface="Consolas"/>
              </a:rPr>
              <a:t>linkElement</a:t>
            </a:r>
            <a:r>
              <a:rPr b="1" lang="es" sz="1300">
                <a:solidFill>
                  <a:srgbClr val="3B3B3B"/>
                </a:solidFill>
                <a:highlight>
                  <a:srgbClr val="FFFFFF"/>
                </a:highlight>
                <a:latin typeface="Consolas"/>
                <a:ea typeface="Consolas"/>
                <a:cs typeface="Consolas"/>
                <a:sym typeface="Consolas"/>
              </a:rPr>
              <a:t>).</a:t>
            </a:r>
            <a:r>
              <a:rPr b="1" lang="es" sz="1300">
                <a:solidFill>
                  <a:srgbClr val="795E26"/>
                </a:solidFill>
                <a:highlight>
                  <a:srgbClr val="FFFFFF"/>
                </a:highlight>
                <a:latin typeface="Consolas"/>
                <a:ea typeface="Consolas"/>
                <a:cs typeface="Consolas"/>
                <a:sym typeface="Consolas"/>
              </a:rPr>
              <a:t>toBeInTheDocument</a:t>
            </a:r>
            <a:r>
              <a:rPr b="1" lang="es" sz="1300">
                <a:solidFill>
                  <a:srgbClr val="3B3B3B"/>
                </a:solidFill>
                <a:highlight>
                  <a:srgbClr val="FFFFFF"/>
                </a:highlight>
                <a:latin typeface="Consolas"/>
                <a:ea typeface="Consolas"/>
                <a:cs typeface="Consolas"/>
                <a:sym typeface="Consolas"/>
              </a:rPr>
              <a:t>();</a:t>
            </a:r>
            <a:endParaRPr b="1"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300">
                <a:solidFill>
                  <a:srgbClr val="3B3B3B"/>
                </a:solidFill>
                <a:highlight>
                  <a:srgbClr val="FFFFFF"/>
                </a:highlight>
                <a:latin typeface="Consolas"/>
                <a:ea typeface="Consolas"/>
                <a:cs typeface="Consolas"/>
                <a:sym typeface="Consolas"/>
              </a:rPr>
              <a:t>});</a:t>
            </a:r>
            <a:endParaRPr sz="1300">
              <a:solidFill>
                <a:srgbClr val="3B3B3B"/>
              </a:solidFill>
              <a:highlight>
                <a:srgbClr val="FFFFFF"/>
              </a:highlight>
              <a:latin typeface="Consolas"/>
              <a:ea typeface="Consolas"/>
              <a:cs typeface="Consolas"/>
              <a:sym typeface="Consolas"/>
            </a:endParaRPr>
          </a:p>
        </p:txBody>
      </p:sp>
      <p:sp>
        <p:nvSpPr>
          <p:cNvPr id="3923" name="Google Shape;3923;p117"/>
          <p:cNvSpPr txBox="1"/>
          <p:nvPr/>
        </p:nvSpPr>
        <p:spPr>
          <a:xfrm>
            <a:off x="201725" y="1036025"/>
            <a:ext cx="3126000" cy="3147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s" sz="1100">
                <a:solidFill>
                  <a:srgbClr val="800000"/>
                </a:solidFill>
                <a:highlight>
                  <a:srgbClr val="FFFFFF"/>
                </a:highlight>
                <a:latin typeface="Consolas"/>
                <a:ea typeface="Consolas"/>
                <a:cs typeface="Consolas"/>
                <a:sym typeface="Consolas"/>
              </a:rPr>
              <a:t>&lt;body&gt;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a:t>
            </a:r>
            <a:r>
              <a:rPr lang="es" sz="1100">
                <a:solidFill>
                  <a:srgbClr val="3B3B3B"/>
                </a:solidFill>
                <a:highlight>
                  <a:srgbClr val="FFFFFF"/>
                </a:highlight>
                <a:latin typeface="Consolas"/>
                <a:ea typeface="Consolas"/>
                <a:cs typeface="Consolas"/>
                <a:sym typeface="Consolas"/>
              </a:rPr>
              <a:t> </a:t>
            </a:r>
            <a:r>
              <a:rPr lang="es" sz="1100">
                <a:solidFill>
                  <a:srgbClr val="E50000"/>
                </a:solidFill>
                <a:highlight>
                  <a:srgbClr val="FFFFFF"/>
                </a:highlight>
                <a:latin typeface="Consolas"/>
                <a:ea typeface="Consolas"/>
                <a:cs typeface="Consolas"/>
                <a:sym typeface="Consolas"/>
              </a:rPr>
              <a:t>class</a:t>
            </a:r>
            <a:r>
              <a:rPr lang="es" sz="1100">
                <a:solidFill>
                  <a:srgbClr val="3B3B3B"/>
                </a:solidFill>
                <a:highlight>
                  <a:srgbClr val="FFFFFF"/>
                </a:highlight>
                <a:latin typeface="Consolas"/>
                <a:ea typeface="Consolas"/>
                <a:cs typeface="Consolas"/>
                <a:sym typeface="Consolas"/>
              </a:rPr>
              <a:t>=</a:t>
            </a:r>
            <a:r>
              <a:rPr lang="es" sz="1100">
                <a:solidFill>
                  <a:srgbClr val="0000FF"/>
                </a:solidFill>
                <a:highlight>
                  <a:srgbClr val="FFFFFF"/>
                </a:highlight>
                <a:latin typeface="Consolas"/>
                <a:ea typeface="Consolas"/>
                <a:cs typeface="Consolas"/>
                <a:sym typeface="Consolas"/>
              </a:rPr>
              <a:t>"App"</a:t>
            </a:r>
            <a:r>
              <a:rPr lang="es" sz="1100">
                <a:solidFill>
                  <a:srgbClr val="800000"/>
                </a:solidFill>
                <a:highlight>
                  <a:srgbClr val="FFFFFF"/>
                </a:highlight>
                <a:latin typeface="Consolas"/>
                <a:ea typeface="Consolas"/>
                <a:cs typeface="Consolas"/>
                <a:sym typeface="Consolas"/>
              </a:rPr>
              <a:t>&gt;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&lt;header</a:t>
            </a:r>
            <a:r>
              <a:rPr lang="es" sz="1100">
                <a:solidFill>
                  <a:srgbClr val="3B3B3B"/>
                </a:solidFill>
                <a:highlight>
                  <a:srgbClr val="FFFFFF"/>
                </a:highlight>
                <a:latin typeface="Consolas"/>
                <a:ea typeface="Consolas"/>
                <a:cs typeface="Consolas"/>
                <a:sym typeface="Consolas"/>
              </a:rPr>
              <a:t> </a:t>
            </a:r>
            <a:r>
              <a:rPr lang="es" sz="1100">
                <a:solidFill>
                  <a:srgbClr val="E50000"/>
                </a:solidFill>
                <a:highlight>
                  <a:srgbClr val="FFFFFF"/>
                </a:highlight>
                <a:latin typeface="Consolas"/>
                <a:ea typeface="Consolas"/>
                <a:cs typeface="Consolas"/>
                <a:sym typeface="Consolas"/>
              </a:rPr>
              <a:t>class</a:t>
            </a:r>
            <a:r>
              <a:rPr lang="es" sz="1100">
                <a:solidFill>
                  <a:srgbClr val="3B3B3B"/>
                </a:solidFill>
                <a:highlight>
                  <a:srgbClr val="FFFFFF"/>
                </a:highlight>
                <a:latin typeface="Consolas"/>
                <a:ea typeface="Consolas"/>
                <a:cs typeface="Consolas"/>
                <a:sym typeface="Consolas"/>
              </a:rPr>
              <a:t>=</a:t>
            </a:r>
            <a:r>
              <a:rPr lang="es" sz="1100">
                <a:solidFill>
                  <a:srgbClr val="0000FF"/>
                </a:solidFill>
                <a:highlight>
                  <a:srgbClr val="FFFFFF"/>
                </a:highlight>
                <a:latin typeface="Consolas"/>
                <a:ea typeface="Consolas"/>
                <a:cs typeface="Consolas"/>
                <a:sym typeface="Consolas"/>
              </a:rPr>
              <a:t>"App-header"</a:t>
            </a:r>
            <a:r>
              <a:rPr lang="es" sz="1100">
                <a:solidFill>
                  <a:srgbClr val="800000"/>
                </a:solidFill>
                <a:highlight>
                  <a:srgbClr val="FFFFFF"/>
                </a:highlight>
                <a:latin typeface="Consolas"/>
                <a:ea typeface="Consolas"/>
                <a:cs typeface="Consolas"/>
                <a:sym typeface="Consolas"/>
              </a:rPr>
              <a:t>&gt;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&lt;img</a:t>
            </a: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&lt;p&gt;</a:t>
            </a:r>
            <a:endParaRPr sz="1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&lt;/p&gt;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b="1" lang="es" sz="1100">
                <a:solidFill>
                  <a:srgbClr val="800000"/>
                </a:solidFill>
                <a:highlight>
                  <a:srgbClr val="FFFFFF"/>
                </a:highlight>
                <a:latin typeface="Consolas"/>
                <a:ea typeface="Consolas"/>
                <a:cs typeface="Consolas"/>
                <a:sym typeface="Consolas"/>
              </a:rPr>
              <a:t>&lt;a&gt; </a:t>
            </a:r>
            <a:r>
              <a:rPr b="1" lang="es" sz="1100">
                <a:solidFill>
                  <a:srgbClr val="3B3B3B"/>
                </a:solidFill>
                <a:highlight>
                  <a:srgbClr val="FFFFFF"/>
                </a:highlight>
                <a:latin typeface="Consolas"/>
                <a:ea typeface="Consolas"/>
                <a:cs typeface="Consolas"/>
                <a:sym typeface="Consolas"/>
              </a:rPr>
              <a:t>Learn React </a:t>
            </a:r>
            <a:r>
              <a:rPr b="1" lang="es" sz="1100">
                <a:solidFill>
                  <a:srgbClr val="800000"/>
                </a:solidFill>
                <a:highlight>
                  <a:srgbClr val="FFFFFF"/>
                </a:highlight>
                <a:latin typeface="Consolas"/>
                <a:ea typeface="Consolas"/>
                <a:cs typeface="Consolas"/>
                <a:sym typeface="Consolas"/>
              </a:rPr>
              <a:t>&lt;/a&gt;</a:t>
            </a:r>
            <a:endParaRPr b="1"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&lt;/header&gt;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800000"/>
                </a:solidFill>
                <a:highlight>
                  <a:srgbClr val="FFFFFF"/>
                </a:highlight>
                <a:latin typeface="Consolas"/>
                <a:ea typeface="Consolas"/>
                <a:cs typeface="Consolas"/>
                <a:sym typeface="Consolas"/>
              </a:rPr>
              <a:t>&lt;/body&gt;</a:t>
            </a:r>
            <a:endParaRPr sz="1100">
              <a:solidFill>
                <a:srgbClr val="800000"/>
              </a:solidFill>
              <a:highlight>
                <a:srgbClr val="FFFFFF"/>
              </a:highlight>
              <a:latin typeface="Consolas"/>
              <a:ea typeface="Consolas"/>
              <a:cs typeface="Consolas"/>
              <a:sym typeface="Consolas"/>
            </a:endParaRPr>
          </a:p>
        </p:txBody>
      </p:sp>
      <p:pic>
        <p:nvPicPr>
          <p:cNvPr id="3924" name="Google Shape;3924;p117"/>
          <p:cNvPicPr preferRelativeResize="0"/>
          <p:nvPr/>
        </p:nvPicPr>
        <p:blipFill>
          <a:blip r:embed="rId3">
            <a:alphaModFix/>
          </a:blip>
          <a:stretch>
            <a:fillRect/>
          </a:stretch>
        </p:blipFill>
        <p:spPr>
          <a:xfrm>
            <a:off x="1077825" y="3395100"/>
            <a:ext cx="1871700" cy="1661725"/>
          </a:xfrm>
          <a:prstGeom prst="rect">
            <a:avLst/>
          </a:prstGeom>
          <a:noFill/>
          <a:ln>
            <a:noFill/>
          </a:ln>
        </p:spPr>
      </p:pic>
      <p:sp>
        <p:nvSpPr>
          <p:cNvPr id="3925" name="Google Shape;3925;p117"/>
          <p:cNvSpPr/>
          <p:nvPr/>
        </p:nvSpPr>
        <p:spPr>
          <a:xfrm>
            <a:off x="5406475" y="2571750"/>
            <a:ext cx="3126000" cy="4848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117"/>
          <p:cNvSpPr txBox="1"/>
          <p:nvPr/>
        </p:nvSpPr>
        <p:spPr>
          <a:xfrm>
            <a:off x="3074250" y="3911475"/>
            <a:ext cx="5946900" cy="8004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2000">
                <a:latin typeface="Inter"/>
                <a:ea typeface="Inter"/>
                <a:cs typeface="Inter"/>
                <a:sym typeface="Inter"/>
              </a:rPr>
              <a:t>Obtiene todos los textos que contengan “learn react”, /i indica caseInsensitive</a:t>
            </a:r>
            <a:endParaRPr sz="2000">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0" name="Shape 3930"/>
        <p:cNvGrpSpPr/>
        <p:nvPr/>
      </p:nvGrpSpPr>
      <p:grpSpPr>
        <a:xfrm>
          <a:off x="0" y="0"/>
          <a:ext cx="0" cy="0"/>
          <a:chOff x="0" y="0"/>
          <a:chExt cx="0" cy="0"/>
        </a:xfrm>
      </p:grpSpPr>
      <p:sp>
        <p:nvSpPr>
          <p:cNvPr id="3931" name="Google Shape;3931;p118"/>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Testing Library - screen</a:t>
            </a:r>
            <a:endParaRPr/>
          </a:p>
        </p:txBody>
      </p:sp>
      <p:sp>
        <p:nvSpPr>
          <p:cNvPr id="3932" name="Google Shape;3932;p1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933" name="Google Shape;3933;p118"/>
          <p:cNvSpPr txBox="1"/>
          <p:nvPr/>
        </p:nvSpPr>
        <p:spPr>
          <a:xfrm>
            <a:off x="706600" y="1284750"/>
            <a:ext cx="7871400" cy="25551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s" sz="2200">
                <a:solidFill>
                  <a:srgbClr val="795E26"/>
                </a:solidFill>
                <a:highlight>
                  <a:srgbClr val="FFFFFF"/>
                </a:highlight>
                <a:latin typeface="Consolas"/>
                <a:ea typeface="Consolas"/>
                <a:cs typeface="Consolas"/>
                <a:sym typeface="Consolas"/>
              </a:rPr>
              <a:t>test</a:t>
            </a:r>
            <a:r>
              <a:rPr lang="es" sz="2200">
                <a:solidFill>
                  <a:srgbClr val="3B3B3B"/>
                </a:solidFill>
                <a:highlight>
                  <a:srgbClr val="FFFFFF"/>
                </a:highlight>
                <a:latin typeface="Consolas"/>
                <a:ea typeface="Consolas"/>
                <a:cs typeface="Consolas"/>
                <a:sym typeface="Consolas"/>
              </a:rPr>
              <a:t>(</a:t>
            </a:r>
            <a:r>
              <a:rPr lang="es" sz="2200">
                <a:solidFill>
                  <a:srgbClr val="A31515"/>
                </a:solidFill>
                <a:highlight>
                  <a:srgbClr val="FFFFFF"/>
                </a:highlight>
                <a:latin typeface="Consolas"/>
                <a:ea typeface="Consolas"/>
                <a:cs typeface="Consolas"/>
                <a:sym typeface="Consolas"/>
              </a:rPr>
              <a:t>'renders a button'</a:t>
            </a:r>
            <a:r>
              <a:rPr lang="es" sz="2200">
                <a:solidFill>
                  <a:srgbClr val="3B3B3B"/>
                </a:solidFill>
                <a:highlight>
                  <a:srgbClr val="FFFFFF"/>
                </a:highlight>
                <a:latin typeface="Consolas"/>
                <a:ea typeface="Consolas"/>
                <a:cs typeface="Consolas"/>
                <a:sym typeface="Consolas"/>
              </a:rPr>
              <a:t>, () </a:t>
            </a:r>
            <a:r>
              <a:rPr lang="es" sz="2200">
                <a:solidFill>
                  <a:srgbClr val="0000FF"/>
                </a:solidFill>
                <a:highlight>
                  <a:srgbClr val="FFFFFF"/>
                </a:highlight>
                <a:latin typeface="Consolas"/>
                <a:ea typeface="Consolas"/>
                <a:cs typeface="Consolas"/>
                <a:sym typeface="Consolas"/>
              </a:rPr>
              <a:t>=&gt;</a:t>
            </a:r>
            <a:r>
              <a:rPr lang="es" sz="2200">
                <a:solidFill>
                  <a:srgbClr val="3B3B3B"/>
                </a:solidFill>
                <a:highlight>
                  <a:srgbClr val="FFFFFF"/>
                </a:highlight>
                <a:latin typeface="Consolas"/>
                <a:ea typeface="Consolas"/>
                <a:cs typeface="Consolas"/>
                <a:sym typeface="Consolas"/>
              </a:rPr>
              <a:t> {</a:t>
            </a:r>
            <a:endParaRPr sz="22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2200">
                <a:solidFill>
                  <a:srgbClr val="3B3B3B"/>
                </a:solidFill>
                <a:highlight>
                  <a:srgbClr val="FFFFFF"/>
                </a:highlight>
                <a:latin typeface="Consolas"/>
                <a:ea typeface="Consolas"/>
                <a:cs typeface="Consolas"/>
                <a:sym typeface="Consolas"/>
              </a:rPr>
              <a:t> </a:t>
            </a:r>
            <a:r>
              <a:rPr lang="es" sz="2200">
                <a:solidFill>
                  <a:srgbClr val="795E26"/>
                </a:solidFill>
                <a:highlight>
                  <a:srgbClr val="FFFFFF"/>
                </a:highlight>
                <a:latin typeface="Consolas"/>
                <a:ea typeface="Consolas"/>
                <a:cs typeface="Consolas"/>
                <a:sym typeface="Consolas"/>
              </a:rPr>
              <a:t>render</a:t>
            </a:r>
            <a:r>
              <a:rPr lang="es" sz="2200">
                <a:solidFill>
                  <a:srgbClr val="3B3B3B"/>
                </a:solidFill>
                <a:highlight>
                  <a:srgbClr val="FFFFFF"/>
                </a:highlight>
                <a:latin typeface="Consolas"/>
                <a:ea typeface="Consolas"/>
                <a:cs typeface="Consolas"/>
                <a:sym typeface="Consolas"/>
              </a:rPr>
              <a:t>(</a:t>
            </a:r>
            <a:r>
              <a:rPr lang="es" sz="2200">
                <a:solidFill>
                  <a:srgbClr val="800000"/>
                </a:solidFill>
                <a:highlight>
                  <a:srgbClr val="FFFFFF"/>
                </a:highlight>
                <a:latin typeface="Consolas"/>
                <a:ea typeface="Consolas"/>
                <a:cs typeface="Consolas"/>
                <a:sym typeface="Consolas"/>
              </a:rPr>
              <a:t>&lt;</a:t>
            </a:r>
            <a:r>
              <a:rPr lang="es" sz="2200">
                <a:solidFill>
                  <a:srgbClr val="267F99"/>
                </a:solidFill>
                <a:highlight>
                  <a:srgbClr val="FFFFFF"/>
                </a:highlight>
                <a:latin typeface="Consolas"/>
                <a:ea typeface="Consolas"/>
                <a:cs typeface="Consolas"/>
                <a:sym typeface="Consolas"/>
              </a:rPr>
              <a:t>MyComponent</a:t>
            </a:r>
            <a:r>
              <a:rPr lang="es" sz="2200">
                <a:solidFill>
                  <a:srgbClr val="3B3B3B"/>
                </a:solidFill>
                <a:highlight>
                  <a:srgbClr val="FFFFFF"/>
                </a:highlight>
                <a:latin typeface="Consolas"/>
                <a:ea typeface="Consolas"/>
                <a:cs typeface="Consolas"/>
                <a:sym typeface="Consolas"/>
              </a:rPr>
              <a:t> </a:t>
            </a:r>
            <a:r>
              <a:rPr lang="es" sz="2200">
                <a:solidFill>
                  <a:srgbClr val="800000"/>
                </a:solidFill>
                <a:highlight>
                  <a:srgbClr val="FFFFFF"/>
                </a:highlight>
                <a:latin typeface="Consolas"/>
                <a:ea typeface="Consolas"/>
                <a:cs typeface="Consolas"/>
                <a:sym typeface="Consolas"/>
              </a:rPr>
              <a:t>/&gt;</a:t>
            </a:r>
            <a:r>
              <a:rPr lang="es" sz="2200">
                <a:solidFill>
                  <a:srgbClr val="3B3B3B"/>
                </a:solidFill>
                <a:highlight>
                  <a:srgbClr val="FFFFFF"/>
                </a:highlight>
                <a:latin typeface="Consolas"/>
                <a:ea typeface="Consolas"/>
                <a:cs typeface="Consolas"/>
                <a:sym typeface="Consolas"/>
              </a:rPr>
              <a:t>);</a:t>
            </a:r>
            <a:endParaRPr sz="22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2200">
                <a:solidFill>
                  <a:srgbClr val="3B3B3B"/>
                </a:solidFill>
                <a:highlight>
                  <a:srgbClr val="FFFFFF"/>
                </a:highlight>
                <a:latin typeface="Consolas"/>
                <a:ea typeface="Consolas"/>
                <a:cs typeface="Consolas"/>
                <a:sym typeface="Consolas"/>
              </a:rPr>
              <a:t> </a:t>
            </a:r>
            <a:r>
              <a:rPr lang="es" sz="2200">
                <a:solidFill>
                  <a:srgbClr val="0000FF"/>
                </a:solidFill>
                <a:highlight>
                  <a:srgbClr val="FFFFFF"/>
                </a:highlight>
                <a:latin typeface="Consolas"/>
                <a:ea typeface="Consolas"/>
                <a:cs typeface="Consolas"/>
                <a:sym typeface="Consolas"/>
              </a:rPr>
              <a:t>const</a:t>
            </a:r>
            <a:r>
              <a:rPr lang="es" sz="2200">
                <a:solidFill>
                  <a:srgbClr val="3B3B3B"/>
                </a:solidFill>
                <a:highlight>
                  <a:srgbClr val="FFFFFF"/>
                </a:highlight>
                <a:latin typeface="Consolas"/>
                <a:ea typeface="Consolas"/>
                <a:cs typeface="Consolas"/>
                <a:sym typeface="Consolas"/>
              </a:rPr>
              <a:t> </a:t>
            </a:r>
            <a:r>
              <a:rPr lang="es" sz="2200">
                <a:solidFill>
                  <a:srgbClr val="0070C1"/>
                </a:solidFill>
                <a:highlight>
                  <a:srgbClr val="FFFFFF"/>
                </a:highlight>
                <a:latin typeface="Consolas"/>
                <a:ea typeface="Consolas"/>
                <a:cs typeface="Consolas"/>
                <a:sym typeface="Consolas"/>
              </a:rPr>
              <a:t>buttonElement</a:t>
            </a:r>
            <a:r>
              <a:rPr lang="es" sz="2200">
                <a:solidFill>
                  <a:srgbClr val="3B3B3B"/>
                </a:solidFill>
                <a:highlight>
                  <a:srgbClr val="FFFFFF"/>
                </a:highlight>
                <a:latin typeface="Consolas"/>
                <a:ea typeface="Consolas"/>
                <a:cs typeface="Consolas"/>
                <a:sym typeface="Consolas"/>
              </a:rPr>
              <a:t> </a:t>
            </a:r>
            <a:r>
              <a:rPr lang="es" sz="2200">
                <a:solidFill>
                  <a:schemeClr val="dk1"/>
                </a:solidFill>
                <a:highlight>
                  <a:srgbClr val="FFFFFF"/>
                </a:highlight>
                <a:latin typeface="Consolas"/>
                <a:ea typeface="Consolas"/>
                <a:cs typeface="Consolas"/>
                <a:sym typeface="Consolas"/>
              </a:rPr>
              <a:t>=</a:t>
            </a:r>
            <a:r>
              <a:rPr lang="es" sz="2200">
                <a:solidFill>
                  <a:srgbClr val="3B3B3B"/>
                </a:solidFill>
                <a:highlight>
                  <a:srgbClr val="FFFFFF"/>
                </a:highlight>
                <a:latin typeface="Consolas"/>
                <a:ea typeface="Consolas"/>
                <a:cs typeface="Consolas"/>
                <a:sym typeface="Consolas"/>
              </a:rPr>
              <a:t> </a:t>
            </a:r>
            <a:r>
              <a:rPr lang="es" sz="2200">
                <a:solidFill>
                  <a:srgbClr val="795E26"/>
                </a:solidFill>
                <a:highlight>
                  <a:srgbClr val="FFFFFF"/>
                </a:highlight>
                <a:latin typeface="Consolas"/>
                <a:ea typeface="Consolas"/>
                <a:cs typeface="Consolas"/>
                <a:sym typeface="Consolas"/>
              </a:rPr>
              <a:t>getByRole</a:t>
            </a:r>
            <a:r>
              <a:rPr lang="es" sz="2200">
                <a:solidFill>
                  <a:srgbClr val="3B3B3B"/>
                </a:solidFill>
                <a:highlight>
                  <a:srgbClr val="FFFFFF"/>
                </a:highlight>
                <a:latin typeface="Consolas"/>
                <a:ea typeface="Consolas"/>
                <a:cs typeface="Consolas"/>
                <a:sym typeface="Consolas"/>
              </a:rPr>
              <a:t>(</a:t>
            </a:r>
            <a:r>
              <a:rPr lang="es" sz="2200">
                <a:solidFill>
                  <a:srgbClr val="A31515"/>
                </a:solidFill>
                <a:highlight>
                  <a:srgbClr val="FFFFFF"/>
                </a:highlight>
                <a:latin typeface="Consolas"/>
                <a:ea typeface="Consolas"/>
                <a:cs typeface="Consolas"/>
                <a:sym typeface="Consolas"/>
              </a:rPr>
              <a:t>'button'</a:t>
            </a:r>
            <a:r>
              <a:rPr lang="es" sz="2200">
                <a:solidFill>
                  <a:srgbClr val="3B3B3B"/>
                </a:solidFill>
                <a:highlight>
                  <a:srgbClr val="FFFFFF"/>
                </a:highlight>
                <a:latin typeface="Consolas"/>
                <a:ea typeface="Consolas"/>
                <a:cs typeface="Consolas"/>
                <a:sym typeface="Consolas"/>
              </a:rPr>
              <a:t>);</a:t>
            </a:r>
            <a:endParaRPr sz="22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2200">
                <a:solidFill>
                  <a:srgbClr val="3B3B3B"/>
                </a:solidFill>
                <a:highlight>
                  <a:srgbClr val="FFFFFF"/>
                </a:highlight>
                <a:latin typeface="Consolas"/>
                <a:ea typeface="Consolas"/>
                <a:cs typeface="Consolas"/>
                <a:sym typeface="Consolas"/>
              </a:rPr>
              <a:t> </a:t>
            </a:r>
            <a:r>
              <a:rPr lang="es" sz="2200">
                <a:solidFill>
                  <a:srgbClr val="795E26"/>
                </a:solidFill>
                <a:highlight>
                  <a:srgbClr val="FFFFFF"/>
                </a:highlight>
                <a:latin typeface="Consolas"/>
                <a:ea typeface="Consolas"/>
                <a:cs typeface="Consolas"/>
                <a:sym typeface="Consolas"/>
              </a:rPr>
              <a:t>expect</a:t>
            </a:r>
            <a:r>
              <a:rPr lang="es" sz="2200">
                <a:solidFill>
                  <a:srgbClr val="3B3B3B"/>
                </a:solidFill>
                <a:highlight>
                  <a:srgbClr val="FFFFFF"/>
                </a:highlight>
                <a:latin typeface="Consolas"/>
                <a:ea typeface="Consolas"/>
                <a:cs typeface="Consolas"/>
                <a:sym typeface="Consolas"/>
              </a:rPr>
              <a:t>(</a:t>
            </a:r>
            <a:r>
              <a:rPr lang="es" sz="2200">
                <a:solidFill>
                  <a:srgbClr val="0070C1"/>
                </a:solidFill>
                <a:highlight>
                  <a:srgbClr val="FFFFFF"/>
                </a:highlight>
                <a:latin typeface="Consolas"/>
                <a:ea typeface="Consolas"/>
                <a:cs typeface="Consolas"/>
                <a:sym typeface="Consolas"/>
              </a:rPr>
              <a:t>buttonElement</a:t>
            </a:r>
            <a:r>
              <a:rPr lang="es" sz="2200">
                <a:solidFill>
                  <a:srgbClr val="3B3B3B"/>
                </a:solidFill>
                <a:highlight>
                  <a:srgbClr val="FFFFFF"/>
                </a:highlight>
                <a:latin typeface="Consolas"/>
                <a:ea typeface="Consolas"/>
                <a:cs typeface="Consolas"/>
                <a:sym typeface="Consolas"/>
              </a:rPr>
              <a:t>).</a:t>
            </a:r>
            <a:r>
              <a:rPr lang="es" sz="2200">
                <a:solidFill>
                  <a:srgbClr val="795E26"/>
                </a:solidFill>
                <a:highlight>
                  <a:srgbClr val="FFFFFF"/>
                </a:highlight>
                <a:latin typeface="Consolas"/>
                <a:ea typeface="Consolas"/>
                <a:cs typeface="Consolas"/>
                <a:sym typeface="Consolas"/>
              </a:rPr>
              <a:t>toBeInTheDocument</a:t>
            </a:r>
            <a:r>
              <a:rPr lang="es" sz="2200">
                <a:solidFill>
                  <a:srgbClr val="3B3B3B"/>
                </a:solidFill>
                <a:highlight>
                  <a:srgbClr val="FFFFFF"/>
                </a:highlight>
                <a:latin typeface="Consolas"/>
                <a:ea typeface="Consolas"/>
                <a:cs typeface="Consolas"/>
                <a:sym typeface="Consolas"/>
              </a:rPr>
              <a:t>();</a:t>
            </a:r>
            <a:endParaRPr sz="22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2200">
                <a:solidFill>
                  <a:srgbClr val="3B3B3B"/>
                </a:solidFill>
                <a:highlight>
                  <a:srgbClr val="FFFFFF"/>
                </a:highlight>
                <a:latin typeface="Consolas"/>
                <a:ea typeface="Consolas"/>
                <a:cs typeface="Consolas"/>
                <a:sym typeface="Consolas"/>
              </a:rPr>
              <a:t>});</a:t>
            </a:r>
            <a:endParaRPr sz="2600">
              <a:solidFill>
                <a:srgbClr val="AF00DB"/>
              </a:solidFill>
              <a:highlight>
                <a:srgbClr val="FFFFFF"/>
              </a:highlight>
              <a:latin typeface="Consolas"/>
              <a:ea typeface="Consolas"/>
              <a:cs typeface="Consolas"/>
              <a:sym typeface="Consola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7" name="Shape 3937"/>
        <p:cNvGrpSpPr/>
        <p:nvPr/>
      </p:nvGrpSpPr>
      <p:grpSpPr>
        <a:xfrm>
          <a:off x="0" y="0"/>
          <a:ext cx="0" cy="0"/>
          <a:chOff x="0" y="0"/>
          <a:chExt cx="0" cy="0"/>
        </a:xfrm>
      </p:grpSpPr>
      <p:sp>
        <p:nvSpPr>
          <p:cNvPr id="3938" name="Google Shape;3938;p119"/>
          <p:cNvSpPr/>
          <p:nvPr/>
        </p:nvSpPr>
        <p:spPr>
          <a:xfrm>
            <a:off x="0" y="0"/>
            <a:ext cx="9144000" cy="4038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119"/>
          <p:cNvSpPr txBox="1"/>
          <p:nvPr/>
        </p:nvSpPr>
        <p:spPr>
          <a:xfrm>
            <a:off x="152398" y="-20698"/>
            <a:ext cx="59610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Calibri"/>
                <a:ea typeface="Calibri"/>
                <a:cs typeface="Calibri"/>
                <a:sym typeface="Calibri"/>
              </a:rPr>
              <a:t>React Testing Library: Which query should I use?</a:t>
            </a:r>
            <a:endParaRPr sz="1600">
              <a:solidFill>
                <a:srgbClr val="FFFFFF"/>
              </a:solidFill>
              <a:latin typeface="Calibri"/>
              <a:ea typeface="Calibri"/>
              <a:cs typeface="Calibri"/>
              <a:sym typeface="Calibri"/>
            </a:endParaRPr>
          </a:p>
        </p:txBody>
      </p:sp>
      <p:pic>
        <p:nvPicPr>
          <p:cNvPr id="3940" name="Google Shape;3940;p119"/>
          <p:cNvPicPr preferRelativeResize="0"/>
          <p:nvPr/>
        </p:nvPicPr>
        <p:blipFill>
          <a:blip r:embed="rId3">
            <a:alphaModFix/>
          </a:blip>
          <a:stretch>
            <a:fillRect/>
          </a:stretch>
        </p:blipFill>
        <p:spPr>
          <a:xfrm>
            <a:off x="0" y="455400"/>
            <a:ext cx="1501500" cy="579150"/>
          </a:xfrm>
          <a:prstGeom prst="rect">
            <a:avLst/>
          </a:prstGeom>
          <a:noFill/>
          <a:ln>
            <a:noFill/>
          </a:ln>
        </p:spPr>
      </p:pic>
      <p:pic>
        <p:nvPicPr>
          <p:cNvPr id="3941" name="Google Shape;3941;p119"/>
          <p:cNvPicPr preferRelativeResize="0"/>
          <p:nvPr/>
        </p:nvPicPr>
        <p:blipFill>
          <a:blip r:embed="rId4">
            <a:alphaModFix/>
          </a:blip>
          <a:stretch>
            <a:fillRect/>
          </a:stretch>
        </p:blipFill>
        <p:spPr>
          <a:xfrm>
            <a:off x="1544925" y="543075"/>
            <a:ext cx="4249995" cy="403800"/>
          </a:xfrm>
          <a:prstGeom prst="rect">
            <a:avLst/>
          </a:prstGeom>
          <a:noFill/>
          <a:ln>
            <a:noFill/>
          </a:ln>
        </p:spPr>
      </p:pic>
      <p:sp>
        <p:nvSpPr>
          <p:cNvPr id="3942" name="Google Shape;3942;p119"/>
          <p:cNvSpPr txBox="1"/>
          <p:nvPr/>
        </p:nvSpPr>
        <p:spPr>
          <a:xfrm>
            <a:off x="5819520" y="462361"/>
            <a:ext cx="33492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100">
                <a:solidFill>
                  <a:schemeClr val="dk1"/>
                </a:solidFill>
              </a:rPr>
              <a:t>ByRole</a:t>
            </a:r>
            <a:r>
              <a:rPr lang="es" sz="1100">
                <a:solidFill>
                  <a:schemeClr val="dk1"/>
                </a:solidFill>
              </a:rPr>
              <a:t>: top preference for accessible elements (button, checkbox, option, radio, etc.)</a:t>
            </a:r>
            <a:endParaRPr sz="1100"/>
          </a:p>
        </p:txBody>
      </p:sp>
      <p:sp>
        <p:nvSpPr>
          <p:cNvPr id="3943" name="Google Shape;3943;p119"/>
          <p:cNvSpPr txBox="1"/>
          <p:nvPr/>
        </p:nvSpPr>
        <p:spPr>
          <a:xfrm>
            <a:off x="5727550" y="37050"/>
            <a:ext cx="3785700" cy="32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u="sng">
                <a:solidFill>
                  <a:srgbClr val="FFFFFF"/>
                </a:solidFill>
                <a:hlinkClick r:id="rId5">
                  <a:extLst>
                    <a:ext uri="{A12FA001-AC4F-418D-AE19-62706E023703}">
                      <ahyp:hlinkClr val="tx"/>
                    </a:ext>
                  </a:extLst>
                </a:hlinkClick>
              </a:rPr>
              <a:t>https://testing-library.com/docs/guide-which-query</a:t>
            </a:r>
            <a:endParaRPr>
              <a:solidFill>
                <a:srgbClr val="FFFFFF"/>
              </a:solidFill>
            </a:endParaRPr>
          </a:p>
        </p:txBody>
      </p:sp>
      <p:pic>
        <p:nvPicPr>
          <p:cNvPr id="3944" name="Google Shape;3944;p119"/>
          <p:cNvPicPr preferRelativeResize="0"/>
          <p:nvPr/>
        </p:nvPicPr>
        <p:blipFill>
          <a:blip r:embed="rId6">
            <a:alphaModFix/>
          </a:blip>
          <a:stretch>
            <a:fillRect/>
          </a:stretch>
        </p:blipFill>
        <p:spPr>
          <a:xfrm>
            <a:off x="88100" y="1322387"/>
            <a:ext cx="1325293" cy="403800"/>
          </a:xfrm>
          <a:prstGeom prst="rect">
            <a:avLst/>
          </a:prstGeom>
          <a:noFill/>
          <a:ln>
            <a:noFill/>
          </a:ln>
        </p:spPr>
      </p:pic>
      <p:pic>
        <p:nvPicPr>
          <p:cNvPr id="3945" name="Google Shape;3945;p119"/>
          <p:cNvPicPr preferRelativeResize="0"/>
          <p:nvPr/>
        </p:nvPicPr>
        <p:blipFill>
          <a:blip r:embed="rId7">
            <a:alphaModFix/>
          </a:blip>
          <a:stretch>
            <a:fillRect/>
          </a:stretch>
        </p:blipFill>
        <p:spPr>
          <a:xfrm>
            <a:off x="1544925" y="1192000"/>
            <a:ext cx="4250001" cy="664573"/>
          </a:xfrm>
          <a:prstGeom prst="rect">
            <a:avLst/>
          </a:prstGeom>
          <a:noFill/>
          <a:ln>
            <a:noFill/>
          </a:ln>
        </p:spPr>
      </p:pic>
      <p:sp>
        <p:nvSpPr>
          <p:cNvPr id="3946" name="Google Shape;3946;p119"/>
          <p:cNvSpPr txBox="1"/>
          <p:nvPr/>
        </p:nvSpPr>
        <p:spPr>
          <a:xfrm>
            <a:off x="5794925" y="1097800"/>
            <a:ext cx="3349200" cy="8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100">
                <a:solidFill>
                  <a:schemeClr val="dk1"/>
                </a:solidFill>
              </a:rPr>
              <a:t>ByLabelText</a:t>
            </a:r>
            <a:r>
              <a:rPr lang="es" sz="1100">
                <a:solidFill>
                  <a:schemeClr val="dk1"/>
                </a:solidFill>
              </a:rPr>
              <a:t>: will NOT find the input node for label text broken up by elements. You can use </a:t>
            </a:r>
            <a:r>
              <a:rPr b="1" lang="es" sz="1100">
                <a:solidFill>
                  <a:schemeClr val="dk1"/>
                </a:solidFill>
              </a:rPr>
              <a:t>ByRole.</a:t>
            </a:r>
            <a:endParaRPr sz="1100">
              <a:solidFill>
                <a:schemeClr val="dk1"/>
              </a:solidFill>
            </a:endParaRPr>
          </a:p>
          <a:p>
            <a:pPr indent="0" lvl="0" marL="0" rtl="0" algn="l">
              <a:spcBef>
                <a:spcPts val="0"/>
              </a:spcBef>
              <a:spcAft>
                <a:spcPts val="0"/>
              </a:spcAft>
              <a:buNone/>
            </a:pPr>
            <a:r>
              <a:rPr lang="es" sz="1100">
                <a:solidFill>
                  <a:schemeClr val="dk1"/>
                </a:solidFill>
              </a:rPr>
              <a:t>If you really can’t put a label in your UI, only then use </a:t>
            </a:r>
            <a:r>
              <a:rPr b="1" lang="es" sz="1100">
                <a:solidFill>
                  <a:schemeClr val="dk1"/>
                </a:solidFill>
              </a:rPr>
              <a:t>ByPlaceholderText</a:t>
            </a:r>
            <a:endParaRPr b="1" sz="1100">
              <a:solidFill>
                <a:schemeClr val="dk1"/>
              </a:solidFill>
            </a:endParaRPr>
          </a:p>
        </p:txBody>
      </p:sp>
      <p:pic>
        <p:nvPicPr>
          <p:cNvPr id="3947" name="Google Shape;3947;p119"/>
          <p:cNvPicPr preferRelativeResize="0"/>
          <p:nvPr/>
        </p:nvPicPr>
        <p:blipFill>
          <a:blip r:embed="rId8">
            <a:alphaModFix/>
          </a:blip>
          <a:stretch>
            <a:fillRect/>
          </a:stretch>
        </p:blipFill>
        <p:spPr>
          <a:xfrm>
            <a:off x="116350" y="2678425"/>
            <a:ext cx="1325300" cy="401600"/>
          </a:xfrm>
          <a:prstGeom prst="rect">
            <a:avLst/>
          </a:prstGeom>
          <a:noFill/>
          <a:ln>
            <a:noFill/>
          </a:ln>
        </p:spPr>
      </p:pic>
      <p:pic>
        <p:nvPicPr>
          <p:cNvPr id="3948" name="Google Shape;3948;p119"/>
          <p:cNvPicPr preferRelativeResize="0"/>
          <p:nvPr/>
        </p:nvPicPr>
        <p:blipFill>
          <a:blip r:embed="rId9">
            <a:alphaModFix/>
          </a:blip>
          <a:stretch>
            <a:fillRect/>
          </a:stretch>
        </p:blipFill>
        <p:spPr>
          <a:xfrm>
            <a:off x="2611087" y="2706684"/>
            <a:ext cx="2174188" cy="329700"/>
          </a:xfrm>
          <a:prstGeom prst="rect">
            <a:avLst/>
          </a:prstGeom>
          <a:noFill/>
          <a:ln>
            <a:noFill/>
          </a:ln>
        </p:spPr>
      </p:pic>
      <p:sp>
        <p:nvSpPr>
          <p:cNvPr id="3949" name="Google Shape;3949;p119"/>
          <p:cNvSpPr txBox="1"/>
          <p:nvPr/>
        </p:nvSpPr>
        <p:spPr>
          <a:xfrm>
            <a:off x="5794917" y="2638711"/>
            <a:ext cx="33492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100">
                <a:solidFill>
                  <a:schemeClr val="dk1"/>
                </a:solidFill>
              </a:rPr>
              <a:t>ByText</a:t>
            </a:r>
            <a:r>
              <a:rPr lang="es" sz="1100">
                <a:solidFill>
                  <a:schemeClr val="dk1"/>
                </a:solidFill>
              </a:rPr>
              <a:t>: number 1 method for non-interactive elements like divs and spans</a:t>
            </a:r>
            <a:endParaRPr sz="1100"/>
          </a:p>
        </p:txBody>
      </p:sp>
      <p:pic>
        <p:nvPicPr>
          <p:cNvPr id="3950" name="Google Shape;3950;p119"/>
          <p:cNvPicPr preferRelativeResize="0"/>
          <p:nvPr/>
        </p:nvPicPr>
        <p:blipFill>
          <a:blip r:embed="rId10">
            <a:alphaModFix/>
          </a:blip>
          <a:stretch>
            <a:fillRect/>
          </a:stretch>
        </p:blipFill>
        <p:spPr>
          <a:xfrm>
            <a:off x="116351" y="2040600"/>
            <a:ext cx="1325300" cy="437706"/>
          </a:xfrm>
          <a:prstGeom prst="rect">
            <a:avLst/>
          </a:prstGeom>
          <a:noFill/>
          <a:ln>
            <a:noFill/>
          </a:ln>
        </p:spPr>
      </p:pic>
      <p:pic>
        <p:nvPicPr>
          <p:cNvPr id="3951" name="Google Shape;3951;p119"/>
          <p:cNvPicPr preferRelativeResize="0"/>
          <p:nvPr/>
        </p:nvPicPr>
        <p:blipFill>
          <a:blip r:embed="rId11">
            <a:alphaModFix/>
          </a:blip>
          <a:stretch>
            <a:fillRect/>
          </a:stretch>
        </p:blipFill>
        <p:spPr>
          <a:xfrm>
            <a:off x="2199045" y="2101700"/>
            <a:ext cx="2958381" cy="329700"/>
          </a:xfrm>
          <a:prstGeom prst="rect">
            <a:avLst/>
          </a:prstGeom>
          <a:noFill/>
          <a:ln>
            <a:noFill/>
          </a:ln>
        </p:spPr>
      </p:pic>
      <p:sp>
        <p:nvSpPr>
          <p:cNvPr id="3952" name="Google Shape;3952;p119"/>
          <p:cNvSpPr txBox="1"/>
          <p:nvPr/>
        </p:nvSpPr>
        <p:spPr>
          <a:xfrm>
            <a:off x="5794917" y="2021411"/>
            <a:ext cx="33492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100">
                <a:solidFill>
                  <a:schemeClr val="dk1"/>
                </a:solidFill>
              </a:rPr>
              <a:t>ByDisplayValue</a:t>
            </a:r>
            <a:r>
              <a:rPr lang="es" sz="1100">
                <a:solidFill>
                  <a:schemeClr val="dk1"/>
                </a:solidFill>
              </a:rPr>
              <a:t>: when you want to test when user fills data in an input</a:t>
            </a:r>
            <a:endParaRPr sz="1100"/>
          </a:p>
        </p:txBody>
      </p:sp>
      <p:pic>
        <p:nvPicPr>
          <p:cNvPr id="3953" name="Google Shape;3953;p119"/>
          <p:cNvPicPr preferRelativeResize="0"/>
          <p:nvPr/>
        </p:nvPicPr>
        <p:blipFill>
          <a:blip r:embed="rId12">
            <a:alphaModFix/>
          </a:blip>
          <a:stretch>
            <a:fillRect/>
          </a:stretch>
        </p:blipFill>
        <p:spPr>
          <a:xfrm>
            <a:off x="419810" y="3280150"/>
            <a:ext cx="661887" cy="476100"/>
          </a:xfrm>
          <a:prstGeom prst="rect">
            <a:avLst/>
          </a:prstGeom>
          <a:noFill/>
          <a:ln>
            <a:noFill/>
          </a:ln>
        </p:spPr>
      </p:pic>
      <p:pic>
        <p:nvPicPr>
          <p:cNvPr id="3954" name="Google Shape;3954;p119"/>
          <p:cNvPicPr preferRelativeResize="0"/>
          <p:nvPr/>
        </p:nvPicPr>
        <p:blipFill>
          <a:blip r:embed="rId13">
            <a:alphaModFix/>
          </a:blip>
          <a:stretch>
            <a:fillRect/>
          </a:stretch>
        </p:blipFill>
        <p:spPr>
          <a:xfrm>
            <a:off x="2351012" y="3353350"/>
            <a:ext cx="2654446" cy="329700"/>
          </a:xfrm>
          <a:prstGeom prst="rect">
            <a:avLst/>
          </a:prstGeom>
          <a:noFill/>
          <a:ln>
            <a:noFill/>
          </a:ln>
        </p:spPr>
      </p:pic>
      <p:pic>
        <p:nvPicPr>
          <p:cNvPr id="3955" name="Google Shape;3955;p119"/>
          <p:cNvPicPr preferRelativeResize="0"/>
          <p:nvPr/>
        </p:nvPicPr>
        <p:blipFill>
          <a:blip r:embed="rId14">
            <a:alphaModFix/>
          </a:blip>
          <a:stretch>
            <a:fillRect/>
          </a:stretch>
        </p:blipFill>
        <p:spPr>
          <a:xfrm>
            <a:off x="116350" y="3956375"/>
            <a:ext cx="1587800" cy="579150"/>
          </a:xfrm>
          <a:prstGeom prst="rect">
            <a:avLst/>
          </a:prstGeom>
          <a:noFill/>
          <a:ln>
            <a:noFill/>
          </a:ln>
        </p:spPr>
      </p:pic>
      <p:pic>
        <p:nvPicPr>
          <p:cNvPr id="3956" name="Google Shape;3956;p119"/>
          <p:cNvPicPr preferRelativeResize="0"/>
          <p:nvPr/>
        </p:nvPicPr>
        <p:blipFill>
          <a:blip r:embed="rId15">
            <a:alphaModFix/>
          </a:blip>
          <a:stretch>
            <a:fillRect/>
          </a:stretch>
        </p:blipFill>
        <p:spPr>
          <a:xfrm>
            <a:off x="2496808" y="4108231"/>
            <a:ext cx="2346237" cy="329700"/>
          </a:xfrm>
          <a:prstGeom prst="rect">
            <a:avLst/>
          </a:prstGeom>
          <a:noFill/>
          <a:ln>
            <a:noFill/>
          </a:ln>
        </p:spPr>
      </p:pic>
      <p:sp>
        <p:nvSpPr>
          <p:cNvPr id="3957" name="Google Shape;3957;p119"/>
          <p:cNvSpPr txBox="1"/>
          <p:nvPr/>
        </p:nvSpPr>
        <p:spPr>
          <a:xfrm>
            <a:off x="5819517" y="4050611"/>
            <a:ext cx="33492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100">
                <a:solidFill>
                  <a:schemeClr val="dk1"/>
                </a:solidFill>
              </a:rPr>
              <a:t>ByTestId</a:t>
            </a:r>
            <a:r>
              <a:rPr lang="es" sz="1100">
                <a:solidFill>
                  <a:schemeClr val="dk1"/>
                </a:solidFill>
              </a:rPr>
              <a:t>: for cases where you can't use previous</a:t>
            </a:r>
            <a:endParaRPr sz="1100">
              <a:solidFill>
                <a:schemeClr val="dk1"/>
              </a:solidFill>
            </a:endParaRPr>
          </a:p>
          <a:p>
            <a:pPr indent="0" lvl="0" marL="0" rtl="0" algn="l">
              <a:spcBef>
                <a:spcPts val="0"/>
              </a:spcBef>
              <a:spcAft>
                <a:spcPts val="0"/>
              </a:spcAft>
              <a:buNone/>
            </a:pPr>
            <a:r>
              <a:rPr lang="es" sz="1100">
                <a:solidFill>
                  <a:schemeClr val="dk1"/>
                </a:solidFill>
              </a:rPr>
              <a:t>matchers</a:t>
            </a:r>
            <a:endParaRPr sz="1100">
              <a:solidFill>
                <a:schemeClr val="dk1"/>
              </a:solidFill>
            </a:endParaRPr>
          </a:p>
        </p:txBody>
      </p:sp>
      <p:pic>
        <p:nvPicPr>
          <p:cNvPr id="3958" name="Google Shape;3958;p119"/>
          <p:cNvPicPr preferRelativeResize="0"/>
          <p:nvPr/>
        </p:nvPicPr>
        <p:blipFill>
          <a:blip r:embed="rId16">
            <a:alphaModFix/>
          </a:blip>
          <a:stretch>
            <a:fillRect/>
          </a:stretch>
        </p:blipFill>
        <p:spPr>
          <a:xfrm>
            <a:off x="1781850" y="4670000"/>
            <a:ext cx="3832650" cy="401600"/>
          </a:xfrm>
          <a:prstGeom prst="rect">
            <a:avLst/>
          </a:prstGeom>
          <a:noFill/>
          <a:ln>
            <a:noFill/>
          </a:ln>
        </p:spPr>
      </p:pic>
      <p:sp>
        <p:nvSpPr>
          <p:cNvPr id="3959" name="Google Shape;3959;p119"/>
          <p:cNvSpPr txBox="1"/>
          <p:nvPr/>
        </p:nvSpPr>
        <p:spPr>
          <a:xfrm>
            <a:off x="5832716" y="4604094"/>
            <a:ext cx="33492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100">
                <a:solidFill>
                  <a:schemeClr val="dk1"/>
                </a:solidFill>
              </a:rPr>
              <a:t>querySelector</a:t>
            </a:r>
            <a:r>
              <a:rPr lang="es" sz="1100">
                <a:solidFill>
                  <a:schemeClr val="dk1"/>
                </a:solidFill>
              </a:rPr>
              <a:t>: should be avoided most of the times, query by class or id is a bad practice</a:t>
            </a:r>
            <a:endParaRPr sz="1100">
              <a:solidFill>
                <a:schemeClr val="dk1"/>
              </a:solidFill>
            </a:endParaRPr>
          </a:p>
        </p:txBody>
      </p:sp>
      <p:pic>
        <p:nvPicPr>
          <p:cNvPr id="3960" name="Google Shape;3960;p119"/>
          <p:cNvPicPr preferRelativeResize="0"/>
          <p:nvPr/>
        </p:nvPicPr>
        <p:blipFill>
          <a:blip r:embed="rId17">
            <a:alphaModFix/>
          </a:blip>
          <a:stretch>
            <a:fillRect/>
          </a:stretch>
        </p:blipFill>
        <p:spPr>
          <a:xfrm>
            <a:off x="171400" y="4634601"/>
            <a:ext cx="1325299" cy="39788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4" name="Shape 3964"/>
        <p:cNvGrpSpPr/>
        <p:nvPr/>
      </p:nvGrpSpPr>
      <p:grpSpPr>
        <a:xfrm>
          <a:off x="0" y="0"/>
          <a:ext cx="0" cy="0"/>
          <a:chOff x="0" y="0"/>
          <a:chExt cx="0" cy="0"/>
        </a:xfrm>
      </p:grpSpPr>
      <p:sp>
        <p:nvSpPr>
          <p:cNvPr id="3965" name="Google Shape;3965;p120"/>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Testing Library - screen</a:t>
            </a:r>
            <a:endParaRPr/>
          </a:p>
        </p:txBody>
      </p:sp>
      <p:sp>
        <p:nvSpPr>
          <p:cNvPr id="3966" name="Google Shape;3966;p1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967" name="Google Shape;3967;p120"/>
          <p:cNvSpPr txBox="1"/>
          <p:nvPr/>
        </p:nvSpPr>
        <p:spPr>
          <a:xfrm>
            <a:off x="3442725" y="1202575"/>
            <a:ext cx="5422800" cy="24858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s" sz="1300">
                <a:solidFill>
                  <a:srgbClr val="AF00DB"/>
                </a:solidFill>
                <a:highlight>
                  <a:srgbClr val="FFFFFF"/>
                </a:highlight>
                <a:latin typeface="Consolas"/>
                <a:ea typeface="Consolas"/>
                <a:cs typeface="Consolas"/>
                <a:sym typeface="Consolas"/>
              </a:rPr>
              <a:t>import</a:t>
            </a:r>
            <a:r>
              <a:rPr lang="es" sz="1300">
                <a:solidFill>
                  <a:srgbClr val="3B3B3B"/>
                </a:solidFill>
                <a:highlight>
                  <a:srgbClr val="FFFFFF"/>
                </a:highlight>
                <a:latin typeface="Consolas"/>
                <a:ea typeface="Consolas"/>
                <a:cs typeface="Consolas"/>
                <a:sym typeface="Consolas"/>
              </a:rPr>
              <a:t> { </a:t>
            </a:r>
            <a:r>
              <a:rPr lang="es" sz="1300">
                <a:solidFill>
                  <a:srgbClr val="001080"/>
                </a:solidFill>
                <a:highlight>
                  <a:srgbClr val="FFFFFF"/>
                </a:highlight>
                <a:latin typeface="Consolas"/>
                <a:ea typeface="Consolas"/>
                <a:cs typeface="Consolas"/>
                <a:sym typeface="Consolas"/>
              </a:rPr>
              <a:t>render</a:t>
            </a:r>
            <a:r>
              <a:rPr lang="es" sz="1300">
                <a:solidFill>
                  <a:srgbClr val="3B3B3B"/>
                </a:solidFill>
                <a:highlight>
                  <a:srgbClr val="FFFFFF"/>
                </a:highlight>
                <a:latin typeface="Consolas"/>
                <a:ea typeface="Consolas"/>
                <a:cs typeface="Consolas"/>
                <a:sym typeface="Consolas"/>
              </a:rPr>
              <a:t>, </a:t>
            </a:r>
            <a:r>
              <a:rPr lang="es" sz="1300">
                <a:solidFill>
                  <a:srgbClr val="001080"/>
                </a:solidFill>
                <a:highlight>
                  <a:srgbClr val="FFFFFF"/>
                </a:highlight>
                <a:latin typeface="Consolas"/>
                <a:ea typeface="Consolas"/>
                <a:cs typeface="Consolas"/>
                <a:sym typeface="Consolas"/>
              </a:rPr>
              <a:t>screen</a:t>
            </a:r>
            <a:r>
              <a:rPr lang="es" sz="1300">
                <a:solidFill>
                  <a:srgbClr val="3B3B3B"/>
                </a:solidFill>
                <a:highlight>
                  <a:srgbClr val="FFFFFF"/>
                </a:highlight>
                <a:latin typeface="Consolas"/>
                <a:ea typeface="Consolas"/>
                <a:cs typeface="Consolas"/>
                <a:sym typeface="Consolas"/>
              </a:rPr>
              <a:t> } </a:t>
            </a:r>
            <a:r>
              <a:rPr lang="es" sz="1300">
                <a:solidFill>
                  <a:srgbClr val="AF00DB"/>
                </a:solidFill>
                <a:highlight>
                  <a:srgbClr val="FFFFFF"/>
                </a:highlight>
                <a:latin typeface="Consolas"/>
                <a:ea typeface="Consolas"/>
                <a:cs typeface="Consolas"/>
                <a:sym typeface="Consolas"/>
              </a:rPr>
              <a:t>from</a:t>
            </a:r>
            <a:r>
              <a:rPr lang="es" sz="1300">
                <a:solidFill>
                  <a:srgbClr val="3B3B3B"/>
                </a:solidFill>
                <a:highlight>
                  <a:srgbClr val="FFFFFF"/>
                </a:highlight>
                <a:latin typeface="Consolas"/>
                <a:ea typeface="Consolas"/>
                <a:cs typeface="Consolas"/>
                <a:sym typeface="Consolas"/>
              </a:rPr>
              <a:t> </a:t>
            </a:r>
            <a:r>
              <a:rPr lang="es" sz="1300">
                <a:solidFill>
                  <a:srgbClr val="A31515"/>
                </a:solidFill>
                <a:highlight>
                  <a:srgbClr val="FFFFFF"/>
                </a:highlight>
                <a:latin typeface="Consolas"/>
                <a:ea typeface="Consolas"/>
                <a:cs typeface="Consolas"/>
                <a:sym typeface="Consolas"/>
              </a:rPr>
              <a:t>'@testing-library/react'</a:t>
            </a:r>
            <a:r>
              <a:rPr lang="es" sz="1300">
                <a:solidFill>
                  <a:srgbClr val="3B3B3B"/>
                </a:solidFill>
                <a:highlight>
                  <a:srgbClr val="FFFFFF"/>
                </a:highlight>
                <a:latin typeface="Consolas"/>
                <a:ea typeface="Consolas"/>
                <a:cs typeface="Consolas"/>
                <a:sym typeface="Consolas"/>
              </a:rPr>
              <a:t>;</a:t>
            </a:r>
            <a:endParaRPr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300">
                <a:solidFill>
                  <a:srgbClr val="AF00DB"/>
                </a:solidFill>
                <a:highlight>
                  <a:srgbClr val="FFFFFF"/>
                </a:highlight>
                <a:latin typeface="Consolas"/>
                <a:ea typeface="Consolas"/>
                <a:cs typeface="Consolas"/>
                <a:sym typeface="Consolas"/>
              </a:rPr>
              <a:t>import</a:t>
            </a:r>
            <a:r>
              <a:rPr lang="es" sz="1300">
                <a:solidFill>
                  <a:srgbClr val="3B3B3B"/>
                </a:solidFill>
                <a:highlight>
                  <a:srgbClr val="FFFFFF"/>
                </a:highlight>
                <a:latin typeface="Consolas"/>
                <a:ea typeface="Consolas"/>
                <a:cs typeface="Consolas"/>
                <a:sym typeface="Consolas"/>
              </a:rPr>
              <a:t> </a:t>
            </a:r>
            <a:r>
              <a:rPr lang="es" sz="1300">
                <a:solidFill>
                  <a:srgbClr val="001080"/>
                </a:solidFill>
                <a:highlight>
                  <a:srgbClr val="FFFFFF"/>
                </a:highlight>
                <a:latin typeface="Consolas"/>
                <a:ea typeface="Consolas"/>
                <a:cs typeface="Consolas"/>
                <a:sym typeface="Consolas"/>
              </a:rPr>
              <a:t>App</a:t>
            </a:r>
            <a:r>
              <a:rPr lang="es" sz="1300">
                <a:solidFill>
                  <a:srgbClr val="3B3B3B"/>
                </a:solidFill>
                <a:highlight>
                  <a:srgbClr val="FFFFFF"/>
                </a:highlight>
                <a:latin typeface="Consolas"/>
                <a:ea typeface="Consolas"/>
                <a:cs typeface="Consolas"/>
                <a:sym typeface="Consolas"/>
              </a:rPr>
              <a:t> </a:t>
            </a:r>
            <a:r>
              <a:rPr lang="es" sz="1300">
                <a:solidFill>
                  <a:srgbClr val="AF00DB"/>
                </a:solidFill>
                <a:highlight>
                  <a:srgbClr val="FFFFFF"/>
                </a:highlight>
                <a:latin typeface="Consolas"/>
                <a:ea typeface="Consolas"/>
                <a:cs typeface="Consolas"/>
                <a:sym typeface="Consolas"/>
              </a:rPr>
              <a:t>from</a:t>
            </a:r>
            <a:r>
              <a:rPr lang="es" sz="1300">
                <a:solidFill>
                  <a:srgbClr val="3B3B3B"/>
                </a:solidFill>
                <a:highlight>
                  <a:srgbClr val="FFFFFF"/>
                </a:highlight>
                <a:latin typeface="Consolas"/>
                <a:ea typeface="Consolas"/>
                <a:cs typeface="Consolas"/>
                <a:sym typeface="Consolas"/>
              </a:rPr>
              <a:t> </a:t>
            </a:r>
            <a:r>
              <a:rPr lang="es" sz="1300">
                <a:solidFill>
                  <a:srgbClr val="A31515"/>
                </a:solidFill>
                <a:highlight>
                  <a:srgbClr val="FFFFFF"/>
                </a:highlight>
                <a:latin typeface="Consolas"/>
                <a:ea typeface="Consolas"/>
                <a:cs typeface="Consolas"/>
                <a:sym typeface="Consolas"/>
              </a:rPr>
              <a:t>'./App'</a:t>
            </a:r>
            <a:r>
              <a:rPr lang="es" sz="1300">
                <a:solidFill>
                  <a:srgbClr val="3B3B3B"/>
                </a:solidFill>
                <a:highlight>
                  <a:srgbClr val="FFFFFF"/>
                </a:highlight>
                <a:latin typeface="Consolas"/>
                <a:ea typeface="Consolas"/>
                <a:cs typeface="Consolas"/>
                <a:sym typeface="Consolas"/>
              </a:rPr>
              <a:t>;</a:t>
            </a:r>
            <a:endParaRPr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300">
                <a:solidFill>
                  <a:srgbClr val="795E26"/>
                </a:solidFill>
                <a:highlight>
                  <a:srgbClr val="FFFFFF"/>
                </a:highlight>
                <a:latin typeface="Consolas"/>
                <a:ea typeface="Consolas"/>
                <a:cs typeface="Consolas"/>
                <a:sym typeface="Consolas"/>
              </a:rPr>
              <a:t>test</a:t>
            </a:r>
            <a:r>
              <a:rPr lang="es" sz="1300">
                <a:solidFill>
                  <a:srgbClr val="3B3B3B"/>
                </a:solidFill>
                <a:highlight>
                  <a:srgbClr val="FFFFFF"/>
                </a:highlight>
                <a:latin typeface="Consolas"/>
                <a:ea typeface="Consolas"/>
                <a:cs typeface="Consolas"/>
                <a:sym typeface="Consolas"/>
              </a:rPr>
              <a:t>(</a:t>
            </a:r>
            <a:r>
              <a:rPr lang="es" sz="1300">
                <a:solidFill>
                  <a:srgbClr val="A31515"/>
                </a:solidFill>
                <a:highlight>
                  <a:srgbClr val="FFFFFF"/>
                </a:highlight>
                <a:latin typeface="Consolas"/>
                <a:ea typeface="Consolas"/>
                <a:cs typeface="Consolas"/>
                <a:sym typeface="Consolas"/>
              </a:rPr>
              <a:t>'renders learn react link'</a:t>
            </a:r>
            <a:r>
              <a:rPr lang="es" sz="1300">
                <a:solidFill>
                  <a:srgbClr val="3B3B3B"/>
                </a:solidFill>
                <a:highlight>
                  <a:srgbClr val="FFFFFF"/>
                </a:highlight>
                <a:latin typeface="Consolas"/>
                <a:ea typeface="Consolas"/>
                <a:cs typeface="Consolas"/>
                <a:sym typeface="Consolas"/>
              </a:rPr>
              <a:t>, () </a:t>
            </a:r>
            <a:r>
              <a:rPr lang="es" sz="1300">
                <a:solidFill>
                  <a:srgbClr val="0000FF"/>
                </a:solidFill>
                <a:highlight>
                  <a:srgbClr val="FFFFFF"/>
                </a:highlight>
                <a:latin typeface="Consolas"/>
                <a:ea typeface="Consolas"/>
                <a:cs typeface="Consolas"/>
                <a:sym typeface="Consolas"/>
              </a:rPr>
              <a:t>=&gt;</a:t>
            </a:r>
            <a:r>
              <a:rPr lang="es" sz="1300">
                <a:solidFill>
                  <a:srgbClr val="3B3B3B"/>
                </a:solidFill>
                <a:highlight>
                  <a:srgbClr val="FFFFFF"/>
                </a:highlight>
                <a:latin typeface="Consolas"/>
                <a:ea typeface="Consolas"/>
                <a:cs typeface="Consolas"/>
                <a:sym typeface="Consolas"/>
              </a:rPr>
              <a:t> {</a:t>
            </a:r>
            <a:endParaRPr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300">
                <a:solidFill>
                  <a:srgbClr val="3B3B3B"/>
                </a:solidFill>
                <a:highlight>
                  <a:srgbClr val="FFFFFF"/>
                </a:highlight>
                <a:latin typeface="Consolas"/>
                <a:ea typeface="Consolas"/>
                <a:cs typeface="Consolas"/>
                <a:sym typeface="Consolas"/>
              </a:rPr>
              <a:t> </a:t>
            </a:r>
            <a:r>
              <a:rPr lang="es" sz="1300">
                <a:solidFill>
                  <a:srgbClr val="795E26"/>
                </a:solidFill>
                <a:highlight>
                  <a:srgbClr val="FFFFFF"/>
                </a:highlight>
                <a:latin typeface="Consolas"/>
                <a:ea typeface="Consolas"/>
                <a:cs typeface="Consolas"/>
                <a:sym typeface="Consolas"/>
              </a:rPr>
              <a:t>render</a:t>
            </a:r>
            <a:r>
              <a:rPr lang="es" sz="1300">
                <a:solidFill>
                  <a:srgbClr val="3B3B3B"/>
                </a:solidFill>
                <a:highlight>
                  <a:srgbClr val="FFFFFF"/>
                </a:highlight>
                <a:latin typeface="Consolas"/>
                <a:ea typeface="Consolas"/>
                <a:cs typeface="Consolas"/>
                <a:sym typeface="Consolas"/>
              </a:rPr>
              <a:t>(&lt;</a:t>
            </a:r>
            <a:r>
              <a:rPr lang="es" sz="1300">
                <a:solidFill>
                  <a:srgbClr val="267F99"/>
                </a:solidFill>
                <a:highlight>
                  <a:srgbClr val="FFFFFF"/>
                </a:highlight>
                <a:latin typeface="Consolas"/>
                <a:ea typeface="Consolas"/>
                <a:cs typeface="Consolas"/>
                <a:sym typeface="Consolas"/>
              </a:rPr>
              <a:t>App</a:t>
            </a:r>
            <a:r>
              <a:rPr lang="es" sz="1300">
                <a:solidFill>
                  <a:srgbClr val="3B3B3B"/>
                </a:solidFill>
                <a:highlight>
                  <a:srgbClr val="FFFFFF"/>
                </a:highlight>
                <a:latin typeface="Consolas"/>
                <a:ea typeface="Consolas"/>
                <a:cs typeface="Consolas"/>
                <a:sym typeface="Consolas"/>
              </a:rPr>
              <a:t> /&gt;);</a:t>
            </a:r>
            <a:endParaRPr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300">
                <a:solidFill>
                  <a:srgbClr val="3B3B3B"/>
                </a:solidFill>
                <a:highlight>
                  <a:srgbClr val="FFFFFF"/>
                </a:highlight>
                <a:latin typeface="Consolas"/>
                <a:ea typeface="Consolas"/>
                <a:cs typeface="Consolas"/>
                <a:sym typeface="Consolas"/>
              </a:rPr>
              <a:t> </a:t>
            </a:r>
            <a:r>
              <a:rPr lang="es" sz="1300">
                <a:solidFill>
                  <a:srgbClr val="0000FF"/>
                </a:solidFill>
                <a:highlight>
                  <a:srgbClr val="FFFFFF"/>
                </a:highlight>
                <a:latin typeface="Consolas"/>
                <a:ea typeface="Consolas"/>
                <a:cs typeface="Consolas"/>
                <a:sym typeface="Consolas"/>
              </a:rPr>
              <a:t>const</a:t>
            </a:r>
            <a:r>
              <a:rPr lang="es" sz="1300">
                <a:solidFill>
                  <a:srgbClr val="3B3B3B"/>
                </a:solidFill>
                <a:highlight>
                  <a:srgbClr val="FFFFFF"/>
                </a:highlight>
                <a:latin typeface="Consolas"/>
                <a:ea typeface="Consolas"/>
                <a:cs typeface="Consolas"/>
                <a:sym typeface="Consolas"/>
              </a:rPr>
              <a:t> </a:t>
            </a:r>
            <a:r>
              <a:rPr lang="es" sz="1300">
                <a:solidFill>
                  <a:srgbClr val="0070C1"/>
                </a:solidFill>
                <a:highlight>
                  <a:srgbClr val="FFFFFF"/>
                </a:highlight>
                <a:latin typeface="Consolas"/>
                <a:ea typeface="Consolas"/>
                <a:cs typeface="Consolas"/>
                <a:sym typeface="Consolas"/>
              </a:rPr>
              <a:t>linkElement</a:t>
            </a:r>
            <a:r>
              <a:rPr lang="es" sz="1300">
                <a:solidFill>
                  <a:srgbClr val="3B3B3B"/>
                </a:solidFill>
                <a:highlight>
                  <a:srgbClr val="FFFFFF"/>
                </a:highlight>
                <a:latin typeface="Consolas"/>
                <a:ea typeface="Consolas"/>
                <a:cs typeface="Consolas"/>
                <a:sym typeface="Consolas"/>
              </a:rPr>
              <a:t> </a:t>
            </a:r>
            <a:r>
              <a:rPr lang="es" sz="1300">
                <a:solidFill>
                  <a:schemeClr val="dk1"/>
                </a:solidFill>
                <a:highlight>
                  <a:srgbClr val="FFFFFF"/>
                </a:highlight>
                <a:latin typeface="Consolas"/>
                <a:ea typeface="Consolas"/>
                <a:cs typeface="Consolas"/>
                <a:sym typeface="Consolas"/>
              </a:rPr>
              <a:t>=</a:t>
            </a:r>
            <a:r>
              <a:rPr b="1" lang="es" sz="1300">
                <a:solidFill>
                  <a:srgbClr val="3B3B3B"/>
                </a:solidFill>
                <a:highlight>
                  <a:srgbClr val="FFFFFF"/>
                </a:highlight>
                <a:latin typeface="Consolas"/>
                <a:ea typeface="Consolas"/>
                <a:cs typeface="Consolas"/>
                <a:sym typeface="Consolas"/>
              </a:rPr>
              <a:t> </a:t>
            </a:r>
            <a:r>
              <a:rPr b="1" lang="es" sz="1300">
                <a:solidFill>
                  <a:srgbClr val="001080"/>
                </a:solidFill>
                <a:highlight>
                  <a:srgbClr val="FFFFFF"/>
                </a:highlight>
                <a:latin typeface="Consolas"/>
                <a:ea typeface="Consolas"/>
                <a:cs typeface="Consolas"/>
                <a:sym typeface="Consolas"/>
              </a:rPr>
              <a:t>screen</a:t>
            </a:r>
            <a:r>
              <a:rPr b="1" lang="es" sz="1300">
                <a:solidFill>
                  <a:srgbClr val="3B3B3B"/>
                </a:solidFill>
                <a:highlight>
                  <a:srgbClr val="FFFFFF"/>
                </a:highlight>
                <a:latin typeface="Consolas"/>
                <a:ea typeface="Consolas"/>
                <a:cs typeface="Consolas"/>
                <a:sym typeface="Consolas"/>
              </a:rPr>
              <a:t>.</a:t>
            </a:r>
            <a:r>
              <a:rPr b="1" lang="es" sz="1300">
                <a:solidFill>
                  <a:srgbClr val="795E26"/>
                </a:solidFill>
                <a:highlight>
                  <a:srgbClr val="FFFFFF"/>
                </a:highlight>
                <a:latin typeface="Consolas"/>
                <a:ea typeface="Consolas"/>
                <a:cs typeface="Consolas"/>
                <a:sym typeface="Consolas"/>
              </a:rPr>
              <a:t>getByText</a:t>
            </a:r>
            <a:r>
              <a:rPr b="1" lang="es" sz="1300">
                <a:solidFill>
                  <a:srgbClr val="3B3B3B"/>
                </a:solidFill>
                <a:highlight>
                  <a:srgbClr val="FFFFFF"/>
                </a:highlight>
                <a:latin typeface="Consolas"/>
                <a:ea typeface="Consolas"/>
                <a:cs typeface="Consolas"/>
                <a:sym typeface="Consolas"/>
              </a:rPr>
              <a:t>(</a:t>
            </a:r>
            <a:r>
              <a:rPr b="1" lang="es" sz="1300">
                <a:solidFill>
                  <a:srgbClr val="811F3F"/>
                </a:solidFill>
                <a:highlight>
                  <a:srgbClr val="FFFFFF"/>
                </a:highlight>
                <a:latin typeface="Consolas"/>
                <a:ea typeface="Consolas"/>
                <a:cs typeface="Consolas"/>
                <a:sym typeface="Consolas"/>
              </a:rPr>
              <a:t>/learn react/</a:t>
            </a:r>
            <a:r>
              <a:rPr b="1" lang="es" sz="1300">
                <a:solidFill>
                  <a:srgbClr val="0000FF"/>
                </a:solidFill>
                <a:highlight>
                  <a:srgbClr val="FFFFFF"/>
                </a:highlight>
                <a:latin typeface="Consolas"/>
                <a:ea typeface="Consolas"/>
                <a:cs typeface="Consolas"/>
                <a:sym typeface="Consolas"/>
              </a:rPr>
              <a:t>i</a:t>
            </a:r>
            <a:r>
              <a:rPr b="1" lang="es" sz="1300">
                <a:solidFill>
                  <a:srgbClr val="3B3B3B"/>
                </a:solidFill>
                <a:highlight>
                  <a:srgbClr val="FFFFFF"/>
                </a:highlight>
                <a:latin typeface="Consolas"/>
                <a:ea typeface="Consolas"/>
                <a:cs typeface="Consolas"/>
                <a:sym typeface="Consolas"/>
              </a:rPr>
              <a:t>);</a:t>
            </a:r>
            <a:endParaRPr b="1"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300">
                <a:solidFill>
                  <a:srgbClr val="3B3B3B"/>
                </a:solidFill>
                <a:highlight>
                  <a:srgbClr val="FFFFFF"/>
                </a:highlight>
                <a:latin typeface="Consolas"/>
                <a:ea typeface="Consolas"/>
                <a:cs typeface="Consolas"/>
                <a:sym typeface="Consolas"/>
              </a:rPr>
              <a:t> </a:t>
            </a:r>
            <a:r>
              <a:rPr b="1" lang="es" sz="1300">
                <a:solidFill>
                  <a:srgbClr val="795E26"/>
                </a:solidFill>
                <a:highlight>
                  <a:srgbClr val="FFFFFF"/>
                </a:highlight>
                <a:latin typeface="Consolas"/>
                <a:ea typeface="Consolas"/>
                <a:cs typeface="Consolas"/>
                <a:sym typeface="Consolas"/>
              </a:rPr>
              <a:t>expect</a:t>
            </a:r>
            <a:r>
              <a:rPr b="1" lang="es" sz="1300">
                <a:solidFill>
                  <a:srgbClr val="3B3B3B"/>
                </a:solidFill>
                <a:highlight>
                  <a:srgbClr val="FFFFFF"/>
                </a:highlight>
                <a:latin typeface="Consolas"/>
                <a:ea typeface="Consolas"/>
                <a:cs typeface="Consolas"/>
                <a:sym typeface="Consolas"/>
              </a:rPr>
              <a:t>(</a:t>
            </a:r>
            <a:r>
              <a:rPr b="1" lang="es" sz="1300">
                <a:solidFill>
                  <a:srgbClr val="0070C1"/>
                </a:solidFill>
                <a:highlight>
                  <a:srgbClr val="FFFFFF"/>
                </a:highlight>
                <a:latin typeface="Consolas"/>
                <a:ea typeface="Consolas"/>
                <a:cs typeface="Consolas"/>
                <a:sym typeface="Consolas"/>
              </a:rPr>
              <a:t>linkElement</a:t>
            </a:r>
            <a:r>
              <a:rPr b="1" lang="es" sz="1300">
                <a:solidFill>
                  <a:srgbClr val="3B3B3B"/>
                </a:solidFill>
                <a:highlight>
                  <a:srgbClr val="FFFFFF"/>
                </a:highlight>
                <a:latin typeface="Consolas"/>
                <a:ea typeface="Consolas"/>
                <a:cs typeface="Consolas"/>
                <a:sym typeface="Consolas"/>
              </a:rPr>
              <a:t>).</a:t>
            </a:r>
            <a:r>
              <a:rPr b="1" lang="es" sz="1300">
                <a:solidFill>
                  <a:srgbClr val="795E26"/>
                </a:solidFill>
                <a:highlight>
                  <a:srgbClr val="FFFFFF"/>
                </a:highlight>
                <a:latin typeface="Consolas"/>
                <a:ea typeface="Consolas"/>
                <a:cs typeface="Consolas"/>
                <a:sym typeface="Consolas"/>
              </a:rPr>
              <a:t>toBeInTheDocument</a:t>
            </a:r>
            <a:r>
              <a:rPr b="1" lang="es" sz="1300">
                <a:solidFill>
                  <a:srgbClr val="3B3B3B"/>
                </a:solidFill>
                <a:highlight>
                  <a:srgbClr val="FFFFFF"/>
                </a:highlight>
                <a:latin typeface="Consolas"/>
                <a:ea typeface="Consolas"/>
                <a:cs typeface="Consolas"/>
                <a:sym typeface="Consolas"/>
              </a:rPr>
              <a:t>();</a:t>
            </a:r>
            <a:endParaRPr b="1" sz="13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300">
                <a:solidFill>
                  <a:srgbClr val="3B3B3B"/>
                </a:solidFill>
                <a:highlight>
                  <a:srgbClr val="FFFFFF"/>
                </a:highlight>
                <a:latin typeface="Consolas"/>
                <a:ea typeface="Consolas"/>
                <a:cs typeface="Consolas"/>
                <a:sym typeface="Consolas"/>
              </a:rPr>
              <a:t>});</a:t>
            </a:r>
            <a:endParaRPr sz="1300">
              <a:solidFill>
                <a:srgbClr val="3B3B3B"/>
              </a:solidFill>
              <a:highlight>
                <a:srgbClr val="FFFFFF"/>
              </a:highlight>
              <a:latin typeface="Consolas"/>
              <a:ea typeface="Consolas"/>
              <a:cs typeface="Consolas"/>
              <a:sym typeface="Consolas"/>
            </a:endParaRPr>
          </a:p>
        </p:txBody>
      </p:sp>
      <p:sp>
        <p:nvSpPr>
          <p:cNvPr id="3968" name="Google Shape;3968;p120"/>
          <p:cNvSpPr txBox="1"/>
          <p:nvPr/>
        </p:nvSpPr>
        <p:spPr>
          <a:xfrm>
            <a:off x="201725" y="1036025"/>
            <a:ext cx="3126000" cy="3147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s" sz="1100">
                <a:solidFill>
                  <a:srgbClr val="800000"/>
                </a:solidFill>
                <a:highlight>
                  <a:srgbClr val="FFFFFF"/>
                </a:highlight>
                <a:latin typeface="Consolas"/>
                <a:ea typeface="Consolas"/>
                <a:cs typeface="Consolas"/>
                <a:sym typeface="Consolas"/>
              </a:rPr>
              <a:t>&lt;body&gt;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a:t>
            </a:r>
            <a:r>
              <a:rPr lang="es" sz="1100">
                <a:solidFill>
                  <a:srgbClr val="3B3B3B"/>
                </a:solidFill>
                <a:highlight>
                  <a:srgbClr val="FFFFFF"/>
                </a:highlight>
                <a:latin typeface="Consolas"/>
                <a:ea typeface="Consolas"/>
                <a:cs typeface="Consolas"/>
                <a:sym typeface="Consolas"/>
              </a:rPr>
              <a:t> </a:t>
            </a:r>
            <a:r>
              <a:rPr lang="es" sz="1100">
                <a:solidFill>
                  <a:srgbClr val="E50000"/>
                </a:solidFill>
                <a:highlight>
                  <a:srgbClr val="FFFFFF"/>
                </a:highlight>
                <a:latin typeface="Consolas"/>
                <a:ea typeface="Consolas"/>
                <a:cs typeface="Consolas"/>
                <a:sym typeface="Consolas"/>
              </a:rPr>
              <a:t>class</a:t>
            </a:r>
            <a:r>
              <a:rPr lang="es" sz="1100">
                <a:solidFill>
                  <a:srgbClr val="3B3B3B"/>
                </a:solidFill>
                <a:highlight>
                  <a:srgbClr val="FFFFFF"/>
                </a:highlight>
                <a:latin typeface="Consolas"/>
                <a:ea typeface="Consolas"/>
                <a:cs typeface="Consolas"/>
                <a:sym typeface="Consolas"/>
              </a:rPr>
              <a:t>=</a:t>
            </a:r>
            <a:r>
              <a:rPr lang="es" sz="1100">
                <a:solidFill>
                  <a:srgbClr val="0000FF"/>
                </a:solidFill>
                <a:highlight>
                  <a:srgbClr val="FFFFFF"/>
                </a:highlight>
                <a:latin typeface="Consolas"/>
                <a:ea typeface="Consolas"/>
                <a:cs typeface="Consolas"/>
                <a:sym typeface="Consolas"/>
              </a:rPr>
              <a:t>"App"</a:t>
            </a:r>
            <a:r>
              <a:rPr lang="es" sz="1100">
                <a:solidFill>
                  <a:srgbClr val="800000"/>
                </a:solidFill>
                <a:highlight>
                  <a:srgbClr val="FFFFFF"/>
                </a:highlight>
                <a:latin typeface="Consolas"/>
                <a:ea typeface="Consolas"/>
                <a:cs typeface="Consolas"/>
                <a:sym typeface="Consolas"/>
              </a:rPr>
              <a:t>&gt;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&lt;header</a:t>
            </a:r>
            <a:r>
              <a:rPr lang="es" sz="1100">
                <a:solidFill>
                  <a:srgbClr val="3B3B3B"/>
                </a:solidFill>
                <a:highlight>
                  <a:srgbClr val="FFFFFF"/>
                </a:highlight>
                <a:latin typeface="Consolas"/>
                <a:ea typeface="Consolas"/>
                <a:cs typeface="Consolas"/>
                <a:sym typeface="Consolas"/>
              </a:rPr>
              <a:t> </a:t>
            </a:r>
            <a:r>
              <a:rPr lang="es" sz="1100">
                <a:solidFill>
                  <a:srgbClr val="E50000"/>
                </a:solidFill>
                <a:highlight>
                  <a:srgbClr val="FFFFFF"/>
                </a:highlight>
                <a:latin typeface="Consolas"/>
                <a:ea typeface="Consolas"/>
                <a:cs typeface="Consolas"/>
                <a:sym typeface="Consolas"/>
              </a:rPr>
              <a:t>class</a:t>
            </a:r>
            <a:r>
              <a:rPr lang="es" sz="1100">
                <a:solidFill>
                  <a:srgbClr val="3B3B3B"/>
                </a:solidFill>
                <a:highlight>
                  <a:srgbClr val="FFFFFF"/>
                </a:highlight>
                <a:latin typeface="Consolas"/>
                <a:ea typeface="Consolas"/>
                <a:cs typeface="Consolas"/>
                <a:sym typeface="Consolas"/>
              </a:rPr>
              <a:t>=</a:t>
            </a:r>
            <a:r>
              <a:rPr lang="es" sz="1100">
                <a:solidFill>
                  <a:srgbClr val="0000FF"/>
                </a:solidFill>
                <a:highlight>
                  <a:srgbClr val="FFFFFF"/>
                </a:highlight>
                <a:latin typeface="Consolas"/>
                <a:ea typeface="Consolas"/>
                <a:cs typeface="Consolas"/>
                <a:sym typeface="Consolas"/>
              </a:rPr>
              <a:t>"App-header"</a:t>
            </a:r>
            <a:r>
              <a:rPr lang="es" sz="1100">
                <a:solidFill>
                  <a:srgbClr val="800000"/>
                </a:solidFill>
                <a:highlight>
                  <a:srgbClr val="FFFFFF"/>
                </a:highlight>
                <a:latin typeface="Consolas"/>
                <a:ea typeface="Consolas"/>
                <a:cs typeface="Consolas"/>
                <a:sym typeface="Consolas"/>
              </a:rPr>
              <a:t>&gt;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&lt;img</a:t>
            </a: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&lt;p&gt;</a:t>
            </a:r>
            <a:endParaRPr sz="1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&lt;/p&gt;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b="1" lang="es" sz="1100">
                <a:solidFill>
                  <a:srgbClr val="800000"/>
                </a:solidFill>
                <a:highlight>
                  <a:srgbClr val="FFFFFF"/>
                </a:highlight>
                <a:latin typeface="Consolas"/>
                <a:ea typeface="Consolas"/>
                <a:cs typeface="Consolas"/>
                <a:sym typeface="Consolas"/>
              </a:rPr>
              <a:t>&lt;a&gt; </a:t>
            </a:r>
            <a:r>
              <a:rPr b="1" lang="es" sz="1100">
                <a:solidFill>
                  <a:srgbClr val="3B3B3B"/>
                </a:solidFill>
                <a:highlight>
                  <a:srgbClr val="FFFFFF"/>
                </a:highlight>
                <a:latin typeface="Consolas"/>
                <a:ea typeface="Consolas"/>
                <a:cs typeface="Consolas"/>
                <a:sym typeface="Consolas"/>
              </a:rPr>
              <a:t>Learn React </a:t>
            </a:r>
            <a:r>
              <a:rPr b="1" lang="es" sz="1100">
                <a:solidFill>
                  <a:srgbClr val="800000"/>
                </a:solidFill>
                <a:highlight>
                  <a:srgbClr val="FFFFFF"/>
                </a:highlight>
                <a:latin typeface="Consolas"/>
                <a:ea typeface="Consolas"/>
                <a:cs typeface="Consolas"/>
                <a:sym typeface="Consolas"/>
              </a:rPr>
              <a:t>&lt;/a&gt;</a:t>
            </a:r>
            <a:endParaRPr b="1"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&lt;/header&gt;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3B3B3B"/>
                </a:solidFill>
                <a:highlight>
                  <a:srgbClr val="FFFFFF"/>
                </a:highlight>
                <a:latin typeface="Consolas"/>
                <a:ea typeface="Consolas"/>
                <a:cs typeface="Consolas"/>
                <a:sym typeface="Consolas"/>
              </a:rPr>
              <a:t> </a:t>
            </a:r>
            <a:r>
              <a:rPr lang="es" sz="1100">
                <a:solidFill>
                  <a:srgbClr val="800000"/>
                </a:solidFill>
                <a:highlight>
                  <a:srgbClr val="FFFFFF"/>
                </a:highlight>
                <a:latin typeface="Consolas"/>
                <a:ea typeface="Consolas"/>
                <a:cs typeface="Consolas"/>
                <a:sym typeface="Consolas"/>
              </a:rPr>
              <a:t>&lt;/div&gt;</a:t>
            </a:r>
            <a:endParaRPr sz="1100">
              <a:solidFill>
                <a:srgbClr val="800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100">
                <a:solidFill>
                  <a:srgbClr val="800000"/>
                </a:solidFill>
                <a:highlight>
                  <a:srgbClr val="FFFFFF"/>
                </a:highlight>
                <a:latin typeface="Consolas"/>
                <a:ea typeface="Consolas"/>
                <a:cs typeface="Consolas"/>
                <a:sym typeface="Consolas"/>
              </a:rPr>
              <a:t>&lt;/body&gt;</a:t>
            </a:r>
            <a:endParaRPr sz="1100">
              <a:solidFill>
                <a:srgbClr val="800000"/>
              </a:solidFill>
              <a:highlight>
                <a:srgbClr val="FFFFFF"/>
              </a:highlight>
              <a:latin typeface="Consolas"/>
              <a:ea typeface="Consolas"/>
              <a:cs typeface="Consolas"/>
              <a:sym typeface="Consolas"/>
            </a:endParaRPr>
          </a:p>
        </p:txBody>
      </p:sp>
      <p:pic>
        <p:nvPicPr>
          <p:cNvPr id="3969" name="Google Shape;3969;p120"/>
          <p:cNvPicPr preferRelativeResize="0"/>
          <p:nvPr/>
        </p:nvPicPr>
        <p:blipFill>
          <a:blip r:embed="rId3">
            <a:alphaModFix/>
          </a:blip>
          <a:stretch>
            <a:fillRect/>
          </a:stretch>
        </p:blipFill>
        <p:spPr>
          <a:xfrm>
            <a:off x="1077825" y="3395100"/>
            <a:ext cx="1871700" cy="1661725"/>
          </a:xfrm>
          <a:prstGeom prst="rect">
            <a:avLst/>
          </a:prstGeom>
          <a:noFill/>
          <a:ln>
            <a:noFill/>
          </a:ln>
        </p:spPr>
      </p:pic>
      <p:sp>
        <p:nvSpPr>
          <p:cNvPr id="3970" name="Google Shape;3970;p120"/>
          <p:cNvSpPr/>
          <p:nvPr/>
        </p:nvSpPr>
        <p:spPr>
          <a:xfrm>
            <a:off x="3582425" y="2966125"/>
            <a:ext cx="3828900" cy="4848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120"/>
          <p:cNvSpPr txBox="1"/>
          <p:nvPr/>
        </p:nvSpPr>
        <p:spPr>
          <a:xfrm>
            <a:off x="3074250" y="3911475"/>
            <a:ext cx="5946900" cy="8004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2000">
                <a:latin typeface="Inter"/>
                <a:ea typeface="Inter"/>
                <a:cs typeface="Inter"/>
                <a:sym typeface="Inter"/>
              </a:rPr>
              <a:t>jestMatcher verifica si se encuentra dentro del DOM</a:t>
            </a:r>
            <a:endParaRPr sz="2000">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5" name="Shape 3975"/>
        <p:cNvGrpSpPr/>
        <p:nvPr/>
      </p:nvGrpSpPr>
      <p:grpSpPr>
        <a:xfrm>
          <a:off x="0" y="0"/>
          <a:ext cx="0" cy="0"/>
          <a:chOff x="0" y="0"/>
          <a:chExt cx="0" cy="0"/>
        </a:xfrm>
      </p:grpSpPr>
      <p:sp>
        <p:nvSpPr>
          <p:cNvPr id="3976" name="Google Shape;3976;p121"/>
          <p:cNvSpPr/>
          <p:nvPr/>
        </p:nvSpPr>
        <p:spPr>
          <a:xfrm>
            <a:off x="0" y="59700"/>
            <a:ext cx="9144000" cy="3924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77" name="Google Shape;3977;p121"/>
          <p:cNvPicPr preferRelativeResize="0"/>
          <p:nvPr/>
        </p:nvPicPr>
        <p:blipFill>
          <a:blip r:embed="rId3">
            <a:alphaModFix/>
          </a:blip>
          <a:stretch>
            <a:fillRect/>
          </a:stretch>
        </p:blipFill>
        <p:spPr>
          <a:xfrm>
            <a:off x="88400" y="527550"/>
            <a:ext cx="3879824" cy="4484076"/>
          </a:xfrm>
          <a:prstGeom prst="rect">
            <a:avLst/>
          </a:prstGeom>
          <a:noFill/>
          <a:ln>
            <a:noFill/>
          </a:ln>
        </p:spPr>
      </p:pic>
      <p:pic>
        <p:nvPicPr>
          <p:cNvPr id="3978" name="Google Shape;3978;p121"/>
          <p:cNvPicPr preferRelativeResize="0"/>
          <p:nvPr/>
        </p:nvPicPr>
        <p:blipFill>
          <a:blip r:embed="rId4">
            <a:alphaModFix/>
          </a:blip>
          <a:stretch>
            <a:fillRect/>
          </a:stretch>
        </p:blipFill>
        <p:spPr>
          <a:xfrm>
            <a:off x="3968225" y="910250"/>
            <a:ext cx="4500651" cy="3928451"/>
          </a:xfrm>
          <a:prstGeom prst="rect">
            <a:avLst/>
          </a:prstGeom>
          <a:noFill/>
          <a:ln>
            <a:noFill/>
          </a:ln>
        </p:spPr>
      </p:pic>
      <p:sp>
        <p:nvSpPr>
          <p:cNvPr id="3979" name="Google Shape;3979;p121"/>
          <p:cNvSpPr txBox="1"/>
          <p:nvPr/>
        </p:nvSpPr>
        <p:spPr>
          <a:xfrm>
            <a:off x="204148" y="9686"/>
            <a:ext cx="5961000" cy="69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rgbClr val="FFFFFF"/>
                </a:solidFill>
                <a:latin typeface="Calibri"/>
                <a:ea typeface="Calibri"/>
                <a:cs typeface="Calibri"/>
                <a:sym typeface="Calibri"/>
              </a:rPr>
              <a:t>Jest matchers</a:t>
            </a:r>
            <a:endParaRPr sz="1800">
              <a:solidFill>
                <a:srgbClr val="FFFFFF"/>
              </a:solidFill>
              <a:latin typeface="Calibri"/>
              <a:ea typeface="Calibri"/>
              <a:cs typeface="Calibri"/>
              <a:sym typeface="Calibri"/>
            </a:endParaRPr>
          </a:p>
        </p:txBody>
      </p:sp>
      <p:sp>
        <p:nvSpPr>
          <p:cNvPr id="3980" name="Google Shape;3980;p121"/>
          <p:cNvSpPr txBox="1"/>
          <p:nvPr/>
        </p:nvSpPr>
        <p:spPr>
          <a:xfrm>
            <a:off x="6921211" y="84800"/>
            <a:ext cx="2089800" cy="24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u="sng">
                <a:solidFill>
                  <a:srgbClr val="FFFFFF"/>
                </a:solidFill>
                <a:hlinkClick r:id="rId5">
                  <a:extLst>
                    <a:ext uri="{A12FA001-AC4F-418D-AE19-62706E023703}">
                      <ahyp:hlinkClr val="tx"/>
                    </a:ext>
                  </a:extLst>
                </a:hlinkClick>
              </a:rPr>
              <a:t>https://jestjs.io/docs/en/expect</a:t>
            </a:r>
            <a:endParaRPr>
              <a:solidFill>
                <a:srgbClr val="FFFFFF"/>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4" name="Shape 3984"/>
        <p:cNvGrpSpPr/>
        <p:nvPr/>
      </p:nvGrpSpPr>
      <p:grpSpPr>
        <a:xfrm>
          <a:off x="0" y="0"/>
          <a:ext cx="0" cy="0"/>
          <a:chOff x="0" y="0"/>
          <a:chExt cx="0" cy="0"/>
        </a:xfrm>
      </p:grpSpPr>
      <p:sp>
        <p:nvSpPr>
          <p:cNvPr id="3985" name="Google Shape;3985;p122"/>
          <p:cNvSpPr/>
          <p:nvPr/>
        </p:nvSpPr>
        <p:spPr>
          <a:xfrm>
            <a:off x="0" y="0"/>
            <a:ext cx="9144000" cy="4038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122"/>
          <p:cNvSpPr txBox="1"/>
          <p:nvPr/>
        </p:nvSpPr>
        <p:spPr>
          <a:xfrm>
            <a:off x="152398" y="-20698"/>
            <a:ext cx="59610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Calibri"/>
                <a:ea typeface="Calibri"/>
                <a:cs typeface="Calibri"/>
                <a:sym typeface="Calibri"/>
              </a:rPr>
              <a:t>Component testing with React Testing Library</a:t>
            </a:r>
            <a:endParaRPr sz="1600">
              <a:solidFill>
                <a:srgbClr val="FFFFFF"/>
              </a:solidFill>
              <a:latin typeface="Calibri"/>
              <a:ea typeface="Calibri"/>
              <a:cs typeface="Calibri"/>
              <a:sym typeface="Calibri"/>
            </a:endParaRPr>
          </a:p>
        </p:txBody>
      </p:sp>
      <p:pic>
        <p:nvPicPr>
          <p:cNvPr id="3987" name="Google Shape;3987;p122"/>
          <p:cNvPicPr preferRelativeResize="0"/>
          <p:nvPr/>
        </p:nvPicPr>
        <p:blipFill>
          <a:blip r:embed="rId3">
            <a:alphaModFix/>
          </a:blip>
          <a:stretch>
            <a:fillRect/>
          </a:stretch>
        </p:blipFill>
        <p:spPr>
          <a:xfrm>
            <a:off x="152400" y="551302"/>
            <a:ext cx="2885487" cy="4383297"/>
          </a:xfrm>
          <a:prstGeom prst="rect">
            <a:avLst/>
          </a:prstGeom>
          <a:noFill/>
          <a:ln>
            <a:noFill/>
          </a:ln>
        </p:spPr>
      </p:pic>
      <p:pic>
        <p:nvPicPr>
          <p:cNvPr id="3988" name="Google Shape;3988;p122"/>
          <p:cNvPicPr preferRelativeResize="0"/>
          <p:nvPr/>
        </p:nvPicPr>
        <p:blipFill>
          <a:blip r:embed="rId4">
            <a:alphaModFix/>
          </a:blip>
          <a:stretch>
            <a:fillRect/>
          </a:stretch>
        </p:blipFill>
        <p:spPr>
          <a:xfrm>
            <a:off x="4829412" y="607802"/>
            <a:ext cx="2972294" cy="4383299"/>
          </a:xfrm>
          <a:prstGeom prst="rect">
            <a:avLst/>
          </a:prstGeom>
          <a:noFill/>
          <a:ln>
            <a:noFill/>
          </a:ln>
        </p:spPr>
      </p:pic>
      <p:sp>
        <p:nvSpPr>
          <p:cNvPr id="3989" name="Google Shape;3989;p122"/>
          <p:cNvSpPr/>
          <p:nvPr/>
        </p:nvSpPr>
        <p:spPr>
          <a:xfrm>
            <a:off x="726200" y="1167275"/>
            <a:ext cx="3297000" cy="11964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122"/>
          <p:cNvSpPr txBox="1"/>
          <p:nvPr/>
        </p:nvSpPr>
        <p:spPr>
          <a:xfrm>
            <a:off x="2515250" y="1490931"/>
            <a:ext cx="1337700" cy="6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s">
                <a:solidFill>
                  <a:srgbClr val="4A86E8"/>
                </a:solidFill>
              </a:rPr>
              <a:t>Elem or error</a:t>
            </a:r>
            <a:endParaRPr i="1">
              <a:solidFill>
                <a:srgbClr val="4A86E8"/>
              </a:solidFill>
            </a:endParaRPr>
          </a:p>
        </p:txBody>
      </p:sp>
      <p:sp>
        <p:nvSpPr>
          <p:cNvPr id="3991" name="Google Shape;3991;p122"/>
          <p:cNvSpPr/>
          <p:nvPr/>
        </p:nvSpPr>
        <p:spPr>
          <a:xfrm>
            <a:off x="726200" y="2431275"/>
            <a:ext cx="3297000" cy="11013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122"/>
          <p:cNvSpPr txBox="1"/>
          <p:nvPr/>
        </p:nvSpPr>
        <p:spPr>
          <a:xfrm>
            <a:off x="2540250" y="2746331"/>
            <a:ext cx="1337700" cy="6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s">
                <a:solidFill>
                  <a:srgbClr val="4A86E8"/>
                </a:solidFill>
              </a:rPr>
              <a:t>Elem or null</a:t>
            </a:r>
            <a:endParaRPr i="1">
              <a:solidFill>
                <a:srgbClr val="4A86E8"/>
              </a:solidFill>
            </a:endParaRPr>
          </a:p>
        </p:txBody>
      </p:sp>
      <p:sp>
        <p:nvSpPr>
          <p:cNvPr id="3993" name="Google Shape;3993;p122"/>
          <p:cNvSpPr/>
          <p:nvPr/>
        </p:nvSpPr>
        <p:spPr>
          <a:xfrm>
            <a:off x="726200" y="3703875"/>
            <a:ext cx="3297000" cy="10344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122"/>
          <p:cNvSpPr txBox="1"/>
          <p:nvPr/>
        </p:nvSpPr>
        <p:spPr>
          <a:xfrm>
            <a:off x="2598450" y="4049681"/>
            <a:ext cx="1337700" cy="6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s">
                <a:solidFill>
                  <a:srgbClr val="4A86E8"/>
                </a:solidFill>
              </a:rPr>
              <a:t>Promise</a:t>
            </a:r>
            <a:endParaRPr i="1">
              <a:solidFill>
                <a:srgbClr val="4A86E8"/>
              </a:solidFill>
            </a:endParaRPr>
          </a:p>
        </p:txBody>
      </p:sp>
      <p:sp>
        <p:nvSpPr>
          <p:cNvPr id="3995" name="Google Shape;3995;p122"/>
          <p:cNvSpPr txBox="1"/>
          <p:nvPr/>
        </p:nvSpPr>
        <p:spPr>
          <a:xfrm>
            <a:off x="2540250" y="706525"/>
            <a:ext cx="1395900" cy="4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4A86E8"/>
                </a:solidFill>
              </a:rPr>
              <a:t>Return type</a:t>
            </a:r>
            <a:endParaRPr>
              <a:solidFill>
                <a:srgbClr val="4A86E8"/>
              </a:solidFill>
            </a:endParaRPr>
          </a:p>
        </p:txBody>
      </p:sp>
      <p:sp>
        <p:nvSpPr>
          <p:cNvPr id="3996" name="Google Shape;3996;p122"/>
          <p:cNvSpPr txBox="1"/>
          <p:nvPr/>
        </p:nvSpPr>
        <p:spPr>
          <a:xfrm>
            <a:off x="4964525" y="41789"/>
            <a:ext cx="4569000" cy="2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u="sng">
                <a:solidFill>
                  <a:srgbClr val="FFFFFF"/>
                </a:solidFill>
                <a:hlinkClick r:id="rId5">
                  <a:extLst>
                    <a:ext uri="{A12FA001-AC4F-418D-AE19-62706E023703}">
                      <ahyp:hlinkClr val="tx"/>
                    </a:ext>
                  </a:extLst>
                </a:hlinkClick>
              </a:rPr>
              <a:t>https://testing-library.com/docs/dom-testing-library/api-queries</a:t>
            </a:r>
            <a:endParaRPr>
              <a:solidFill>
                <a:srgbClr val="FFFFFF"/>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1"/>
        </a:solidFill>
      </p:bgPr>
    </p:bg>
    <p:spTree>
      <p:nvGrpSpPr>
        <p:cNvPr id="4000" name="Shape 4000"/>
        <p:cNvGrpSpPr/>
        <p:nvPr/>
      </p:nvGrpSpPr>
      <p:grpSpPr>
        <a:xfrm>
          <a:off x="0" y="0"/>
          <a:ext cx="0" cy="0"/>
          <a:chOff x="0" y="0"/>
          <a:chExt cx="0" cy="0"/>
        </a:xfrm>
      </p:grpSpPr>
      <p:sp>
        <p:nvSpPr>
          <p:cNvPr id="4001" name="Google Shape;4001;p123"/>
          <p:cNvSpPr/>
          <p:nvPr/>
        </p:nvSpPr>
        <p:spPr>
          <a:xfrm>
            <a:off x="0" y="0"/>
            <a:ext cx="9144000" cy="4038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123"/>
          <p:cNvSpPr txBox="1"/>
          <p:nvPr/>
        </p:nvSpPr>
        <p:spPr>
          <a:xfrm>
            <a:off x="152398" y="-20698"/>
            <a:ext cx="59610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Calibri"/>
                <a:ea typeface="Calibri"/>
                <a:cs typeface="Calibri"/>
                <a:sym typeface="Calibri"/>
              </a:rPr>
              <a:t>Component testing with React Testing Library</a:t>
            </a:r>
            <a:endParaRPr sz="1600">
              <a:solidFill>
                <a:srgbClr val="FFFFFF"/>
              </a:solidFill>
              <a:latin typeface="Calibri"/>
              <a:ea typeface="Calibri"/>
              <a:cs typeface="Calibri"/>
              <a:sym typeface="Calibri"/>
            </a:endParaRPr>
          </a:p>
        </p:txBody>
      </p:sp>
      <p:pic>
        <p:nvPicPr>
          <p:cNvPr id="4003" name="Google Shape;4003;p123"/>
          <p:cNvPicPr preferRelativeResize="0"/>
          <p:nvPr/>
        </p:nvPicPr>
        <p:blipFill>
          <a:blip r:embed="rId3">
            <a:alphaModFix/>
          </a:blip>
          <a:stretch>
            <a:fillRect/>
          </a:stretch>
        </p:blipFill>
        <p:spPr>
          <a:xfrm>
            <a:off x="0" y="482675"/>
            <a:ext cx="1545700" cy="652925"/>
          </a:xfrm>
          <a:prstGeom prst="rect">
            <a:avLst/>
          </a:prstGeom>
          <a:noFill/>
          <a:ln>
            <a:noFill/>
          </a:ln>
        </p:spPr>
      </p:pic>
      <p:pic>
        <p:nvPicPr>
          <p:cNvPr id="4004" name="Google Shape;4004;p123"/>
          <p:cNvPicPr preferRelativeResize="0"/>
          <p:nvPr/>
        </p:nvPicPr>
        <p:blipFill>
          <a:blip r:embed="rId4">
            <a:alphaModFix/>
          </a:blip>
          <a:stretch>
            <a:fillRect/>
          </a:stretch>
        </p:blipFill>
        <p:spPr>
          <a:xfrm>
            <a:off x="1545700" y="482675"/>
            <a:ext cx="7598298" cy="4381797"/>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8" name="Shape 4008"/>
        <p:cNvGrpSpPr/>
        <p:nvPr/>
      </p:nvGrpSpPr>
      <p:grpSpPr>
        <a:xfrm>
          <a:off x="0" y="0"/>
          <a:ext cx="0" cy="0"/>
          <a:chOff x="0" y="0"/>
          <a:chExt cx="0" cy="0"/>
        </a:xfrm>
      </p:grpSpPr>
      <p:sp>
        <p:nvSpPr>
          <p:cNvPr id="4009" name="Google Shape;4009;p124"/>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Testing Library</a:t>
            </a:r>
            <a:endParaRPr/>
          </a:p>
        </p:txBody>
      </p:sp>
      <p:sp>
        <p:nvSpPr>
          <p:cNvPr id="4010" name="Google Shape;4010;p1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011" name="Google Shape;4011;p124"/>
          <p:cNvSpPr/>
          <p:nvPr/>
        </p:nvSpPr>
        <p:spPr>
          <a:xfrm>
            <a:off x="6056275" y="1174950"/>
            <a:ext cx="1503600" cy="5727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solidFill>
                  <a:schemeClr val="lt1"/>
                </a:solidFill>
              </a:rPr>
              <a:t>fireEvent</a:t>
            </a:r>
            <a:endParaRPr sz="2200">
              <a:solidFill>
                <a:schemeClr val="lt1"/>
              </a:solidFill>
            </a:endParaRPr>
          </a:p>
        </p:txBody>
      </p:sp>
      <p:sp>
        <p:nvSpPr>
          <p:cNvPr id="4012" name="Google Shape;4012;p124"/>
          <p:cNvSpPr/>
          <p:nvPr/>
        </p:nvSpPr>
        <p:spPr>
          <a:xfrm>
            <a:off x="267450" y="2285400"/>
            <a:ext cx="2468700" cy="2493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p>
        </p:txBody>
      </p:sp>
      <p:sp>
        <p:nvSpPr>
          <p:cNvPr id="4013" name="Google Shape;4013;p124"/>
          <p:cNvSpPr/>
          <p:nvPr/>
        </p:nvSpPr>
        <p:spPr>
          <a:xfrm>
            <a:off x="457950" y="2489575"/>
            <a:ext cx="20877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Component1</a:t>
            </a:r>
            <a:endParaRPr sz="2200"/>
          </a:p>
        </p:txBody>
      </p:sp>
      <p:sp>
        <p:nvSpPr>
          <p:cNvPr id="4014" name="Google Shape;4014;p124"/>
          <p:cNvSpPr/>
          <p:nvPr/>
        </p:nvSpPr>
        <p:spPr>
          <a:xfrm>
            <a:off x="457950" y="3245550"/>
            <a:ext cx="20877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Component2</a:t>
            </a:r>
            <a:endParaRPr sz="2200"/>
          </a:p>
        </p:txBody>
      </p:sp>
      <p:sp>
        <p:nvSpPr>
          <p:cNvPr id="4015" name="Google Shape;4015;p124"/>
          <p:cNvSpPr/>
          <p:nvPr/>
        </p:nvSpPr>
        <p:spPr>
          <a:xfrm>
            <a:off x="457950" y="4001525"/>
            <a:ext cx="20877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Component3</a:t>
            </a:r>
            <a:endParaRPr sz="2200"/>
          </a:p>
        </p:txBody>
      </p:sp>
      <p:sp>
        <p:nvSpPr>
          <p:cNvPr id="4016" name="Google Shape;4016;p124"/>
          <p:cNvSpPr/>
          <p:nvPr/>
        </p:nvSpPr>
        <p:spPr>
          <a:xfrm>
            <a:off x="3615250" y="2571750"/>
            <a:ext cx="575100" cy="53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124"/>
          <p:cNvSpPr/>
          <p:nvPr/>
        </p:nvSpPr>
        <p:spPr>
          <a:xfrm>
            <a:off x="3151425" y="3490825"/>
            <a:ext cx="575100" cy="53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124"/>
          <p:cNvSpPr/>
          <p:nvPr/>
        </p:nvSpPr>
        <p:spPr>
          <a:xfrm>
            <a:off x="4150025" y="3490825"/>
            <a:ext cx="575100" cy="53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19" name="Google Shape;4019;p124"/>
          <p:cNvCxnSpPr>
            <a:endCxn id="4017" idx="0"/>
          </p:cNvCxnSpPr>
          <p:nvPr/>
        </p:nvCxnSpPr>
        <p:spPr>
          <a:xfrm flipH="1">
            <a:off x="3438975" y="3068725"/>
            <a:ext cx="301500" cy="422100"/>
          </a:xfrm>
          <a:prstGeom prst="straightConnector1">
            <a:avLst/>
          </a:prstGeom>
          <a:noFill/>
          <a:ln cap="flat" cmpd="sng" w="28575">
            <a:solidFill>
              <a:schemeClr val="dk2"/>
            </a:solidFill>
            <a:prstDash val="solid"/>
            <a:round/>
            <a:headEnd len="med" w="med" type="none"/>
            <a:tailEnd len="med" w="med" type="triangle"/>
          </a:ln>
        </p:spPr>
      </p:cxnSp>
      <p:cxnSp>
        <p:nvCxnSpPr>
          <p:cNvPr id="4020" name="Google Shape;4020;p124"/>
          <p:cNvCxnSpPr>
            <a:endCxn id="4018" idx="0"/>
          </p:cNvCxnSpPr>
          <p:nvPr/>
        </p:nvCxnSpPr>
        <p:spPr>
          <a:xfrm>
            <a:off x="4056275" y="3043525"/>
            <a:ext cx="381300" cy="447300"/>
          </a:xfrm>
          <a:prstGeom prst="straightConnector1">
            <a:avLst/>
          </a:prstGeom>
          <a:noFill/>
          <a:ln cap="flat" cmpd="sng" w="28575">
            <a:solidFill>
              <a:schemeClr val="dk2"/>
            </a:solidFill>
            <a:prstDash val="solid"/>
            <a:round/>
            <a:headEnd len="med" w="med" type="none"/>
            <a:tailEnd len="med" w="med" type="triangle"/>
          </a:ln>
        </p:spPr>
      </p:cxnSp>
      <p:sp>
        <p:nvSpPr>
          <p:cNvPr id="4021" name="Google Shape;4021;p124"/>
          <p:cNvSpPr/>
          <p:nvPr/>
        </p:nvSpPr>
        <p:spPr>
          <a:xfrm>
            <a:off x="5012025" y="2140750"/>
            <a:ext cx="3845400" cy="263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3200">
                <a:solidFill>
                  <a:schemeClr val="dk1"/>
                </a:solidFill>
              </a:rPr>
              <a:t>fireEvent simula interacciones del usuario</a:t>
            </a:r>
            <a:endParaRPr sz="3200">
              <a:solidFill>
                <a:schemeClr val="dk1"/>
              </a:solidFill>
            </a:endParaRPr>
          </a:p>
        </p:txBody>
      </p:sp>
      <p:sp>
        <p:nvSpPr>
          <p:cNvPr id="4022" name="Google Shape;4022;p124"/>
          <p:cNvSpPr/>
          <p:nvPr/>
        </p:nvSpPr>
        <p:spPr>
          <a:xfrm>
            <a:off x="1484225" y="1174950"/>
            <a:ext cx="1503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screen</a:t>
            </a:r>
            <a:endParaRPr sz="2200"/>
          </a:p>
        </p:txBody>
      </p:sp>
      <p:sp>
        <p:nvSpPr>
          <p:cNvPr id="4023" name="Google Shape;4023;p124"/>
          <p:cNvSpPr/>
          <p:nvPr/>
        </p:nvSpPr>
        <p:spPr>
          <a:xfrm>
            <a:off x="3734750" y="1174950"/>
            <a:ext cx="1503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render</a:t>
            </a:r>
            <a:endParaRPr sz="2200"/>
          </a:p>
        </p:txBody>
      </p:sp>
      <p:sp>
        <p:nvSpPr>
          <p:cNvPr id="4024" name="Google Shape;4024;p124"/>
          <p:cNvSpPr/>
          <p:nvPr/>
        </p:nvSpPr>
        <p:spPr>
          <a:xfrm>
            <a:off x="1484225" y="1174950"/>
            <a:ext cx="1503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render</a:t>
            </a:r>
            <a:endParaRPr sz="2200"/>
          </a:p>
        </p:txBody>
      </p:sp>
      <p:sp>
        <p:nvSpPr>
          <p:cNvPr id="4025" name="Google Shape;4025;p124"/>
          <p:cNvSpPr/>
          <p:nvPr/>
        </p:nvSpPr>
        <p:spPr>
          <a:xfrm>
            <a:off x="3734750" y="1174950"/>
            <a:ext cx="1503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200"/>
              <a:t>screen</a:t>
            </a:r>
            <a:endParaRPr sz="22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9" name="Shape 4029"/>
        <p:cNvGrpSpPr/>
        <p:nvPr/>
      </p:nvGrpSpPr>
      <p:grpSpPr>
        <a:xfrm>
          <a:off x="0" y="0"/>
          <a:ext cx="0" cy="0"/>
          <a:chOff x="0" y="0"/>
          <a:chExt cx="0" cy="0"/>
        </a:xfrm>
      </p:grpSpPr>
      <p:sp>
        <p:nvSpPr>
          <p:cNvPr id="4030" name="Google Shape;4030;p125"/>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Testing Library - fireEvent</a:t>
            </a:r>
            <a:endParaRPr/>
          </a:p>
        </p:txBody>
      </p:sp>
      <p:sp>
        <p:nvSpPr>
          <p:cNvPr id="4031" name="Google Shape;4031;p1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032" name="Google Shape;4032;p125"/>
          <p:cNvSpPr txBox="1"/>
          <p:nvPr/>
        </p:nvSpPr>
        <p:spPr>
          <a:xfrm>
            <a:off x="780550" y="1013600"/>
            <a:ext cx="7871400" cy="38790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s" sz="1500">
                <a:solidFill>
                  <a:srgbClr val="AF00DB"/>
                </a:solidFill>
                <a:highlight>
                  <a:srgbClr val="FFFFFF"/>
                </a:highlight>
                <a:latin typeface="Consolas"/>
                <a:ea typeface="Consolas"/>
                <a:cs typeface="Consolas"/>
                <a:sym typeface="Consolas"/>
              </a:rPr>
              <a:t>import</a:t>
            </a:r>
            <a:r>
              <a:rPr lang="es" sz="1500">
                <a:solidFill>
                  <a:srgbClr val="3B3B3B"/>
                </a:solidFill>
                <a:highlight>
                  <a:srgbClr val="FFFFFF"/>
                </a:highlight>
                <a:latin typeface="Consolas"/>
                <a:ea typeface="Consolas"/>
                <a:cs typeface="Consolas"/>
                <a:sym typeface="Consolas"/>
              </a:rPr>
              <a:t> { </a:t>
            </a:r>
            <a:r>
              <a:rPr lang="es" sz="1500">
                <a:solidFill>
                  <a:srgbClr val="001080"/>
                </a:solidFill>
                <a:highlight>
                  <a:srgbClr val="FFFFFF"/>
                </a:highlight>
                <a:latin typeface="Consolas"/>
                <a:ea typeface="Consolas"/>
                <a:cs typeface="Consolas"/>
                <a:sym typeface="Consolas"/>
              </a:rPr>
              <a:t>render</a:t>
            </a:r>
            <a:r>
              <a:rPr lang="es" sz="1500">
                <a:solidFill>
                  <a:srgbClr val="3B3B3B"/>
                </a:solidFill>
                <a:highlight>
                  <a:srgbClr val="FFFFFF"/>
                </a:highlight>
                <a:latin typeface="Consolas"/>
                <a:ea typeface="Consolas"/>
                <a:cs typeface="Consolas"/>
                <a:sym typeface="Consolas"/>
              </a:rPr>
              <a:t>, </a:t>
            </a:r>
            <a:r>
              <a:rPr lang="es" sz="1500">
                <a:solidFill>
                  <a:srgbClr val="001080"/>
                </a:solidFill>
                <a:highlight>
                  <a:srgbClr val="FFFFFF"/>
                </a:highlight>
                <a:latin typeface="Consolas"/>
                <a:ea typeface="Consolas"/>
                <a:cs typeface="Consolas"/>
                <a:sym typeface="Consolas"/>
              </a:rPr>
              <a:t>fireEvent</a:t>
            </a:r>
            <a:r>
              <a:rPr lang="es" sz="1500">
                <a:solidFill>
                  <a:srgbClr val="3B3B3B"/>
                </a:solidFill>
                <a:highlight>
                  <a:srgbClr val="FFFFFF"/>
                </a:highlight>
                <a:latin typeface="Consolas"/>
                <a:ea typeface="Consolas"/>
                <a:cs typeface="Consolas"/>
                <a:sym typeface="Consolas"/>
              </a:rPr>
              <a:t> } </a:t>
            </a:r>
            <a:r>
              <a:rPr lang="es" sz="1500">
                <a:solidFill>
                  <a:srgbClr val="AF00DB"/>
                </a:solidFill>
                <a:highlight>
                  <a:srgbClr val="FFFFFF"/>
                </a:highlight>
                <a:latin typeface="Consolas"/>
                <a:ea typeface="Consolas"/>
                <a:cs typeface="Consolas"/>
                <a:sym typeface="Consolas"/>
              </a:rPr>
              <a:t>from</a:t>
            </a:r>
            <a:r>
              <a:rPr lang="es" sz="1500">
                <a:solidFill>
                  <a:srgbClr val="3B3B3B"/>
                </a:solidFill>
                <a:highlight>
                  <a:srgbClr val="FFFFFF"/>
                </a:highlight>
                <a:latin typeface="Consolas"/>
                <a:ea typeface="Consolas"/>
                <a:cs typeface="Consolas"/>
                <a:sym typeface="Consolas"/>
              </a:rPr>
              <a:t> </a:t>
            </a:r>
            <a:r>
              <a:rPr lang="es" sz="1500">
                <a:solidFill>
                  <a:srgbClr val="A31515"/>
                </a:solidFill>
                <a:highlight>
                  <a:srgbClr val="FFFFFF"/>
                </a:highlight>
                <a:latin typeface="Consolas"/>
                <a:ea typeface="Consolas"/>
                <a:cs typeface="Consolas"/>
                <a:sym typeface="Consolas"/>
              </a:rPr>
              <a:t>'@testing-library/react'</a:t>
            </a:r>
            <a:r>
              <a:rPr lang="es" sz="1500">
                <a:solidFill>
                  <a:srgbClr val="3B3B3B"/>
                </a:solidFill>
                <a:highlight>
                  <a:srgbClr val="FFFFFF"/>
                </a:highlight>
                <a:latin typeface="Consolas"/>
                <a:ea typeface="Consolas"/>
                <a:cs typeface="Consolas"/>
                <a:sym typeface="Consolas"/>
              </a:rPr>
              <a:t>;</a:t>
            </a:r>
            <a:endParaRPr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500">
                <a:solidFill>
                  <a:srgbClr val="AF00DB"/>
                </a:solidFill>
                <a:highlight>
                  <a:srgbClr val="FFFFFF"/>
                </a:highlight>
                <a:latin typeface="Consolas"/>
                <a:ea typeface="Consolas"/>
                <a:cs typeface="Consolas"/>
                <a:sym typeface="Consolas"/>
              </a:rPr>
              <a:t>import</a:t>
            </a:r>
            <a:r>
              <a:rPr lang="es" sz="1500">
                <a:solidFill>
                  <a:srgbClr val="3B3B3B"/>
                </a:solidFill>
                <a:highlight>
                  <a:srgbClr val="FFFFFF"/>
                </a:highlight>
                <a:latin typeface="Consolas"/>
                <a:ea typeface="Consolas"/>
                <a:cs typeface="Consolas"/>
                <a:sym typeface="Consolas"/>
              </a:rPr>
              <a:t> </a:t>
            </a:r>
            <a:r>
              <a:rPr lang="es" sz="1500">
                <a:solidFill>
                  <a:srgbClr val="001080"/>
                </a:solidFill>
                <a:highlight>
                  <a:srgbClr val="FFFFFF"/>
                </a:highlight>
                <a:latin typeface="Consolas"/>
                <a:ea typeface="Consolas"/>
                <a:cs typeface="Consolas"/>
                <a:sym typeface="Consolas"/>
              </a:rPr>
              <a:t>MyComponent</a:t>
            </a:r>
            <a:r>
              <a:rPr lang="es" sz="1500">
                <a:solidFill>
                  <a:srgbClr val="3B3B3B"/>
                </a:solidFill>
                <a:highlight>
                  <a:srgbClr val="FFFFFF"/>
                </a:highlight>
                <a:latin typeface="Consolas"/>
                <a:ea typeface="Consolas"/>
                <a:cs typeface="Consolas"/>
                <a:sym typeface="Consolas"/>
              </a:rPr>
              <a:t> </a:t>
            </a:r>
            <a:r>
              <a:rPr lang="es" sz="1500">
                <a:solidFill>
                  <a:srgbClr val="AF00DB"/>
                </a:solidFill>
                <a:highlight>
                  <a:srgbClr val="FFFFFF"/>
                </a:highlight>
                <a:latin typeface="Consolas"/>
                <a:ea typeface="Consolas"/>
                <a:cs typeface="Consolas"/>
                <a:sym typeface="Consolas"/>
              </a:rPr>
              <a:t>from</a:t>
            </a:r>
            <a:r>
              <a:rPr lang="es" sz="1500">
                <a:solidFill>
                  <a:srgbClr val="3B3B3B"/>
                </a:solidFill>
                <a:highlight>
                  <a:srgbClr val="FFFFFF"/>
                </a:highlight>
                <a:latin typeface="Consolas"/>
                <a:ea typeface="Consolas"/>
                <a:cs typeface="Consolas"/>
                <a:sym typeface="Consolas"/>
              </a:rPr>
              <a:t> </a:t>
            </a:r>
            <a:r>
              <a:rPr lang="es" sz="1500">
                <a:solidFill>
                  <a:srgbClr val="A31515"/>
                </a:solidFill>
                <a:highlight>
                  <a:srgbClr val="FFFFFF"/>
                </a:highlight>
                <a:latin typeface="Consolas"/>
                <a:ea typeface="Consolas"/>
                <a:cs typeface="Consolas"/>
                <a:sym typeface="Consolas"/>
              </a:rPr>
              <a:t>'./MyComponent'</a:t>
            </a:r>
            <a:r>
              <a:rPr lang="es" sz="1500">
                <a:solidFill>
                  <a:srgbClr val="3B3B3B"/>
                </a:solidFill>
                <a:highlight>
                  <a:srgbClr val="FFFFFF"/>
                </a:highlight>
                <a:latin typeface="Consolas"/>
                <a:ea typeface="Consolas"/>
                <a:cs typeface="Consolas"/>
                <a:sym typeface="Consolas"/>
              </a:rPr>
              <a:t>;</a:t>
            </a:r>
            <a:endParaRPr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500">
                <a:solidFill>
                  <a:srgbClr val="795E26"/>
                </a:solidFill>
                <a:highlight>
                  <a:srgbClr val="FFFFFF"/>
                </a:highlight>
                <a:latin typeface="Consolas"/>
                <a:ea typeface="Consolas"/>
                <a:cs typeface="Consolas"/>
                <a:sym typeface="Consolas"/>
              </a:rPr>
              <a:t>test</a:t>
            </a:r>
            <a:r>
              <a:rPr lang="es" sz="1500">
                <a:solidFill>
                  <a:srgbClr val="3B3B3B"/>
                </a:solidFill>
                <a:highlight>
                  <a:srgbClr val="FFFFFF"/>
                </a:highlight>
                <a:latin typeface="Consolas"/>
                <a:ea typeface="Consolas"/>
                <a:cs typeface="Consolas"/>
                <a:sym typeface="Consolas"/>
              </a:rPr>
              <a:t>(</a:t>
            </a:r>
            <a:r>
              <a:rPr lang="es" sz="1500">
                <a:solidFill>
                  <a:srgbClr val="A31515"/>
                </a:solidFill>
                <a:highlight>
                  <a:srgbClr val="FFFFFF"/>
                </a:highlight>
                <a:latin typeface="Consolas"/>
                <a:ea typeface="Consolas"/>
                <a:cs typeface="Consolas"/>
                <a:sym typeface="Consolas"/>
              </a:rPr>
              <a:t>'clicking the button triggers event'</a:t>
            </a:r>
            <a:r>
              <a:rPr lang="es" sz="1500">
                <a:solidFill>
                  <a:srgbClr val="3B3B3B"/>
                </a:solidFill>
                <a:highlight>
                  <a:srgbClr val="FFFFFF"/>
                </a:highlight>
                <a:latin typeface="Consolas"/>
                <a:ea typeface="Consolas"/>
                <a:cs typeface="Consolas"/>
                <a:sym typeface="Consolas"/>
              </a:rPr>
              <a:t>, () </a:t>
            </a:r>
            <a:r>
              <a:rPr lang="es" sz="1500">
                <a:solidFill>
                  <a:srgbClr val="0000FF"/>
                </a:solidFill>
                <a:highlight>
                  <a:srgbClr val="FFFFFF"/>
                </a:highlight>
                <a:latin typeface="Consolas"/>
                <a:ea typeface="Consolas"/>
                <a:cs typeface="Consolas"/>
                <a:sym typeface="Consolas"/>
              </a:rPr>
              <a:t>=&gt;</a:t>
            </a:r>
            <a:r>
              <a:rPr lang="es" sz="1500">
                <a:solidFill>
                  <a:srgbClr val="3B3B3B"/>
                </a:solidFill>
                <a:highlight>
                  <a:srgbClr val="FFFFFF"/>
                </a:highlight>
                <a:latin typeface="Consolas"/>
                <a:ea typeface="Consolas"/>
                <a:cs typeface="Consolas"/>
                <a:sym typeface="Consolas"/>
              </a:rPr>
              <a:t> {</a:t>
            </a:r>
            <a:endParaRPr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500">
                <a:solidFill>
                  <a:srgbClr val="3B3B3B"/>
                </a:solidFill>
                <a:highlight>
                  <a:srgbClr val="FFFFFF"/>
                </a:highlight>
                <a:latin typeface="Consolas"/>
                <a:ea typeface="Consolas"/>
                <a:cs typeface="Consolas"/>
                <a:sym typeface="Consolas"/>
              </a:rPr>
              <a:t> </a:t>
            </a:r>
            <a:r>
              <a:rPr lang="es" sz="1500">
                <a:solidFill>
                  <a:srgbClr val="0000FF"/>
                </a:solidFill>
                <a:highlight>
                  <a:srgbClr val="FFFFFF"/>
                </a:highlight>
                <a:latin typeface="Consolas"/>
                <a:ea typeface="Consolas"/>
                <a:cs typeface="Consolas"/>
                <a:sym typeface="Consolas"/>
              </a:rPr>
              <a:t>const</a:t>
            </a:r>
            <a:r>
              <a:rPr lang="es" sz="1500">
                <a:solidFill>
                  <a:srgbClr val="3B3B3B"/>
                </a:solidFill>
                <a:highlight>
                  <a:srgbClr val="FFFFFF"/>
                </a:highlight>
                <a:latin typeface="Consolas"/>
                <a:ea typeface="Consolas"/>
                <a:cs typeface="Consolas"/>
                <a:sym typeface="Consolas"/>
              </a:rPr>
              <a:t> { </a:t>
            </a:r>
            <a:r>
              <a:rPr lang="es" sz="1500">
                <a:solidFill>
                  <a:srgbClr val="0070C1"/>
                </a:solidFill>
                <a:highlight>
                  <a:srgbClr val="FFFFFF"/>
                </a:highlight>
                <a:latin typeface="Consolas"/>
                <a:ea typeface="Consolas"/>
                <a:cs typeface="Consolas"/>
                <a:sym typeface="Consolas"/>
              </a:rPr>
              <a:t>getByRole</a:t>
            </a:r>
            <a:r>
              <a:rPr lang="es" sz="1500">
                <a:solidFill>
                  <a:srgbClr val="3B3B3B"/>
                </a:solidFill>
                <a:highlight>
                  <a:srgbClr val="FFFFFF"/>
                </a:highlight>
                <a:latin typeface="Consolas"/>
                <a:ea typeface="Consolas"/>
                <a:cs typeface="Consolas"/>
                <a:sym typeface="Consolas"/>
              </a:rPr>
              <a:t> } </a:t>
            </a:r>
            <a:r>
              <a:rPr lang="es" sz="1500">
                <a:solidFill>
                  <a:schemeClr val="dk1"/>
                </a:solidFill>
                <a:highlight>
                  <a:srgbClr val="FFFFFF"/>
                </a:highlight>
                <a:latin typeface="Consolas"/>
                <a:ea typeface="Consolas"/>
                <a:cs typeface="Consolas"/>
                <a:sym typeface="Consolas"/>
              </a:rPr>
              <a:t>=</a:t>
            </a:r>
            <a:r>
              <a:rPr lang="es" sz="1500">
                <a:solidFill>
                  <a:srgbClr val="3B3B3B"/>
                </a:solidFill>
                <a:highlight>
                  <a:srgbClr val="FFFFFF"/>
                </a:highlight>
                <a:latin typeface="Consolas"/>
                <a:ea typeface="Consolas"/>
                <a:cs typeface="Consolas"/>
                <a:sym typeface="Consolas"/>
              </a:rPr>
              <a:t> </a:t>
            </a:r>
            <a:r>
              <a:rPr lang="es" sz="1500">
                <a:solidFill>
                  <a:srgbClr val="795E26"/>
                </a:solidFill>
                <a:highlight>
                  <a:srgbClr val="FFFFFF"/>
                </a:highlight>
                <a:latin typeface="Consolas"/>
                <a:ea typeface="Consolas"/>
                <a:cs typeface="Consolas"/>
                <a:sym typeface="Consolas"/>
              </a:rPr>
              <a:t>render</a:t>
            </a:r>
            <a:r>
              <a:rPr lang="es" sz="1500">
                <a:solidFill>
                  <a:srgbClr val="3B3B3B"/>
                </a:solidFill>
                <a:highlight>
                  <a:srgbClr val="FFFFFF"/>
                </a:highlight>
                <a:latin typeface="Consolas"/>
                <a:ea typeface="Consolas"/>
                <a:cs typeface="Consolas"/>
                <a:sym typeface="Consolas"/>
              </a:rPr>
              <a:t>(&lt;</a:t>
            </a:r>
            <a:r>
              <a:rPr lang="es" sz="1500">
                <a:solidFill>
                  <a:srgbClr val="267F99"/>
                </a:solidFill>
                <a:highlight>
                  <a:srgbClr val="FFFFFF"/>
                </a:highlight>
                <a:latin typeface="Consolas"/>
                <a:ea typeface="Consolas"/>
                <a:cs typeface="Consolas"/>
                <a:sym typeface="Consolas"/>
              </a:rPr>
              <a:t>MyComponent</a:t>
            </a:r>
            <a:r>
              <a:rPr lang="es" sz="1500">
                <a:solidFill>
                  <a:srgbClr val="3B3B3B"/>
                </a:solidFill>
                <a:highlight>
                  <a:srgbClr val="FFFFFF"/>
                </a:highlight>
                <a:latin typeface="Consolas"/>
                <a:ea typeface="Consolas"/>
                <a:cs typeface="Consolas"/>
                <a:sym typeface="Consolas"/>
              </a:rPr>
              <a:t> /&gt;);</a:t>
            </a:r>
            <a:endParaRPr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500">
                <a:solidFill>
                  <a:srgbClr val="3B3B3B"/>
                </a:solidFill>
                <a:highlight>
                  <a:srgbClr val="FFFFFF"/>
                </a:highlight>
                <a:latin typeface="Consolas"/>
                <a:ea typeface="Consolas"/>
                <a:cs typeface="Consolas"/>
                <a:sym typeface="Consolas"/>
              </a:rPr>
              <a:t> </a:t>
            </a:r>
            <a:r>
              <a:rPr lang="es" sz="1500">
                <a:solidFill>
                  <a:srgbClr val="0000FF"/>
                </a:solidFill>
                <a:highlight>
                  <a:srgbClr val="FFFFFF"/>
                </a:highlight>
                <a:latin typeface="Consolas"/>
                <a:ea typeface="Consolas"/>
                <a:cs typeface="Consolas"/>
                <a:sym typeface="Consolas"/>
              </a:rPr>
              <a:t>const</a:t>
            </a:r>
            <a:r>
              <a:rPr lang="es" sz="1500">
                <a:solidFill>
                  <a:srgbClr val="3B3B3B"/>
                </a:solidFill>
                <a:highlight>
                  <a:srgbClr val="FFFFFF"/>
                </a:highlight>
                <a:latin typeface="Consolas"/>
                <a:ea typeface="Consolas"/>
                <a:cs typeface="Consolas"/>
                <a:sym typeface="Consolas"/>
              </a:rPr>
              <a:t> </a:t>
            </a:r>
            <a:r>
              <a:rPr lang="es" sz="1500">
                <a:solidFill>
                  <a:srgbClr val="0070C1"/>
                </a:solidFill>
                <a:highlight>
                  <a:srgbClr val="FFFFFF"/>
                </a:highlight>
                <a:latin typeface="Consolas"/>
                <a:ea typeface="Consolas"/>
                <a:cs typeface="Consolas"/>
                <a:sym typeface="Consolas"/>
              </a:rPr>
              <a:t>buttonElement</a:t>
            </a:r>
            <a:r>
              <a:rPr lang="es" sz="1500">
                <a:solidFill>
                  <a:srgbClr val="3B3B3B"/>
                </a:solidFill>
                <a:highlight>
                  <a:srgbClr val="FFFFFF"/>
                </a:highlight>
                <a:latin typeface="Consolas"/>
                <a:ea typeface="Consolas"/>
                <a:cs typeface="Consolas"/>
                <a:sym typeface="Consolas"/>
              </a:rPr>
              <a:t> </a:t>
            </a:r>
            <a:r>
              <a:rPr lang="es" sz="1500">
                <a:solidFill>
                  <a:schemeClr val="dk1"/>
                </a:solidFill>
                <a:highlight>
                  <a:srgbClr val="FFFFFF"/>
                </a:highlight>
                <a:latin typeface="Consolas"/>
                <a:ea typeface="Consolas"/>
                <a:cs typeface="Consolas"/>
                <a:sym typeface="Consolas"/>
              </a:rPr>
              <a:t>=</a:t>
            </a:r>
            <a:r>
              <a:rPr lang="es" sz="1500">
                <a:solidFill>
                  <a:srgbClr val="3B3B3B"/>
                </a:solidFill>
                <a:highlight>
                  <a:srgbClr val="FFFFFF"/>
                </a:highlight>
                <a:latin typeface="Consolas"/>
                <a:ea typeface="Consolas"/>
                <a:cs typeface="Consolas"/>
                <a:sym typeface="Consolas"/>
              </a:rPr>
              <a:t> </a:t>
            </a:r>
            <a:r>
              <a:rPr lang="es" sz="1500">
                <a:solidFill>
                  <a:srgbClr val="795E26"/>
                </a:solidFill>
                <a:highlight>
                  <a:srgbClr val="FFFFFF"/>
                </a:highlight>
                <a:latin typeface="Consolas"/>
                <a:ea typeface="Consolas"/>
                <a:cs typeface="Consolas"/>
                <a:sym typeface="Consolas"/>
              </a:rPr>
              <a:t>getByRole</a:t>
            </a:r>
            <a:r>
              <a:rPr lang="es" sz="1500">
                <a:solidFill>
                  <a:srgbClr val="3B3B3B"/>
                </a:solidFill>
                <a:highlight>
                  <a:srgbClr val="FFFFFF"/>
                </a:highlight>
                <a:latin typeface="Consolas"/>
                <a:ea typeface="Consolas"/>
                <a:cs typeface="Consolas"/>
                <a:sym typeface="Consolas"/>
              </a:rPr>
              <a:t>(</a:t>
            </a:r>
            <a:r>
              <a:rPr lang="es" sz="1500">
                <a:solidFill>
                  <a:srgbClr val="A31515"/>
                </a:solidFill>
                <a:highlight>
                  <a:srgbClr val="FFFFFF"/>
                </a:highlight>
                <a:latin typeface="Consolas"/>
                <a:ea typeface="Consolas"/>
                <a:cs typeface="Consolas"/>
                <a:sym typeface="Consolas"/>
              </a:rPr>
              <a:t>'button'</a:t>
            </a:r>
            <a:r>
              <a:rPr lang="es" sz="1500">
                <a:solidFill>
                  <a:srgbClr val="3B3B3B"/>
                </a:solidFill>
                <a:highlight>
                  <a:srgbClr val="FFFFFF"/>
                </a:highlight>
                <a:latin typeface="Consolas"/>
                <a:ea typeface="Consolas"/>
                <a:cs typeface="Consolas"/>
                <a:sym typeface="Consolas"/>
              </a:rPr>
              <a:t>);</a:t>
            </a:r>
            <a:endParaRPr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500">
                <a:solidFill>
                  <a:srgbClr val="3B3B3B"/>
                </a:solidFill>
                <a:highlight>
                  <a:srgbClr val="FFFFFF"/>
                </a:highlight>
                <a:latin typeface="Consolas"/>
                <a:ea typeface="Consolas"/>
                <a:cs typeface="Consolas"/>
                <a:sym typeface="Consolas"/>
              </a:rPr>
              <a:t> </a:t>
            </a:r>
            <a:r>
              <a:rPr b="1" lang="es" sz="1500">
                <a:solidFill>
                  <a:srgbClr val="001080"/>
                </a:solidFill>
                <a:highlight>
                  <a:srgbClr val="FFFFFF"/>
                </a:highlight>
                <a:latin typeface="Consolas"/>
                <a:ea typeface="Consolas"/>
                <a:cs typeface="Consolas"/>
                <a:sym typeface="Consolas"/>
              </a:rPr>
              <a:t>fireEvent</a:t>
            </a:r>
            <a:r>
              <a:rPr b="1" lang="es" sz="1500">
                <a:solidFill>
                  <a:srgbClr val="3B3B3B"/>
                </a:solidFill>
                <a:highlight>
                  <a:srgbClr val="FFFFFF"/>
                </a:highlight>
                <a:latin typeface="Consolas"/>
                <a:ea typeface="Consolas"/>
                <a:cs typeface="Consolas"/>
                <a:sym typeface="Consolas"/>
              </a:rPr>
              <a:t>.</a:t>
            </a:r>
            <a:r>
              <a:rPr b="1" lang="es" sz="1500">
                <a:solidFill>
                  <a:srgbClr val="795E26"/>
                </a:solidFill>
                <a:highlight>
                  <a:srgbClr val="FFFFFF"/>
                </a:highlight>
                <a:latin typeface="Consolas"/>
                <a:ea typeface="Consolas"/>
                <a:cs typeface="Consolas"/>
                <a:sym typeface="Consolas"/>
              </a:rPr>
              <a:t>click</a:t>
            </a:r>
            <a:r>
              <a:rPr b="1" lang="es" sz="1500">
                <a:solidFill>
                  <a:srgbClr val="3B3B3B"/>
                </a:solidFill>
                <a:highlight>
                  <a:srgbClr val="FFFFFF"/>
                </a:highlight>
                <a:latin typeface="Consolas"/>
                <a:ea typeface="Consolas"/>
                <a:cs typeface="Consolas"/>
                <a:sym typeface="Consolas"/>
              </a:rPr>
              <a:t>(</a:t>
            </a:r>
            <a:r>
              <a:rPr b="1" lang="es" sz="1500">
                <a:solidFill>
                  <a:srgbClr val="001080"/>
                </a:solidFill>
                <a:highlight>
                  <a:srgbClr val="FFFFFF"/>
                </a:highlight>
                <a:latin typeface="Consolas"/>
                <a:ea typeface="Consolas"/>
                <a:cs typeface="Consolas"/>
                <a:sym typeface="Consolas"/>
              </a:rPr>
              <a:t>buttonElement</a:t>
            </a:r>
            <a:r>
              <a:rPr b="1" lang="es" sz="1500">
                <a:solidFill>
                  <a:srgbClr val="3B3B3B"/>
                </a:solidFill>
                <a:highlight>
                  <a:srgbClr val="FFFFFF"/>
                </a:highlight>
                <a:latin typeface="Consolas"/>
                <a:ea typeface="Consolas"/>
                <a:cs typeface="Consolas"/>
                <a:sym typeface="Consolas"/>
              </a:rPr>
              <a:t>);</a:t>
            </a:r>
            <a:endParaRPr b="1"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500">
                <a:solidFill>
                  <a:srgbClr val="3B3B3B"/>
                </a:solidFill>
                <a:highlight>
                  <a:srgbClr val="FFFFFF"/>
                </a:highlight>
                <a:latin typeface="Consolas"/>
                <a:ea typeface="Consolas"/>
                <a:cs typeface="Consolas"/>
                <a:sym typeface="Consolas"/>
              </a:rPr>
              <a:t> </a:t>
            </a:r>
            <a:r>
              <a:rPr lang="es" sz="1500">
                <a:solidFill>
                  <a:srgbClr val="008000"/>
                </a:solidFill>
                <a:highlight>
                  <a:srgbClr val="FFFFFF"/>
                </a:highlight>
                <a:latin typeface="Consolas"/>
                <a:ea typeface="Consolas"/>
                <a:cs typeface="Consolas"/>
                <a:sym typeface="Consolas"/>
              </a:rPr>
              <a:t>// assertions here that check the result of the button being clicked</a:t>
            </a:r>
            <a:endParaRPr sz="15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500">
                <a:solidFill>
                  <a:srgbClr val="3B3B3B"/>
                </a:solidFill>
                <a:highlight>
                  <a:srgbClr val="FFFFFF"/>
                </a:highlight>
                <a:latin typeface="Consolas"/>
                <a:ea typeface="Consolas"/>
                <a:cs typeface="Consolas"/>
                <a:sym typeface="Consolas"/>
              </a:rPr>
              <a:t>});</a:t>
            </a:r>
            <a:endParaRPr sz="2400">
              <a:solidFill>
                <a:srgbClr val="795E26"/>
              </a:solidFill>
              <a:highlight>
                <a:srgbClr val="FFFFFF"/>
              </a:highlight>
              <a:latin typeface="Consolas"/>
              <a:ea typeface="Consolas"/>
              <a:cs typeface="Consolas"/>
              <a:sym typeface="Consola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6" name="Shape 4036"/>
        <p:cNvGrpSpPr/>
        <p:nvPr/>
      </p:nvGrpSpPr>
      <p:grpSpPr>
        <a:xfrm>
          <a:off x="0" y="0"/>
          <a:ext cx="0" cy="0"/>
          <a:chOff x="0" y="0"/>
          <a:chExt cx="0" cy="0"/>
        </a:xfrm>
      </p:grpSpPr>
      <p:sp>
        <p:nvSpPr>
          <p:cNvPr id="4037" name="Google Shape;4037;p126"/>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Testing Library - fireEvent</a:t>
            </a:r>
            <a:endParaRPr/>
          </a:p>
        </p:txBody>
      </p:sp>
      <p:sp>
        <p:nvSpPr>
          <p:cNvPr id="4038" name="Google Shape;4038;p1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039" name="Google Shape;4039;p126"/>
          <p:cNvSpPr txBox="1"/>
          <p:nvPr/>
        </p:nvSpPr>
        <p:spPr>
          <a:xfrm>
            <a:off x="780550" y="1013600"/>
            <a:ext cx="7871400" cy="38790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s" sz="1500">
                <a:solidFill>
                  <a:srgbClr val="AF00DB"/>
                </a:solidFill>
                <a:highlight>
                  <a:srgbClr val="FFFFFF"/>
                </a:highlight>
                <a:latin typeface="Consolas"/>
                <a:ea typeface="Consolas"/>
                <a:cs typeface="Consolas"/>
                <a:sym typeface="Consolas"/>
              </a:rPr>
              <a:t>import</a:t>
            </a:r>
            <a:r>
              <a:rPr lang="es" sz="1500">
                <a:solidFill>
                  <a:srgbClr val="3B3B3B"/>
                </a:solidFill>
                <a:highlight>
                  <a:srgbClr val="FFFFFF"/>
                </a:highlight>
                <a:latin typeface="Consolas"/>
                <a:ea typeface="Consolas"/>
                <a:cs typeface="Consolas"/>
                <a:sym typeface="Consolas"/>
              </a:rPr>
              <a:t> { </a:t>
            </a:r>
            <a:r>
              <a:rPr lang="es" sz="1500">
                <a:solidFill>
                  <a:srgbClr val="001080"/>
                </a:solidFill>
                <a:highlight>
                  <a:srgbClr val="FFFFFF"/>
                </a:highlight>
                <a:latin typeface="Consolas"/>
                <a:ea typeface="Consolas"/>
                <a:cs typeface="Consolas"/>
                <a:sym typeface="Consolas"/>
              </a:rPr>
              <a:t>render</a:t>
            </a:r>
            <a:r>
              <a:rPr lang="es" sz="1500">
                <a:solidFill>
                  <a:srgbClr val="3B3B3B"/>
                </a:solidFill>
                <a:highlight>
                  <a:srgbClr val="FFFFFF"/>
                </a:highlight>
                <a:latin typeface="Consolas"/>
                <a:ea typeface="Consolas"/>
                <a:cs typeface="Consolas"/>
                <a:sym typeface="Consolas"/>
              </a:rPr>
              <a:t>, </a:t>
            </a:r>
            <a:r>
              <a:rPr lang="es" sz="1500">
                <a:solidFill>
                  <a:srgbClr val="001080"/>
                </a:solidFill>
                <a:highlight>
                  <a:srgbClr val="FFFFFF"/>
                </a:highlight>
                <a:latin typeface="Consolas"/>
                <a:ea typeface="Consolas"/>
                <a:cs typeface="Consolas"/>
                <a:sym typeface="Consolas"/>
              </a:rPr>
              <a:t>fireEvent</a:t>
            </a:r>
            <a:r>
              <a:rPr lang="es" sz="1500">
                <a:solidFill>
                  <a:srgbClr val="3B3B3B"/>
                </a:solidFill>
                <a:highlight>
                  <a:srgbClr val="FFFFFF"/>
                </a:highlight>
                <a:latin typeface="Consolas"/>
                <a:ea typeface="Consolas"/>
                <a:cs typeface="Consolas"/>
                <a:sym typeface="Consolas"/>
              </a:rPr>
              <a:t> } </a:t>
            </a:r>
            <a:r>
              <a:rPr lang="es" sz="1500">
                <a:solidFill>
                  <a:srgbClr val="AF00DB"/>
                </a:solidFill>
                <a:highlight>
                  <a:srgbClr val="FFFFFF"/>
                </a:highlight>
                <a:latin typeface="Consolas"/>
                <a:ea typeface="Consolas"/>
                <a:cs typeface="Consolas"/>
                <a:sym typeface="Consolas"/>
              </a:rPr>
              <a:t>from</a:t>
            </a:r>
            <a:r>
              <a:rPr lang="es" sz="1500">
                <a:solidFill>
                  <a:srgbClr val="3B3B3B"/>
                </a:solidFill>
                <a:highlight>
                  <a:srgbClr val="FFFFFF"/>
                </a:highlight>
                <a:latin typeface="Consolas"/>
                <a:ea typeface="Consolas"/>
                <a:cs typeface="Consolas"/>
                <a:sym typeface="Consolas"/>
              </a:rPr>
              <a:t> </a:t>
            </a:r>
            <a:r>
              <a:rPr lang="es" sz="1500">
                <a:solidFill>
                  <a:srgbClr val="A31515"/>
                </a:solidFill>
                <a:highlight>
                  <a:srgbClr val="FFFFFF"/>
                </a:highlight>
                <a:latin typeface="Consolas"/>
                <a:ea typeface="Consolas"/>
                <a:cs typeface="Consolas"/>
                <a:sym typeface="Consolas"/>
              </a:rPr>
              <a:t>'@testing-library/react'</a:t>
            </a:r>
            <a:r>
              <a:rPr lang="es" sz="1500">
                <a:solidFill>
                  <a:srgbClr val="3B3B3B"/>
                </a:solidFill>
                <a:highlight>
                  <a:srgbClr val="FFFFFF"/>
                </a:highlight>
                <a:latin typeface="Consolas"/>
                <a:ea typeface="Consolas"/>
                <a:cs typeface="Consolas"/>
                <a:sym typeface="Consolas"/>
              </a:rPr>
              <a:t>;</a:t>
            </a:r>
            <a:endParaRPr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500">
                <a:solidFill>
                  <a:srgbClr val="AF00DB"/>
                </a:solidFill>
                <a:highlight>
                  <a:srgbClr val="FFFFFF"/>
                </a:highlight>
                <a:latin typeface="Consolas"/>
                <a:ea typeface="Consolas"/>
                <a:cs typeface="Consolas"/>
                <a:sym typeface="Consolas"/>
              </a:rPr>
              <a:t>import</a:t>
            </a:r>
            <a:r>
              <a:rPr lang="es" sz="1500">
                <a:solidFill>
                  <a:srgbClr val="3B3B3B"/>
                </a:solidFill>
                <a:highlight>
                  <a:srgbClr val="FFFFFF"/>
                </a:highlight>
                <a:latin typeface="Consolas"/>
                <a:ea typeface="Consolas"/>
                <a:cs typeface="Consolas"/>
                <a:sym typeface="Consolas"/>
              </a:rPr>
              <a:t> </a:t>
            </a:r>
            <a:r>
              <a:rPr lang="es" sz="1500">
                <a:solidFill>
                  <a:srgbClr val="001080"/>
                </a:solidFill>
                <a:highlight>
                  <a:srgbClr val="FFFFFF"/>
                </a:highlight>
                <a:latin typeface="Consolas"/>
                <a:ea typeface="Consolas"/>
                <a:cs typeface="Consolas"/>
                <a:sym typeface="Consolas"/>
              </a:rPr>
              <a:t>MyComponent</a:t>
            </a:r>
            <a:r>
              <a:rPr lang="es" sz="1500">
                <a:solidFill>
                  <a:srgbClr val="3B3B3B"/>
                </a:solidFill>
                <a:highlight>
                  <a:srgbClr val="FFFFFF"/>
                </a:highlight>
                <a:latin typeface="Consolas"/>
                <a:ea typeface="Consolas"/>
                <a:cs typeface="Consolas"/>
                <a:sym typeface="Consolas"/>
              </a:rPr>
              <a:t> </a:t>
            </a:r>
            <a:r>
              <a:rPr lang="es" sz="1500">
                <a:solidFill>
                  <a:srgbClr val="AF00DB"/>
                </a:solidFill>
                <a:highlight>
                  <a:srgbClr val="FFFFFF"/>
                </a:highlight>
                <a:latin typeface="Consolas"/>
                <a:ea typeface="Consolas"/>
                <a:cs typeface="Consolas"/>
                <a:sym typeface="Consolas"/>
              </a:rPr>
              <a:t>from</a:t>
            </a:r>
            <a:r>
              <a:rPr lang="es" sz="1500">
                <a:solidFill>
                  <a:srgbClr val="3B3B3B"/>
                </a:solidFill>
                <a:highlight>
                  <a:srgbClr val="FFFFFF"/>
                </a:highlight>
                <a:latin typeface="Consolas"/>
                <a:ea typeface="Consolas"/>
                <a:cs typeface="Consolas"/>
                <a:sym typeface="Consolas"/>
              </a:rPr>
              <a:t> </a:t>
            </a:r>
            <a:r>
              <a:rPr lang="es" sz="1500">
                <a:solidFill>
                  <a:srgbClr val="A31515"/>
                </a:solidFill>
                <a:highlight>
                  <a:srgbClr val="FFFFFF"/>
                </a:highlight>
                <a:latin typeface="Consolas"/>
                <a:ea typeface="Consolas"/>
                <a:cs typeface="Consolas"/>
                <a:sym typeface="Consolas"/>
              </a:rPr>
              <a:t>'./MyComponent'</a:t>
            </a:r>
            <a:r>
              <a:rPr lang="es" sz="1500">
                <a:solidFill>
                  <a:srgbClr val="3B3B3B"/>
                </a:solidFill>
                <a:highlight>
                  <a:srgbClr val="FFFFFF"/>
                </a:highlight>
                <a:latin typeface="Consolas"/>
                <a:ea typeface="Consolas"/>
                <a:cs typeface="Consolas"/>
                <a:sym typeface="Consolas"/>
              </a:rPr>
              <a:t>;</a:t>
            </a:r>
            <a:endParaRPr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500">
                <a:solidFill>
                  <a:srgbClr val="795E26"/>
                </a:solidFill>
                <a:highlight>
                  <a:srgbClr val="FFFFFF"/>
                </a:highlight>
                <a:latin typeface="Consolas"/>
                <a:ea typeface="Consolas"/>
                <a:cs typeface="Consolas"/>
                <a:sym typeface="Consolas"/>
              </a:rPr>
              <a:t>test</a:t>
            </a:r>
            <a:r>
              <a:rPr lang="es" sz="1500">
                <a:solidFill>
                  <a:srgbClr val="3B3B3B"/>
                </a:solidFill>
                <a:highlight>
                  <a:srgbClr val="FFFFFF"/>
                </a:highlight>
                <a:latin typeface="Consolas"/>
                <a:ea typeface="Consolas"/>
                <a:cs typeface="Consolas"/>
                <a:sym typeface="Consolas"/>
              </a:rPr>
              <a:t>(</a:t>
            </a:r>
            <a:r>
              <a:rPr lang="es" sz="1500">
                <a:solidFill>
                  <a:srgbClr val="A31515"/>
                </a:solidFill>
                <a:highlight>
                  <a:srgbClr val="FFFFFF"/>
                </a:highlight>
                <a:latin typeface="Consolas"/>
                <a:ea typeface="Consolas"/>
                <a:cs typeface="Consolas"/>
                <a:sym typeface="Consolas"/>
              </a:rPr>
              <a:t>'clicking the button triggers event'</a:t>
            </a:r>
            <a:r>
              <a:rPr lang="es" sz="1500">
                <a:solidFill>
                  <a:srgbClr val="3B3B3B"/>
                </a:solidFill>
                <a:highlight>
                  <a:srgbClr val="FFFFFF"/>
                </a:highlight>
                <a:latin typeface="Consolas"/>
                <a:ea typeface="Consolas"/>
                <a:cs typeface="Consolas"/>
                <a:sym typeface="Consolas"/>
              </a:rPr>
              <a:t>, () </a:t>
            </a:r>
            <a:r>
              <a:rPr lang="es" sz="1500">
                <a:solidFill>
                  <a:srgbClr val="0000FF"/>
                </a:solidFill>
                <a:highlight>
                  <a:srgbClr val="FFFFFF"/>
                </a:highlight>
                <a:latin typeface="Consolas"/>
                <a:ea typeface="Consolas"/>
                <a:cs typeface="Consolas"/>
                <a:sym typeface="Consolas"/>
              </a:rPr>
              <a:t>=&gt;</a:t>
            </a:r>
            <a:r>
              <a:rPr lang="es" sz="1500">
                <a:solidFill>
                  <a:srgbClr val="3B3B3B"/>
                </a:solidFill>
                <a:highlight>
                  <a:srgbClr val="FFFFFF"/>
                </a:highlight>
                <a:latin typeface="Consolas"/>
                <a:ea typeface="Consolas"/>
                <a:cs typeface="Consolas"/>
                <a:sym typeface="Consolas"/>
              </a:rPr>
              <a:t> {</a:t>
            </a:r>
            <a:endParaRPr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500">
                <a:solidFill>
                  <a:srgbClr val="3B3B3B"/>
                </a:solidFill>
                <a:highlight>
                  <a:srgbClr val="FFFFFF"/>
                </a:highlight>
                <a:latin typeface="Consolas"/>
                <a:ea typeface="Consolas"/>
                <a:cs typeface="Consolas"/>
                <a:sym typeface="Consolas"/>
              </a:rPr>
              <a:t> </a:t>
            </a:r>
            <a:r>
              <a:rPr lang="es" sz="1500">
                <a:solidFill>
                  <a:srgbClr val="0000FF"/>
                </a:solidFill>
                <a:highlight>
                  <a:srgbClr val="FFFFFF"/>
                </a:highlight>
                <a:latin typeface="Consolas"/>
                <a:ea typeface="Consolas"/>
                <a:cs typeface="Consolas"/>
                <a:sym typeface="Consolas"/>
              </a:rPr>
              <a:t>const</a:t>
            </a:r>
            <a:r>
              <a:rPr lang="es" sz="1500">
                <a:solidFill>
                  <a:srgbClr val="3B3B3B"/>
                </a:solidFill>
                <a:highlight>
                  <a:srgbClr val="FFFFFF"/>
                </a:highlight>
                <a:latin typeface="Consolas"/>
                <a:ea typeface="Consolas"/>
                <a:cs typeface="Consolas"/>
                <a:sym typeface="Consolas"/>
              </a:rPr>
              <a:t> { </a:t>
            </a:r>
            <a:r>
              <a:rPr lang="es" sz="1500">
                <a:solidFill>
                  <a:srgbClr val="0070C1"/>
                </a:solidFill>
                <a:highlight>
                  <a:srgbClr val="FFFFFF"/>
                </a:highlight>
                <a:latin typeface="Consolas"/>
                <a:ea typeface="Consolas"/>
                <a:cs typeface="Consolas"/>
                <a:sym typeface="Consolas"/>
              </a:rPr>
              <a:t>getByRole</a:t>
            </a:r>
            <a:r>
              <a:rPr lang="es" sz="1500">
                <a:solidFill>
                  <a:srgbClr val="3B3B3B"/>
                </a:solidFill>
                <a:highlight>
                  <a:srgbClr val="FFFFFF"/>
                </a:highlight>
                <a:latin typeface="Consolas"/>
                <a:ea typeface="Consolas"/>
                <a:cs typeface="Consolas"/>
                <a:sym typeface="Consolas"/>
              </a:rPr>
              <a:t> } </a:t>
            </a:r>
            <a:r>
              <a:rPr lang="es" sz="1500">
                <a:solidFill>
                  <a:schemeClr val="dk1"/>
                </a:solidFill>
                <a:highlight>
                  <a:srgbClr val="FFFFFF"/>
                </a:highlight>
                <a:latin typeface="Consolas"/>
                <a:ea typeface="Consolas"/>
                <a:cs typeface="Consolas"/>
                <a:sym typeface="Consolas"/>
              </a:rPr>
              <a:t>=</a:t>
            </a:r>
            <a:r>
              <a:rPr lang="es" sz="1500">
                <a:solidFill>
                  <a:srgbClr val="3B3B3B"/>
                </a:solidFill>
                <a:highlight>
                  <a:srgbClr val="FFFFFF"/>
                </a:highlight>
                <a:latin typeface="Consolas"/>
                <a:ea typeface="Consolas"/>
                <a:cs typeface="Consolas"/>
                <a:sym typeface="Consolas"/>
              </a:rPr>
              <a:t> </a:t>
            </a:r>
            <a:r>
              <a:rPr lang="es" sz="1500">
                <a:solidFill>
                  <a:srgbClr val="795E26"/>
                </a:solidFill>
                <a:highlight>
                  <a:srgbClr val="FFFFFF"/>
                </a:highlight>
                <a:latin typeface="Consolas"/>
                <a:ea typeface="Consolas"/>
                <a:cs typeface="Consolas"/>
                <a:sym typeface="Consolas"/>
              </a:rPr>
              <a:t>render</a:t>
            </a:r>
            <a:r>
              <a:rPr lang="es" sz="1500">
                <a:solidFill>
                  <a:srgbClr val="3B3B3B"/>
                </a:solidFill>
                <a:highlight>
                  <a:srgbClr val="FFFFFF"/>
                </a:highlight>
                <a:latin typeface="Consolas"/>
                <a:ea typeface="Consolas"/>
                <a:cs typeface="Consolas"/>
                <a:sym typeface="Consolas"/>
              </a:rPr>
              <a:t>(&lt;</a:t>
            </a:r>
            <a:r>
              <a:rPr lang="es" sz="1500">
                <a:solidFill>
                  <a:srgbClr val="267F99"/>
                </a:solidFill>
                <a:highlight>
                  <a:srgbClr val="FFFFFF"/>
                </a:highlight>
                <a:latin typeface="Consolas"/>
                <a:ea typeface="Consolas"/>
                <a:cs typeface="Consolas"/>
                <a:sym typeface="Consolas"/>
              </a:rPr>
              <a:t>MyComponent</a:t>
            </a:r>
            <a:r>
              <a:rPr lang="es" sz="1500">
                <a:solidFill>
                  <a:srgbClr val="3B3B3B"/>
                </a:solidFill>
                <a:highlight>
                  <a:srgbClr val="FFFFFF"/>
                </a:highlight>
                <a:latin typeface="Consolas"/>
                <a:ea typeface="Consolas"/>
                <a:cs typeface="Consolas"/>
                <a:sym typeface="Consolas"/>
              </a:rPr>
              <a:t> /&gt;);</a:t>
            </a:r>
            <a:endParaRPr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500">
                <a:solidFill>
                  <a:srgbClr val="3B3B3B"/>
                </a:solidFill>
                <a:highlight>
                  <a:srgbClr val="FFFFFF"/>
                </a:highlight>
                <a:latin typeface="Consolas"/>
                <a:ea typeface="Consolas"/>
                <a:cs typeface="Consolas"/>
                <a:sym typeface="Consolas"/>
              </a:rPr>
              <a:t> </a:t>
            </a:r>
            <a:r>
              <a:rPr lang="es" sz="1500">
                <a:solidFill>
                  <a:srgbClr val="0000FF"/>
                </a:solidFill>
                <a:highlight>
                  <a:srgbClr val="FFFFFF"/>
                </a:highlight>
                <a:latin typeface="Consolas"/>
                <a:ea typeface="Consolas"/>
                <a:cs typeface="Consolas"/>
                <a:sym typeface="Consolas"/>
              </a:rPr>
              <a:t>const</a:t>
            </a:r>
            <a:r>
              <a:rPr lang="es" sz="1500">
                <a:solidFill>
                  <a:srgbClr val="3B3B3B"/>
                </a:solidFill>
                <a:highlight>
                  <a:srgbClr val="FFFFFF"/>
                </a:highlight>
                <a:latin typeface="Consolas"/>
                <a:ea typeface="Consolas"/>
                <a:cs typeface="Consolas"/>
                <a:sym typeface="Consolas"/>
              </a:rPr>
              <a:t> </a:t>
            </a:r>
            <a:r>
              <a:rPr lang="es" sz="1500">
                <a:solidFill>
                  <a:srgbClr val="0070C1"/>
                </a:solidFill>
                <a:highlight>
                  <a:srgbClr val="FFFFFF"/>
                </a:highlight>
                <a:latin typeface="Consolas"/>
                <a:ea typeface="Consolas"/>
                <a:cs typeface="Consolas"/>
                <a:sym typeface="Consolas"/>
              </a:rPr>
              <a:t>buttonElement</a:t>
            </a:r>
            <a:r>
              <a:rPr lang="es" sz="1500">
                <a:solidFill>
                  <a:srgbClr val="3B3B3B"/>
                </a:solidFill>
                <a:highlight>
                  <a:srgbClr val="FFFFFF"/>
                </a:highlight>
                <a:latin typeface="Consolas"/>
                <a:ea typeface="Consolas"/>
                <a:cs typeface="Consolas"/>
                <a:sym typeface="Consolas"/>
              </a:rPr>
              <a:t> </a:t>
            </a:r>
            <a:r>
              <a:rPr lang="es" sz="1500">
                <a:solidFill>
                  <a:schemeClr val="dk1"/>
                </a:solidFill>
                <a:highlight>
                  <a:srgbClr val="FFFFFF"/>
                </a:highlight>
                <a:latin typeface="Consolas"/>
                <a:ea typeface="Consolas"/>
                <a:cs typeface="Consolas"/>
                <a:sym typeface="Consolas"/>
              </a:rPr>
              <a:t>=</a:t>
            </a:r>
            <a:r>
              <a:rPr lang="es" sz="1500">
                <a:solidFill>
                  <a:srgbClr val="3B3B3B"/>
                </a:solidFill>
                <a:highlight>
                  <a:srgbClr val="FFFFFF"/>
                </a:highlight>
                <a:latin typeface="Consolas"/>
                <a:ea typeface="Consolas"/>
                <a:cs typeface="Consolas"/>
                <a:sym typeface="Consolas"/>
              </a:rPr>
              <a:t> </a:t>
            </a:r>
            <a:r>
              <a:rPr lang="es" sz="1500">
                <a:solidFill>
                  <a:srgbClr val="795E26"/>
                </a:solidFill>
                <a:highlight>
                  <a:srgbClr val="FFFFFF"/>
                </a:highlight>
                <a:latin typeface="Consolas"/>
                <a:ea typeface="Consolas"/>
                <a:cs typeface="Consolas"/>
                <a:sym typeface="Consolas"/>
              </a:rPr>
              <a:t>getByRole</a:t>
            </a:r>
            <a:r>
              <a:rPr lang="es" sz="1500">
                <a:solidFill>
                  <a:srgbClr val="3B3B3B"/>
                </a:solidFill>
                <a:highlight>
                  <a:srgbClr val="FFFFFF"/>
                </a:highlight>
                <a:latin typeface="Consolas"/>
                <a:ea typeface="Consolas"/>
                <a:cs typeface="Consolas"/>
                <a:sym typeface="Consolas"/>
              </a:rPr>
              <a:t>(</a:t>
            </a:r>
            <a:r>
              <a:rPr lang="es" sz="1500">
                <a:solidFill>
                  <a:srgbClr val="A31515"/>
                </a:solidFill>
                <a:highlight>
                  <a:srgbClr val="FFFFFF"/>
                </a:highlight>
                <a:latin typeface="Consolas"/>
                <a:ea typeface="Consolas"/>
                <a:cs typeface="Consolas"/>
                <a:sym typeface="Consolas"/>
              </a:rPr>
              <a:t>'button'</a:t>
            </a:r>
            <a:r>
              <a:rPr lang="es" sz="1500">
                <a:solidFill>
                  <a:srgbClr val="3B3B3B"/>
                </a:solidFill>
                <a:highlight>
                  <a:srgbClr val="FFFFFF"/>
                </a:highlight>
                <a:latin typeface="Consolas"/>
                <a:ea typeface="Consolas"/>
                <a:cs typeface="Consolas"/>
                <a:sym typeface="Consolas"/>
              </a:rPr>
              <a:t>);</a:t>
            </a:r>
            <a:endParaRPr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500">
                <a:solidFill>
                  <a:srgbClr val="3B3B3B"/>
                </a:solidFill>
                <a:highlight>
                  <a:srgbClr val="FFFFFF"/>
                </a:highlight>
                <a:latin typeface="Consolas"/>
                <a:ea typeface="Consolas"/>
                <a:cs typeface="Consolas"/>
                <a:sym typeface="Consolas"/>
              </a:rPr>
              <a:t> </a:t>
            </a:r>
            <a:r>
              <a:rPr b="1" lang="es" sz="1500">
                <a:solidFill>
                  <a:srgbClr val="001080"/>
                </a:solidFill>
                <a:highlight>
                  <a:srgbClr val="FFFFFF"/>
                </a:highlight>
                <a:latin typeface="Consolas"/>
                <a:ea typeface="Consolas"/>
                <a:cs typeface="Consolas"/>
                <a:sym typeface="Consolas"/>
              </a:rPr>
              <a:t>fireEvent</a:t>
            </a:r>
            <a:r>
              <a:rPr b="1" lang="es" sz="1500">
                <a:solidFill>
                  <a:srgbClr val="3B3B3B"/>
                </a:solidFill>
                <a:highlight>
                  <a:srgbClr val="FFFFFF"/>
                </a:highlight>
                <a:latin typeface="Consolas"/>
                <a:ea typeface="Consolas"/>
                <a:cs typeface="Consolas"/>
                <a:sym typeface="Consolas"/>
              </a:rPr>
              <a:t>.</a:t>
            </a:r>
            <a:r>
              <a:rPr b="1" lang="es" sz="1500">
                <a:solidFill>
                  <a:srgbClr val="795E26"/>
                </a:solidFill>
                <a:highlight>
                  <a:srgbClr val="FFFFFF"/>
                </a:highlight>
                <a:latin typeface="Consolas"/>
                <a:ea typeface="Consolas"/>
                <a:cs typeface="Consolas"/>
                <a:sym typeface="Consolas"/>
              </a:rPr>
              <a:t>click</a:t>
            </a:r>
            <a:r>
              <a:rPr b="1" lang="es" sz="1500">
                <a:solidFill>
                  <a:srgbClr val="3B3B3B"/>
                </a:solidFill>
                <a:highlight>
                  <a:srgbClr val="FFFFFF"/>
                </a:highlight>
                <a:latin typeface="Consolas"/>
                <a:ea typeface="Consolas"/>
                <a:cs typeface="Consolas"/>
                <a:sym typeface="Consolas"/>
              </a:rPr>
              <a:t>(</a:t>
            </a:r>
            <a:r>
              <a:rPr b="1" lang="es" sz="1500">
                <a:solidFill>
                  <a:srgbClr val="001080"/>
                </a:solidFill>
                <a:highlight>
                  <a:srgbClr val="FFFFFF"/>
                </a:highlight>
                <a:latin typeface="Consolas"/>
                <a:ea typeface="Consolas"/>
                <a:cs typeface="Consolas"/>
                <a:sym typeface="Consolas"/>
              </a:rPr>
              <a:t>buttonElement</a:t>
            </a:r>
            <a:r>
              <a:rPr b="1" lang="es" sz="1500">
                <a:solidFill>
                  <a:srgbClr val="3B3B3B"/>
                </a:solidFill>
                <a:highlight>
                  <a:srgbClr val="FFFFFF"/>
                </a:highlight>
                <a:latin typeface="Consolas"/>
                <a:ea typeface="Consolas"/>
                <a:cs typeface="Consolas"/>
                <a:sym typeface="Consolas"/>
              </a:rPr>
              <a:t>);</a:t>
            </a:r>
            <a:endParaRPr b="1"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sz="15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500">
                <a:solidFill>
                  <a:srgbClr val="3B3B3B"/>
                </a:solidFill>
                <a:highlight>
                  <a:srgbClr val="FFFFFF"/>
                </a:highlight>
                <a:latin typeface="Consolas"/>
                <a:ea typeface="Consolas"/>
                <a:cs typeface="Consolas"/>
                <a:sym typeface="Consolas"/>
              </a:rPr>
              <a:t> </a:t>
            </a:r>
            <a:r>
              <a:rPr lang="es" sz="1500">
                <a:solidFill>
                  <a:srgbClr val="008000"/>
                </a:solidFill>
                <a:highlight>
                  <a:srgbClr val="FFFFFF"/>
                </a:highlight>
                <a:latin typeface="Consolas"/>
                <a:ea typeface="Consolas"/>
                <a:cs typeface="Consolas"/>
                <a:sym typeface="Consolas"/>
              </a:rPr>
              <a:t>// assertions here that check the result of the button being clicked</a:t>
            </a:r>
            <a:endParaRPr sz="15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lang="es" sz="1500">
                <a:solidFill>
                  <a:srgbClr val="3B3B3B"/>
                </a:solidFill>
                <a:highlight>
                  <a:srgbClr val="FFFFFF"/>
                </a:highlight>
                <a:latin typeface="Consolas"/>
                <a:ea typeface="Consolas"/>
                <a:cs typeface="Consolas"/>
                <a:sym typeface="Consolas"/>
              </a:rPr>
              <a:t>});</a:t>
            </a:r>
            <a:endParaRPr sz="2400">
              <a:solidFill>
                <a:srgbClr val="795E26"/>
              </a:solidFill>
              <a:highlight>
                <a:srgbClr val="FFFFFF"/>
              </a:highlight>
              <a:latin typeface="Consolas"/>
              <a:ea typeface="Consolas"/>
              <a:cs typeface="Consolas"/>
              <a:sym typeface="Consolas"/>
            </a:endParaRPr>
          </a:p>
        </p:txBody>
      </p:sp>
      <p:sp>
        <p:nvSpPr>
          <p:cNvPr id="4040" name="Google Shape;4040;p126"/>
          <p:cNvSpPr/>
          <p:nvPr/>
        </p:nvSpPr>
        <p:spPr>
          <a:xfrm>
            <a:off x="920250" y="3450900"/>
            <a:ext cx="3516600" cy="427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4" name="Shape 4044"/>
        <p:cNvGrpSpPr/>
        <p:nvPr/>
      </p:nvGrpSpPr>
      <p:grpSpPr>
        <a:xfrm>
          <a:off x="0" y="0"/>
          <a:ext cx="0" cy="0"/>
          <a:chOff x="0" y="0"/>
          <a:chExt cx="0" cy="0"/>
        </a:xfrm>
      </p:grpSpPr>
      <p:sp>
        <p:nvSpPr>
          <p:cNvPr id="4045" name="Google Shape;4045;p127"/>
          <p:cNvSpPr/>
          <p:nvPr/>
        </p:nvSpPr>
        <p:spPr>
          <a:xfrm>
            <a:off x="0" y="0"/>
            <a:ext cx="9144000" cy="4038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127"/>
          <p:cNvSpPr txBox="1"/>
          <p:nvPr/>
        </p:nvSpPr>
        <p:spPr>
          <a:xfrm>
            <a:off x="152400" y="-20700"/>
            <a:ext cx="63570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Calibri"/>
                <a:ea typeface="Calibri"/>
                <a:cs typeface="Calibri"/>
                <a:sym typeface="Calibri"/>
              </a:rPr>
              <a:t>Testing user events with @testing-library/user-event</a:t>
            </a:r>
            <a:endParaRPr sz="1600">
              <a:solidFill>
                <a:srgbClr val="FFFFFF"/>
              </a:solidFill>
              <a:latin typeface="Calibri"/>
              <a:ea typeface="Calibri"/>
              <a:cs typeface="Calibri"/>
              <a:sym typeface="Calibri"/>
            </a:endParaRPr>
          </a:p>
        </p:txBody>
      </p:sp>
      <p:sp>
        <p:nvSpPr>
          <p:cNvPr id="4047" name="Google Shape;4047;p127"/>
          <p:cNvSpPr txBox="1"/>
          <p:nvPr/>
        </p:nvSpPr>
        <p:spPr>
          <a:xfrm>
            <a:off x="207250" y="546400"/>
            <a:ext cx="54261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t>user-event</a:t>
            </a:r>
            <a:r>
              <a:rPr lang="es" sz="1200"/>
              <a:t> tries to simulate the real events that would happen in the browser as the user interacts with it</a:t>
            </a:r>
            <a:endParaRPr sz="1200"/>
          </a:p>
        </p:txBody>
      </p:sp>
      <p:pic>
        <p:nvPicPr>
          <p:cNvPr id="4048" name="Google Shape;4048;p127"/>
          <p:cNvPicPr preferRelativeResize="0"/>
          <p:nvPr/>
        </p:nvPicPr>
        <p:blipFill>
          <a:blip r:embed="rId3">
            <a:alphaModFix/>
          </a:blip>
          <a:stretch>
            <a:fillRect/>
          </a:stretch>
        </p:blipFill>
        <p:spPr>
          <a:xfrm>
            <a:off x="5238050" y="1210675"/>
            <a:ext cx="3785801" cy="2587850"/>
          </a:xfrm>
          <a:prstGeom prst="rect">
            <a:avLst/>
          </a:prstGeom>
          <a:noFill/>
          <a:ln>
            <a:noFill/>
          </a:ln>
        </p:spPr>
      </p:pic>
      <p:sp>
        <p:nvSpPr>
          <p:cNvPr id="4049" name="Google Shape;4049;p127"/>
          <p:cNvSpPr txBox="1"/>
          <p:nvPr/>
        </p:nvSpPr>
        <p:spPr>
          <a:xfrm>
            <a:off x="6207992" y="37048"/>
            <a:ext cx="2863800" cy="23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u="sng">
                <a:solidFill>
                  <a:srgbClr val="FFFFFF"/>
                </a:solidFill>
                <a:hlinkClick r:id="rId4">
                  <a:extLst>
                    <a:ext uri="{A12FA001-AC4F-418D-AE19-62706E023703}">
                      <ahyp:hlinkClr val="tx"/>
                    </a:ext>
                  </a:extLst>
                </a:hlinkClick>
              </a:rPr>
              <a:t>https://github.com/testing-library/user-event</a:t>
            </a:r>
            <a:endParaRPr>
              <a:solidFill>
                <a:srgbClr val="FFFFFF"/>
              </a:solidFill>
            </a:endParaRPr>
          </a:p>
        </p:txBody>
      </p:sp>
      <p:pic>
        <p:nvPicPr>
          <p:cNvPr id="4050" name="Google Shape;4050;p127"/>
          <p:cNvPicPr preferRelativeResize="0"/>
          <p:nvPr/>
        </p:nvPicPr>
        <p:blipFill>
          <a:blip r:embed="rId5">
            <a:alphaModFix/>
          </a:blip>
          <a:stretch>
            <a:fillRect/>
          </a:stretch>
        </p:blipFill>
        <p:spPr>
          <a:xfrm>
            <a:off x="207250" y="1223313"/>
            <a:ext cx="5343224" cy="2688426"/>
          </a:xfrm>
          <a:prstGeom prst="rect">
            <a:avLst/>
          </a:prstGeom>
          <a:noFill/>
          <a:ln>
            <a:noFill/>
          </a:ln>
        </p:spPr>
      </p:pic>
      <p:sp>
        <p:nvSpPr>
          <p:cNvPr id="4051" name="Google Shape;4051;p127"/>
          <p:cNvSpPr/>
          <p:nvPr/>
        </p:nvSpPr>
        <p:spPr>
          <a:xfrm>
            <a:off x="410825" y="4112550"/>
            <a:ext cx="8183700" cy="665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3200">
                <a:solidFill>
                  <a:schemeClr val="dk1"/>
                </a:solidFill>
              </a:rPr>
              <a:t>fireEvent antes se llamaba userEvent</a:t>
            </a:r>
            <a:endParaRPr sz="3200">
              <a:solidFill>
                <a:schemeClr val="dk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5" name="Shape 4055"/>
        <p:cNvGrpSpPr/>
        <p:nvPr/>
      </p:nvGrpSpPr>
      <p:grpSpPr>
        <a:xfrm>
          <a:off x="0" y="0"/>
          <a:ext cx="0" cy="0"/>
          <a:chOff x="0" y="0"/>
          <a:chExt cx="0" cy="0"/>
        </a:xfrm>
      </p:grpSpPr>
      <p:sp>
        <p:nvSpPr>
          <p:cNvPr id="4056" name="Google Shape;4056;p128"/>
          <p:cNvSpPr/>
          <p:nvPr/>
        </p:nvSpPr>
        <p:spPr>
          <a:xfrm>
            <a:off x="0" y="0"/>
            <a:ext cx="9144000" cy="4038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7" name="Google Shape;4057;p128"/>
          <p:cNvSpPr txBox="1"/>
          <p:nvPr/>
        </p:nvSpPr>
        <p:spPr>
          <a:xfrm>
            <a:off x="152400" y="-20700"/>
            <a:ext cx="63570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600">
                <a:solidFill>
                  <a:srgbClr val="FFFFFF"/>
                </a:solidFill>
                <a:latin typeface="Calibri"/>
                <a:ea typeface="Calibri"/>
                <a:cs typeface="Calibri"/>
                <a:sym typeface="Calibri"/>
              </a:rPr>
              <a:t>Handling async code</a:t>
            </a:r>
            <a:endParaRPr sz="160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600">
              <a:solidFill>
                <a:srgbClr val="FFFFFF"/>
              </a:solidFill>
              <a:latin typeface="Calibri"/>
              <a:ea typeface="Calibri"/>
              <a:cs typeface="Calibri"/>
              <a:sym typeface="Calibri"/>
            </a:endParaRPr>
          </a:p>
          <a:p>
            <a:pPr indent="0" lvl="0" marL="0" rtl="0" algn="l">
              <a:spcBef>
                <a:spcPts val="0"/>
              </a:spcBef>
              <a:spcAft>
                <a:spcPts val="0"/>
              </a:spcAft>
              <a:buNone/>
            </a:pPr>
            <a:r>
              <a:t/>
            </a:r>
            <a:endParaRPr sz="1600">
              <a:solidFill>
                <a:srgbClr val="FFFFFF"/>
              </a:solidFill>
              <a:latin typeface="Calibri"/>
              <a:ea typeface="Calibri"/>
              <a:cs typeface="Calibri"/>
              <a:sym typeface="Calibri"/>
            </a:endParaRPr>
          </a:p>
        </p:txBody>
      </p:sp>
      <p:sp>
        <p:nvSpPr>
          <p:cNvPr id="4058" name="Google Shape;4058;p128"/>
          <p:cNvSpPr txBox="1"/>
          <p:nvPr/>
        </p:nvSpPr>
        <p:spPr>
          <a:xfrm>
            <a:off x="5539150" y="37050"/>
            <a:ext cx="3532500" cy="23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u="sng">
                <a:solidFill>
                  <a:srgbClr val="FFFFFF"/>
                </a:solidFill>
                <a:hlinkClick r:id="rId3">
                  <a:extLst>
                    <a:ext uri="{A12FA001-AC4F-418D-AE19-62706E023703}">
                      <ahyp:hlinkClr val="tx"/>
                    </a:ext>
                  </a:extLst>
                </a:hlinkClick>
              </a:rPr>
              <a:t>https://testing-library.com/docs/guide-disappearance</a:t>
            </a:r>
            <a:endParaRPr>
              <a:solidFill>
                <a:srgbClr val="FFFFFF"/>
              </a:solidFill>
            </a:endParaRPr>
          </a:p>
        </p:txBody>
      </p:sp>
      <p:pic>
        <p:nvPicPr>
          <p:cNvPr id="4059" name="Google Shape;4059;p128"/>
          <p:cNvPicPr preferRelativeResize="0"/>
          <p:nvPr/>
        </p:nvPicPr>
        <p:blipFill>
          <a:blip r:embed="rId4">
            <a:alphaModFix/>
          </a:blip>
          <a:stretch>
            <a:fillRect/>
          </a:stretch>
        </p:blipFill>
        <p:spPr>
          <a:xfrm>
            <a:off x="366700" y="3532700"/>
            <a:ext cx="8704948" cy="1442000"/>
          </a:xfrm>
          <a:prstGeom prst="rect">
            <a:avLst/>
          </a:prstGeom>
          <a:noFill/>
          <a:ln>
            <a:noFill/>
          </a:ln>
        </p:spPr>
      </p:pic>
      <p:pic>
        <p:nvPicPr>
          <p:cNvPr id="4060" name="Google Shape;4060;p128"/>
          <p:cNvPicPr preferRelativeResize="0"/>
          <p:nvPr/>
        </p:nvPicPr>
        <p:blipFill>
          <a:blip r:embed="rId5">
            <a:alphaModFix/>
          </a:blip>
          <a:stretch>
            <a:fillRect/>
          </a:stretch>
        </p:blipFill>
        <p:spPr>
          <a:xfrm>
            <a:off x="1754675" y="588188"/>
            <a:ext cx="5928999" cy="281170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4" name="Shape 4064"/>
        <p:cNvGrpSpPr/>
        <p:nvPr/>
      </p:nvGrpSpPr>
      <p:grpSpPr>
        <a:xfrm>
          <a:off x="0" y="0"/>
          <a:ext cx="0" cy="0"/>
          <a:chOff x="0" y="0"/>
          <a:chExt cx="0" cy="0"/>
        </a:xfrm>
      </p:grpSpPr>
      <p:sp>
        <p:nvSpPr>
          <p:cNvPr id="4065" name="Google Shape;4065;p129"/>
          <p:cNvSpPr/>
          <p:nvPr/>
        </p:nvSpPr>
        <p:spPr>
          <a:xfrm>
            <a:off x="0" y="0"/>
            <a:ext cx="9144000" cy="4038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6" name="Google Shape;4066;p129"/>
          <p:cNvSpPr txBox="1"/>
          <p:nvPr/>
        </p:nvSpPr>
        <p:spPr>
          <a:xfrm>
            <a:off x="152400" y="-20700"/>
            <a:ext cx="35325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Calibri"/>
                <a:ea typeface="Calibri"/>
                <a:cs typeface="Calibri"/>
                <a:sym typeface="Calibri"/>
              </a:rPr>
              <a:t>Jest Mock Functions</a:t>
            </a:r>
            <a:endParaRPr sz="1600">
              <a:solidFill>
                <a:srgbClr val="FFFFFF"/>
              </a:solidFill>
              <a:latin typeface="Calibri"/>
              <a:ea typeface="Calibri"/>
              <a:cs typeface="Calibri"/>
              <a:sym typeface="Calibri"/>
            </a:endParaRPr>
          </a:p>
          <a:p>
            <a:pPr indent="0" lvl="0" marL="0" rtl="0" algn="l">
              <a:spcBef>
                <a:spcPts val="0"/>
              </a:spcBef>
              <a:spcAft>
                <a:spcPts val="0"/>
              </a:spcAft>
              <a:buNone/>
            </a:pPr>
            <a:r>
              <a:t/>
            </a:r>
            <a:endParaRPr sz="1600">
              <a:solidFill>
                <a:srgbClr val="FFFFFF"/>
              </a:solidFill>
              <a:latin typeface="Calibri"/>
              <a:ea typeface="Calibri"/>
              <a:cs typeface="Calibri"/>
              <a:sym typeface="Calibri"/>
            </a:endParaRPr>
          </a:p>
          <a:p>
            <a:pPr indent="0" lvl="0" marL="0" rtl="0" algn="l">
              <a:spcBef>
                <a:spcPts val="0"/>
              </a:spcBef>
              <a:spcAft>
                <a:spcPts val="0"/>
              </a:spcAft>
              <a:buNone/>
            </a:pPr>
            <a:r>
              <a:t/>
            </a:r>
            <a:endParaRPr sz="1600">
              <a:solidFill>
                <a:srgbClr val="FFFFFF"/>
              </a:solidFill>
              <a:latin typeface="Calibri"/>
              <a:ea typeface="Calibri"/>
              <a:cs typeface="Calibri"/>
              <a:sym typeface="Calibri"/>
            </a:endParaRPr>
          </a:p>
        </p:txBody>
      </p:sp>
      <p:sp>
        <p:nvSpPr>
          <p:cNvPr id="4067" name="Google Shape;4067;p129"/>
          <p:cNvSpPr txBox="1"/>
          <p:nvPr/>
        </p:nvSpPr>
        <p:spPr>
          <a:xfrm>
            <a:off x="5944225" y="-67802"/>
            <a:ext cx="3532500" cy="23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u="sng">
                <a:solidFill>
                  <a:srgbClr val="FFFFFF"/>
                </a:solidFill>
                <a:hlinkClick r:id="rId3">
                  <a:extLst>
                    <a:ext uri="{A12FA001-AC4F-418D-AE19-62706E023703}">
                      <ahyp:hlinkClr val="tx"/>
                    </a:ext>
                  </a:extLst>
                </a:hlinkClick>
              </a:rPr>
              <a:t>https://jestjs.io/docs/en/mock-functions</a:t>
            </a:r>
            <a:endParaRPr>
              <a:solidFill>
                <a:srgbClr val="FFFFFF"/>
              </a:solidFill>
            </a:endParaRPr>
          </a:p>
          <a:p>
            <a:pPr indent="0" lvl="0" marL="0" rtl="0" algn="l">
              <a:spcBef>
                <a:spcPts val="0"/>
              </a:spcBef>
              <a:spcAft>
                <a:spcPts val="0"/>
              </a:spcAft>
              <a:buNone/>
            </a:pPr>
            <a:r>
              <a:rPr lang="es" sz="1100" u="sng">
                <a:solidFill>
                  <a:srgbClr val="FFFFFF"/>
                </a:solidFill>
                <a:hlinkClick r:id="rId4">
                  <a:extLst>
                    <a:ext uri="{A12FA001-AC4F-418D-AE19-62706E023703}">
                      <ahyp:hlinkClr val="tx"/>
                    </a:ext>
                  </a:extLst>
                </a:hlinkClick>
              </a:rPr>
              <a:t>https://jestjs.io/docs/en/mock-function-api</a:t>
            </a:r>
            <a:endParaRPr>
              <a:solidFill>
                <a:srgbClr val="FFFFFF"/>
              </a:solidFill>
            </a:endParaRPr>
          </a:p>
        </p:txBody>
      </p:sp>
      <p:sp>
        <p:nvSpPr>
          <p:cNvPr id="4068" name="Google Shape;4068;p129"/>
          <p:cNvSpPr txBox="1"/>
          <p:nvPr/>
        </p:nvSpPr>
        <p:spPr>
          <a:xfrm>
            <a:off x="150725" y="527550"/>
            <a:ext cx="8544300" cy="24117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s" sz="1200"/>
              <a:t>A mock </a:t>
            </a:r>
            <a:r>
              <a:rPr b="1" lang="es" sz="1200"/>
              <a:t>replaces the implementation</a:t>
            </a:r>
            <a:r>
              <a:rPr lang="es" sz="1200"/>
              <a:t> of a function to help capturing calls to it and the parameters passed and set different return values.</a:t>
            </a:r>
            <a:br>
              <a:rPr lang="es" sz="1200"/>
            </a:br>
            <a:endParaRPr sz="1200"/>
          </a:p>
          <a:p>
            <a:pPr indent="-304800" lvl="0" marL="457200" rtl="0" algn="l">
              <a:spcBef>
                <a:spcPts val="0"/>
              </a:spcBef>
              <a:spcAft>
                <a:spcPts val="0"/>
              </a:spcAft>
              <a:buSzPts val="1200"/>
              <a:buChar char="●"/>
            </a:pPr>
            <a:r>
              <a:rPr lang="es" sz="1200"/>
              <a:t>Mocking is a technique to isolate test subjects by </a:t>
            </a:r>
            <a:r>
              <a:rPr b="1" lang="es" sz="1200"/>
              <a:t>replacing dependencies</a:t>
            </a:r>
            <a:r>
              <a:rPr lang="es" sz="1200"/>
              <a:t> with objects that you can control and inspect.</a:t>
            </a:r>
            <a:br>
              <a:rPr lang="es" sz="1200"/>
            </a:br>
            <a:endParaRPr sz="1200"/>
          </a:p>
          <a:p>
            <a:pPr indent="-304800" lvl="0" marL="457200" rtl="0" algn="l">
              <a:spcBef>
                <a:spcPts val="0"/>
              </a:spcBef>
              <a:spcAft>
                <a:spcPts val="0"/>
              </a:spcAft>
              <a:buSzPts val="1200"/>
              <a:buChar char="●"/>
            </a:pPr>
            <a:r>
              <a:rPr lang="es" sz="1200"/>
              <a:t>The goal for mocking is to replace something we don’t </a:t>
            </a:r>
            <a:r>
              <a:rPr b="1" lang="es" sz="1200"/>
              <a:t>control</a:t>
            </a:r>
            <a:r>
              <a:rPr lang="es" sz="1200"/>
              <a:t> with something we do</a:t>
            </a:r>
            <a:br>
              <a:rPr lang="es" sz="1200"/>
            </a:br>
            <a:endParaRPr sz="1200"/>
          </a:p>
          <a:p>
            <a:pPr indent="-304800" lvl="0" marL="457200" rtl="0" algn="l">
              <a:spcBef>
                <a:spcPts val="0"/>
              </a:spcBef>
              <a:spcAft>
                <a:spcPts val="0"/>
              </a:spcAft>
              <a:buSzPts val="1200"/>
              <a:buChar char="●"/>
            </a:pPr>
            <a:r>
              <a:rPr lang="es" sz="1200">
                <a:solidFill>
                  <a:srgbClr val="24292E"/>
                </a:solidFill>
                <a:highlight>
                  <a:srgbClr val="FFFFFF"/>
                </a:highlight>
              </a:rPr>
              <a:t>Mock functions are also known as </a:t>
            </a:r>
            <a:r>
              <a:rPr b="1" lang="es" sz="1200">
                <a:solidFill>
                  <a:srgbClr val="24292E"/>
                </a:solidFill>
                <a:highlight>
                  <a:srgbClr val="FFFFFF"/>
                </a:highlight>
              </a:rPr>
              <a:t>"spies"</a:t>
            </a:r>
            <a:r>
              <a:rPr lang="es" sz="1200">
                <a:solidFill>
                  <a:srgbClr val="24292E"/>
                </a:solidFill>
                <a:highlight>
                  <a:srgbClr val="FFFFFF"/>
                </a:highlight>
              </a:rPr>
              <a:t>, because they let you spy on the behavior of a function that is called indirectly by some other code, rather than only testing the output.</a:t>
            </a:r>
            <a:br>
              <a:rPr lang="es" sz="1200">
                <a:solidFill>
                  <a:srgbClr val="24292E"/>
                </a:solidFill>
                <a:highlight>
                  <a:srgbClr val="FFFFFF"/>
                </a:highlight>
              </a:rPr>
            </a:br>
            <a:endParaRPr sz="1200">
              <a:solidFill>
                <a:srgbClr val="24292E"/>
              </a:solidFill>
              <a:highlight>
                <a:srgbClr val="FFFFFF"/>
              </a:highlight>
            </a:endParaRPr>
          </a:p>
          <a:p>
            <a:pPr indent="-304800" lvl="0" marL="457200" rtl="0" algn="l">
              <a:spcBef>
                <a:spcPts val="0"/>
              </a:spcBef>
              <a:spcAft>
                <a:spcPts val="0"/>
              </a:spcAft>
              <a:buClr>
                <a:srgbClr val="24292E"/>
              </a:buClr>
              <a:buSzPts val="1200"/>
              <a:buChar char="●"/>
            </a:pPr>
            <a:r>
              <a:rPr lang="es" sz="1200">
                <a:solidFill>
                  <a:srgbClr val="24292E"/>
                </a:solidFill>
                <a:highlight>
                  <a:srgbClr val="FFFFFF"/>
                </a:highlight>
              </a:rPr>
              <a:t>You can create a mock function with </a:t>
            </a:r>
            <a:r>
              <a:rPr b="1" lang="es" sz="1200">
                <a:solidFill>
                  <a:srgbClr val="4A86E8"/>
                </a:solidFill>
                <a:highlight>
                  <a:srgbClr val="FFFFFF"/>
                </a:highlight>
              </a:rPr>
              <a:t>jest.fn()</a:t>
            </a:r>
            <a:r>
              <a:rPr lang="es" sz="1200">
                <a:solidFill>
                  <a:srgbClr val="24292E"/>
                </a:solidFill>
                <a:highlight>
                  <a:srgbClr val="FFFFFF"/>
                </a:highlight>
              </a:rPr>
              <a:t>. If no implementation is given, the mock function will return undefined.</a:t>
            </a:r>
            <a:endParaRPr sz="1200">
              <a:solidFill>
                <a:srgbClr val="24292E"/>
              </a:solidFill>
              <a:highlight>
                <a:srgbClr val="FFFFFF"/>
              </a:highlight>
            </a:endParaRPr>
          </a:p>
        </p:txBody>
      </p:sp>
      <p:pic>
        <p:nvPicPr>
          <p:cNvPr id="4069" name="Google Shape;4069;p129"/>
          <p:cNvPicPr preferRelativeResize="0"/>
          <p:nvPr/>
        </p:nvPicPr>
        <p:blipFill>
          <a:blip r:embed="rId5">
            <a:alphaModFix/>
          </a:blip>
          <a:stretch>
            <a:fillRect/>
          </a:stretch>
        </p:blipFill>
        <p:spPr>
          <a:xfrm>
            <a:off x="3025600" y="3011400"/>
            <a:ext cx="3486546" cy="18994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3" name="Shape 4073"/>
        <p:cNvGrpSpPr/>
        <p:nvPr/>
      </p:nvGrpSpPr>
      <p:grpSpPr>
        <a:xfrm>
          <a:off x="0" y="0"/>
          <a:ext cx="0" cy="0"/>
          <a:chOff x="0" y="0"/>
          <a:chExt cx="0" cy="0"/>
        </a:xfrm>
      </p:grpSpPr>
      <p:pic>
        <p:nvPicPr>
          <p:cNvPr id="4074" name="Google Shape;4074;p130"/>
          <p:cNvPicPr preferRelativeResize="0"/>
          <p:nvPr/>
        </p:nvPicPr>
        <p:blipFill>
          <a:blip r:embed="rId3">
            <a:alphaModFix/>
          </a:blip>
          <a:stretch>
            <a:fillRect/>
          </a:stretch>
        </p:blipFill>
        <p:spPr>
          <a:xfrm>
            <a:off x="76200" y="55559"/>
            <a:ext cx="4909883" cy="1963949"/>
          </a:xfrm>
          <a:prstGeom prst="rect">
            <a:avLst/>
          </a:prstGeom>
          <a:noFill/>
          <a:ln>
            <a:noFill/>
          </a:ln>
        </p:spPr>
      </p:pic>
      <p:sp>
        <p:nvSpPr>
          <p:cNvPr id="4075" name="Google Shape;4075;p130"/>
          <p:cNvSpPr/>
          <p:nvPr/>
        </p:nvSpPr>
        <p:spPr>
          <a:xfrm>
            <a:off x="0" y="0"/>
            <a:ext cx="9144000" cy="4038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130"/>
          <p:cNvSpPr txBox="1"/>
          <p:nvPr/>
        </p:nvSpPr>
        <p:spPr>
          <a:xfrm>
            <a:off x="152400" y="-20700"/>
            <a:ext cx="35325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Calibri"/>
                <a:ea typeface="Calibri"/>
                <a:cs typeface="Calibri"/>
                <a:sym typeface="Calibri"/>
              </a:rPr>
              <a:t>Jest Mocking Modules and Functions</a:t>
            </a:r>
            <a:endParaRPr sz="1600">
              <a:solidFill>
                <a:srgbClr val="FFFFFF"/>
              </a:solidFill>
              <a:latin typeface="Calibri"/>
              <a:ea typeface="Calibri"/>
              <a:cs typeface="Calibri"/>
              <a:sym typeface="Calibri"/>
            </a:endParaRPr>
          </a:p>
          <a:p>
            <a:pPr indent="0" lvl="0" marL="0" rtl="0" algn="l">
              <a:spcBef>
                <a:spcPts val="0"/>
              </a:spcBef>
              <a:spcAft>
                <a:spcPts val="0"/>
              </a:spcAft>
              <a:buNone/>
            </a:pPr>
            <a:r>
              <a:t/>
            </a:r>
            <a:endParaRPr sz="1600">
              <a:solidFill>
                <a:srgbClr val="FFFFFF"/>
              </a:solidFill>
              <a:latin typeface="Calibri"/>
              <a:ea typeface="Calibri"/>
              <a:cs typeface="Calibri"/>
              <a:sym typeface="Calibri"/>
            </a:endParaRPr>
          </a:p>
          <a:p>
            <a:pPr indent="0" lvl="0" marL="0" rtl="0" algn="l">
              <a:spcBef>
                <a:spcPts val="0"/>
              </a:spcBef>
              <a:spcAft>
                <a:spcPts val="0"/>
              </a:spcAft>
              <a:buNone/>
            </a:pPr>
            <a:r>
              <a:t/>
            </a:r>
            <a:endParaRPr sz="1600">
              <a:solidFill>
                <a:srgbClr val="FFFFFF"/>
              </a:solidFill>
              <a:latin typeface="Calibri"/>
              <a:ea typeface="Calibri"/>
              <a:cs typeface="Calibri"/>
              <a:sym typeface="Calibri"/>
            </a:endParaRPr>
          </a:p>
        </p:txBody>
      </p:sp>
      <p:sp>
        <p:nvSpPr>
          <p:cNvPr id="4077" name="Google Shape;4077;p130"/>
          <p:cNvSpPr txBox="1"/>
          <p:nvPr/>
        </p:nvSpPr>
        <p:spPr>
          <a:xfrm>
            <a:off x="4267400" y="7950"/>
            <a:ext cx="5102400" cy="23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u="sng">
                <a:solidFill>
                  <a:srgbClr val="FFFFFF"/>
                </a:solidFill>
                <a:hlinkClick r:id="rId4">
                  <a:extLst>
                    <a:ext uri="{A12FA001-AC4F-418D-AE19-62706E023703}">
                      <ahyp:hlinkClr val="tx"/>
                    </a:ext>
                  </a:extLst>
                </a:hlinkClick>
              </a:rPr>
              <a:t>https://medium.com/@rickhanlonii/understanding-jest-mocks-f0046c68e53c</a:t>
            </a:r>
            <a:endParaRPr>
              <a:solidFill>
                <a:srgbClr val="FFFFFF"/>
              </a:solidFill>
            </a:endParaRPr>
          </a:p>
        </p:txBody>
      </p:sp>
      <p:sp>
        <p:nvSpPr>
          <p:cNvPr id="4078" name="Google Shape;4078;p130"/>
          <p:cNvSpPr txBox="1"/>
          <p:nvPr/>
        </p:nvSpPr>
        <p:spPr>
          <a:xfrm>
            <a:off x="3298686" y="1238455"/>
            <a:ext cx="4567200" cy="4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t>does </a:t>
            </a:r>
            <a:r>
              <a:rPr lang="es" sz="1200">
                <a:solidFill>
                  <a:srgbClr val="4A86E8"/>
                </a:solidFill>
              </a:rPr>
              <a:t>jest.fn()</a:t>
            </a:r>
            <a:r>
              <a:rPr lang="es" sz="1200"/>
              <a:t> automatically for all functions in a module</a:t>
            </a:r>
            <a:endParaRPr sz="1200"/>
          </a:p>
        </p:txBody>
      </p:sp>
      <p:sp>
        <p:nvSpPr>
          <p:cNvPr id="4079" name="Google Shape;4079;p130"/>
          <p:cNvSpPr/>
          <p:nvPr/>
        </p:nvSpPr>
        <p:spPr>
          <a:xfrm>
            <a:off x="3093786" y="1379784"/>
            <a:ext cx="204900" cy="102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130"/>
          <p:cNvSpPr txBox="1"/>
          <p:nvPr/>
        </p:nvSpPr>
        <p:spPr>
          <a:xfrm>
            <a:off x="3295336" y="1604573"/>
            <a:ext cx="4567200" cy="4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t>same thing + allows restoring the original function</a:t>
            </a:r>
            <a:endParaRPr sz="1200"/>
          </a:p>
        </p:txBody>
      </p:sp>
      <p:sp>
        <p:nvSpPr>
          <p:cNvPr id="4081" name="Google Shape;4081;p130"/>
          <p:cNvSpPr/>
          <p:nvPr/>
        </p:nvSpPr>
        <p:spPr>
          <a:xfrm>
            <a:off x="3100705" y="1745914"/>
            <a:ext cx="204900" cy="102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82" name="Google Shape;4082;p130"/>
          <p:cNvPicPr preferRelativeResize="0"/>
          <p:nvPr/>
        </p:nvPicPr>
        <p:blipFill>
          <a:blip r:embed="rId5">
            <a:alphaModFix/>
          </a:blip>
          <a:stretch>
            <a:fillRect/>
          </a:stretch>
        </p:blipFill>
        <p:spPr>
          <a:xfrm>
            <a:off x="271575" y="2060050"/>
            <a:ext cx="3816849" cy="3042300"/>
          </a:xfrm>
          <a:prstGeom prst="rect">
            <a:avLst/>
          </a:prstGeom>
          <a:noFill/>
          <a:ln>
            <a:noFill/>
          </a:ln>
        </p:spPr>
      </p:pic>
      <p:pic>
        <p:nvPicPr>
          <p:cNvPr id="4083" name="Google Shape;4083;p130"/>
          <p:cNvPicPr preferRelativeResize="0"/>
          <p:nvPr/>
        </p:nvPicPr>
        <p:blipFill>
          <a:blip r:embed="rId6">
            <a:alphaModFix/>
          </a:blip>
          <a:stretch>
            <a:fillRect/>
          </a:stretch>
        </p:blipFill>
        <p:spPr>
          <a:xfrm>
            <a:off x="5039924" y="2060050"/>
            <a:ext cx="3557362" cy="30423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87" name="Shape 4087"/>
        <p:cNvGrpSpPr/>
        <p:nvPr/>
      </p:nvGrpSpPr>
      <p:grpSpPr>
        <a:xfrm>
          <a:off x="0" y="0"/>
          <a:ext cx="0" cy="0"/>
          <a:chOff x="0" y="0"/>
          <a:chExt cx="0" cy="0"/>
        </a:xfrm>
      </p:grpSpPr>
      <p:sp>
        <p:nvSpPr>
          <p:cNvPr id="4088" name="Google Shape;4088;p131"/>
          <p:cNvSpPr txBox="1"/>
          <p:nvPr>
            <p:ph type="ctrTitle"/>
          </p:nvPr>
        </p:nvSpPr>
        <p:spPr>
          <a:xfrm>
            <a:off x="369000" y="365700"/>
            <a:ext cx="8463300" cy="392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3200"/>
              <a:buNone/>
            </a:pPr>
            <a:r>
              <a:rPr lang="es" sz="4000">
                <a:solidFill>
                  <a:srgbClr val="4A86E8"/>
                </a:solidFill>
              </a:rPr>
              <a:t>Snapshot testing</a:t>
            </a:r>
            <a:endParaRPr sz="4000"/>
          </a:p>
        </p:txBody>
      </p:sp>
      <p:sp>
        <p:nvSpPr>
          <p:cNvPr id="4089" name="Google Shape;4089;p1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s"/>
              <a:t>‹#›</a:t>
            </a:fld>
            <a:endParaRPr sz="7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3" name="Shape 4093"/>
        <p:cNvGrpSpPr/>
        <p:nvPr/>
      </p:nvGrpSpPr>
      <p:grpSpPr>
        <a:xfrm>
          <a:off x="0" y="0"/>
          <a:ext cx="0" cy="0"/>
          <a:chOff x="0" y="0"/>
          <a:chExt cx="0" cy="0"/>
        </a:xfrm>
      </p:grpSpPr>
      <p:sp>
        <p:nvSpPr>
          <p:cNvPr id="4094" name="Google Shape;4094;p132"/>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Snapshot testing</a:t>
            </a:r>
            <a:endParaRPr/>
          </a:p>
        </p:txBody>
      </p:sp>
      <p:sp>
        <p:nvSpPr>
          <p:cNvPr id="4095" name="Google Shape;4095;p1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4096" name="Google Shape;4096;p132"/>
          <p:cNvPicPr preferRelativeResize="0"/>
          <p:nvPr/>
        </p:nvPicPr>
        <p:blipFill>
          <a:blip r:embed="rId3">
            <a:alphaModFix/>
          </a:blip>
          <a:stretch>
            <a:fillRect/>
          </a:stretch>
        </p:blipFill>
        <p:spPr>
          <a:xfrm>
            <a:off x="2374950" y="979125"/>
            <a:ext cx="4528887" cy="40777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0" name="Shape 4100"/>
        <p:cNvGrpSpPr/>
        <p:nvPr/>
      </p:nvGrpSpPr>
      <p:grpSpPr>
        <a:xfrm>
          <a:off x="0" y="0"/>
          <a:ext cx="0" cy="0"/>
          <a:chOff x="0" y="0"/>
          <a:chExt cx="0" cy="0"/>
        </a:xfrm>
      </p:grpSpPr>
      <p:sp>
        <p:nvSpPr>
          <p:cNvPr id="4101" name="Google Shape;4101;p133"/>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Snapshot testing</a:t>
            </a:r>
            <a:endParaRPr/>
          </a:p>
        </p:txBody>
      </p:sp>
      <p:sp>
        <p:nvSpPr>
          <p:cNvPr id="4102" name="Google Shape;4102;p1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103" name="Google Shape;4103;p133"/>
          <p:cNvSpPr txBox="1"/>
          <p:nvPr/>
        </p:nvSpPr>
        <p:spPr>
          <a:xfrm>
            <a:off x="1888650" y="1121050"/>
            <a:ext cx="5925000" cy="3416400"/>
          </a:xfrm>
          <a:prstGeom prst="rect">
            <a:avLst/>
          </a:prstGeom>
          <a:noFill/>
          <a:ln>
            <a:noFill/>
          </a:ln>
        </p:spPr>
        <p:txBody>
          <a:bodyPr anchorCtr="0" anchor="ctr" bIns="0" lIns="0" spcFirstLastPara="1" rIns="0" wrap="square" tIns="0">
            <a:noAutofit/>
          </a:bodyPr>
          <a:lstStyle/>
          <a:p>
            <a:pPr indent="-349250" lvl="0" marL="457200" rtl="0" algn="l">
              <a:lnSpc>
                <a:spcPct val="115000"/>
              </a:lnSpc>
              <a:spcBef>
                <a:spcPts val="0"/>
              </a:spcBef>
              <a:spcAft>
                <a:spcPts val="0"/>
              </a:spcAft>
              <a:buClr>
                <a:srgbClr val="F2617A"/>
              </a:buClr>
              <a:buSzPts val="1900"/>
              <a:buFont typeface="Inter"/>
              <a:buChar char="●"/>
            </a:pPr>
            <a:r>
              <a:rPr lang="es" sz="1900">
                <a:solidFill>
                  <a:srgbClr val="24292E"/>
                </a:solidFill>
                <a:highlight>
                  <a:schemeClr val="lt1"/>
                </a:highlight>
                <a:latin typeface="Inter"/>
                <a:ea typeface="Inter"/>
                <a:cs typeface="Inter"/>
                <a:sym typeface="Inter"/>
              </a:rPr>
              <a:t>Jest allows “snapshots” of data with </a:t>
            </a:r>
            <a:r>
              <a:rPr lang="es" sz="1900">
                <a:solidFill>
                  <a:srgbClr val="4A86E8"/>
                </a:solidFill>
                <a:highlight>
                  <a:schemeClr val="lt1"/>
                </a:highlight>
                <a:latin typeface="Inter"/>
                <a:ea typeface="Inter"/>
                <a:cs typeface="Inter"/>
                <a:sym typeface="Inter"/>
              </a:rPr>
              <a:t>toMatchSnapshot().</a:t>
            </a:r>
            <a:r>
              <a:rPr lang="es" sz="1900">
                <a:solidFill>
                  <a:srgbClr val="24292E"/>
                </a:solidFill>
                <a:highlight>
                  <a:schemeClr val="lt1"/>
                </a:highlight>
                <a:latin typeface="Inter"/>
                <a:ea typeface="Inter"/>
                <a:cs typeface="Inter"/>
                <a:sym typeface="Inter"/>
              </a:rPr>
              <a:t> This will “save” the rendered component output and ensure that a change to it has to be explicitly committed as a change to the snapshot.</a:t>
            </a:r>
            <a:endParaRPr sz="1900">
              <a:solidFill>
                <a:schemeClr val="dk1"/>
              </a:solidFill>
              <a:latin typeface="Inter"/>
              <a:ea typeface="Inter"/>
              <a:cs typeface="Inter"/>
              <a:sym typeface="Inter"/>
            </a:endParaRPr>
          </a:p>
          <a:p>
            <a:pPr indent="-349250" lvl="0" marL="457200" rtl="0" algn="l">
              <a:lnSpc>
                <a:spcPct val="115000"/>
              </a:lnSpc>
              <a:spcBef>
                <a:spcPts val="900"/>
              </a:spcBef>
              <a:spcAft>
                <a:spcPts val="0"/>
              </a:spcAft>
              <a:buClr>
                <a:srgbClr val="F2617A"/>
              </a:buClr>
              <a:buSzPts val="1900"/>
              <a:buFont typeface="Inter"/>
              <a:buChar char="●"/>
            </a:pPr>
            <a:r>
              <a:rPr lang="es" sz="1900">
                <a:solidFill>
                  <a:schemeClr val="dk1"/>
                </a:solidFill>
                <a:latin typeface="Inter"/>
                <a:ea typeface="Inter"/>
                <a:cs typeface="Inter"/>
                <a:sym typeface="Inter"/>
              </a:rPr>
              <a:t>Instead of rendering the graphical UI, which would require building the entire app, you can use a test renderer to quickly generate a serializable value for your React tree. </a:t>
            </a:r>
            <a:endParaRPr sz="1900">
              <a:solidFill>
                <a:schemeClr val="dk1"/>
              </a:solidFill>
              <a:latin typeface="Inter"/>
              <a:ea typeface="Inter"/>
              <a:cs typeface="Inter"/>
              <a:sym typeface="Inter"/>
            </a:endParaRPr>
          </a:p>
          <a:p>
            <a:pPr indent="-349250" lvl="1" marL="914400" rtl="0" algn="l">
              <a:lnSpc>
                <a:spcPct val="115000"/>
              </a:lnSpc>
              <a:spcBef>
                <a:spcPts val="900"/>
              </a:spcBef>
              <a:spcAft>
                <a:spcPts val="0"/>
              </a:spcAft>
              <a:buClr>
                <a:schemeClr val="dk1"/>
              </a:buClr>
              <a:buSzPts val="1900"/>
              <a:buFont typeface="Inter"/>
              <a:buChar char="○"/>
            </a:pPr>
            <a:r>
              <a:rPr b="1" lang="es" sz="1900">
                <a:solidFill>
                  <a:schemeClr val="dk1"/>
                </a:solidFill>
                <a:latin typeface="Inter"/>
                <a:ea typeface="Inter"/>
                <a:cs typeface="Inter"/>
                <a:sym typeface="Inter"/>
              </a:rPr>
              <a:t>Tradeoff: break easily</a:t>
            </a:r>
            <a:endParaRPr b="1" sz="1900">
              <a:solidFill>
                <a:schemeClr val="dk1"/>
              </a:solidFill>
              <a:latin typeface="Inter"/>
              <a:ea typeface="Inter"/>
              <a:cs typeface="Inter"/>
              <a:sym typeface="Inte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7" name="Shape 4107"/>
        <p:cNvGrpSpPr/>
        <p:nvPr/>
      </p:nvGrpSpPr>
      <p:grpSpPr>
        <a:xfrm>
          <a:off x="0" y="0"/>
          <a:ext cx="0" cy="0"/>
          <a:chOff x="0" y="0"/>
          <a:chExt cx="0" cy="0"/>
        </a:xfrm>
      </p:grpSpPr>
      <p:sp>
        <p:nvSpPr>
          <p:cNvPr id="4108" name="Google Shape;4108;p134"/>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Snapshot testing</a:t>
            </a:r>
            <a:endParaRPr/>
          </a:p>
        </p:txBody>
      </p:sp>
      <p:sp>
        <p:nvSpPr>
          <p:cNvPr id="4109" name="Google Shape;4109;p1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4110" name="Google Shape;4110;p134"/>
          <p:cNvPicPr preferRelativeResize="0"/>
          <p:nvPr/>
        </p:nvPicPr>
        <p:blipFill>
          <a:blip r:embed="rId3">
            <a:alphaModFix/>
          </a:blip>
          <a:stretch>
            <a:fillRect/>
          </a:stretch>
        </p:blipFill>
        <p:spPr>
          <a:xfrm>
            <a:off x="1390500" y="816275"/>
            <a:ext cx="6768452" cy="424054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4" name="Shape 4114"/>
        <p:cNvGrpSpPr/>
        <p:nvPr/>
      </p:nvGrpSpPr>
      <p:grpSpPr>
        <a:xfrm>
          <a:off x="0" y="0"/>
          <a:ext cx="0" cy="0"/>
          <a:chOff x="0" y="0"/>
          <a:chExt cx="0" cy="0"/>
        </a:xfrm>
      </p:grpSpPr>
      <p:sp>
        <p:nvSpPr>
          <p:cNvPr id="4115" name="Google Shape;4115;p135"/>
          <p:cNvSpPr txBox="1"/>
          <p:nvPr>
            <p:ph type="title"/>
          </p:nvPr>
        </p:nvSpPr>
        <p:spPr>
          <a:xfrm>
            <a:off x="369000" y="365700"/>
            <a:ext cx="37392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Form: Formik</a:t>
            </a:r>
            <a:endParaRPr/>
          </a:p>
        </p:txBody>
      </p:sp>
      <p:sp>
        <p:nvSpPr>
          <p:cNvPr id="4116" name="Google Shape;4116;p1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117" name="Google Shape;4117;p135"/>
          <p:cNvSpPr txBox="1"/>
          <p:nvPr/>
        </p:nvSpPr>
        <p:spPr>
          <a:xfrm>
            <a:off x="262175" y="1094100"/>
            <a:ext cx="3459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latin typeface="Inter"/>
                <a:ea typeface="Inter"/>
                <a:cs typeface="Inter"/>
                <a:sym typeface="Inter"/>
              </a:rPr>
              <a:t>Formik is a TypeScript library for creating and validate form fields.</a:t>
            </a:r>
            <a:br>
              <a:rPr lang="es" sz="2000">
                <a:latin typeface="Inter"/>
                <a:ea typeface="Inter"/>
                <a:cs typeface="Inter"/>
                <a:sym typeface="Inter"/>
              </a:rPr>
            </a:br>
            <a:br>
              <a:rPr lang="es" sz="2000">
                <a:latin typeface="Inter"/>
                <a:ea typeface="Inter"/>
                <a:cs typeface="Inter"/>
                <a:sym typeface="Inter"/>
              </a:rPr>
            </a:br>
            <a:r>
              <a:rPr lang="es" sz="2000">
                <a:latin typeface="Inter"/>
                <a:ea typeface="Inter"/>
                <a:cs typeface="Inter"/>
                <a:sym typeface="Inter"/>
              </a:rPr>
              <a:t>Alternatives:</a:t>
            </a:r>
            <a:endParaRPr sz="2000">
              <a:latin typeface="Inter"/>
              <a:ea typeface="Inter"/>
              <a:cs typeface="Inter"/>
              <a:sym typeface="Inter"/>
            </a:endParaRPr>
          </a:p>
          <a:p>
            <a:pPr indent="-355600" lvl="0" marL="457200" rtl="0" algn="l">
              <a:spcBef>
                <a:spcPts val="0"/>
              </a:spcBef>
              <a:spcAft>
                <a:spcPts val="0"/>
              </a:spcAft>
              <a:buSzPts val="2000"/>
              <a:buFont typeface="Inter"/>
              <a:buChar char="-"/>
            </a:pPr>
            <a:r>
              <a:rPr lang="es" sz="2000">
                <a:latin typeface="Inter"/>
                <a:ea typeface="Inter"/>
                <a:cs typeface="Inter"/>
                <a:sym typeface="Inter"/>
              </a:rPr>
              <a:t>React-form</a:t>
            </a:r>
            <a:endParaRPr sz="2000">
              <a:latin typeface="Inter"/>
              <a:ea typeface="Inter"/>
              <a:cs typeface="Inter"/>
              <a:sym typeface="Inter"/>
            </a:endParaRPr>
          </a:p>
          <a:p>
            <a:pPr indent="-355600" lvl="0" marL="457200" rtl="0" algn="l">
              <a:spcBef>
                <a:spcPts val="0"/>
              </a:spcBef>
              <a:spcAft>
                <a:spcPts val="0"/>
              </a:spcAft>
              <a:buSzPts val="2000"/>
              <a:buFont typeface="Inter"/>
              <a:buChar char="-"/>
            </a:pPr>
            <a:r>
              <a:rPr lang="es" sz="2000">
                <a:latin typeface="Inter"/>
                <a:ea typeface="Inter"/>
                <a:cs typeface="Inter"/>
                <a:sym typeface="Inter"/>
              </a:rPr>
              <a:t>Yup</a:t>
            </a:r>
            <a:endParaRPr sz="2000">
              <a:latin typeface="Inter"/>
              <a:ea typeface="Inter"/>
              <a:cs typeface="Inter"/>
              <a:sym typeface="Inter"/>
            </a:endParaRPr>
          </a:p>
        </p:txBody>
      </p:sp>
      <p:pic>
        <p:nvPicPr>
          <p:cNvPr id="4118" name="Google Shape;4118;p135"/>
          <p:cNvPicPr preferRelativeResize="0"/>
          <p:nvPr/>
        </p:nvPicPr>
        <p:blipFill>
          <a:blip r:embed="rId3">
            <a:alphaModFix/>
          </a:blip>
          <a:stretch>
            <a:fillRect/>
          </a:stretch>
        </p:blipFill>
        <p:spPr>
          <a:xfrm>
            <a:off x="4179350" y="365113"/>
            <a:ext cx="4659797" cy="4358417"/>
          </a:xfrm>
          <a:prstGeom prst="rect">
            <a:avLst/>
          </a:prstGeom>
          <a:noFill/>
          <a:ln>
            <a:noFill/>
          </a:ln>
        </p:spPr>
      </p:pic>
      <p:sp>
        <p:nvSpPr>
          <p:cNvPr id="4119" name="Google Shape;4119;p135"/>
          <p:cNvSpPr txBox="1"/>
          <p:nvPr/>
        </p:nvSpPr>
        <p:spPr>
          <a:xfrm>
            <a:off x="312050" y="3456075"/>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t>https://formik.org/</a:t>
            </a:r>
            <a:endParaRPr sz="20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3" name="Shape 4123"/>
        <p:cNvGrpSpPr/>
        <p:nvPr/>
      </p:nvGrpSpPr>
      <p:grpSpPr>
        <a:xfrm>
          <a:off x="0" y="0"/>
          <a:ext cx="0" cy="0"/>
          <a:chOff x="0" y="0"/>
          <a:chExt cx="0" cy="0"/>
        </a:xfrm>
      </p:grpSpPr>
      <p:sp>
        <p:nvSpPr>
          <p:cNvPr id="4124" name="Google Shape;4124;p136"/>
          <p:cNvSpPr txBox="1"/>
          <p:nvPr>
            <p:ph type="title"/>
          </p:nvPr>
        </p:nvSpPr>
        <p:spPr>
          <a:xfrm>
            <a:off x="369000" y="365700"/>
            <a:ext cx="37392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Form: Formik</a:t>
            </a:r>
            <a:endParaRPr/>
          </a:p>
        </p:txBody>
      </p:sp>
      <p:sp>
        <p:nvSpPr>
          <p:cNvPr id="4125" name="Google Shape;4125;p1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126" name="Google Shape;4126;p136"/>
          <p:cNvSpPr txBox="1"/>
          <p:nvPr/>
        </p:nvSpPr>
        <p:spPr>
          <a:xfrm>
            <a:off x="262175" y="1094100"/>
            <a:ext cx="3459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latin typeface="Inter"/>
                <a:ea typeface="Inter"/>
                <a:cs typeface="Inter"/>
                <a:sym typeface="Inter"/>
              </a:rPr>
              <a:t>Formik is a TypeScript library for creating and validate form fields.</a:t>
            </a:r>
            <a:br>
              <a:rPr lang="es" sz="2000">
                <a:latin typeface="Inter"/>
                <a:ea typeface="Inter"/>
                <a:cs typeface="Inter"/>
                <a:sym typeface="Inter"/>
              </a:rPr>
            </a:br>
            <a:br>
              <a:rPr lang="es" sz="2000">
                <a:latin typeface="Inter"/>
                <a:ea typeface="Inter"/>
                <a:cs typeface="Inter"/>
                <a:sym typeface="Inter"/>
              </a:rPr>
            </a:br>
            <a:r>
              <a:rPr lang="es" sz="2000">
                <a:latin typeface="Inter"/>
                <a:ea typeface="Inter"/>
                <a:cs typeface="Inter"/>
                <a:sym typeface="Inter"/>
              </a:rPr>
              <a:t>Alternatives:</a:t>
            </a:r>
            <a:endParaRPr sz="2000">
              <a:latin typeface="Inter"/>
              <a:ea typeface="Inter"/>
              <a:cs typeface="Inter"/>
              <a:sym typeface="Inter"/>
            </a:endParaRPr>
          </a:p>
          <a:p>
            <a:pPr indent="-355600" lvl="0" marL="457200" rtl="0" algn="l">
              <a:spcBef>
                <a:spcPts val="0"/>
              </a:spcBef>
              <a:spcAft>
                <a:spcPts val="0"/>
              </a:spcAft>
              <a:buSzPts val="2000"/>
              <a:buFont typeface="Inter"/>
              <a:buChar char="-"/>
            </a:pPr>
            <a:r>
              <a:rPr lang="es" sz="2000">
                <a:latin typeface="Inter"/>
                <a:ea typeface="Inter"/>
                <a:cs typeface="Inter"/>
                <a:sym typeface="Inter"/>
              </a:rPr>
              <a:t>React-form</a:t>
            </a:r>
            <a:endParaRPr sz="2000">
              <a:latin typeface="Inter"/>
              <a:ea typeface="Inter"/>
              <a:cs typeface="Inter"/>
              <a:sym typeface="Inter"/>
            </a:endParaRPr>
          </a:p>
          <a:p>
            <a:pPr indent="-355600" lvl="0" marL="457200" rtl="0" algn="l">
              <a:spcBef>
                <a:spcPts val="0"/>
              </a:spcBef>
              <a:spcAft>
                <a:spcPts val="0"/>
              </a:spcAft>
              <a:buSzPts val="2000"/>
              <a:buFont typeface="Inter"/>
              <a:buChar char="-"/>
            </a:pPr>
            <a:r>
              <a:rPr lang="es" sz="2000">
                <a:latin typeface="Inter"/>
                <a:ea typeface="Inter"/>
                <a:cs typeface="Inter"/>
                <a:sym typeface="Inter"/>
              </a:rPr>
              <a:t>Yup</a:t>
            </a:r>
            <a:endParaRPr sz="2000">
              <a:latin typeface="Inter"/>
              <a:ea typeface="Inter"/>
              <a:cs typeface="Inter"/>
              <a:sym typeface="Inter"/>
            </a:endParaRPr>
          </a:p>
        </p:txBody>
      </p:sp>
      <p:sp>
        <p:nvSpPr>
          <p:cNvPr id="4127" name="Google Shape;4127;p136"/>
          <p:cNvSpPr txBox="1"/>
          <p:nvPr/>
        </p:nvSpPr>
        <p:spPr>
          <a:xfrm>
            <a:off x="312050" y="3456075"/>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t>https://formik.org/</a:t>
            </a:r>
            <a:endParaRPr sz="2000"/>
          </a:p>
        </p:txBody>
      </p:sp>
      <p:pic>
        <p:nvPicPr>
          <p:cNvPr id="4128" name="Google Shape;4128;p136"/>
          <p:cNvPicPr preferRelativeResize="0"/>
          <p:nvPr/>
        </p:nvPicPr>
        <p:blipFill>
          <a:blip r:embed="rId3">
            <a:alphaModFix/>
          </a:blip>
          <a:stretch>
            <a:fillRect/>
          </a:stretch>
        </p:blipFill>
        <p:spPr>
          <a:xfrm>
            <a:off x="3894813" y="261301"/>
            <a:ext cx="4640137" cy="4751139"/>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2" name="Shape 4132"/>
        <p:cNvGrpSpPr/>
        <p:nvPr/>
      </p:nvGrpSpPr>
      <p:grpSpPr>
        <a:xfrm>
          <a:off x="0" y="0"/>
          <a:ext cx="0" cy="0"/>
          <a:chOff x="0" y="0"/>
          <a:chExt cx="0" cy="0"/>
        </a:xfrm>
      </p:grpSpPr>
      <p:sp>
        <p:nvSpPr>
          <p:cNvPr id="4133" name="Google Shape;4133;p137"/>
          <p:cNvSpPr txBox="1"/>
          <p:nvPr>
            <p:ph type="title"/>
          </p:nvPr>
        </p:nvSpPr>
        <p:spPr>
          <a:xfrm>
            <a:off x="369000" y="365700"/>
            <a:ext cx="37392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s"/>
              <a:t>Validaciones: Zod</a:t>
            </a:r>
            <a:endParaRPr/>
          </a:p>
        </p:txBody>
      </p:sp>
      <p:sp>
        <p:nvSpPr>
          <p:cNvPr id="4134" name="Google Shape;4134;p1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135" name="Google Shape;4135;p137"/>
          <p:cNvSpPr txBox="1"/>
          <p:nvPr/>
        </p:nvSpPr>
        <p:spPr>
          <a:xfrm>
            <a:off x="262175" y="1094100"/>
            <a:ext cx="34599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latin typeface="Inter"/>
                <a:ea typeface="Inter"/>
                <a:cs typeface="Inter"/>
                <a:sym typeface="Inter"/>
              </a:rPr>
              <a:t>Zod is a TypeScript library for creating schemas to validate your JavaScript or TypeScript data at runtime. Zod schemas can be used for validating and parsing data, such as data received from an API or a form input.</a:t>
            </a:r>
            <a:endParaRPr sz="2000">
              <a:latin typeface="Inter"/>
              <a:ea typeface="Inter"/>
              <a:cs typeface="Inter"/>
              <a:sym typeface="Inter"/>
            </a:endParaRPr>
          </a:p>
        </p:txBody>
      </p:sp>
      <p:sp>
        <p:nvSpPr>
          <p:cNvPr id="4136" name="Google Shape;4136;p137"/>
          <p:cNvSpPr txBox="1"/>
          <p:nvPr/>
        </p:nvSpPr>
        <p:spPr>
          <a:xfrm>
            <a:off x="4445075" y="144125"/>
            <a:ext cx="4231500" cy="4671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 sz="1100">
                <a:solidFill>
                  <a:srgbClr val="AF00DB"/>
                </a:solidFill>
                <a:highlight>
                  <a:srgbClr val="FFFFFF"/>
                </a:highlight>
                <a:latin typeface="Consolas"/>
                <a:ea typeface="Consolas"/>
                <a:cs typeface="Consolas"/>
                <a:sym typeface="Consolas"/>
              </a:rPr>
              <a:t>import</a:t>
            </a:r>
            <a:r>
              <a:rPr b="1" lang="es" sz="1100">
                <a:solidFill>
                  <a:srgbClr val="3B3B3B"/>
                </a:solidFill>
                <a:highlight>
                  <a:srgbClr val="FFFFFF"/>
                </a:highlight>
                <a:latin typeface="Consolas"/>
                <a:ea typeface="Consolas"/>
                <a:cs typeface="Consolas"/>
                <a:sym typeface="Consolas"/>
              </a:rPr>
              <a:t> { </a:t>
            </a:r>
            <a:r>
              <a:rPr b="1" lang="es" sz="1100">
                <a:solidFill>
                  <a:srgbClr val="001080"/>
                </a:solidFill>
                <a:highlight>
                  <a:srgbClr val="FFFFFF"/>
                </a:highlight>
                <a:latin typeface="Consolas"/>
                <a:ea typeface="Consolas"/>
                <a:cs typeface="Consolas"/>
                <a:sym typeface="Consolas"/>
              </a:rPr>
              <a:t>z</a:t>
            </a:r>
            <a:r>
              <a:rPr b="1" lang="es" sz="1100">
                <a:solidFill>
                  <a:srgbClr val="3B3B3B"/>
                </a:solidFill>
                <a:highlight>
                  <a:srgbClr val="FFFFFF"/>
                </a:highlight>
                <a:latin typeface="Consolas"/>
                <a:ea typeface="Consolas"/>
                <a:cs typeface="Consolas"/>
                <a:sym typeface="Consolas"/>
              </a:rPr>
              <a:t> } </a:t>
            </a:r>
            <a:r>
              <a:rPr b="1" lang="es" sz="1100">
                <a:solidFill>
                  <a:srgbClr val="AF00DB"/>
                </a:solidFill>
                <a:highlight>
                  <a:srgbClr val="FFFFFF"/>
                </a:highlight>
                <a:latin typeface="Consolas"/>
                <a:ea typeface="Consolas"/>
                <a:cs typeface="Consolas"/>
                <a:sym typeface="Consolas"/>
              </a:rPr>
              <a:t>from</a:t>
            </a:r>
            <a:r>
              <a:rPr b="1" lang="es" sz="1100">
                <a:solidFill>
                  <a:srgbClr val="3B3B3B"/>
                </a:solidFill>
                <a:highlight>
                  <a:srgbClr val="FFFFFF"/>
                </a:highlight>
                <a:latin typeface="Consolas"/>
                <a:ea typeface="Consolas"/>
                <a:cs typeface="Consolas"/>
                <a:sym typeface="Consolas"/>
              </a:rPr>
              <a:t> </a:t>
            </a:r>
            <a:r>
              <a:rPr b="1" lang="es" sz="1100">
                <a:solidFill>
                  <a:srgbClr val="A31515"/>
                </a:solidFill>
                <a:highlight>
                  <a:srgbClr val="FFFFFF"/>
                </a:highlight>
                <a:latin typeface="Consolas"/>
                <a:ea typeface="Consolas"/>
                <a:cs typeface="Consolas"/>
                <a:sym typeface="Consolas"/>
              </a:rPr>
              <a:t>"zod"</a:t>
            </a:r>
            <a:r>
              <a:rPr b="1" lang="es" sz="1100">
                <a:solidFill>
                  <a:srgbClr val="3B3B3B"/>
                </a:solidFill>
                <a:highlight>
                  <a:srgbClr val="FFFFFF"/>
                </a:highlight>
                <a:latin typeface="Consolas"/>
                <a:ea typeface="Consolas"/>
                <a:cs typeface="Consolas"/>
                <a:sym typeface="Consolas"/>
              </a:rPr>
              <a:t>;</a:t>
            </a:r>
            <a:endParaRPr b="1" sz="1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rgbClr val="008000"/>
                </a:solidFill>
                <a:highlight>
                  <a:srgbClr val="FFFFFF"/>
                </a:highlight>
                <a:latin typeface="Consolas"/>
                <a:ea typeface="Consolas"/>
                <a:cs typeface="Consolas"/>
                <a:sym typeface="Consolas"/>
              </a:rPr>
              <a:t>// Define a schema</a:t>
            </a:r>
            <a:endParaRPr b="1" sz="11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rgbClr val="0000FF"/>
                </a:solidFill>
                <a:highlight>
                  <a:srgbClr val="FFFFFF"/>
                </a:highlight>
                <a:latin typeface="Consolas"/>
                <a:ea typeface="Consolas"/>
                <a:cs typeface="Consolas"/>
                <a:sym typeface="Consolas"/>
              </a:rPr>
              <a:t>const</a:t>
            </a:r>
            <a:r>
              <a:rPr b="1" lang="es" sz="1100">
                <a:solidFill>
                  <a:srgbClr val="3B3B3B"/>
                </a:solidFill>
                <a:highlight>
                  <a:srgbClr val="FFFFFF"/>
                </a:highlight>
                <a:latin typeface="Consolas"/>
                <a:ea typeface="Consolas"/>
                <a:cs typeface="Consolas"/>
                <a:sym typeface="Consolas"/>
              </a:rPr>
              <a:t> </a:t>
            </a:r>
            <a:r>
              <a:rPr b="1" lang="es" sz="1100">
                <a:solidFill>
                  <a:srgbClr val="0070C1"/>
                </a:solidFill>
                <a:highlight>
                  <a:srgbClr val="FFFFFF"/>
                </a:highlight>
                <a:latin typeface="Consolas"/>
                <a:ea typeface="Consolas"/>
                <a:cs typeface="Consolas"/>
                <a:sym typeface="Consolas"/>
              </a:rPr>
              <a:t>UserSchema</a:t>
            </a:r>
            <a:r>
              <a:rPr b="1" lang="es" sz="1100">
                <a:solidFill>
                  <a:srgbClr val="3B3B3B"/>
                </a:solidFill>
                <a:highlight>
                  <a:srgbClr val="FFFFFF"/>
                </a:highlight>
                <a:latin typeface="Consolas"/>
                <a:ea typeface="Consolas"/>
                <a:cs typeface="Consolas"/>
                <a:sym typeface="Consolas"/>
              </a:rPr>
              <a:t> </a:t>
            </a:r>
            <a:r>
              <a:rPr b="1" lang="es" sz="1100">
                <a:solidFill>
                  <a:schemeClr val="dk1"/>
                </a:solidFill>
                <a:highlight>
                  <a:srgbClr val="FFFFFF"/>
                </a:highlight>
                <a:latin typeface="Consolas"/>
                <a:ea typeface="Consolas"/>
                <a:cs typeface="Consolas"/>
                <a:sym typeface="Consolas"/>
              </a:rPr>
              <a:t>=</a:t>
            </a:r>
            <a:r>
              <a:rPr b="1" lang="es" sz="1100">
                <a:solidFill>
                  <a:srgbClr val="3B3B3B"/>
                </a:solidFill>
                <a:highlight>
                  <a:srgbClr val="FFFFFF"/>
                </a:highlight>
                <a:latin typeface="Consolas"/>
                <a:ea typeface="Consolas"/>
                <a:cs typeface="Consolas"/>
                <a:sym typeface="Consolas"/>
              </a:rPr>
              <a:t> </a:t>
            </a:r>
            <a:r>
              <a:rPr b="1" lang="es" sz="1100">
                <a:solidFill>
                  <a:srgbClr val="001080"/>
                </a:solidFill>
                <a:highlight>
                  <a:srgbClr val="FFFFFF"/>
                </a:highlight>
                <a:latin typeface="Consolas"/>
                <a:ea typeface="Consolas"/>
                <a:cs typeface="Consolas"/>
                <a:sym typeface="Consolas"/>
              </a:rPr>
              <a:t>z</a:t>
            </a:r>
            <a:r>
              <a:rPr b="1" lang="es" sz="1100">
                <a:solidFill>
                  <a:srgbClr val="3B3B3B"/>
                </a:solidFill>
                <a:highlight>
                  <a:srgbClr val="FFFFFF"/>
                </a:highlight>
                <a:latin typeface="Consolas"/>
                <a:ea typeface="Consolas"/>
                <a:cs typeface="Consolas"/>
                <a:sym typeface="Consolas"/>
              </a:rPr>
              <a:t>.</a:t>
            </a:r>
            <a:r>
              <a:rPr b="1" lang="es" sz="1100">
                <a:solidFill>
                  <a:srgbClr val="795E26"/>
                </a:solidFill>
                <a:highlight>
                  <a:srgbClr val="FFFFFF"/>
                </a:highlight>
                <a:latin typeface="Consolas"/>
                <a:ea typeface="Consolas"/>
                <a:cs typeface="Consolas"/>
                <a:sym typeface="Consolas"/>
              </a:rPr>
              <a:t>object</a:t>
            </a:r>
            <a:r>
              <a:rPr b="1" lang="es" sz="1100">
                <a:solidFill>
                  <a:srgbClr val="3B3B3B"/>
                </a:solidFill>
                <a:highlight>
                  <a:srgbClr val="FFFFFF"/>
                </a:highlight>
                <a:latin typeface="Consolas"/>
                <a:ea typeface="Consolas"/>
                <a:cs typeface="Consolas"/>
                <a:sym typeface="Consolas"/>
              </a:rPr>
              <a:t>({</a:t>
            </a:r>
            <a:endParaRPr b="1" sz="1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rgbClr val="3B3B3B"/>
                </a:solidFill>
                <a:highlight>
                  <a:srgbClr val="FFFFFF"/>
                </a:highlight>
                <a:latin typeface="Consolas"/>
                <a:ea typeface="Consolas"/>
                <a:cs typeface="Consolas"/>
                <a:sym typeface="Consolas"/>
              </a:rPr>
              <a:t> </a:t>
            </a:r>
            <a:r>
              <a:rPr b="1" lang="es" sz="1100">
                <a:solidFill>
                  <a:srgbClr val="001080"/>
                </a:solidFill>
                <a:highlight>
                  <a:srgbClr val="FFFFFF"/>
                </a:highlight>
                <a:latin typeface="Consolas"/>
                <a:ea typeface="Consolas"/>
                <a:cs typeface="Consolas"/>
                <a:sym typeface="Consolas"/>
              </a:rPr>
              <a:t>name:</a:t>
            </a:r>
            <a:r>
              <a:rPr b="1" lang="es" sz="1100">
                <a:solidFill>
                  <a:srgbClr val="3B3B3B"/>
                </a:solidFill>
                <a:highlight>
                  <a:srgbClr val="FFFFFF"/>
                </a:highlight>
                <a:latin typeface="Consolas"/>
                <a:ea typeface="Consolas"/>
                <a:cs typeface="Consolas"/>
                <a:sym typeface="Consolas"/>
              </a:rPr>
              <a:t> </a:t>
            </a:r>
            <a:r>
              <a:rPr b="1" lang="es" sz="1100">
                <a:solidFill>
                  <a:srgbClr val="001080"/>
                </a:solidFill>
                <a:highlight>
                  <a:srgbClr val="FFFFFF"/>
                </a:highlight>
                <a:latin typeface="Consolas"/>
                <a:ea typeface="Consolas"/>
                <a:cs typeface="Consolas"/>
                <a:sym typeface="Consolas"/>
              </a:rPr>
              <a:t>z</a:t>
            </a:r>
            <a:r>
              <a:rPr b="1" lang="es" sz="1100">
                <a:solidFill>
                  <a:srgbClr val="3B3B3B"/>
                </a:solidFill>
                <a:highlight>
                  <a:srgbClr val="FFFFFF"/>
                </a:highlight>
                <a:latin typeface="Consolas"/>
                <a:ea typeface="Consolas"/>
                <a:cs typeface="Consolas"/>
                <a:sym typeface="Consolas"/>
              </a:rPr>
              <a:t>.</a:t>
            </a:r>
            <a:r>
              <a:rPr b="1" lang="es" sz="1100">
                <a:solidFill>
                  <a:srgbClr val="795E26"/>
                </a:solidFill>
                <a:highlight>
                  <a:srgbClr val="FFFFFF"/>
                </a:highlight>
                <a:latin typeface="Consolas"/>
                <a:ea typeface="Consolas"/>
                <a:cs typeface="Consolas"/>
                <a:sym typeface="Consolas"/>
              </a:rPr>
              <a:t>string</a:t>
            </a:r>
            <a:r>
              <a:rPr b="1" lang="es" sz="1100">
                <a:solidFill>
                  <a:srgbClr val="3B3B3B"/>
                </a:solidFill>
                <a:highlight>
                  <a:srgbClr val="FFFFFF"/>
                </a:highlight>
                <a:latin typeface="Consolas"/>
                <a:ea typeface="Consolas"/>
                <a:cs typeface="Consolas"/>
                <a:sym typeface="Consolas"/>
              </a:rPr>
              <a:t>(),</a:t>
            </a:r>
            <a:endParaRPr b="1" sz="1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rgbClr val="3B3B3B"/>
                </a:solidFill>
                <a:highlight>
                  <a:srgbClr val="FFFFFF"/>
                </a:highlight>
                <a:latin typeface="Consolas"/>
                <a:ea typeface="Consolas"/>
                <a:cs typeface="Consolas"/>
                <a:sym typeface="Consolas"/>
              </a:rPr>
              <a:t> </a:t>
            </a:r>
            <a:r>
              <a:rPr b="1" lang="es" sz="1100">
                <a:solidFill>
                  <a:srgbClr val="001080"/>
                </a:solidFill>
                <a:highlight>
                  <a:srgbClr val="FFFFFF"/>
                </a:highlight>
                <a:latin typeface="Consolas"/>
                <a:ea typeface="Consolas"/>
                <a:cs typeface="Consolas"/>
                <a:sym typeface="Consolas"/>
              </a:rPr>
              <a:t>email:</a:t>
            </a:r>
            <a:r>
              <a:rPr b="1" lang="es" sz="1100">
                <a:solidFill>
                  <a:srgbClr val="3B3B3B"/>
                </a:solidFill>
                <a:highlight>
                  <a:srgbClr val="FFFFFF"/>
                </a:highlight>
                <a:latin typeface="Consolas"/>
                <a:ea typeface="Consolas"/>
                <a:cs typeface="Consolas"/>
                <a:sym typeface="Consolas"/>
              </a:rPr>
              <a:t> </a:t>
            </a:r>
            <a:r>
              <a:rPr b="1" lang="es" sz="1100">
                <a:solidFill>
                  <a:srgbClr val="001080"/>
                </a:solidFill>
                <a:highlight>
                  <a:srgbClr val="FFFFFF"/>
                </a:highlight>
                <a:latin typeface="Consolas"/>
                <a:ea typeface="Consolas"/>
                <a:cs typeface="Consolas"/>
                <a:sym typeface="Consolas"/>
              </a:rPr>
              <a:t>z</a:t>
            </a:r>
            <a:r>
              <a:rPr b="1" lang="es" sz="1100">
                <a:solidFill>
                  <a:srgbClr val="3B3B3B"/>
                </a:solidFill>
                <a:highlight>
                  <a:srgbClr val="FFFFFF"/>
                </a:highlight>
                <a:latin typeface="Consolas"/>
                <a:ea typeface="Consolas"/>
                <a:cs typeface="Consolas"/>
                <a:sym typeface="Consolas"/>
              </a:rPr>
              <a:t>.</a:t>
            </a:r>
            <a:r>
              <a:rPr b="1" lang="es" sz="1100">
                <a:solidFill>
                  <a:srgbClr val="795E26"/>
                </a:solidFill>
                <a:highlight>
                  <a:srgbClr val="FFFFFF"/>
                </a:highlight>
                <a:latin typeface="Consolas"/>
                <a:ea typeface="Consolas"/>
                <a:cs typeface="Consolas"/>
                <a:sym typeface="Consolas"/>
              </a:rPr>
              <a:t>string</a:t>
            </a:r>
            <a:r>
              <a:rPr b="1" lang="es" sz="1100">
                <a:solidFill>
                  <a:srgbClr val="3B3B3B"/>
                </a:solidFill>
                <a:highlight>
                  <a:srgbClr val="FFFFFF"/>
                </a:highlight>
                <a:latin typeface="Consolas"/>
                <a:ea typeface="Consolas"/>
                <a:cs typeface="Consolas"/>
                <a:sym typeface="Consolas"/>
              </a:rPr>
              <a:t>().</a:t>
            </a:r>
            <a:r>
              <a:rPr b="1" lang="es" sz="1100">
                <a:solidFill>
                  <a:srgbClr val="795E26"/>
                </a:solidFill>
                <a:highlight>
                  <a:srgbClr val="FFFFFF"/>
                </a:highlight>
                <a:latin typeface="Consolas"/>
                <a:ea typeface="Consolas"/>
                <a:cs typeface="Consolas"/>
                <a:sym typeface="Consolas"/>
              </a:rPr>
              <a:t>email</a:t>
            </a:r>
            <a:r>
              <a:rPr b="1" lang="es" sz="1100">
                <a:solidFill>
                  <a:srgbClr val="3B3B3B"/>
                </a:solidFill>
                <a:highlight>
                  <a:srgbClr val="FFFFFF"/>
                </a:highlight>
                <a:latin typeface="Consolas"/>
                <a:ea typeface="Consolas"/>
                <a:cs typeface="Consolas"/>
                <a:sym typeface="Consolas"/>
              </a:rPr>
              <a:t>(),</a:t>
            </a:r>
            <a:endParaRPr b="1" sz="1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rgbClr val="3B3B3B"/>
                </a:solidFill>
                <a:highlight>
                  <a:srgbClr val="FFFFFF"/>
                </a:highlight>
                <a:latin typeface="Consolas"/>
                <a:ea typeface="Consolas"/>
                <a:cs typeface="Consolas"/>
                <a:sym typeface="Consolas"/>
              </a:rPr>
              <a:t> </a:t>
            </a:r>
            <a:r>
              <a:rPr b="1" lang="es" sz="1100">
                <a:solidFill>
                  <a:srgbClr val="001080"/>
                </a:solidFill>
                <a:highlight>
                  <a:srgbClr val="FFFFFF"/>
                </a:highlight>
                <a:latin typeface="Consolas"/>
                <a:ea typeface="Consolas"/>
                <a:cs typeface="Consolas"/>
                <a:sym typeface="Consolas"/>
              </a:rPr>
              <a:t>age:</a:t>
            </a:r>
            <a:r>
              <a:rPr b="1" lang="es" sz="1100">
                <a:solidFill>
                  <a:srgbClr val="3B3B3B"/>
                </a:solidFill>
                <a:highlight>
                  <a:srgbClr val="FFFFFF"/>
                </a:highlight>
                <a:latin typeface="Consolas"/>
                <a:ea typeface="Consolas"/>
                <a:cs typeface="Consolas"/>
                <a:sym typeface="Consolas"/>
              </a:rPr>
              <a:t> </a:t>
            </a:r>
            <a:r>
              <a:rPr b="1" lang="es" sz="1100">
                <a:solidFill>
                  <a:srgbClr val="001080"/>
                </a:solidFill>
                <a:highlight>
                  <a:srgbClr val="FFFFFF"/>
                </a:highlight>
                <a:latin typeface="Consolas"/>
                <a:ea typeface="Consolas"/>
                <a:cs typeface="Consolas"/>
                <a:sym typeface="Consolas"/>
              </a:rPr>
              <a:t>z</a:t>
            </a:r>
            <a:r>
              <a:rPr b="1" lang="es" sz="1100">
                <a:solidFill>
                  <a:srgbClr val="3B3B3B"/>
                </a:solidFill>
                <a:highlight>
                  <a:srgbClr val="FFFFFF"/>
                </a:highlight>
                <a:latin typeface="Consolas"/>
                <a:ea typeface="Consolas"/>
                <a:cs typeface="Consolas"/>
                <a:sym typeface="Consolas"/>
              </a:rPr>
              <a:t>.</a:t>
            </a:r>
            <a:r>
              <a:rPr b="1" lang="es" sz="1100">
                <a:solidFill>
                  <a:srgbClr val="795E26"/>
                </a:solidFill>
                <a:highlight>
                  <a:srgbClr val="FFFFFF"/>
                </a:highlight>
                <a:latin typeface="Consolas"/>
                <a:ea typeface="Consolas"/>
                <a:cs typeface="Consolas"/>
                <a:sym typeface="Consolas"/>
              </a:rPr>
              <a:t>number</a:t>
            </a:r>
            <a:r>
              <a:rPr b="1" lang="es" sz="1100">
                <a:solidFill>
                  <a:srgbClr val="3B3B3B"/>
                </a:solidFill>
                <a:highlight>
                  <a:srgbClr val="FFFFFF"/>
                </a:highlight>
                <a:latin typeface="Consolas"/>
                <a:ea typeface="Consolas"/>
                <a:cs typeface="Consolas"/>
                <a:sym typeface="Consolas"/>
              </a:rPr>
              <a:t>().</a:t>
            </a:r>
            <a:r>
              <a:rPr b="1" lang="es" sz="1100">
                <a:solidFill>
                  <a:srgbClr val="795E26"/>
                </a:solidFill>
                <a:highlight>
                  <a:srgbClr val="FFFFFF"/>
                </a:highlight>
                <a:latin typeface="Consolas"/>
                <a:ea typeface="Consolas"/>
                <a:cs typeface="Consolas"/>
                <a:sym typeface="Consolas"/>
              </a:rPr>
              <a:t>min</a:t>
            </a:r>
            <a:r>
              <a:rPr b="1" lang="es" sz="1100">
                <a:solidFill>
                  <a:srgbClr val="3B3B3B"/>
                </a:solidFill>
                <a:highlight>
                  <a:srgbClr val="FFFFFF"/>
                </a:highlight>
                <a:latin typeface="Consolas"/>
                <a:ea typeface="Consolas"/>
                <a:cs typeface="Consolas"/>
                <a:sym typeface="Consolas"/>
              </a:rPr>
              <a:t>(</a:t>
            </a:r>
            <a:r>
              <a:rPr b="1" lang="es" sz="1100">
                <a:solidFill>
                  <a:srgbClr val="098658"/>
                </a:solidFill>
                <a:highlight>
                  <a:srgbClr val="FFFFFF"/>
                </a:highlight>
                <a:latin typeface="Consolas"/>
                <a:ea typeface="Consolas"/>
                <a:cs typeface="Consolas"/>
                <a:sym typeface="Consolas"/>
              </a:rPr>
              <a:t>0</a:t>
            </a:r>
            <a:r>
              <a:rPr b="1" lang="es" sz="1100">
                <a:solidFill>
                  <a:srgbClr val="3B3B3B"/>
                </a:solidFill>
                <a:highlight>
                  <a:srgbClr val="FFFFFF"/>
                </a:highlight>
                <a:latin typeface="Consolas"/>
                <a:ea typeface="Consolas"/>
                <a:cs typeface="Consolas"/>
                <a:sym typeface="Consolas"/>
              </a:rPr>
              <a:t>).</a:t>
            </a:r>
            <a:r>
              <a:rPr b="1" lang="es" sz="1100">
                <a:solidFill>
                  <a:srgbClr val="795E26"/>
                </a:solidFill>
                <a:highlight>
                  <a:srgbClr val="FFFFFF"/>
                </a:highlight>
                <a:latin typeface="Consolas"/>
                <a:ea typeface="Consolas"/>
                <a:cs typeface="Consolas"/>
                <a:sym typeface="Consolas"/>
              </a:rPr>
              <a:t>max</a:t>
            </a:r>
            <a:r>
              <a:rPr b="1" lang="es" sz="1100">
                <a:solidFill>
                  <a:srgbClr val="3B3B3B"/>
                </a:solidFill>
                <a:highlight>
                  <a:srgbClr val="FFFFFF"/>
                </a:highlight>
                <a:latin typeface="Consolas"/>
                <a:ea typeface="Consolas"/>
                <a:cs typeface="Consolas"/>
                <a:sym typeface="Consolas"/>
              </a:rPr>
              <a:t>(</a:t>
            </a:r>
            <a:r>
              <a:rPr b="1" lang="es" sz="1100">
                <a:solidFill>
                  <a:srgbClr val="098658"/>
                </a:solidFill>
                <a:highlight>
                  <a:srgbClr val="FFFFFF"/>
                </a:highlight>
                <a:latin typeface="Consolas"/>
                <a:ea typeface="Consolas"/>
                <a:cs typeface="Consolas"/>
                <a:sym typeface="Consolas"/>
              </a:rPr>
              <a:t>150</a:t>
            </a:r>
            <a:r>
              <a:rPr b="1" lang="es" sz="1100">
                <a:solidFill>
                  <a:srgbClr val="3B3B3B"/>
                </a:solidFill>
                <a:highlight>
                  <a:srgbClr val="FFFFFF"/>
                </a:highlight>
                <a:latin typeface="Consolas"/>
                <a:ea typeface="Consolas"/>
                <a:cs typeface="Consolas"/>
                <a:sym typeface="Consolas"/>
              </a:rPr>
              <a:t>),</a:t>
            </a:r>
            <a:endParaRPr b="1" sz="1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rgbClr val="3B3B3B"/>
                </a:solidFill>
                <a:highlight>
                  <a:srgbClr val="FFFFFF"/>
                </a:highlight>
                <a:latin typeface="Consolas"/>
                <a:ea typeface="Consolas"/>
                <a:cs typeface="Consolas"/>
                <a:sym typeface="Consolas"/>
              </a:rPr>
              <a:t>});</a:t>
            </a:r>
            <a:endParaRPr b="1" sz="1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rgbClr val="008000"/>
                </a:solidFill>
                <a:highlight>
                  <a:srgbClr val="FFFFFF"/>
                </a:highlight>
                <a:latin typeface="Consolas"/>
                <a:ea typeface="Consolas"/>
                <a:cs typeface="Consolas"/>
                <a:sym typeface="Consolas"/>
              </a:rPr>
              <a:t>// Type for user derived from the schema</a:t>
            </a:r>
            <a:endParaRPr b="1" sz="11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rgbClr val="0000FF"/>
                </a:solidFill>
                <a:highlight>
                  <a:srgbClr val="FFFFFF"/>
                </a:highlight>
                <a:latin typeface="Consolas"/>
                <a:ea typeface="Consolas"/>
                <a:cs typeface="Consolas"/>
                <a:sym typeface="Consolas"/>
              </a:rPr>
              <a:t>type</a:t>
            </a:r>
            <a:r>
              <a:rPr b="1" lang="es" sz="1100">
                <a:solidFill>
                  <a:srgbClr val="3B3B3B"/>
                </a:solidFill>
                <a:highlight>
                  <a:srgbClr val="FFFFFF"/>
                </a:highlight>
                <a:latin typeface="Consolas"/>
                <a:ea typeface="Consolas"/>
                <a:cs typeface="Consolas"/>
                <a:sym typeface="Consolas"/>
              </a:rPr>
              <a:t> </a:t>
            </a:r>
            <a:r>
              <a:rPr b="1" lang="es" sz="1100">
                <a:solidFill>
                  <a:srgbClr val="267F99"/>
                </a:solidFill>
                <a:highlight>
                  <a:srgbClr val="FFFFFF"/>
                </a:highlight>
                <a:latin typeface="Consolas"/>
                <a:ea typeface="Consolas"/>
                <a:cs typeface="Consolas"/>
                <a:sym typeface="Consolas"/>
              </a:rPr>
              <a:t>User</a:t>
            </a:r>
            <a:r>
              <a:rPr b="1" lang="es" sz="1100">
                <a:solidFill>
                  <a:srgbClr val="3B3B3B"/>
                </a:solidFill>
                <a:highlight>
                  <a:srgbClr val="FFFFFF"/>
                </a:highlight>
                <a:latin typeface="Consolas"/>
                <a:ea typeface="Consolas"/>
                <a:cs typeface="Consolas"/>
                <a:sym typeface="Consolas"/>
              </a:rPr>
              <a:t> </a:t>
            </a:r>
            <a:r>
              <a:rPr b="1" lang="es" sz="1100">
                <a:solidFill>
                  <a:schemeClr val="dk1"/>
                </a:solidFill>
                <a:highlight>
                  <a:srgbClr val="FFFFFF"/>
                </a:highlight>
                <a:latin typeface="Consolas"/>
                <a:ea typeface="Consolas"/>
                <a:cs typeface="Consolas"/>
                <a:sym typeface="Consolas"/>
              </a:rPr>
              <a:t>=</a:t>
            </a:r>
            <a:r>
              <a:rPr b="1" lang="es" sz="1100">
                <a:solidFill>
                  <a:srgbClr val="3B3B3B"/>
                </a:solidFill>
                <a:highlight>
                  <a:srgbClr val="FFFFFF"/>
                </a:highlight>
                <a:latin typeface="Consolas"/>
                <a:ea typeface="Consolas"/>
                <a:cs typeface="Consolas"/>
                <a:sym typeface="Consolas"/>
              </a:rPr>
              <a:t> </a:t>
            </a:r>
            <a:r>
              <a:rPr b="1" lang="es" sz="1100">
                <a:solidFill>
                  <a:srgbClr val="267F99"/>
                </a:solidFill>
                <a:highlight>
                  <a:srgbClr val="FFFFFF"/>
                </a:highlight>
                <a:latin typeface="Consolas"/>
                <a:ea typeface="Consolas"/>
                <a:cs typeface="Consolas"/>
                <a:sym typeface="Consolas"/>
              </a:rPr>
              <a:t>z</a:t>
            </a:r>
            <a:r>
              <a:rPr b="1" lang="es" sz="1100">
                <a:solidFill>
                  <a:srgbClr val="3B3B3B"/>
                </a:solidFill>
                <a:highlight>
                  <a:srgbClr val="FFFFFF"/>
                </a:highlight>
                <a:latin typeface="Consolas"/>
                <a:ea typeface="Consolas"/>
                <a:cs typeface="Consolas"/>
                <a:sym typeface="Consolas"/>
              </a:rPr>
              <a:t>.</a:t>
            </a:r>
            <a:r>
              <a:rPr b="1" lang="es" sz="1100">
                <a:solidFill>
                  <a:srgbClr val="267F99"/>
                </a:solidFill>
                <a:highlight>
                  <a:srgbClr val="FFFFFF"/>
                </a:highlight>
                <a:latin typeface="Consolas"/>
                <a:ea typeface="Consolas"/>
                <a:cs typeface="Consolas"/>
                <a:sym typeface="Consolas"/>
              </a:rPr>
              <a:t>infer</a:t>
            </a:r>
            <a:r>
              <a:rPr b="1" lang="es" sz="1100">
                <a:solidFill>
                  <a:srgbClr val="3B3B3B"/>
                </a:solidFill>
                <a:highlight>
                  <a:srgbClr val="FFFFFF"/>
                </a:highlight>
                <a:latin typeface="Consolas"/>
                <a:ea typeface="Consolas"/>
                <a:cs typeface="Consolas"/>
                <a:sym typeface="Consolas"/>
              </a:rPr>
              <a:t>&lt;</a:t>
            </a:r>
            <a:r>
              <a:rPr b="1" lang="es" sz="1100">
                <a:solidFill>
                  <a:srgbClr val="0000FF"/>
                </a:solidFill>
                <a:highlight>
                  <a:srgbClr val="FFFFFF"/>
                </a:highlight>
                <a:latin typeface="Consolas"/>
                <a:ea typeface="Consolas"/>
                <a:cs typeface="Consolas"/>
                <a:sym typeface="Consolas"/>
              </a:rPr>
              <a:t>typeof</a:t>
            </a:r>
            <a:r>
              <a:rPr b="1" lang="es" sz="1100">
                <a:solidFill>
                  <a:srgbClr val="3B3B3B"/>
                </a:solidFill>
                <a:highlight>
                  <a:srgbClr val="FFFFFF"/>
                </a:highlight>
                <a:latin typeface="Consolas"/>
                <a:ea typeface="Consolas"/>
                <a:cs typeface="Consolas"/>
                <a:sym typeface="Consolas"/>
              </a:rPr>
              <a:t> </a:t>
            </a:r>
            <a:r>
              <a:rPr b="1" lang="es" sz="1100">
                <a:solidFill>
                  <a:srgbClr val="0070C1"/>
                </a:solidFill>
                <a:highlight>
                  <a:srgbClr val="FFFFFF"/>
                </a:highlight>
                <a:latin typeface="Consolas"/>
                <a:ea typeface="Consolas"/>
                <a:cs typeface="Consolas"/>
                <a:sym typeface="Consolas"/>
              </a:rPr>
              <a:t>UserSchema</a:t>
            </a:r>
            <a:r>
              <a:rPr b="1" lang="es" sz="1100">
                <a:solidFill>
                  <a:srgbClr val="3B3B3B"/>
                </a:solidFill>
                <a:highlight>
                  <a:srgbClr val="FFFFFF"/>
                </a:highlight>
                <a:latin typeface="Consolas"/>
                <a:ea typeface="Consolas"/>
                <a:cs typeface="Consolas"/>
                <a:sym typeface="Consolas"/>
              </a:rPr>
              <a:t>&gt;;</a:t>
            </a:r>
            <a:endParaRPr b="1" sz="1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1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rgbClr val="008000"/>
                </a:solidFill>
                <a:highlight>
                  <a:srgbClr val="FFFFFF"/>
                </a:highlight>
                <a:latin typeface="Consolas"/>
                <a:ea typeface="Consolas"/>
                <a:cs typeface="Consolas"/>
                <a:sym typeface="Consolas"/>
              </a:rPr>
              <a:t>// Now User type is equivalent to:</a:t>
            </a:r>
            <a:endParaRPr b="1" sz="11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rgbClr val="008000"/>
                </a:solidFill>
                <a:highlight>
                  <a:srgbClr val="FFFFFF"/>
                </a:highlight>
                <a:latin typeface="Consolas"/>
                <a:ea typeface="Consolas"/>
                <a:cs typeface="Consolas"/>
                <a:sym typeface="Consolas"/>
              </a:rPr>
              <a:t>// type User = {</a:t>
            </a:r>
            <a:endParaRPr b="1" sz="11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rgbClr val="008000"/>
                </a:solidFill>
                <a:highlight>
                  <a:srgbClr val="FFFFFF"/>
                </a:highlight>
                <a:latin typeface="Consolas"/>
                <a:ea typeface="Consolas"/>
                <a:cs typeface="Consolas"/>
                <a:sym typeface="Consolas"/>
              </a:rPr>
              <a:t>//   name: string;</a:t>
            </a:r>
            <a:endParaRPr b="1" sz="11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rgbClr val="008000"/>
                </a:solidFill>
                <a:highlight>
                  <a:srgbClr val="FFFFFF"/>
                </a:highlight>
                <a:latin typeface="Consolas"/>
                <a:ea typeface="Consolas"/>
                <a:cs typeface="Consolas"/>
                <a:sym typeface="Consolas"/>
              </a:rPr>
              <a:t>//   email: string;</a:t>
            </a:r>
            <a:endParaRPr b="1" sz="11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rgbClr val="008000"/>
                </a:solidFill>
                <a:highlight>
                  <a:srgbClr val="FFFFFF"/>
                </a:highlight>
                <a:latin typeface="Consolas"/>
                <a:ea typeface="Consolas"/>
                <a:cs typeface="Consolas"/>
                <a:sym typeface="Consolas"/>
              </a:rPr>
              <a:t>//   age: number;</a:t>
            </a:r>
            <a:endParaRPr b="1" sz="11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100">
                <a:solidFill>
                  <a:srgbClr val="008000"/>
                </a:solidFill>
                <a:highlight>
                  <a:srgbClr val="FFFFFF"/>
                </a:highlight>
                <a:latin typeface="Consolas"/>
                <a:ea typeface="Consolas"/>
                <a:cs typeface="Consolas"/>
                <a:sym typeface="Consolas"/>
              </a:rPr>
              <a:t>// };</a:t>
            </a:r>
            <a:endParaRPr b="1" sz="1100">
              <a:solidFill>
                <a:srgbClr val="008000"/>
              </a:solidFill>
              <a:highlight>
                <a:srgbClr val="FFFFFF"/>
              </a:highlight>
              <a:latin typeface="Consolas"/>
              <a:ea typeface="Consolas"/>
              <a:cs typeface="Consolas"/>
              <a:sym typeface="Consola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0" name="Shape 4140"/>
        <p:cNvGrpSpPr/>
        <p:nvPr/>
      </p:nvGrpSpPr>
      <p:grpSpPr>
        <a:xfrm>
          <a:off x="0" y="0"/>
          <a:ext cx="0" cy="0"/>
          <a:chOff x="0" y="0"/>
          <a:chExt cx="0" cy="0"/>
        </a:xfrm>
      </p:grpSpPr>
      <p:sp>
        <p:nvSpPr>
          <p:cNvPr id="4141" name="Google Shape;4141;p138"/>
          <p:cNvSpPr txBox="1"/>
          <p:nvPr>
            <p:ph type="title"/>
          </p:nvPr>
        </p:nvSpPr>
        <p:spPr>
          <a:xfrm>
            <a:off x="369000" y="365700"/>
            <a:ext cx="30081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800"/>
              <a:buNone/>
            </a:pPr>
            <a:r>
              <a:rPr lang="es"/>
              <a:t>Validaciones: Zod</a:t>
            </a:r>
            <a:endParaRPr/>
          </a:p>
        </p:txBody>
      </p:sp>
      <p:sp>
        <p:nvSpPr>
          <p:cNvPr id="4142" name="Google Shape;4142;p1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143" name="Google Shape;4143;p138"/>
          <p:cNvSpPr txBox="1"/>
          <p:nvPr/>
        </p:nvSpPr>
        <p:spPr>
          <a:xfrm>
            <a:off x="122475" y="1209125"/>
            <a:ext cx="34599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latin typeface="Inter"/>
                <a:ea typeface="Inter"/>
                <a:cs typeface="Inter"/>
                <a:sym typeface="Inter"/>
              </a:rPr>
              <a:t>Zod is a TypeScript library for creating schemas to validate your JavaScript or TypeScript data at runtime. Zod schemas can be used for validating and parsing data, such as data received from an API or a form input.</a:t>
            </a:r>
            <a:endParaRPr sz="2000">
              <a:latin typeface="Inter"/>
              <a:ea typeface="Inter"/>
              <a:cs typeface="Inter"/>
              <a:sym typeface="Inter"/>
            </a:endParaRPr>
          </a:p>
        </p:txBody>
      </p:sp>
      <p:sp>
        <p:nvSpPr>
          <p:cNvPr id="4144" name="Google Shape;4144;p138"/>
          <p:cNvSpPr txBox="1"/>
          <p:nvPr/>
        </p:nvSpPr>
        <p:spPr>
          <a:xfrm>
            <a:off x="3549500" y="69925"/>
            <a:ext cx="5316000" cy="4802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 sz="1200">
                <a:solidFill>
                  <a:srgbClr val="008000"/>
                </a:solidFill>
                <a:highlight>
                  <a:srgbClr val="FFFFFF"/>
                </a:highlight>
                <a:latin typeface="Consolas"/>
                <a:ea typeface="Consolas"/>
                <a:cs typeface="Consolas"/>
                <a:sym typeface="Consolas"/>
              </a:rPr>
              <a:t>// Some example data</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rgbClr val="0000FF"/>
                </a:solidFill>
                <a:highlight>
                  <a:srgbClr val="FFFFFF"/>
                </a:highlight>
                <a:latin typeface="Consolas"/>
                <a:ea typeface="Consolas"/>
                <a:cs typeface="Consolas"/>
                <a:sym typeface="Consolas"/>
              </a:rPr>
              <a:t>const</a:t>
            </a:r>
            <a:r>
              <a:rPr b="1" lang="es" sz="1200">
                <a:solidFill>
                  <a:srgbClr val="3B3B3B"/>
                </a:solidFill>
                <a:highlight>
                  <a:srgbClr val="FFFFFF"/>
                </a:highlight>
                <a:latin typeface="Consolas"/>
                <a:ea typeface="Consolas"/>
                <a:cs typeface="Consolas"/>
                <a:sym typeface="Consolas"/>
              </a:rPr>
              <a:t> </a:t>
            </a:r>
            <a:r>
              <a:rPr b="1" lang="es" sz="1200">
                <a:solidFill>
                  <a:srgbClr val="0070C1"/>
                </a:solidFill>
                <a:highlight>
                  <a:srgbClr val="FFFFFF"/>
                </a:highlight>
                <a:latin typeface="Consolas"/>
                <a:ea typeface="Consolas"/>
                <a:cs typeface="Consolas"/>
                <a:sym typeface="Consolas"/>
              </a:rPr>
              <a:t>exampleData</a:t>
            </a:r>
            <a:r>
              <a:rPr b="1" lang="es" sz="1200">
                <a:solidFill>
                  <a:srgbClr val="3B3B3B"/>
                </a:solidFill>
                <a:highlight>
                  <a:srgbClr val="FFFFFF"/>
                </a:highlight>
                <a:latin typeface="Consolas"/>
                <a:ea typeface="Consolas"/>
                <a:cs typeface="Consolas"/>
                <a:sym typeface="Consolas"/>
              </a:rPr>
              <a:t> </a:t>
            </a:r>
            <a:r>
              <a:rPr b="1" lang="es" sz="1200">
                <a:solidFill>
                  <a:schemeClr val="dk1"/>
                </a:solidFill>
                <a:highlight>
                  <a:srgbClr val="FFFFFF"/>
                </a:highlight>
                <a:latin typeface="Consolas"/>
                <a:ea typeface="Consolas"/>
                <a:cs typeface="Consolas"/>
                <a:sym typeface="Consolas"/>
              </a:rPr>
              <a:t>=</a:t>
            </a:r>
            <a:r>
              <a:rPr b="1" lang="es" sz="1200">
                <a:solidFill>
                  <a:srgbClr val="3B3B3B"/>
                </a:solidFill>
                <a:highlight>
                  <a:srgbClr val="FFFFFF"/>
                </a:highlight>
                <a:latin typeface="Consolas"/>
                <a:ea typeface="Consolas"/>
                <a:cs typeface="Consolas"/>
                <a:sym typeface="Consolas"/>
              </a:rPr>
              <a:t> {</a:t>
            </a:r>
            <a:endParaRPr b="1" sz="12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rgbClr val="3B3B3B"/>
                </a:solidFill>
                <a:highlight>
                  <a:srgbClr val="FFFFFF"/>
                </a:highlight>
                <a:latin typeface="Consolas"/>
                <a:ea typeface="Consolas"/>
                <a:cs typeface="Consolas"/>
                <a:sym typeface="Consolas"/>
              </a:rPr>
              <a:t> </a:t>
            </a:r>
            <a:r>
              <a:rPr b="1" lang="es" sz="1200">
                <a:solidFill>
                  <a:srgbClr val="001080"/>
                </a:solidFill>
                <a:highlight>
                  <a:srgbClr val="FFFFFF"/>
                </a:highlight>
                <a:latin typeface="Consolas"/>
                <a:ea typeface="Consolas"/>
                <a:cs typeface="Consolas"/>
                <a:sym typeface="Consolas"/>
              </a:rPr>
              <a:t>name:</a:t>
            </a:r>
            <a:r>
              <a:rPr b="1" lang="es" sz="1200">
                <a:solidFill>
                  <a:srgbClr val="3B3B3B"/>
                </a:solidFill>
                <a:highlight>
                  <a:srgbClr val="FFFFFF"/>
                </a:highlight>
                <a:latin typeface="Consolas"/>
                <a:ea typeface="Consolas"/>
                <a:cs typeface="Consolas"/>
                <a:sym typeface="Consolas"/>
              </a:rPr>
              <a:t> </a:t>
            </a:r>
            <a:r>
              <a:rPr b="1" lang="es" sz="1200">
                <a:solidFill>
                  <a:srgbClr val="A31515"/>
                </a:solidFill>
                <a:highlight>
                  <a:srgbClr val="FFFFFF"/>
                </a:highlight>
                <a:latin typeface="Consolas"/>
                <a:ea typeface="Consolas"/>
                <a:cs typeface="Consolas"/>
                <a:sym typeface="Consolas"/>
              </a:rPr>
              <a:t>"Alice"</a:t>
            </a:r>
            <a:r>
              <a:rPr b="1" lang="es" sz="1200">
                <a:solidFill>
                  <a:srgbClr val="3B3B3B"/>
                </a:solidFill>
                <a:highlight>
                  <a:srgbClr val="FFFFFF"/>
                </a:highlight>
                <a:latin typeface="Consolas"/>
                <a:ea typeface="Consolas"/>
                <a:cs typeface="Consolas"/>
                <a:sym typeface="Consolas"/>
              </a:rPr>
              <a:t>,</a:t>
            </a:r>
            <a:endParaRPr b="1" sz="12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rgbClr val="3B3B3B"/>
                </a:solidFill>
                <a:highlight>
                  <a:srgbClr val="FFFFFF"/>
                </a:highlight>
                <a:latin typeface="Consolas"/>
                <a:ea typeface="Consolas"/>
                <a:cs typeface="Consolas"/>
                <a:sym typeface="Consolas"/>
              </a:rPr>
              <a:t> </a:t>
            </a:r>
            <a:r>
              <a:rPr b="1" lang="es" sz="1200">
                <a:solidFill>
                  <a:srgbClr val="001080"/>
                </a:solidFill>
                <a:highlight>
                  <a:srgbClr val="FFFFFF"/>
                </a:highlight>
                <a:latin typeface="Consolas"/>
                <a:ea typeface="Consolas"/>
                <a:cs typeface="Consolas"/>
                <a:sym typeface="Consolas"/>
              </a:rPr>
              <a:t>email:</a:t>
            </a:r>
            <a:r>
              <a:rPr b="1" lang="es" sz="1200">
                <a:solidFill>
                  <a:srgbClr val="3B3B3B"/>
                </a:solidFill>
                <a:highlight>
                  <a:srgbClr val="FFFFFF"/>
                </a:highlight>
                <a:latin typeface="Consolas"/>
                <a:ea typeface="Consolas"/>
                <a:cs typeface="Consolas"/>
                <a:sym typeface="Consolas"/>
              </a:rPr>
              <a:t> </a:t>
            </a:r>
            <a:r>
              <a:rPr b="1" lang="es" sz="1200">
                <a:solidFill>
                  <a:srgbClr val="A31515"/>
                </a:solidFill>
                <a:highlight>
                  <a:srgbClr val="FFFFFF"/>
                </a:highlight>
                <a:latin typeface="Consolas"/>
                <a:ea typeface="Consolas"/>
                <a:cs typeface="Consolas"/>
                <a:sym typeface="Consolas"/>
              </a:rPr>
              <a:t>"alice@example.com"</a:t>
            </a:r>
            <a:r>
              <a:rPr b="1" lang="es" sz="1200">
                <a:solidFill>
                  <a:srgbClr val="3B3B3B"/>
                </a:solidFill>
                <a:highlight>
                  <a:srgbClr val="FFFFFF"/>
                </a:highlight>
                <a:latin typeface="Consolas"/>
                <a:ea typeface="Consolas"/>
                <a:cs typeface="Consolas"/>
                <a:sym typeface="Consolas"/>
              </a:rPr>
              <a:t>,</a:t>
            </a:r>
            <a:endParaRPr b="1" sz="12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rgbClr val="3B3B3B"/>
                </a:solidFill>
                <a:highlight>
                  <a:srgbClr val="FFFFFF"/>
                </a:highlight>
                <a:latin typeface="Consolas"/>
                <a:ea typeface="Consolas"/>
                <a:cs typeface="Consolas"/>
                <a:sym typeface="Consolas"/>
              </a:rPr>
              <a:t> </a:t>
            </a:r>
            <a:r>
              <a:rPr b="1" lang="es" sz="1200">
                <a:solidFill>
                  <a:srgbClr val="001080"/>
                </a:solidFill>
                <a:highlight>
                  <a:srgbClr val="FFFFFF"/>
                </a:highlight>
                <a:latin typeface="Consolas"/>
                <a:ea typeface="Consolas"/>
                <a:cs typeface="Consolas"/>
                <a:sym typeface="Consolas"/>
              </a:rPr>
              <a:t>age:</a:t>
            </a:r>
            <a:r>
              <a:rPr b="1" lang="es" sz="1200">
                <a:solidFill>
                  <a:srgbClr val="3B3B3B"/>
                </a:solidFill>
                <a:highlight>
                  <a:srgbClr val="FFFFFF"/>
                </a:highlight>
                <a:latin typeface="Consolas"/>
                <a:ea typeface="Consolas"/>
                <a:cs typeface="Consolas"/>
                <a:sym typeface="Consolas"/>
              </a:rPr>
              <a:t> </a:t>
            </a:r>
            <a:r>
              <a:rPr b="1" lang="es" sz="1200">
                <a:solidFill>
                  <a:srgbClr val="098658"/>
                </a:solidFill>
                <a:highlight>
                  <a:srgbClr val="FFFFFF"/>
                </a:highlight>
                <a:latin typeface="Consolas"/>
                <a:ea typeface="Consolas"/>
                <a:cs typeface="Consolas"/>
                <a:sym typeface="Consolas"/>
              </a:rPr>
              <a:t>25</a:t>
            </a:r>
            <a:r>
              <a:rPr b="1" lang="es" sz="1200">
                <a:solidFill>
                  <a:srgbClr val="3B3B3B"/>
                </a:solidFill>
                <a:highlight>
                  <a:srgbClr val="FFFFFF"/>
                </a:highlight>
                <a:latin typeface="Consolas"/>
                <a:ea typeface="Consolas"/>
                <a:cs typeface="Consolas"/>
                <a:sym typeface="Consolas"/>
              </a:rPr>
              <a:t>,</a:t>
            </a:r>
            <a:endParaRPr b="1" sz="12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rgbClr val="3B3B3B"/>
                </a:solidFill>
                <a:highlight>
                  <a:srgbClr val="FFFFFF"/>
                </a:highlight>
                <a:latin typeface="Consolas"/>
                <a:ea typeface="Consolas"/>
                <a:cs typeface="Consolas"/>
                <a:sym typeface="Consolas"/>
              </a:rPr>
              <a:t>};</a:t>
            </a:r>
            <a:endParaRPr b="1" sz="12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2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rgbClr val="008000"/>
                </a:solidFill>
                <a:highlight>
                  <a:srgbClr val="FFFFFF"/>
                </a:highlight>
                <a:latin typeface="Consolas"/>
                <a:ea typeface="Consolas"/>
                <a:cs typeface="Consolas"/>
                <a:sym typeface="Consolas"/>
              </a:rPr>
              <a:t>// Validation</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rgbClr val="0000FF"/>
                </a:solidFill>
                <a:highlight>
                  <a:srgbClr val="FFFFFF"/>
                </a:highlight>
                <a:latin typeface="Consolas"/>
                <a:ea typeface="Consolas"/>
                <a:cs typeface="Consolas"/>
                <a:sym typeface="Consolas"/>
              </a:rPr>
              <a:t>const</a:t>
            </a:r>
            <a:r>
              <a:rPr b="1" lang="es" sz="1200">
                <a:solidFill>
                  <a:srgbClr val="3B3B3B"/>
                </a:solidFill>
                <a:highlight>
                  <a:srgbClr val="FFFFFF"/>
                </a:highlight>
                <a:latin typeface="Consolas"/>
                <a:ea typeface="Consolas"/>
                <a:cs typeface="Consolas"/>
                <a:sym typeface="Consolas"/>
              </a:rPr>
              <a:t> </a:t>
            </a:r>
            <a:r>
              <a:rPr b="1" lang="es" sz="1200">
                <a:solidFill>
                  <a:srgbClr val="0070C1"/>
                </a:solidFill>
                <a:highlight>
                  <a:srgbClr val="FFFFFF"/>
                </a:highlight>
                <a:latin typeface="Consolas"/>
                <a:ea typeface="Consolas"/>
                <a:cs typeface="Consolas"/>
                <a:sym typeface="Consolas"/>
              </a:rPr>
              <a:t>validationResult</a:t>
            </a:r>
            <a:r>
              <a:rPr b="1" lang="es" sz="1200">
                <a:solidFill>
                  <a:srgbClr val="3B3B3B"/>
                </a:solidFill>
                <a:highlight>
                  <a:srgbClr val="FFFFFF"/>
                </a:highlight>
                <a:latin typeface="Consolas"/>
                <a:ea typeface="Consolas"/>
                <a:cs typeface="Consolas"/>
                <a:sym typeface="Consolas"/>
              </a:rPr>
              <a:t> </a:t>
            </a:r>
            <a:r>
              <a:rPr b="1" lang="es" sz="1200">
                <a:solidFill>
                  <a:schemeClr val="dk1"/>
                </a:solidFill>
                <a:highlight>
                  <a:srgbClr val="FFFFFF"/>
                </a:highlight>
                <a:latin typeface="Consolas"/>
                <a:ea typeface="Consolas"/>
                <a:cs typeface="Consolas"/>
                <a:sym typeface="Consolas"/>
              </a:rPr>
              <a:t>= </a:t>
            </a:r>
            <a:r>
              <a:rPr b="1" lang="es" sz="1200">
                <a:solidFill>
                  <a:srgbClr val="001080"/>
                </a:solidFill>
                <a:highlight>
                  <a:srgbClr val="FFFFFF"/>
                </a:highlight>
                <a:latin typeface="Consolas"/>
                <a:ea typeface="Consolas"/>
                <a:cs typeface="Consolas"/>
                <a:sym typeface="Consolas"/>
              </a:rPr>
              <a:t>UserSchema</a:t>
            </a:r>
            <a:r>
              <a:rPr b="1" lang="es" sz="1200">
                <a:solidFill>
                  <a:srgbClr val="3B3B3B"/>
                </a:solidFill>
                <a:highlight>
                  <a:srgbClr val="FFFFFF"/>
                </a:highlight>
                <a:latin typeface="Consolas"/>
                <a:ea typeface="Consolas"/>
                <a:cs typeface="Consolas"/>
                <a:sym typeface="Consolas"/>
              </a:rPr>
              <a:t>.</a:t>
            </a:r>
            <a:r>
              <a:rPr b="1" lang="es" sz="1200">
                <a:solidFill>
                  <a:srgbClr val="795E26"/>
                </a:solidFill>
                <a:highlight>
                  <a:srgbClr val="FFFFFF"/>
                </a:highlight>
                <a:latin typeface="Consolas"/>
                <a:ea typeface="Consolas"/>
                <a:cs typeface="Consolas"/>
                <a:sym typeface="Consolas"/>
              </a:rPr>
              <a:t>safeParse</a:t>
            </a:r>
            <a:r>
              <a:rPr b="1" lang="es" sz="1200">
                <a:solidFill>
                  <a:srgbClr val="3B3B3B"/>
                </a:solidFill>
                <a:highlight>
                  <a:srgbClr val="FFFFFF"/>
                </a:highlight>
                <a:latin typeface="Consolas"/>
                <a:ea typeface="Consolas"/>
                <a:cs typeface="Consolas"/>
                <a:sym typeface="Consolas"/>
              </a:rPr>
              <a:t>(</a:t>
            </a:r>
            <a:r>
              <a:rPr b="1" lang="es" sz="1200">
                <a:solidFill>
                  <a:srgbClr val="0070C1"/>
                </a:solidFill>
                <a:highlight>
                  <a:srgbClr val="FFFFFF"/>
                </a:highlight>
                <a:latin typeface="Consolas"/>
                <a:ea typeface="Consolas"/>
                <a:cs typeface="Consolas"/>
                <a:sym typeface="Consolas"/>
              </a:rPr>
              <a:t>exampleData</a:t>
            </a:r>
            <a:r>
              <a:rPr b="1" lang="es" sz="1200">
                <a:solidFill>
                  <a:srgbClr val="3B3B3B"/>
                </a:solidFill>
                <a:highlight>
                  <a:srgbClr val="FFFFFF"/>
                </a:highlight>
                <a:latin typeface="Consolas"/>
                <a:ea typeface="Consolas"/>
                <a:cs typeface="Consolas"/>
                <a:sym typeface="Consolas"/>
              </a:rPr>
              <a:t>);</a:t>
            </a:r>
            <a:endParaRPr b="1" sz="12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2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rgbClr val="AF00DB"/>
                </a:solidFill>
                <a:highlight>
                  <a:srgbClr val="FFFFFF"/>
                </a:highlight>
                <a:latin typeface="Consolas"/>
                <a:ea typeface="Consolas"/>
                <a:cs typeface="Consolas"/>
                <a:sym typeface="Consolas"/>
              </a:rPr>
              <a:t>if</a:t>
            </a:r>
            <a:r>
              <a:rPr b="1" lang="es" sz="1200">
                <a:solidFill>
                  <a:srgbClr val="3B3B3B"/>
                </a:solidFill>
                <a:highlight>
                  <a:srgbClr val="FFFFFF"/>
                </a:highlight>
                <a:latin typeface="Consolas"/>
                <a:ea typeface="Consolas"/>
                <a:cs typeface="Consolas"/>
                <a:sym typeface="Consolas"/>
              </a:rPr>
              <a:t> (</a:t>
            </a:r>
            <a:r>
              <a:rPr b="1" lang="es" sz="1200">
                <a:solidFill>
                  <a:schemeClr val="dk1"/>
                </a:solidFill>
                <a:highlight>
                  <a:srgbClr val="FFFFFF"/>
                </a:highlight>
                <a:latin typeface="Consolas"/>
                <a:ea typeface="Consolas"/>
                <a:cs typeface="Consolas"/>
                <a:sym typeface="Consolas"/>
              </a:rPr>
              <a:t>!</a:t>
            </a:r>
            <a:r>
              <a:rPr b="1" lang="es" sz="1200">
                <a:solidFill>
                  <a:srgbClr val="0070C1"/>
                </a:solidFill>
                <a:highlight>
                  <a:srgbClr val="FFFFFF"/>
                </a:highlight>
                <a:latin typeface="Consolas"/>
                <a:ea typeface="Consolas"/>
                <a:cs typeface="Consolas"/>
                <a:sym typeface="Consolas"/>
              </a:rPr>
              <a:t>validationResult</a:t>
            </a:r>
            <a:r>
              <a:rPr b="1" lang="es" sz="1200">
                <a:solidFill>
                  <a:srgbClr val="3B3B3B"/>
                </a:solidFill>
                <a:highlight>
                  <a:srgbClr val="FFFFFF"/>
                </a:highlight>
                <a:latin typeface="Consolas"/>
                <a:ea typeface="Consolas"/>
                <a:cs typeface="Consolas"/>
                <a:sym typeface="Consolas"/>
              </a:rPr>
              <a:t>.</a:t>
            </a:r>
            <a:r>
              <a:rPr b="1" lang="es" sz="1200">
                <a:solidFill>
                  <a:srgbClr val="001080"/>
                </a:solidFill>
                <a:highlight>
                  <a:srgbClr val="FFFFFF"/>
                </a:highlight>
                <a:latin typeface="Consolas"/>
                <a:ea typeface="Consolas"/>
                <a:cs typeface="Consolas"/>
                <a:sym typeface="Consolas"/>
              </a:rPr>
              <a:t>success</a:t>
            </a:r>
            <a:r>
              <a:rPr b="1" lang="es" sz="1200">
                <a:solidFill>
                  <a:srgbClr val="3B3B3B"/>
                </a:solidFill>
                <a:highlight>
                  <a:srgbClr val="FFFFFF"/>
                </a:highlight>
                <a:latin typeface="Consolas"/>
                <a:ea typeface="Consolas"/>
                <a:cs typeface="Consolas"/>
                <a:sym typeface="Consolas"/>
              </a:rPr>
              <a:t>) {</a:t>
            </a:r>
            <a:endParaRPr b="1" sz="12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rgbClr val="3B3B3B"/>
                </a:solidFill>
                <a:highlight>
                  <a:srgbClr val="FFFFFF"/>
                </a:highlight>
                <a:latin typeface="Consolas"/>
                <a:ea typeface="Consolas"/>
                <a:cs typeface="Consolas"/>
                <a:sym typeface="Consolas"/>
              </a:rPr>
              <a:t> </a:t>
            </a:r>
            <a:r>
              <a:rPr b="1" lang="es" sz="1200">
                <a:solidFill>
                  <a:srgbClr val="001080"/>
                </a:solidFill>
                <a:highlight>
                  <a:srgbClr val="FFFFFF"/>
                </a:highlight>
                <a:latin typeface="Consolas"/>
                <a:ea typeface="Consolas"/>
                <a:cs typeface="Consolas"/>
                <a:sym typeface="Consolas"/>
              </a:rPr>
              <a:t>console</a:t>
            </a:r>
            <a:r>
              <a:rPr b="1" lang="es" sz="1200">
                <a:solidFill>
                  <a:srgbClr val="3B3B3B"/>
                </a:solidFill>
                <a:highlight>
                  <a:srgbClr val="FFFFFF"/>
                </a:highlight>
                <a:latin typeface="Consolas"/>
                <a:ea typeface="Consolas"/>
                <a:cs typeface="Consolas"/>
                <a:sym typeface="Consolas"/>
              </a:rPr>
              <a:t>.</a:t>
            </a:r>
            <a:r>
              <a:rPr b="1" lang="es" sz="1200">
                <a:solidFill>
                  <a:srgbClr val="795E26"/>
                </a:solidFill>
                <a:highlight>
                  <a:srgbClr val="FFFFFF"/>
                </a:highlight>
                <a:latin typeface="Consolas"/>
                <a:ea typeface="Consolas"/>
                <a:cs typeface="Consolas"/>
                <a:sym typeface="Consolas"/>
              </a:rPr>
              <a:t>error</a:t>
            </a:r>
            <a:r>
              <a:rPr b="1" lang="es" sz="1200">
                <a:solidFill>
                  <a:srgbClr val="3B3B3B"/>
                </a:solidFill>
                <a:highlight>
                  <a:srgbClr val="FFFFFF"/>
                </a:highlight>
                <a:latin typeface="Consolas"/>
                <a:ea typeface="Consolas"/>
                <a:cs typeface="Consolas"/>
                <a:sym typeface="Consolas"/>
              </a:rPr>
              <a:t>(</a:t>
            </a:r>
            <a:r>
              <a:rPr b="1" lang="es" sz="1200">
                <a:solidFill>
                  <a:srgbClr val="0070C1"/>
                </a:solidFill>
                <a:highlight>
                  <a:srgbClr val="FFFFFF"/>
                </a:highlight>
                <a:latin typeface="Consolas"/>
                <a:ea typeface="Consolas"/>
                <a:cs typeface="Consolas"/>
                <a:sym typeface="Consolas"/>
              </a:rPr>
              <a:t>validationResult</a:t>
            </a:r>
            <a:r>
              <a:rPr b="1" lang="es" sz="1200">
                <a:solidFill>
                  <a:srgbClr val="3B3B3B"/>
                </a:solidFill>
                <a:highlight>
                  <a:srgbClr val="FFFFFF"/>
                </a:highlight>
                <a:latin typeface="Consolas"/>
                <a:ea typeface="Consolas"/>
                <a:cs typeface="Consolas"/>
                <a:sym typeface="Consolas"/>
              </a:rPr>
              <a:t>.</a:t>
            </a:r>
            <a:r>
              <a:rPr b="1" lang="es" sz="1200">
                <a:solidFill>
                  <a:srgbClr val="001080"/>
                </a:solidFill>
                <a:highlight>
                  <a:srgbClr val="FFFFFF"/>
                </a:highlight>
                <a:latin typeface="Consolas"/>
                <a:ea typeface="Consolas"/>
                <a:cs typeface="Consolas"/>
                <a:sym typeface="Consolas"/>
              </a:rPr>
              <a:t>error</a:t>
            </a:r>
            <a:r>
              <a:rPr b="1" lang="es" sz="1200">
                <a:solidFill>
                  <a:srgbClr val="3B3B3B"/>
                </a:solidFill>
                <a:highlight>
                  <a:srgbClr val="FFFFFF"/>
                </a:highlight>
                <a:latin typeface="Consolas"/>
                <a:ea typeface="Consolas"/>
                <a:cs typeface="Consolas"/>
                <a:sym typeface="Consolas"/>
              </a:rPr>
              <a:t>);</a:t>
            </a:r>
            <a:endParaRPr b="1" sz="12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rgbClr val="3B3B3B"/>
                </a:solidFill>
                <a:highlight>
                  <a:srgbClr val="FFFFFF"/>
                </a:highlight>
                <a:latin typeface="Consolas"/>
                <a:ea typeface="Consolas"/>
                <a:cs typeface="Consolas"/>
                <a:sym typeface="Consolas"/>
              </a:rPr>
              <a:t>} </a:t>
            </a:r>
            <a:r>
              <a:rPr b="1" lang="es" sz="1200">
                <a:solidFill>
                  <a:srgbClr val="AF00DB"/>
                </a:solidFill>
                <a:highlight>
                  <a:srgbClr val="FFFFFF"/>
                </a:highlight>
                <a:latin typeface="Consolas"/>
                <a:ea typeface="Consolas"/>
                <a:cs typeface="Consolas"/>
                <a:sym typeface="Consolas"/>
              </a:rPr>
              <a:t>else</a:t>
            </a:r>
            <a:r>
              <a:rPr b="1" lang="es" sz="1200">
                <a:solidFill>
                  <a:srgbClr val="3B3B3B"/>
                </a:solidFill>
                <a:highlight>
                  <a:srgbClr val="FFFFFF"/>
                </a:highlight>
                <a:latin typeface="Consolas"/>
                <a:ea typeface="Consolas"/>
                <a:cs typeface="Consolas"/>
                <a:sym typeface="Consolas"/>
              </a:rPr>
              <a:t> {</a:t>
            </a:r>
            <a:endParaRPr b="1" sz="12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rgbClr val="3B3B3B"/>
                </a:solidFill>
                <a:highlight>
                  <a:srgbClr val="FFFFFF"/>
                </a:highlight>
                <a:latin typeface="Consolas"/>
                <a:ea typeface="Consolas"/>
                <a:cs typeface="Consolas"/>
                <a:sym typeface="Consolas"/>
              </a:rPr>
              <a:t> </a:t>
            </a:r>
            <a:r>
              <a:rPr b="1" lang="es" sz="1200">
                <a:solidFill>
                  <a:srgbClr val="0000FF"/>
                </a:solidFill>
                <a:highlight>
                  <a:srgbClr val="FFFFFF"/>
                </a:highlight>
                <a:latin typeface="Consolas"/>
                <a:ea typeface="Consolas"/>
                <a:cs typeface="Consolas"/>
                <a:sym typeface="Consolas"/>
              </a:rPr>
              <a:t>const</a:t>
            </a:r>
            <a:r>
              <a:rPr b="1" lang="es" sz="1200">
                <a:solidFill>
                  <a:srgbClr val="3B3B3B"/>
                </a:solidFill>
                <a:highlight>
                  <a:srgbClr val="FFFFFF"/>
                </a:highlight>
                <a:latin typeface="Consolas"/>
                <a:ea typeface="Consolas"/>
                <a:cs typeface="Consolas"/>
                <a:sym typeface="Consolas"/>
              </a:rPr>
              <a:t> </a:t>
            </a:r>
            <a:r>
              <a:rPr b="1" lang="es" sz="1200">
                <a:solidFill>
                  <a:srgbClr val="0070C1"/>
                </a:solidFill>
                <a:highlight>
                  <a:srgbClr val="FFFFFF"/>
                </a:highlight>
                <a:latin typeface="Consolas"/>
                <a:ea typeface="Consolas"/>
                <a:cs typeface="Consolas"/>
                <a:sym typeface="Consolas"/>
              </a:rPr>
              <a:t>user</a:t>
            </a:r>
            <a:r>
              <a:rPr b="1" lang="es" sz="1200">
                <a:solidFill>
                  <a:schemeClr val="dk1"/>
                </a:solidFill>
                <a:highlight>
                  <a:srgbClr val="FFFFFF"/>
                </a:highlight>
                <a:latin typeface="Consolas"/>
                <a:ea typeface="Consolas"/>
                <a:cs typeface="Consolas"/>
                <a:sym typeface="Consolas"/>
              </a:rPr>
              <a:t>:</a:t>
            </a:r>
            <a:r>
              <a:rPr b="1" lang="es" sz="1200">
                <a:solidFill>
                  <a:srgbClr val="3B3B3B"/>
                </a:solidFill>
                <a:highlight>
                  <a:srgbClr val="FFFFFF"/>
                </a:highlight>
                <a:latin typeface="Consolas"/>
                <a:ea typeface="Consolas"/>
                <a:cs typeface="Consolas"/>
                <a:sym typeface="Consolas"/>
              </a:rPr>
              <a:t> </a:t>
            </a:r>
            <a:r>
              <a:rPr b="1" lang="es" sz="1200">
                <a:solidFill>
                  <a:srgbClr val="267F99"/>
                </a:solidFill>
                <a:highlight>
                  <a:srgbClr val="FFFFFF"/>
                </a:highlight>
                <a:latin typeface="Consolas"/>
                <a:ea typeface="Consolas"/>
                <a:cs typeface="Consolas"/>
                <a:sym typeface="Consolas"/>
              </a:rPr>
              <a:t>User</a:t>
            </a:r>
            <a:r>
              <a:rPr b="1" lang="es" sz="1200">
                <a:solidFill>
                  <a:srgbClr val="3B3B3B"/>
                </a:solidFill>
                <a:highlight>
                  <a:srgbClr val="FFFFFF"/>
                </a:highlight>
                <a:latin typeface="Consolas"/>
                <a:ea typeface="Consolas"/>
                <a:cs typeface="Consolas"/>
                <a:sym typeface="Consolas"/>
              </a:rPr>
              <a:t> </a:t>
            </a:r>
            <a:r>
              <a:rPr b="1" lang="es" sz="1200">
                <a:solidFill>
                  <a:schemeClr val="dk1"/>
                </a:solidFill>
                <a:highlight>
                  <a:srgbClr val="FFFFFF"/>
                </a:highlight>
                <a:latin typeface="Consolas"/>
                <a:ea typeface="Consolas"/>
                <a:cs typeface="Consolas"/>
                <a:sym typeface="Consolas"/>
              </a:rPr>
              <a:t>=</a:t>
            </a:r>
            <a:r>
              <a:rPr b="1" lang="es" sz="1200">
                <a:solidFill>
                  <a:srgbClr val="3B3B3B"/>
                </a:solidFill>
                <a:highlight>
                  <a:srgbClr val="FFFFFF"/>
                </a:highlight>
                <a:latin typeface="Consolas"/>
                <a:ea typeface="Consolas"/>
                <a:cs typeface="Consolas"/>
                <a:sym typeface="Consolas"/>
              </a:rPr>
              <a:t> </a:t>
            </a:r>
            <a:r>
              <a:rPr b="1" lang="es" sz="1200">
                <a:solidFill>
                  <a:srgbClr val="0070C1"/>
                </a:solidFill>
                <a:highlight>
                  <a:srgbClr val="FFFFFF"/>
                </a:highlight>
                <a:latin typeface="Consolas"/>
                <a:ea typeface="Consolas"/>
                <a:cs typeface="Consolas"/>
                <a:sym typeface="Consolas"/>
              </a:rPr>
              <a:t>validationResult</a:t>
            </a:r>
            <a:r>
              <a:rPr b="1" lang="es" sz="1200">
                <a:solidFill>
                  <a:srgbClr val="3B3B3B"/>
                </a:solidFill>
                <a:highlight>
                  <a:srgbClr val="FFFFFF"/>
                </a:highlight>
                <a:latin typeface="Consolas"/>
                <a:ea typeface="Consolas"/>
                <a:cs typeface="Consolas"/>
                <a:sym typeface="Consolas"/>
              </a:rPr>
              <a:t>.</a:t>
            </a:r>
            <a:r>
              <a:rPr b="1" lang="es" sz="1200">
                <a:solidFill>
                  <a:srgbClr val="001080"/>
                </a:solidFill>
                <a:highlight>
                  <a:srgbClr val="FFFFFF"/>
                </a:highlight>
                <a:latin typeface="Consolas"/>
                <a:ea typeface="Consolas"/>
                <a:cs typeface="Consolas"/>
                <a:sym typeface="Consolas"/>
              </a:rPr>
              <a:t>data</a:t>
            </a:r>
            <a:r>
              <a:rPr b="1" lang="es" sz="1200">
                <a:solidFill>
                  <a:srgbClr val="3B3B3B"/>
                </a:solidFill>
                <a:highlight>
                  <a:srgbClr val="FFFFFF"/>
                </a:highlight>
                <a:latin typeface="Consolas"/>
                <a:ea typeface="Consolas"/>
                <a:cs typeface="Consolas"/>
                <a:sym typeface="Consolas"/>
              </a:rPr>
              <a:t>;</a:t>
            </a:r>
            <a:endParaRPr b="1" sz="12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rgbClr val="3B3B3B"/>
                </a:solidFill>
                <a:highlight>
                  <a:srgbClr val="FFFFFF"/>
                </a:highlight>
                <a:latin typeface="Consolas"/>
                <a:ea typeface="Consolas"/>
                <a:cs typeface="Consolas"/>
                <a:sym typeface="Consolas"/>
              </a:rPr>
              <a:t> </a:t>
            </a:r>
            <a:r>
              <a:rPr b="1" lang="es" sz="1200">
                <a:solidFill>
                  <a:srgbClr val="001080"/>
                </a:solidFill>
                <a:highlight>
                  <a:srgbClr val="FFFFFF"/>
                </a:highlight>
                <a:latin typeface="Consolas"/>
                <a:ea typeface="Consolas"/>
                <a:cs typeface="Consolas"/>
                <a:sym typeface="Consolas"/>
              </a:rPr>
              <a:t>console</a:t>
            </a:r>
            <a:r>
              <a:rPr b="1" lang="es" sz="1200">
                <a:solidFill>
                  <a:srgbClr val="3B3B3B"/>
                </a:solidFill>
                <a:highlight>
                  <a:srgbClr val="FFFFFF"/>
                </a:highlight>
                <a:latin typeface="Consolas"/>
                <a:ea typeface="Consolas"/>
                <a:cs typeface="Consolas"/>
                <a:sym typeface="Consolas"/>
              </a:rPr>
              <a:t>.</a:t>
            </a:r>
            <a:r>
              <a:rPr b="1" lang="es" sz="1200">
                <a:solidFill>
                  <a:srgbClr val="795E26"/>
                </a:solidFill>
                <a:highlight>
                  <a:srgbClr val="FFFFFF"/>
                </a:highlight>
                <a:latin typeface="Consolas"/>
                <a:ea typeface="Consolas"/>
                <a:cs typeface="Consolas"/>
                <a:sym typeface="Consolas"/>
              </a:rPr>
              <a:t>log</a:t>
            </a:r>
            <a:r>
              <a:rPr b="1" lang="es" sz="1200">
                <a:solidFill>
                  <a:srgbClr val="3B3B3B"/>
                </a:solidFill>
                <a:highlight>
                  <a:srgbClr val="FFFFFF"/>
                </a:highlight>
                <a:latin typeface="Consolas"/>
                <a:ea typeface="Consolas"/>
                <a:cs typeface="Consolas"/>
                <a:sym typeface="Consolas"/>
              </a:rPr>
              <a:t>(</a:t>
            </a:r>
            <a:r>
              <a:rPr b="1" lang="es" sz="1200">
                <a:solidFill>
                  <a:srgbClr val="0070C1"/>
                </a:solidFill>
                <a:highlight>
                  <a:srgbClr val="FFFFFF"/>
                </a:highlight>
                <a:latin typeface="Consolas"/>
                <a:ea typeface="Consolas"/>
                <a:cs typeface="Consolas"/>
                <a:sym typeface="Consolas"/>
              </a:rPr>
              <a:t>user</a:t>
            </a:r>
            <a:r>
              <a:rPr b="1" lang="es" sz="1200">
                <a:solidFill>
                  <a:srgbClr val="3B3B3B"/>
                </a:solidFill>
                <a:highlight>
                  <a:srgbClr val="FFFFFF"/>
                </a:highlight>
                <a:latin typeface="Consolas"/>
                <a:ea typeface="Consolas"/>
                <a:cs typeface="Consolas"/>
                <a:sym typeface="Consolas"/>
              </a:rPr>
              <a:t>);</a:t>
            </a:r>
            <a:endParaRPr b="1" sz="1200">
              <a:solidFill>
                <a:srgbClr val="3B3B3B"/>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rgbClr val="3B3B3B"/>
                </a:solidFill>
                <a:highlight>
                  <a:srgbClr val="FFFFFF"/>
                </a:highlight>
                <a:latin typeface="Consolas"/>
                <a:ea typeface="Consolas"/>
                <a:cs typeface="Consolas"/>
                <a:sym typeface="Consolas"/>
              </a:rPr>
              <a:t> </a:t>
            </a:r>
            <a:r>
              <a:rPr b="1" lang="es" sz="1200">
                <a:solidFill>
                  <a:srgbClr val="008000"/>
                </a:solidFill>
                <a:highlight>
                  <a:srgbClr val="FFFFFF"/>
                </a:highlight>
                <a:latin typeface="Consolas"/>
                <a:ea typeface="Consolas"/>
                <a:cs typeface="Consolas"/>
                <a:sym typeface="Consolas"/>
              </a:rPr>
              <a:t>// user is now guaranteed to conform to the User type</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s" sz="1200">
                <a:solidFill>
                  <a:srgbClr val="3B3B3B"/>
                </a:solidFill>
                <a:highlight>
                  <a:srgbClr val="FFFFFF"/>
                </a:highlight>
                <a:latin typeface="Consolas"/>
                <a:ea typeface="Consolas"/>
                <a:cs typeface="Consolas"/>
                <a:sym typeface="Consolas"/>
              </a:rPr>
              <a:t>}</a:t>
            </a:r>
            <a:endParaRPr b="1" sz="1200">
              <a:solidFill>
                <a:srgbClr val="AF00DB"/>
              </a:solidFill>
              <a:highlight>
                <a:srgbClr val="FFFFFF"/>
              </a:highlight>
              <a:latin typeface="Consolas"/>
              <a:ea typeface="Consolas"/>
              <a:cs typeface="Consolas"/>
              <a:sym typeface="Consolas"/>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8" name="Shape 4148"/>
        <p:cNvGrpSpPr/>
        <p:nvPr/>
      </p:nvGrpSpPr>
      <p:grpSpPr>
        <a:xfrm>
          <a:off x="0" y="0"/>
          <a:ext cx="0" cy="0"/>
          <a:chOff x="0" y="0"/>
          <a:chExt cx="0" cy="0"/>
        </a:xfrm>
      </p:grpSpPr>
      <p:sp>
        <p:nvSpPr>
          <p:cNvPr id="4149" name="Google Shape;4149;p139"/>
          <p:cNvSpPr txBox="1"/>
          <p:nvPr>
            <p:ph type="ctrTitle"/>
          </p:nvPr>
        </p:nvSpPr>
        <p:spPr>
          <a:xfrm>
            <a:off x="1181300" y="707825"/>
            <a:ext cx="3713700" cy="252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Frontend</a:t>
            </a:r>
            <a:endParaRPr/>
          </a:p>
          <a:p>
            <a:pPr indent="0" lvl="0" marL="0" rtl="0" algn="l">
              <a:spcBef>
                <a:spcPts val="0"/>
              </a:spcBef>
              <a:spcAft>
                <a:spcPts val="0"/>
              </a:spcAft>
              <a:buNone/>
            </a:pPr>
            <a:r>
              <a:rPr lang="es"/>
              <a:t>Development</a:t>
            </a:r>
            <a:endParaRPr/>
          </a:p>
        </p:txBody>
      </p:sp>
      <p:sp>
        <p:nvSpPr>
          <p:cNvPr id="4150" name="Google Shape;4150;p139"/>
          <p:cNvSpPr txBox="1"/>
          <p:nvPr>
            <p:ph idx="1" type="subTitle"/>
          </p:nvPr>
        </p:nvSpPr>
        <p:spPr>
          <a:xfrm>
            <a:off x="1243000" y="3197275"/>
            <a:ext cx="3651900" cy="41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Gonzalo Martínez</a:t>
            </a:r>
            <a:endParaRPr/>
          </a:p>
          <a:p>
            <a:pPr indent="0" lvl="0" marL="0" rtl="0" algn="l">
              <a:spcBef>
                <a:spcPts val="0"/>
              </a:spcBef>
              <a:spcAft>
                <a:spcPts val="0"/>
              </a:spcAft>
              <a:buNone/>
            </a:pPr>
            <a:r>
              <a:rPr lang="es"/>
              <a:t>gonzalo.martinez@uc.cl</a:t>
            </a:r>
            <a:endParaRPr/>
          </a:p>
        </p:txBody>
      </p:sp>
      <p:grpSp>
        <p:nvGrpSpPr>
          <p:cNvPr id="4151" name="Google Shape;4151;p139"/>
          <p:cNvGrpSpPr/>
          <p:nvPr/>
        </p:nvGrpSpPr>
        <p:grpSpPr>
          <a:xfrm>
            <a:off x="4895009" y="2385100"/>
            <a:ext cx="4080950" cy="3063373"/>
            <a:chOff x="408500" y="2277325"/>
            <a:chExt cx="2731925" cy="2050725"/>
          </a:xfrm>
        </p:grpSpPr>
        <p:sp>
          <p:nvSpPr>
            <p:cNvPr id="4152" name="Google Shape;4152;p139"/>
            <p:cNvSpPr/>
            <p:nvPr/>
          </p:nvSpPr>
          <p:spPr>
            <a:xfrm>
              <a:off x="1266125" y="2953575"/>
              <a:ext cx="1106475" cy="1013475"/>
            </a:xfrm>
            <a:custGeom>
              <a:rect b="b" l="l" r="r" t="t"/>
              <a:pathLst>
                <a:path extrusionOk="0" h="40539" w="44259">
                  <a:moveTo>
                    <a:pt x="31655" y="0"/>
                  </a:moveTo>
                  <a:lnTo>
                    <a:pt x="0" y="610"/>
                  </a:lnTo>
                  <a:cubicBezTo>
                    <a:pt x="0" y="610"/>
                    <a:pt x="5526" y="4480"/>
                    <a:pt x="7461" y="12585"/>
                  </a:cubicBezTo>
                  <a:cubicBezTo>
                    <a:pt x="9413" y="20708"/>
                    <a:pt x="12620" y="40423"/>
                    <a:pt x="12620" y="40423"/>
                  </a:cubicBezTo>
                  <a:cubicBezTo>
                    <a:pt x="12620" y="40423"/>
                    <a:pt x="14792" y="40538"/>
                    <a:pt x="18097" y="40538"/>
                  </a:cubicBezTo>
                  <a:cubicBezTo>
                    <a:pt x="24921" y="40538"/>
                    <a:pt x="36576" y="40048"/>
                    <a:pt x="43927" y="37041"/>
                  </a:cubicBezTo>
                  <a:cubicBezTo>
                    <a:pt x="43927" y="37041"/>
                    <a:pt x="44258" y="22312"/>
                    <a:pt x="40789" y="14712"/>
                  </a:cubicBezTo>
                  <a:cubicBezTo>
                    <a:pt x="37320" y="7095"/>
                    <a:pt x="31655" y="0"/>
                    <a:pt x="316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3" name="Google Shape;4153;p139"/>
            <p:cNvSpPr/>
            <p:nvPr/>
          </p:nvSpPr>
          <p:spPr>
            <a:xfrm>
              <a:off x="1408175" y="2983200"/>
              <a:ext cx="899050" cy="900775"/>
            </a:xfrm>
            <a:custGeom>
              <a:rect b="b" l="l" r="r" t="t"/>
              <a:pathLst>
                <a:path extrusionOk="0" fill="none" h="36031" w="35962">
                  <a:moveTo>
                    <a:pt x="1" y="332"/>
                  </a:moveTo>
                  <a:cubicBezTo>
                    <a:pt x="1" y="332"/>
                    <a:pt x="5335" y="8611"/>
                    <a:pt x="7287" y="16072"/>
                  </a:cubicBezTo>
                  <a:cubicBezTo>
                    <a:pt x="9222" y="23515"/>
                    <a:pt x="10756" y="36031"/>
                    <a:pt x="10756" y="36031"/>
                  </a:cubicBezTo>
                  <a:lnTo>
                    <a:pt x="35961" y="33416"/>
                  </a:lnTo>
                  <a:cubicBezTo>
                    <a:pt x="35961" y="33416"/>
                    <a:pt x="33172" y="14294"/>
                    <a:pt x="30802" y="9047"/>
                  </a:cubicBezTo>
                  <a:cubicBezTo>
                    <a:pt x="29338" y="5840"/>
                    <a:pt x="27525" y="2789"/>
                    <a:pt x="25381" y="0"/>
                  </a:cubicBez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4" name="Google Shape;4154;p139"/>
            <p:cNvSpPr/>
            <p:nvPr/>
          </p:nvSpPr>
          <p:spPr>
            <a:xfrm>
              <a:off x="1459175" y="2974475"/>
              <a:ext cx="268450" cy="915600"/>
            </a:xfrm>
            <a:custGeom>
              <a:rect b="b" l="l" r="r" t="t"/>
              <a:pathLst>
                <a:path extrusionOk="0" fill="none" h="36624" w="10738">
                  <a:moveTo>
                    <a:pt x="0" y="1"/>
                  </a:moveTo>
                  <a:cubicBezTo>
                    <a:pt x="0" y="1"/>
                    <a:pt x="5840" y="9902"/>
                    <a:pt x="7356" y="16491"/>
                  </a:cubicBezTo>
                  <a:cubicBezTo>
                    <a:pt x="8664" y="22191"/>
                    <a:pt x="10738" y="36624"/>
                    <a:pt x="10738" y="36624"/>
                  </a:cubicBez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139"/>
            <p:cNvSpPr/>
            <p:nvPr/>
          </p:nvSpPr>
          <p:spPr>
            <a:xfrm>
              <a:off x="1992125" y="2968375"/>
              <a:ext cx="272825" cy="873325"/>
            </a:xfrm>
            <a:custGeom>
              <a:rect b="b" l="l" r="r" t="t"/>
              <a:pathLst>
                <a:path extrusionOk="0" fill="none" h="34933" w="10913">
                  <a:moveTo>
                    <a:pt x="1" y="1"/>
                  </a:moveTo>
                  <a:cubicBezTo>
                    <a:pt x="1" y="1"/>
                    <a:pt x="6520" y="9222"/>
                    <a:pt x="7862" y="16822"/>
                  </a:cubicBezTo>
                  <a:cubicBezTo>
                    <a:pt x="9222" y="24439"/>
                    <a:pt x="10913" y="34933"/>
                    <a:pt x="10913" y="34933"/>
                  </a:cubicBez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139"/>
            <p:cNvSpPr/>
            <p:nvPr/>
          </p:nvSpPr>
          <p:spPr>
            <a:xfrm>
              <a:off x="1402075" y="3012825"/>
              <a:ext cx="687250" cy="29225"/>
            </a:xfrm>
            <a:custGeom>
              <a:rect b="b" l="l" r="r" t="t"/>
              <a:pathLst>
                <a:path extrusionOk="0" fill="none" h="1169" w="27490">
                  <a:moveTo>
                    <a:pt x="1" y="1169"/>
                  </a:moveTo>
                  <a:lnTo>
                    <a:pt x="27490" y="1"/>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139"/>
            <p:cNvSpPr/>
            <p:nvPr/>
          </p:nvSpPr>
          <p:spPr>
            <a:xfrm>
              <a:off x="1634350" y="3771525"/>
              <a:ext cx="691600" cy="72350"/>
            </a:xfrm>
            <a:custGeom>
              <a:rect b="b" l="l" r="r" t="t"/>
              <a:pathLst>
                <a:path extrusionOk="0" fill="none" h="2894" w="27664">
                  <a:moveTo>
                    <a:pt x="1" y="2894"/>
                  </a:moveTo>
                  <a:lnTo>
                    <a:pt x="27664" y="0"/>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139"/>
            <p:cNvSpPr/>
            <p:nvPr/>
          </p:nvSpPr>
          <p:spPr>
            <a:xfrm>
              <a:off x="1543700" y="3046375"/>
              <a:ext cx="359550" cy="310750"/>
            </a:xfrm>
            <a:custGeom>
              <a:rect b="b" l="l" r="r" t="t"/>
              <a:pathLst>
                <a:path extrusionOk="0" fill="none" h="12430" w="14382">
                  <a:moveTo>
                    <a:pt x="1" y="419"/>
                  </a:moveTo>
                  <a:cubicBezTo>
                    <a:pt x="1" y="419"/>
                    <a:pt x="3714" y="7531"/>
                    <a:pt x="4899" y="12429"/>
                  </a:cubicBezTo>
                  <a:lnTo>
                    <a:pt x="14382" y="11506"/>
                  </a:lnTo>
                  <a:lnTo>
                    <a:pt x="10233" y="1"/>
                  </a:ln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9" name="Google Shape;4159;p139"/>
            <p:cNvSpPr/>
            <p:nvPr/>
          </p:nvSpPr>
          <p:spPr>
            <a:xfrm>
              <a:off x="1680100" y="3095625"/>
              <a:ext cx="188725" cy="153850"/>
            </a:xfrm>
            <a:custGeom>
              <a:rect b="b" l="l" r="r" t="t"/>
              <a:pathLst>
                <a:path extrusionOk="0" fill="none" h="6154" w="7549">
                  <a:moveTo>
                    <a:pt x="5457" y="1"/>
                  </a:moveTo>
                  <a:lnTo>
                    <a:pt x="1" y="436"/>
                  </a:lnTo>
                  <a:lnTo>
                    <a:pt x="2337" y="6154"/>
                  </a:lnTo>
                  <a:lnTo>
                    <a:pt x="7549" y="5718"/>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0" name="Google Shape;4160;p139"/>
            <p:cNvSpPr/>
            <p:nvPr/>
          </p:nvSpPr>
          <p:spPr>
            <a:xfrm>
              <a:off x="1776850" y="3110875"/>
              <a:ext cx="50575" cy="53625"/>
            </a:xfrm>
            <a:custGeom>
              <a:rect b="b" l="l" r="r" t="t"/>
              <a:pathLst>
                <a:path extrusionOk="0" fill="none" h="2145" w="2023">
                  <a:moveTo>
                    <a:pt x="1" y="123"/>
                  </a:moveTo>
                  <a:lnTo>
                    <a:pt x="750" y="2145"/>
                  </a:lnTo>
                  <a:lnTo>
                    <a:pt x="2023" y="1970"/>
                  </a:lnTo>
                  <a:lnTo>
                    <a:pt x="1291" y="1"/>
                  </a:ln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139"/>
            <p:cNvSpPr/>
            <p:nvPr/>
          </p:nvSpPr>
          <p:spPr>
            <a:xfrm>
              <a:off x="1799075" y="3174500"/>
              <a:ext cx="50575" cy="53625"/>
            </a:xfrm>
            <a:custGeom>
              <a:rect b="b" l="l" r="r" t="t"/>
              <a:pathLst>
                <a:path extrusionOk="0" fill="none" h="2145" w="2023">
                  <a:moveTo>
                    <a:pt x="1" y="123"/>
                  </a:moveTo>
                  <a:lnTo>
                    <a:pt x="768" y="2145"/>
                  </a:lnTo>
                  <a:lnTo>
                    <a:pt x="2023" y="1970"/>
                  </a:lnTo>
                  <a:lnTo>
                    <a:pt x="1308" y="1"/>
                  </a:ln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139"/>
            <p:cNvSpPr/>
            <p:nvPr/>
          </p:nvSpPr>
          <p:spPr>
            <a:xfrm>
              <a:off x="1752875" y="3100425"/>
              <a:ext cx="53200" cy="143400"/>
            </a:xfrm>
            <a:custGeom>
              <a:rect b="b" l="l" r="r" t="t"/>
              <a:pathLst>
                <a:path extrusionOk="0" fill="none" h="5736" w="2128">
                  <a:moveTo>
                    <a:pt x="1" y="0"/>
                  </a:moveTo>
                  <a:lnTo>
                    <a:pt x="2128" y="5735"/>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3" name="Google Shape;4163;p139"/>
            <p:cNvSpPr/>
            <p:nvPr/>
          </p:nvSpPr>
          <p:spPr>
            <a:xfrm>
              <a:off x="1595125" y="3141825"/>
              <a:ext cx="72375" cy="106775"/>
            </a:xfrm>
            <a:custGeom>
              <a:rect b="b" l="l" r="r" t="t"/>
              <a:pathLst>
                <a:path extrusionOk="0" fill="none" h="4271" w="2895">
                  <a:moveTo>
                    <a:pt x="1" y="53"/>
                  </a:moveTo>
                  <a:lnTo>
                    <a:pt x="1744" y="4271"/>
                  </a:lnTo>
                  <a:lnTo>
                    <a:pt x="2894" y="4149"/>
                  </a:lnTo>
                  <a:lnTo>
                    <a:pt x="1204" y="0"/>
                  </a:ln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139"/>
            <p:cNvSpPr/>
            <p:nvPr/>
          </p:nvSpPr>
          <p:spPr>
            <a:xfrm>
              <a:off x="1820425" y="3038100"/>
              <a:ext cx="326000" cy="292875"/>
            </a:xfrm>
            <a:custGeom>
              <a:rect b="b" l="l" r="r" t="t"/>
              <a:pathLst>
                <a:path extrusionOk="0" fill="none" h="11715" w="13040">
                  <a:moveTo>
                    <a:pt x="1" y="297"/>
                  </a:moveTo>
                  <a:lnTo>
                    <a:pt x="4045" y="11714"/>
                  </a:lnTo>
                  <a:lnTo>
                    <a:pt x="13039" y="10529"/>
                  </a:lnTo>
                  <a:cubicBezTo>
                    <a:pt x="13039" y="10529"/>
                    <a:pt x="11052" y="5701"/>
                    <a:pt x="9954" y="3557"/>
                  </a:cubicBezTo>
                  <a:cubicBezTo>
                    <a:pt x="8856" y="1413"/>
                    <a:pt x="8054" y="1"/>
                    <a:pt x="8054" y="1"/>
                  </a:cubicBez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139"/>
            <p:cNvSpPr/>
            <p:nvPr/>
          </p:nvSpPr>
          <p:spPr>
            <a:xfrm>
              <a:off x="1938100" y="3042025"/>
              <a:ext cx="123775" cy="85875"/>
            </a:xfrm>
            <a:custGeom>
              <a:rect b="b" l="l" r="r" t="t"/>
              <a:pathLst>
                <a:path extrusionOk="0" fill="none" h="3435" w="4951">
                  <a:moveTo>
                    <a:pt x="0" y="1"/>
                  </a:moveTo>
                  <a:lnTo>
                    <a:pt x="1726" y="3435"/>
                  </a:lnTo>
                  <a:lnTo>
                    <a:pt x="4951" y="2929"/>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6" name="Google Shape;4166;p139"/>
            <p:cNvSpPr/>
            <p:nvPr/>
          </p:nvSpPr>
          <p:spPr>
            <a:xfrm>
              <a:off x="1912375" y="3044200"/>
              <a:ext cx="119875" cy="271950"/>
            </a:xfrm>
            <a:custGeom>
              <a:rect b="b" l="l" r="r" t="t"/>
              <a:pathLst>
                <a:path extrusionOk="0" fill="none" h="10878" w="4795">
                  <a:moveTo>
                    <a:pt x="1" y="1"/>
                  </a:moveTo>
                  <a:cubicBezTo>
                    <a:pt x="1" y="1"/>
                    <a:pt x="4027" y="8681"/>
                    <a:pt x="4794" y="10878"/>
                  </a:cubicBez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139"/>
            <p:cNvSpPr/>
            <p:nvPr/>
          </p:nvSpPr>
          <p:spPr>
            <a:xfrm>
              <a:off x="1879700" y="3190200"/>
              <a:ext cx="99375" cy="12650"/>
            </a:xfrm>
            <a:custGeom>
              <a:rect b="b" l="l" r="r" t="t"/>
              <a:pathLst>
                <a:path extrusionOk="0" fill="none" h="506" w="3975">
                  <a:moveTo>
                    <a:pt x="0" y="506"/>
                  </a:moveTo>
                  <a:lnTo>
                    <a:pt x="3975" y="0"/>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139"/>
            <p:cNvSpPr/>
            <p:nvPr/>
          </p:nvSpPr>
          <p:spPr>
            <a:xfrm>
              <a:off x="1673575" y="3363625"/>
              <a:ext cx="342550" cy="441050"/>
            </a:xfrm>
            <a:custGeom>
              <a:rect b="b" l="l" r="r" t="t"/>
              <a:pathLst>
                <a:path extrusionOk="0" fill="none" h="17642" w="13702">
                  <a:moveTo>
                    <a:pt x="0" y="698"/>
                  </a:moveTo>
                  <a:cubicBezTo>
                    <a:pt x="0" y="698"/>
                    <a:pt x="2476" y="11993"/>
                    <a:pt x="2859" y="17641"/>
                  </a:cubicBezTo>
                  <a:lnTo>
                    <a:pt x="13701" y="16438"/>
                  </a:lnTo>
                  <a:lnTo>
                    <a:pt x="11749" y="3749"/>
                  </a:lnTo>
                  <a:lnTo>
                    <a:pt x="9204" y="4062"/>
                  </a:lnTo>
                  <a:lnTo>
                    <a:pt x="8193" y="1"/>
                  </a:ln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9" name="Google Shape;4169;p139"/>
            <p:cNvSpPr/>
            <p:nvPr/>
          </p:nvSpPr>
          <p:spPr>
            <a:xfrm>
              <a:off x="1927625" y="3323975"/>
              <a:ext cx="298100" cy="439300"/>
            </a:xfrm>
            <a:custGeom>
              <a:rect b="b" l="l" r="r" t="t"/>
              <a:pathLst>
                <a:path extrusionOk="0" fill="none" h="17572" w="11924">
                  <a:moveTo>
                    <a:pt x="1" y="1273"/>
                  </a:moveTo>
                  <a:lnTo>
                    <a:pt x="820" y="4376"/>
                  </a:lnTo>
                  <a:lnTo>
                    <a:pt x="2964" y="4184"/>
                  </a:lnTo>
                  <a:lnTo>
                    <a:pt x="5073" y="17571"/>
                  </a:lnTo>
                  <a:lnTo>
                    <a:pt x="11924" y="16874"/>
                  </a:lnTo>
                  <a:cubicBezTo>
                    <a:pt x="11924" y="16874"/>
                    <a:pt x="10338" y="3940"/>
                    <a:pt x="8751" y="1"/>
                  </a:cubicBez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0" name="Google Shape;4170;p139"/>
            <p:cNvSpPr/>
            <p:nvPr/>
          </p:nvSpPr>
          <p:spPr>
            <a:xfrm>
              <a:off x="1678375" y="3395450"/>
              <a:ext cx="168225" cy="115500"/>
            </a:xfrm>
            <a:custGeom>
              <a:rect b="b" l="l" r="r" t="t"/>
              <a:pathLst>
                <a:path extrusionOk="0" fill="none" h="4620" w="6729">
                  <a:moveTo>
                    <a:pt x="959" y="4620"/>
                  </a:moveTo>
                  <a:lnTo>
                    <a:pt x="6729" y="4062"/>
                  </a:lnTo>
                  <a:lnTo>
                    <a:pt x="5840" y="0"/>
                  </a:lnTo>
                  <a:lnTo>
                    <a:pt x="0" y="506"/>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139"/>
            <p:cNvSpPr/>
            <p:nvPr/>
          </p:nvSpPr>
          <p:spPr>
            <a:xfrm>
              <a:off x="1367650" y="3159375"/>
              <a:ext cx="211825" cy="348100"/>
            </a:xfrm>
            <a:custGeom>
              <a:rect b="b" l="l" r="r" t="t"/>
              <a:pathLst>
                <a:path extrusionOk="0" h="13924" w="8473">
                  <a:moveTo>
                    <a:pt x="5785" y="0"/>
                  </a:moveTo>
                  <a:cubicBezTo>
                    <a:pt x="5752" y="0"/>
                    <a:pt x="5718" y="4"/>
                    <a:pt x="5683" y="13"/>
                  </a:cubicBezTo>
                  <a:cubicBezTo>
                    <a:pt x="4570" y="309"/>
                    <a:pt x="4689" y="4911"/>
                    <a:pt x="3806" y="4911"/>
                  </a:cubicBezTo>
                  <a:cubicBezTo>
                    <a:pt x="3804" y="4911"/>
                    <a:pt x="3802" y="4911"/>
                    <a:pt x="3801" y="4911"/>
                  </a:cubicBezTo>
                  <a:cubicBezTo>
                    <a:pt x="2912" y="4876"/>
                    <a:pt x="2929" y="2697"/>
                    <a:pt x="2929" y="2697"/>
                  </a:cubicBezTo>
                  <a:lnTo>
                    <a:pt x="2162" y="553"/>
                  </a:lnTo>
                  <a:cubicBezTo>
                    <a:pt x="1622" y="1286"/>
                    <a:pt x="1151" y="2087"/>
                    <a:pt x="750" y="2907"/>
                  </a:cubicBezTo>
                  <a:cubicBezTo>
                    <a:pt x="1" y="4423"/>
                    <a:pt x="314" y="5120"/>
                    <a:pt x="158" y="6079"/>
                  </a:cubicBezTo>
                  <a:cubicBezTo>
                    <a:pt x="53" y="6619"/>
                    <a:pt x="140" y="7177"/>
                    <a:pt x="402" y="7665"/>
                  </a:cubicBezTo>
                  <a:cubicBezTo>
                    <a:pt x="471" y="8049"/>
                    <a:pt x="489" y="8450"/>
                    <a:pt x="437" y="8833"/>
                  </a:cubicBezTo>
                  <a:cubicBezTo>
                    <a:pt x="367" y="9600"/>
                    <a:pt x="1709" y="10646"/>
                    <a:pt x="2877" y="11779"/>
                  </a:cubicBezTo>
                  <a:cubicBezTo>
                    <a:pt x="3574" y="12459"/>
                    <a:pt x="4237" y="13174"/>
                    <a:pt x="4847" y="13923"/>
                  </a:cubicBezTo>
                  <a:lnTo>
                    <a:pt x="8472" y="10106"/>
                  </a:lnTo>
                  <a:cubicBezTo>
                    <a:pt x="8472" y="10106"/>
                    <a:pt x="7705" y="6619"/>
                    <a:pt x="7479" y="5312"/>
                  </a:cubicBezTo>
                  <a:cubicBezTo>
                    <a:pt x="7276" y="4063"/>
                    <a:pt x="6812" y="0"/>
                    <a:pt x="5785"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2" name="Google Shape;4172;p139"/>
            <p:cNvSpPr/>
            <p:nvPr/>
          </p:nvSpPr>
          <p:spPr>
            <a:xfrm>
              <a:off x="1488800" y="3412450"/>
              <a:ext cx="676350" cy="507550"/>
            </a:xfrm>
            <a:custGeom>
              <a:rect b="b" l="l" r="r" t="t"/>
              <a:pathLst>
                <a:path extrusionOk="0" h="20302" w="27054">
                  <a:moveTo>
                    <a:pt x="3626" y="0"/>
                  </a:moveTo>
                  <a:lnTo>
                    <a:pt x="1" y="3800"/>
                  </a:lnTo>
                  <a:cubicBezTo>
                    <a:pt x="1" y="3800"/>
                    <a:pt x="8173" y="20301"/>
                    <a:pt x="18573" y="20301"/>
                  </a:cubicBezTo>
                  <a:cubicBezTo>
                    <a:pt x="19168" y="20301"/>
                    <a:pt x="19770" y="20247"/>
                    <a:pt x="20378" y="20133"/>
                  </a:cubicBezTo>
                  <a:lnTo>
                    <a:pt x="27054" y="13858"/>
                  </a:lnTo>
                  <a:lnTo>
                    <a:pt x="21894" y="1778"/>
                  </a:lnTo>
                  <a:lnTo>
                    <a:pt x="15724" y="9971"/>
                  </a:lnTo>
                  <a:lnTo>
                    <a:pt x="362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139"/>
            <p:cNvSpPr/>
            <p:nvPr/>
          </p:nvSpPr>
          <p:spPr>
            <a:xfrm>
              <a:off x="2922075" y="3826875"/>
              <a:ext cx="180000" cy="213550"/>
            </a:xfrm>
            <a:custGeom>
              <a:rect b="b" l="l" r="r" t="t"/>
              <a:pathLst>
                <a:path extrusionOk="0" h="8542" w="7200">
                  <a:moveTo>
                    <a:pt x="1" y="0"/>
                  </a:moveTo>
                  <a:lnTo>
                    <a:pt x="2459" y="8541"/>
                  </a:lnTo>
                  <a:cubicBezTo>
                    <a:pt x="2459" y="8541"/>
                    <a:pt x="6607" y="6258"/>
                    <a:pt x="72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139"/>
            <p:cNvSpPr/>
            <p:nvPr/>
          </p:nvSpPr>
          <p:spPr>
            <a:xfrm>
              <a:off x="2958250" y="3174950"/>
              <a:ext cx="182175" cy="683325"/>
            </a:xfrm>
            <a:custGeom>
              <a:rect b="b" l="l" r="r" t="t"/>
              <a:pathLst>
                <a:path extrusionOk="0" h="27333" w="7287">
                  <a:moveTo>
                    <a:pt x="1081" y="0"/>
                  </a:moveTo>
                  <a:lnTo>
                    <a:pt x="1" y="27332"/>
                  </a:lnTo>
                  <a:lnTo>
                    <a:pt x="7287" y="26321"/>
                  </a:lnTo>
                  <a:cubicBezTo>
                    <a:pt x="7287" y="26321"/>
                    <a:pt x="6938" y="19140"/>
                    <a:pt x="5753" y="11278"/>
                  </a:cubicBezTo>
                  <a:cubicBezTo>
                    <a:pt x="4568" y="3399"/>
                    <a:pt x="1081" y="0"/>
                    <a:pt x="10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139"/>
            <p:cNvSpPr/>
            <p:nvPr/>
          </p:nvSpPr>
          <p:spPr>
            <a:xfrm>
              <a:off x="1829150" y="3223300"/>
              <a:ext cx="513800" cy="711225"/>
            </a:xfrm>
            <a:custGeom>
              <a:rect b="b" l="l" r="r" t="t"/>
              <a:pathLst>
                <a:path extrusionOk="0" h="28449" w="20552">
                  <a:moveTo>
                    <a:pt x="15218" y="1"/>
                  </a:moveTo>
                  <a:cubicBezTo>
                    <a:pt x="15061" y="18"/>
                    <a:pt x="14922" y="53"/>
                    <a:pt x="14782" y="106"/>
                  </a:cubicBezTo>
                  <a:cubicBezTo>
                    <a:pt x="10372" y="1552"/>
                    <a:pt x="0" y="15515"/>
                    <a:pt x="0" y="15515"/>
                  </a:cubicBezTo>
                  <a:lnTo>
                    <a:pt x="6433" y="28449"/>
                  </a:lnTo>
                  <a:lnTo>
                    <a:pt x="13963" y="22539"/>
                  </a:lnTo>
                  <a:lnTo>
                    <a:pt x="14015" y="22853"/>
                  </a:lnTo>
                  <a:lnTo>
                    <a:pt x="14608" y="26984"/>
                  </a:lnTo>
                  <a:lnTo>
                    <a:pt x="14643" y="27176"/>
                  </a:lnTo>
                  <a:lnTo>
                    <a:pt x="15322" y="27438"/>
                  </a:lnTo>
                  <a:lnTo>
                    <a:pt x="15532" y="27141"/>
                  </a:lnTo>
                  <a:lnTo>
                    <a:pt x="16978" y="25241"/>
                  </a:lnTo>
                  <a:lnTo>
                    <a:pt x="18687" y="23045"/>
                  </a:lnTo>
                  <a:lnTo>
                    <a:pt x="20552" y="12377"/>
                  </a:lnTo>
                  <a:lnTo>
                    <a:pt x="1521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6" name="Google Shape;4176;p139"/>
            <p:cNvSpPr/>
            <p:nvPr/>
          </p:nvSpPr>
          <p:spPr>
            <a:xfrm>
              <a:off x="2195200" y="3084000"/>
              <a:ext cx="856325" cy="1210050"/>
            </a:xfrm>
            <a:custGeom>
              <a:rect b="b" l="l" r="r" t="t"/>
              <a:pathLst>
                <a:path extrusionOk="0" h="48402" w="34253">
                  <a:moveTo>
                    <a:pt x="16913" y="0"/>
                  </a:moveTo>
                  <a:cubicBezTo>
                    <a:pt x="15173" y="0"/>
                    <a:pt x="13303" y="109"/>
                    <a:pt x="11313" y="361"/>
                  </a:cubicBezTo>
                  <a:cubicBezTo>
                    <a:pt x="11313" y="361"/>
                    <a:pt x="3278" y="2801"/>
                    <a:pt x="105" y="5556"/>
                  </a:cubicBezTo>
                  <a:cubicBezTo>
                    <a:pt x="105" y="5556"/>
                    <a:pt x="123" y="5590"/>
                    <a:pt x="140" y="5660"/>
                  </a:cubicBezTo>
                  <a:cubicBezTo>
                    <a:pt x="489" y="6828"/>
                    <a:pt x="3435" y="16816"/>
                    <a:pt x="3034" y="23022"/>
                  </a:cubicBezTo>
                  <a:cubicBezTo>
                    <a:pt x="2912" y="25288"/>
                    <a:pt x="2441" y="27519"/>
                    <a:pt x="1639" y="29628"/>
                  </a:cubicBezTo>
                  <a:cubicBezTo>
                    <a:pt x="1360" y="30395"/>
                    <a:pt x="1012" y="31145"/>
                    <a:pt x="593" y="31842"/>
                  </a:cubicBezTo>
                  <a:cubicBezTo>
                    <a:pt x="419" y="32173"/>
                    <a:pt x="227" y="32487"/>
                    <a:pt x="1" y="32783"/>
                  </a:cubicBezTo>
                  <a:lnTo>
                    <a:pt x="70" y="34195"/>
                  </a:lnTo>
                  <a:lnTo>
                    <a:pt x="280" y="38535"/>
                  </a:lnTo>
                  <a:lnTo>
                    <a:pt x="419" y="41411"/>
                  </a:lnTo>
                  <a:lnTo>
                    <a:pt x="646" y="45769"/>
                  </a:lnTo>
                  <a:lnTo>
                    <a:pt x="768" y="48332"/>
                  </a:lnTo>
                  <a:lnTo>
                    <a:pt x="6258" y="48332"/>
                  </a:lnTo>
                  <a:lnTo>
                    <a:pt x="32632" y="48401"/>
                  </a:lnTo>
                  <a:cubicBezTo>
                    <a:pt x="32632" y="48401"/>
                    <a:pt x="32649" y="47460"/>
                    <a:pt x="32684" y="45891"/>
                  </a:cubicBezTo>
                  <a:cubicBezTo>
                    <a:pt x="32702" y="44549"/>
                    <a:pt x="32736" y="42771"/>
                    <a:pt x="32789" y="40749"/>
                  </a:cubicBezTo>
                  <a:cubicBezTo>
                    <a:pt x="32789" y="40087"/>
                    <a:pt x="32806" y="39389"/>
                    <a:pt x="32824" y="38692"/>
                  </a:cubicBezTo>
                  <a:cubicBezTo>
                    <a:pt x="32858" y="37036"/>
                    <a:pt x="32911" y="35293"/>
                    <a:pt x="32946" y="33533"/>
                  </a:cubicBezTo>
                  <a:cubicBezTo>
                    <a:pt x="33120" y="26508"/>
                    <a:pt x="33364" y="19169"/>
                    <a:pt x="33660" y="16938"/>
                  </a:cubicBezTo>
                  <a:cubicBezTo>
                    <a:pt x="34253" y="12284"/>
                    <a:pt x="33242" y="5050"/>
                    <a:pt x="31725" y="3621"/>
                  </a:cubicBezTo>
                  <a:cubicBezTo>
                    <a:pt x="30473" y="2440"/>
                    <a:pt x="25156" y="0"/>
                    <a:pt x="169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7" name="Google Shape;4177;p139"/>
            <p:cNvSpPr/>
            <p:nvPr/>
          </p:nvSpPr>
          <p:spPr>
            <a:xfrm>
              <a:off x="2196500" y="3922300"/>
              <a:ext cx="822350" cy="142650"/>
            </a:xfrm>
            <a:custGeom>
              <a:rect b="b" l="l" r="r" t="t"/>
              <a:pathLst>
                <a:path extrusionOk="0" h="5706" w="32894">
                  <a:moveTo>
                    <a:pt x="32894" y="1"/>
                  </a:moveTo>
                  <a:lnTo>
                    <a:pt x="32894" y="1"/>
                  </a:lnTo>
                  <a:cubicBezTo>
                    <a:pt x="28057" y="968"/>
                    <a:pt x="21755" y="1261"/>
                    <a:pt x="15903" y="1261"/>
                  </a:cubicBezTo>
                  <a:cubicBezTo>
                    <a:pt x="8786" y="1261"/>
                    <a:pt x="2335" y="827"/>
                    <a:pt x="1" y="646"/>
                  </a:cubicBezTo>
                  <a:lnTo>
                    <a:pt x="1" y="646"/>
                  </a:lnTo>
                  <a:lnTo>
                    <a:pt x="228" y="4986"/>
                  </a:lnTo>
                  <a:cubicBezTo>
                    <a:pt x="3601" y="5528"/>
                    <a:pt x="8710" y="5705"/>
                    <a:pt x="13959" y="5705"/>
                  </a:cubicBezTo>
                  <a:cubicBezTo>
                    <a:pt x="21540" y="5705"/>
                    <a:pt x="29414" y="5335"/>
                    <a:pt x="32772" y="5160"/>
                  </a:cubicBezTo>
                  <a:cubicBezTo>
                    <a:pt x="32806" y="3504"/>
                    <a:pt x="32859" y="1761"/>
                    <a:pt x="328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139"/>
            <p:cNvSpPr/>
            <p:nvPr/>
          </p:nvSpPr>
          <p:spPr>
            <a:xfrm>
              <a:off x="2205225" y="4113600"/>
              <a:ext cx="809700" cy="131125"/>
            </a:xfrm>
            <a:custGeom>
              <a:rect b="b" l="l" r="r" t="t"/>
              <a:pathLst>
                <a:path extrusionOk="0" h="5245" w="32388">
                  <a:moveTo>
                    <a:pt x="32388" y="1"/>
                  </a:moveTo>
                  <a:lnTo>
                    <a:pt x="32388" y="1"/>
                  </a:lnTo>
                  <a:cubicBezTo>
                    <a:pt x="27857" y="530"/>
                    <a:pt x="22060" y="705"/>
                    <a:pt x="16558" y="705"/>
                  </a:cubicBezTo>
                  <a:cubicBezTo>
                    <a:pt x="9380" y="705"/>
                    <a:pt x="2704" y="407"/>
                    <a:pt x="1" y="210"/>
                  </a:cubicBezTo>
                  <a:lnTo>
                    <a:pt x="1" y="210"/>
                  </a:lnTo>
                  <a:lnTo>
                    <a:pt x="227" y="4568"/>
                  </a:lnTo>
                  <a:cubicBezTo>
                    <a:pt x="3612" y="5077"/>
                    <a:pt x="8573" y="5245"/>
                    <a:pt x="13660" y="5245"/>
                  </a:cubicBezTo>
                  <a:cubicBezTo>
                    <a:pt x="21121" y="5245"/>
                    <a:pt x="28853" y="4883"/>
                    <a:pt x="32283" y="4707"/>
                  </a:cubicBezTo>
                  <a:cubicBezTo>
                    <a:pt x="32301" y="3365"/>
                    <a:pt x="32335" y="2040"/>
                    <a:pt x="323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139"/>
            <p:cNvSpPr/>
            <p:nvPr/>
          </p:nvSpPr>
          <p:spPr>
            <a:xfrm>
              <a:off x="2178200" y="3786775"/>
              <a:ext cx="173475" cy="505525"/>
            </a:xfrm>
            <a:custGeom>
              <a:rect b="b" l="l" r="r" t="t"/>
              <a:pathLst>
                <a:path extrusionOk="0" h="20221" w="6939">
                  <a:moveTo>
                    <a:pt x="1" y="0"/>
                  </a:moveTo>
                  <a:lnTo>
                    <a:pt x="36" y="314"/>
                  </a:lnTo>
                  <a:lnTo>
                    <a:pt x="663" y="4637"/>
                  </a:lnTo>
                  <a:lnTo>
                    <a:pt x="733" y="6067"/>
                  </a:lnTo>
                  <a:lnTo>
                    <a:pt x="960" y="10407"/>
                  </a:lnTo>
                  <a:lnTo>
                    <a:pt x="1099" y="13283"/>
                  </a:lnTo>
                  <a:lnTo>
                    <a:pt x="1308" y="17641"/>
                  </a:lnTo>
                  <a:lnTo>
                    <a:pt x="1430" y="20203"/>
                  </a:lnTo>
                  <a:lnTo>
                    <a:pt x="3836" y="20221"/>
                  </a:lnTo>
                  <a:lnTo>
                    <a:pt x="6938" y="20221"/>
                  </a:lnTo>
                  <a:lnTo>
                    <a:pt x="1570" y="4602"/>
                  </a:lnTo>
                  <a:lnTo>
                    <a:pt x="1273" y="3731"/>
                  </a:lnTo>
                  <a:lnTo>
                    <a:pt x="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0" name="Google Shape;4180;p139"/>
            <p:cNvSpPr/>
            <p:nvPr/>
          </p:nvSpPr>
          <p:spPr>
            <a:xfrm>
              <a:off x="2178200" y="3758025"/>
              <a:ext cx="43175" cy="139900"/>
            </a:xfrm>
            <a:custGeom>
              <a:rect b="b" l="l" r="r" t="t"/>
              <a:pathLst>
                <a:path extrusionOk="0" h="5596" w="1727">
                  <a:moveTo>
                    <a:pt x="1726" y="0"/>
                  </a:moveTo>
                  <a:lnTo>
                    <a:pt x="1" y="1150"/>
                  </a:lnTo>
                  <a:lnTo>
                    <a:pt x="36" y="1464"/>
                  </a:lnTo>
                  <a:lnTo>
                    <a:pt x="646" y="5595"/>
                  </a:lnTo>
                  <a:lnTo>
                    <a:pt x="172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139"/>
            <p:cNvSpPr/>
            <p:nvPr/>
          </p:nvSpPr>
          <p:spPr>
            <a:xfrm>
              <a:off x="2155975" y="2529125"/>
              <a:ext cx="828450" cy="790150"/>
            </a:xfrm>
            <a:custGeom>
              <a:rect b="b" l="l" r="r" t="t"/>
              <a:pathLst>
                <a:path extrusionOk="0" h="31606" w="33138">
                  <a:moveTo>
                    <a:pt x="19315" y="0"/>
                  </a:moveTo>
                  <a:cubicBezTo>
                    <a:pt x="18565" y="0"/>
                    <a:pt x="17833" y="87"/>
                    <a:pt x="17118" y="262"/>
                  </a:cubicBezTo>
                  <a:cubicBezTo>
                    <a:pt x="16996" y="279"/>
                    <a:pt x="16857" y="314"/>
                    <a:pt x="16735" y="349"/>
                  </a:cubicBezTo>
                  <a:cubicBezTo>
                    <a:pt x="15846" y="593"/>
                    <a:pt x="15009" y="959"/>
                    <a:pt x="14207" y="1429"/>
                  </a:cubicBezTo>
                  <a:cubicBezTo>
                    <a:pt x="13946" y="1586"/>
                    <a:pt x="13684" y="1743"/>
                    <a:pt x="13423" y="1935"/>
                  </a:cubicBezTo>
                  <a:cubicBezTo>
                    <a:pt x="11680" y="3155"/>
                    <a:pt x="10233" y="4724"/>
                    <a:pt x="9170" y="6572"/>
                  </a:cubicBezTo>
                  <a:cubicBezTo>
                    <a:pt x="8455" y="7792"/>
                    <a:pt x="7880" y="9082"/>
                    <a:pt x="7444" y="10441"/>
                  </a:cubicBezTo>
                  <a:cubicBezTo>
                    <a:pt x="7304" y="10895"/>
                    <a:pt x="7182" y="11348"/>
                    <a:pt x="7060" y="11801"/>
                  </a:cubicBezTo>
                  <a:cubicBezTo>
                    <a:pt x="6520" y="13962"/>
                    <a:pt x="6729" y="16333"/>
                    <a:pt x="5317" y="18146"/>
                  </a:cubicBezTo>
                  <a:cubicBezTo>
                    <a:pt x="4115" y="19662"/>
                    <a:pt x="2319" y="20621"/>
                    <a:pt x="1238" y="22225"/>
                  </a:cubicBezTo>
                  <a:cubicBezTo>
                    <a:pt x="36" y="23968"/>
                    <a:pt x="1" y="26199"/>
                    <a:pt x="262" y="28204"/>
                  </a:cubicBezTo>
                  <a:cubicBezTo>
                    <a:pt x="262" y="28396"/>
                    <a:pt x="332" y="28570"/>
                    <a:pt x="419" y="28744"/>
                  </a:cubicBezTo>
                  <a:cubicBezTo>
                    <a:pt x="593" y="28936"/>
                    <a:pt x="838" y="29093"/>
                    <a:pt x="1116" y="29145"/>
                  </a:cubicBezTo>
                  <a:lnTo>
                    <a:pt x="1273" y="29180"/>
                  </a:lnTo>
                  <a:cubicBezTo>
                    <a:pt x="1866" y="29372"/>
                    <a:pt x="2476" y="29546"/>
                    <a:pt x="3069" y="29703"/>
                  </a:cubicBezTo>
                  <a:lnTo>
                    <a:pt x="3104" y="29720"/>
                  </a:lnTo>
                  <a:cubicBezTo>
                    <a:pt x="3121" y="29651"/>
                    <a:pt x="3138" y="29581"/>
                    <a:pt x="3138" y="29494"/>
                  </a:cubicBezTo>
                  <a:cubicBezTo>
                    <a:pt x="3278" y="28134"/>
                    <a:pt x="3714" y="26827"/>
                    <a:pt x="4446" y="25676"/>
                  </a:cubicBezTo>
                  <a:lnTo>
                    <a:pt x="4446" y="25676"/>
                  </a:lnTo>
                  <a:cubicBezTo>
                    <a:pt x="4411" y="26286"/>
                    <a:pt x="4481" y="26687"/>
                    <a:pt x="4498" y="27315"/>
                  </a:cubicBezTo>
                  <a:cubicBezTo>
                    <a:pt x="4515" y="28291"/>
                    <a:pt x="4655" y="29250"/>
                    <a:pt x="4934" y="30191"/>
                  </a:cubicBezTo>
                  <a:cubicBezTo>
                    <a:pt x="7060" y="30696"/>
                    <a:pt x="9204" y="31080"/>
                    <a:pt x="11383" y="31324"/>
                  </a:cubicBezTo>
                  <a:cubicBezTo>
                    <a:pt x="11436" y="31324"/>
                    <a:pt x="11488" y="31341"/>
                    <a:pt x="11540" y="31341"/>
                  </a:cubicBezTo>
                  <a:cubicBezTo>
                    <a:pt x="12917" y="31498"/>
                    <a:pt x="14294" y="31568"/>
                    <a:pt x="15671" y="31603"/>
                  </a:cubicBezTo>
                  <a:lnTo>
                    <a:pt x="15811" y="31603"/>
                  </a:lnTo>
                  <a:cubicBezTo>
                    <a:pt x="15967" y="31605"/>
                    <a:pt x="16123" y="31606"/>
                    <a:pt x="16279" y="31606"/>
                  </a:cubicBezTo>
                  <a:cubicBezTo>
                    <a:pt x="18775" y="31606"/>
                    <a:pt x="21282" y="31344"/>
                    <a:pt x="23742" y="30836"/>
                  </a:cubicBezTo>
                  <a:lnTo>
                    <a:pt x="23899" y="30801"/>
                  </a:lnTo>
                  <a:cubicBezTo>
                    <a:pt x="24980" y="30574"/>
                    <a:pt x="26043" y="30278"/>
                    <a:pt x="27071" y="29929"/>
                  </a:cubicBezTo>
                  <a:lnTo>
                    <a:pt x="27228" y="29877"/>
                  </a:lnTo>
                  <a:cubicBezTo>
                    <a:pt x="28205" y="29546"/>
                    <a:pt x="29181" y="29162"/>
                    <a:pt x="30105" y="28727"/>
                  </a:cubicBezTo>
                  <a:cubicBezTo>
                    <a:pt x="30174" y="27907"/>
                    <a:pt x="30105" y="27106"/>
                    <a:pt x="29895" y="26321"/>
                  </a:cubicBezTo>
                  <a:cubicBezTo>
                    <a:pt x="29634" y="25293"/>
                    <a:pt x="29303" y="24282"/>
                    <a:pt x="28884" y="23306"/>
                  </a:cubicBezTo>
                  <a:lnTo>
                    <a:pt x="28884" y="23306"/>
                  </a:lnTo>
                  <a:cubicBezTo>
                    <a:pt x="30139" y="24630"/>
                    <a:pt x="31046" y="26234"/>
                    <a:pt x="31534" y="27977"/>
                  </a:cubicBezTo>
                  <a:cubicBezTo>
                    <a:pt x="31795" y="27838"/>
                    <a:pt x="32039" y="27681"/>
                    <a:pt x="32301" y="27524"/>
                  </a:cubicBezTo>
                  <a:cubicBezTo>
                    <a:pt x="32545" y="27384"/>
                    <a:pt x="32754" y="27193"/>
                    <a:pt x="32928" y="26966"/>
                  </a:cubicBezTo>
                  <a:cubicBezTo>
                    <a:pt x="32946" y="26949"/>
                    <a:pt x="32946" y="26914"/>
                    <a:pt x="32963" y="26896"/>
                  </a:cubicBezTo>
                  <a:cubicBezTo>
                    <a:pt x="33016" y="26757"/>
                    <a:pt x="33068" y="26635"/>
                    <a:pt x="33085" y="26496"/>
                  </a:cubicBezTo>
                  <a:cubicBezTo>
                    <a:pt x="33085" y="26391"/>
                    <a:pt x="33103" y="26304"/>
                    <a:pt x="33103" y="26199"/>
                  </a:cubicBezTo>
                  <a:cubicBezTo>
                    <a:pt x="33138" y="25467"/>
                    <a:pt x="32998" y="24752"/>
                    <a:pt x="32719" y="24090"/>
                  </a:cubicBezTo>
                  <a:cubicBezTo>
                    <a:pt x="32632" y="23898"/>
                    <a:pt x="32527" y="23707"/>
                    <a:pt x="32423" y="23515"/>
                  </a:cubicBezTo>
                  <a:cubicBezTo>
                    <a:pt x="31569" y="22051"/>
                    <a:pt x="30174" y="20900"/>
                    <a:pt x="29582" y="18599"/>
                  </a:cubicBezTo>
                  <a:cubicBezTo>
                    <a:pt x="29547" y="18442"/>
                    <a:pt x="29512" y="18285"/>
                    <a:pt x="29477" y="18146"/>
                  </a:cubicBezTo>
                  <a:cubicBezTo>
                    <a:pt x="29460" y="18059"/>
                    <a:pt x="29442" y="17972"/>
                    <a:pt x="29442" y="17885"/>
                  </a:cubicBezTo>
                  <a:cubicBezTo>
                    <a:pt x="29407" y="17675"/>
                    <a:pt x="29372" y="17484"/>
                    <a:pt x="29355" y="17274"/>
                  </a:cubicBezTo>
                  <a:cubicBezTo>
                    <a:pt x="29163" y="15601"/>
                    <a:pt x="29372" y="13980"/>
                    <a:pt x="29407" y="12237"/>
                  </a:cubicBezTo>
                  <a:lnTo>
                    <a:pt x="29407" y="11888"/>
                  </a:lnTo>
                  <a:lnTo>
                    <a:pt x="29407" y="11470"/>
                  </a:lnTo>
                  <a:cubicBezTo>
                    <a:pt x="29390" y="9273"/>
                    <a:pt x="29250" y="7077"/>
                    <a:pt x="28396" y="5020"/>
                  </a:cubicBezTo>
                  <a:cubicBezTo>
                    <a:pt x="27734" y="3434"/>
                    <a:pt x="26444" y="2214"/>
                    <a:pt x="24893" y="1377"/>
                  </a:cubicBezTo>
                  <a:lnTo>
                    <a:pt x="24788" y="1307"/>
                  </a:lnTo>
                  <a:cubicBezTo>
                    <a:pt x="24352" y="1081"/>
                    <a:pt x="23916" y="889"/>
                    <a:pt x="23481" y="715"/>
                  </a:cubicBezTo>
                  <a:lnTo>
                    <a:pt x="23341" y="680"/>
                  </a:lnTo>
                  <a:cubicBezTo>
                    <a:pt x="23027" y="558"/>
                    <a:pt x="22696" y="453"/>
                    <a:pt x="22365" y="366"/>
                  </a:cubicBezTo>
                  <a:lnTo>
                    <a:pt x="22226" y="331"/>
                  </a:lnTo>
                  <a:cubicBezTo>
                    <a:pt x="22034" y="296"/>
                    <a:pt x="21860" y="244"/>
                    <a:pt x="21668" y="209"/>
                  </a:cubicBezTo>
                  <a:cubicBezTo>
                    <a:pt x="21616" y="192"/>
                    <a:pt x="21563" y="174"/>
                    <a:pt x="21511" y="174"/>
                  </a:cubicBezTo>
                  <a:cubicBezTo>
                    <a:pt x="21127" y="105"/>
                    <a:pt x="20744" y="52"/>
                    <a:pt x="20343" y="18"/>
                  </a:cubicBezTo>
                  <a:cubicBezTo>
                    <a:pt x="20320" y="18"/>
                    <a:pt x="20297" y="25"/>
                    <a:pt x="20263" y="25"/>
                  </a:cubicBezTo>
                  <a:cubicBezTo>
                    <a:pt x="20246" y="25"/>
                    <a:pt x="20227" y="23"/>
                    <a:pt x="20204" y="18"/>
                  </a:cubicBezTo>
                  <a:cubicBezTo>
                    <a:pt x="20134" y="0"/>
                    <a:pt x="20064" y="0"/>
                    <a:pt x="19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139"/>
            <p:cNvSpPr/>
            <p:nvPr/>
          </p:nvSpPr>
          <p:spPr>
            <a:xfrm>
              <a:off x="2160775" y="2564850"/>
              <a:ext cx="350400" cy="694225"/>
            </a:xfrm>
            <a:custGeom>
              <a:rect b="b" l="l" r="r" t="t"/>
              <a:pathLst>
                <a:path extrusionOk="0" h="27769" w="14016">
                  <a:moveTo>
                    <a:pt x="14015" y="0"/>
                  </a:moveTo>
                  <a:lnTo>
                    <a:pt x="14015" y="0"/>
                  </a:lnTo>
                  <a:cubicBezTo>
                    <a:pt x="13736" y="157"/>
                    <a:pt x="13475" y="332"/>
                    <a:pt x="13213" y="506"/>
                  </a:cubicBezTo>
                  <a:cubicBezTo>
                    <a:pt x="11714" y="1883"/>
                    <a:pt x="10512" y="3574"/>
                    <a:pt x="9727" y="5456"/>
                  </a:cubicBezTo>
                  <a:cubicBezTo>
                    <a:pt x="8890" y="7444"/>
                    <a:pt x="8559" y="9605"/>
                    <a:pt x="8350" y="11261"/>
                  </a:cubicBezTo>
                  <a:lnTo>
                    <a:pt x="8298" y="11644"/>
                  </a:lnTo>
                  <a:cubicBezTo>
                    <a:pt x="8106" y="13213"/>
                    <a:pt x="7914" y="14817"/>
                    <a:pt x="7060" y="16124"/>
                  </a:cubicBezTo>
                  <a:cubicBezTo>
                    <a:pt x="6398" y="17153"/>
                    <a:pt x="5387" y="17902"/>
                    <a:pt x="4411" y="18634"/>
                  </a:cubicBezTo>
                  <a:cubicBezTo>
                    <a:pt x="3661" y="19157"/>
                    <a:pt x="2964" y="19750"/>
                    <a:pt x="2336" y="20395"/>
                  </a:cubicBezTo>
                  <a:cubicBezTo>
                    <a:pt x="558" y="22400"/>
                    <a:pt x="1" y="25206"/>
                    <a:pt x="907" y="27716"/>
                  </a:cubicBezTo>
                  <a:lnTo>
                    <a:pt x="1064" y="27768"/>
                  </a:lnTo>
                  <a:cubicBezTo>
                    <a:pt x="140" y="25276"/>
                    <a:pt x="663" y="22469"/>
                    <a:pt x="2423" y="20482"/>
                  </a:cubicBezTo>
                  <a:cubicBezTo>
                    <a:pt x="3068" y="19837"/>
                    <a:pt x="3748" y="19262"/>
                    <a:pt x="4498" y="18739"/>
                  </a:cubicBezTo>
                  <a:cubicBezTo>
                    <a:pt x="5474" y="18007"/>
                    <a:pt x="6502" y="17240"/>
                    <a:pt x="7182" y="16194"/>
                  </a:cubicBezTo>
                  <a:cubicBezTo>
                    <a:pt x="8054" y="14869"/>
                    <a:pt x="8246" y="13231"/>
                    <a:pt x="8437" y="11662"/>
                  </a:cubicBezTo>
                  <a:lnTo>
                    <a:pt x="8472" y="11278"/>
                  </a:lnTo>
                  <a:cubicBezTo>
                    <a:pt x="8681" y="9622"/>
                    <a:pt x="9012" y="7478"/>
                    <a:pt x="9849" y="5509"/>
                  </a:cubicBezTo>
                  <a:cubicBezTo>
                    <a:pt x="10756" y="3347"/>
                    <a:pt x="12185" y="1465"/>
                    <a:pt x="14015" y="0"/>
                  </a:cubicBez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139"/>
            <p:cNvSpPr/>
            <p:nvPr/>
          </p:nvSpPr>
          <p:spPr>
            <a:xfrm>
              <a:off x="2206975" y="2535650"/>
              <a:ext cx="376975" cy="736500"/>
            </a:xfrm>
            <a:custGeom>
              <a:rect b="b" l="l" r="r" t="t"/>
              <a:pathLst>
                <a:path extrusionOk="0" h="29460" w="15079">
                  <a:moveTo>
                    <a:pt x="15078" y="1"/>
                  </a:moveTo>
                  <a:lnTo>
                    <a:pt x="15078" y="1"/>
                  </a:lnTo>
                  <a:cubicBezTo>
                    <a:pt x="14956" y="18"/>
                    <a:pt x="14834" y="53"/>
                    <a:pt x="14695" y="88"/>
                  </a:cubicBezTo>
                  <a:cubicBezTo>
                    <a:pt x="11121" y="2546"/>
                    <a:pt x="8698" y="6572"/>
                    <a:pt x="8420" y="10843"/>
                  </a:cubicBezTo>
                  <a:cubicBezTo>
                    <a:pt x="8385" y="11139"/>
                    <a:pt x="8385" y="11435"/>
                    <a:pt x="8367" y="11732"/>
                  </a:cubicBezTo>
                  <a:cubicBezTo>
                    <a:pt x="8367" y="12516"/>
                    <a:pt x="8280" y="13283"/>
                    <a:pt x="8123" y="14033"/>
                  </a:cubicBezTo>
                  <a:cubicBezTo>
                    <a:pt x="7670" y="15741"/>
                    <a:pt x="6398" y="17118"/>
                    <a:pt x="5212" y="18251"/>
                  </a:cubicBezTo>
                  <a:cubicBezTo>
                    <a:pt x="4968" y="18478"/>
                    <a:pt x="4724" y="18704"/>
                    <a:pt x="4480" y="18913"/>
                  </a:cubicBezTo>
                  <a:cubicBezTo>
                    <a:pt x="3434" y="19872"/>
                    <a:pt x="2371" y="20848"/>
                    <a:pt x="1604" y="22051"/>
                  </a:cubicBezTo>
                  <a:cubicBezTo>
                    <a:pt x="227" y="24265"/>
                    <a:pt x="0" y="27036"/>
                    <a:pt x="1011" y="29459"/>
                  </a:cubicBezTo>
                  <a:lnTo>
                    <a:pt x="1046" y="29459"/>
                  </a:lnTo>
                  <a:cubicBezTo>
                    <a:pt x="1064" y="29390"/>
                    <a:pt x="1081" y="29320"/>
                    <a:pt x="1081" y="29250"/>
                  </a:cubicBezTo>
                  <a:cubicBezTo>
                    <a:pt x="157" y="26897"/>
                    <a:pt x="384" y="24247"/>
                    <a:pt x="1726" y="22121"/>
                  </a:cubicBezTo>
                  <a:cubicBezTo>
                    <a:pt x="2475" y="20935"/>
                    <a:pt x="3539" y="19959"/>
                    <a:pt x="4567" y="19018"/>
                  </a:cubicBezTo>
                  <a:cubicBezTo>
                    <a:pt x="4829" y="18791"/>
                    <a:pt x="5073" y="18565"/>
                    <a:pt x="5317" y="18338"/>
                  </a:cubicBezTo>
                  <a:cubicBezTo>
                    <a:pt x="6502" y="17205"/>
                    <a:pt x="7792" y="15811"/>
                    <a:pt x="8245" y="14068"/>
                  </a:cubicBezTo>
                  <a:cubicBezTo>
                    <a:pt x="8420" y="13301"/>
                    <a:pt x="8507" y="12516"/>
                    <a:pt x="8507" y="11749"/>
                  </a:cubicBezTo>
                  <a:cubicBezTo>
                    <a:pt x="8524" y="11453"/>
                    <a:pt x="8524" y="11139"/>
                    <a:pt x="8559" y="10860"/>
                  </a:cubicBezTo>
                  <a:cubicBezTo>
                    <a:pt x="8855" y="6520"/>
                    <a:pt x="11365" y="2406"/>
                    <a:pt x="15078" y="1"/>
                  </a:cubicBez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139"/>
            <p:cNvSpPr/>
            <p:nvPr/>
          </p:nvSpPr>
          <p:spPr>
            <a:xfrm>
              <a:off x="2434875" y="2529125"/>
              <a:ext cx="209650" cy="783975"/>
            </a:xfrm>
            <a:custGeom>
              <a:rect b="b" l="l" r="r" t="t"/>
              <a:pathLst>
                <a:path extrusionOk="0" h="31359" w="8386">
                  <a:moveTo>
                    <a:pt x="8159" y="0"/>
                  </a:moveTo>
                  <a:cubicBezTo>
                    <a:pt x="6084" y="1464"/>
                    <a:pt x="4376" y="3382"/>
                    <a:pt x="3138" y="5596"/>
                  </a:cubicBezTo>
                  <a:cubicBezTo>
                    <a:pt x="1587" y="8332"/>
                    <a:pt x="960" y="11470"/>
                    <a:pt x="1326" y="14590"/>
                  </a:cubicBezTo>
                  <a:cubicBezTo>
                    <a:pt x="1448" y="15514"/>
                    <a:pt x="1657" y="16473"/>
                    <a:pt x="1883" y="17379"/>
                  </a:cubicBezTo>
                  <a:cubicBezTo>
                    <a:pt x="2319" y="19296"/>
                    <a:pt x="2772" y="21284"/>
                    <a:pt x="2319" y="23201"/>
                  </a:cubicBezTo>
                  <a:cubicBezTo>
                    <a:pt x="2075" y="24107"/>
                    <a:pt x="1726" y="25014"/>
                    <a:pt x="1273" y="25851"/>
                  </a:cubicBezTo>
                  <a:cubicBezTo>
                    <a:pt x="820" y="26757"/>
                    <a:pt x="367" y="27716"/>
                    <a:pt x="175" y="28727"/>
                  </a:cubicBezTo>
                  <a:cubicBezTo>
                    <a:pt x="1" y="29581"/>
                    <a:pt x="18" y="30487"/>
                    <a:pt x="227" y="31341"/>
                  </a:cubicBezTo>
                  <a:cubicBezTo>
                    <a:pt x="280" y="31341"/>
                    <a:pt x="315" y="31359"/>
                    <a:pt x="367" y="31359"/>
                  </a:cubicBezTo>
                  <a:cubicBezTo>
                    <a:pt x="158" y="30505"/>
                    <a:pt x="123" y="29598"/>
                    <a:pt x="297" y="28744"/>
                  </a:cubicBezTo>
                  <a:cubicBezTo>
                    <a:pt x="489" y="27751"/>
                    <a:pt x="960" y="26809"/>
                    <a:pt x="1395" y="25903"/>
                  </a:cubicBezTo>
                  <a:cubicBezTo>
                    <a:pt x="1831" y="25049"/>
                    <a:pt x="2197" y="24142"/>
                    <a:pt x="2459" y="23218"/>
                  </a:cubicBezTo>
                  <a:cubicBezTo>
                    <a:pt x="2912" y="21266"/>
                    <a:pt x="2459" y="19279"/>
                    <a:pt x="2023" y="17344"/>
                  </a:cubicBezTo>
                  <a:cubicBezTo>
                    <a:pt x="1796" y="16438"/>
                    <a:pt x="1587" y="15496"/>
                    <a:pt x="1465" y="14555"/>
                  </a:cubicBezTo>
                  <a:cubicBezTo>
                    <a:pt x="1099" y="11470"/>
                    <a:pt x="1726" y="8350"/>
                    <a:pt x="3243" y="5648"/>
                  </a:cubicBezTo>
                  <a:cubicBezTo>
                    <a:pt x="4515" y="3399"/>
                    <a:pt x="6259" y="1464"/>
                    <a:pt x="8385" y="0"/>
                  </a:cubicBez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5" name="Google Shape;4185;p139"/>
            <p:cNvSpPr/>
            <p:nvPr/>
          </p:nvSpPr>
          <p:spPr>
            <a:xfrm>
              <a:off x="2482825" y="2529125"/>
              <a:ext cx="178700" cy="790075"/>
            </a:xfrm>
            <a:custGeom>
              <a:rect b="b" l="l" r="r" t="t"/>
              <a:pathLst>
                <a:path extrusionOk="0" h="31603" w="7148">
                  <a:moveTo>
                    <a:pt x="6938" y="0"/>
                  </a:moveTo>
                  <a:cubicBezTo>
                    <a:pt x="4707" y="1499"/>
                    <a:pt x="2824" y="3818"/>
                    <a:pt x="1517" y="6694"/>
                  </a:cubicBezTo>
                  <a:cubicBezTo>
                    <a:pt x="419" y="9134"/>
                    <a:pt x="0" y="11400"/>
                    <a:pt x="279" y="13422"/>
                  </a:cubicBezTo>
                  <a:cubicBezTo>
                    <a:pt x="506" y="15200"/>
                    <a:pt x="1290" y="16856"/>
                    <a:pt x="2040" y="18460"/>
                  </a:cubicBezTo>
                  <a:cubicBezTo>
                    <a:pt x="2667" y="19837"/>
                    <a:pt x="3330" y="21249"/>
                    <a:pt x="3661" y="22730"/>
                  </a:cubicBezTo>
                  <a:cubicBezTo>
                    <a:pt x="4323" y="25711"/>
                    <a:pt x="3591" y="28814"/>
                    <a:pt x="2597" y="31603"/>
                  </a:cubicBezTo>
                  <a:lnTo>
                    <a:pt x="2737" y="31603"/>
                  </a:lnTo>
                  <a:cubicBezTo>
                    <a:pt x="3731" y="28814"/>
                    <a:pt x="4445" y="25694"/>
                    <a:pt x="3783" y="22696"/>
                  </a:cubicBezTo>
                  <a:cubicBezTo>
                    <a:pt x="3452" y="21196"/>
                    <a:pt x="2789" y="19784"/>
                    <a:pt x="2144" y="18407"/>
                  </a:cubicBezTo>
                  <a:cubicBezTo>
                    <a:pt x="1395" y="16804"/>
                    <a:pt x="628" y="15148"/>
                    <a:pt x="384" y="13405"/>
                  </a:cubicBezTo>
                  <a:cubicBezTo>
                    <a:pt x="122" y="11418"/>
                    <a:pt x="541" y="9169"/>
                    <a:pt x="1621" y="6763"/>
                  </a:cubicBezTo>
                  <a:cubicBezTo>
                    <a:pt x="2946" y="3835"/>
                    <a:pt x="4864" y="1499"/>
                    <a:pt x="7147" y="18"/>
                  </a:cubicBezTo>
                  <a:cubicBezTo>
                    <a:pt x="7077" y="0"/>
                    <a:pt x="7008" y="0"/>
                    <a:pt x="6938" y="0"/>
                  </a:cubicBez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139"/>
            <p:cNvSpPr/>
            <p:nvPr/>
          </p:nvSpPr>
          <p:spPr>
            <a:xfrm>
              <a:off x="2623150" y="2533900"/>
              <a:ext cx="157775" cy="766125"/>
            </a:xfrm>
            <a:custGeom>
              <a:rect b="b" l="l" r="r" t="t"/>
              <a:pathLst>
                <a:path extrusionOk="0" h="30645" w="6311">
                  <a:moveTo>
                    <a:pt x="2824" y="1"/>
                  </a:moveTo>
                  <a:cubicBezTo>
                    <a:pt x="1464" y="1343"/>
                    <a:pt x="575" y="3086"/>
                    <a:pt x="262" y="4969"/>
                  </a:cubicBezTo>
                  <a:cubicBezTo>
                    <a:pt x="0" y="6660"/>
                    <a:pt x="192" y="8560"/>
                    <a:pt x="872" y="10616"/>
                  </a:cubicBezTo>
                  <a:cubicBezTo>
                    <a:pt x="1412" y="12150"/>
                    <a:pt x="2040" y="13632"/>
                    <a:pt x="2754" y="15079"/>
                  </a:cubicBezTo>
                  <a:cubicBezTo>
                    <a:pt x="2876" y="15358"/>
                    <a:pt x="3016" y="15619"/>
                    <a:pt x="3138" y="15881"/>
                  </a:cubicBezTo>
                  <a:cubicBezTo>
                    <a:pt x="4323" y="18426"/>
                    <a:pt x="5473" y="21180"/>
                    <a:pt x="5857" y="24056"/>
                  </a:cubicBezTo>
                  <a:cubicBezTo>
                    <a:pt x="6171" y="26461"/>
                    <a:pt x="5892" y="28745"/>
                    <a:pt x="5055" y="30645"/>
                  </a:cubicBezTo>
                  <a:lnTo>
                    <a:pt x="5229" y="30610"/>
                  </a:lnTo>
                  <a:cubicBezTo>
                    <a:pt x="6031" y="28693"/>
                    <a:pt x="6310" y="26427"/>
                    <a:pt x="5979" y="24038"/>
                  </a:cubicBezTo>
                  <a:cubicBezTo>
                    <a:pt x="5595" y="21145"/>
                    <a:pt x="4445" y="18391"/>
                    <a:pt x="3242" y="15828"/>
                  </a:cubicBezTo>
                  <a:lnTo>
                    <a:pt x="2876" y="15027"/>
                  </a:lnTo>
                  <a:cubicBezTo>
                    <a:pt x="2162" y="13580"/>
                    <a:pt x="1534" y="12098"/>
                    <a:pt x="994" y="10582"/>
                  </a:cubicBezTo>
                  <a:cubicBezTo>
                    <a:pt x="331" y="8542"/>
                    <a:pt x="122" y="6660"/>
                    <a:pt x="401" y="5004"/>
                  </a:cubicBezTo>
                  <a:cubicBezTo>
                    <a:pt x="697" y="3104"/>
                    <a:pt x="1621" y="1360"/>
                    <a:pt x="2998" y="36"/>
                  </a:cubicBezTo>
                  <a:cubicBezTo>
                    <a:pt x="2946" y="18"/>
                    <a:pt x="2876" y="1"/>
                    <a:pt x="2824" y="1"/>
                  </a:cubicBez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7" name="Google Shape;4187;p139"/>
            <p:cNvSpPr/>
            <p:nvPr/>
          </p:nvSpPr>
          <p:spPr>
            <a:xfrm>
              <a:off x="2644925" y="2537825"/>
              <a:ext cx="202225" cy="739550"/>
            </a:xfrm>
            <a:custGeom>
              <a:rect b="b" l="l" r="r" t="t"/>
              <a:pathLst>
                <a:path extrusionOk="0" h="29582" w="8089">
                  <a:moveTo>
                    <a:pt x="2685" y="1"/>
                  </a:moveTo>
                  <a:cubicBezTo>
                    <a:pt x="1796" y="1151"/>
                    <a:pt x="1081" y="2424"/>
                    <a:pt x="593" y="3801"/>
                  </a:cubicBezTo>
                  <a:cubicBezTo>
                    <a:pt x="210" y="4777"/>
                    <a:pt x="1" y="5823"/>
                    <a:pt x="1" y="6869"/>
                  </a:cubicBezTo>
                  <a:cubicBezTo>
                    <a:pt x="53" y="8594"/>
                    <a:pt x="785" y="10355"/>
                    <a:pt x="2336" y="12429"/>
                  </a:cubicBezTo>
                  <a:cubicBezTo>
                    <a:pt x="2720" y="12970"/>
                    <a:pt x="3138" y="13492"/>
                    <a:pt x="3539" y="13981"/>
                  </a:cubicBezTo>
                  <a:cubicBezTo>
                    <a:pt x="4393" y="15044"/>
                    <a:pt x="5282" y="16142"/>
                    <a:pt x="5945" y="17345"/>
                  </a:cubicBezTo>
                  <a:cubicBezTo>
                    <a:pt x="6781" y="18948"/>
                    <a:pt x="7357" y="20674"/>
                    <a:pt x="7601" y="22470"/>
                  </a:cubicBezTo>
                  <a:cubicBezTo>
                    <a:pt x="7967" y="24823"/>
                    <a:pt x="7932" y="27228"/>
                    <a:pt x="7513" y="29581"/>
                  </a:cubicBezTo>
                  <a:lnTo>
                    <a:pt x="7670" y="29529"/>
                  </a:lnTo>
                  <a:cubicBezTo>
                    <a:pt x="8071" y="27193"/>
                    <a:pt x="8089" y="24805"/>
                    <a:pt x="7740" y="22452"/>
                  </a:cubicBezTo>
                  <a:cubicBezTo>
                    <a:pt x="7479" y="20657"/>
                    <a:pt x="6921" y="18896"/>
                    <a:pt x="6067" y="17292"/>
                  </a:cubicBezTo>
                  <a:cubicBezTo>
                    <a:pt x="5387" y="16072"/>
                    <a:pt x="4498" y="14974"/>
                    <a:pt x="3644" y="13911"/>
                  </a:cubicBezTo>
                  <a:cubicBezTo>
                    <a:pt x="3243" y="13405"/>
                    <a:pt x="2824" y="12882"/>
                    <a:pt x="2424" y="12359"/>
                  </a:cubicBezTo>
                  <a:cubicBezTo>
                    <a:pt x="907" y="10303"/>
                    <a:pt x="175" y="8559"/>
                    <a:pt x="140" y="6869"/>
                  </a:cubicBezTo>
                  <a:cubicBezTo>
                    <a:pt x="140" y="5823"/>
                    <a:pt x="332" y="4794"/>
                    <a:pt x="715" y="3836"/>
                  </a:cubicBezTo>
                  <a:cubicBezTo>
                    <a:pt x="1203" y="2459"/>
                    <a:pt x="1918" y="1186"/>
                    <a:pt x="2824" y="36"/>
                  </a:cubicBezTo>
                  <a:lnTo>
                    <a:pt x="2685" y="1"/>
                  </a:ln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8" name="Google Shape;4188;p139"/>
            <p:cNvSpPr/>
            <p:nvPr/>
          </p:nvSpPr>
          <p:spPr>
            <a:xfrm>
              <a:off x="2682400" y="2546550"/>
              <a:ext cx="210500" cy="436225"/>
            </a:xfrm>
            <a:custGeom>
              <a:rect b="b" l="l" r="r" t="t"/>
              <a:pathLst>
                <a:path extrusionOk="0" h="17449" w="8420">
                  <a:moveTo>
                    <a:pt x="2302" y="0"/>
                  </a:moveTo>
                  <a:cubicBezTo>
                    <a:pt x="53" y="3312"/>
                    <a:pt x="1" y="7635"/>
                    <a:pt x="2180" y="10999"/>
                  </a:cubicBezTo>
                  <a:cubicBezTo>
                    <a:pt x="3156" y="12499"/>
                    <a:pt x="4533" y="13736"/>
                    <a:pt x="5840" y="14921"/>
                  </a:cubicBezTo>
                  <a:cubicBezTo>
                    <a:pt x="6747" y="15706"/>
                    <a:pt x="7618" y="16543"/>
                    <a:pt x="8420" y="17449"/>
                  </a:cubicBezTo>
                  <a:cubicBezTo>
                    <a:pt x="8403" y="17362"/>
                    <a:pt x="8385" y="17275"/>
                    <a:pt x="8368" y="17188"/>
                  </a:cubicBezTo>
                  <a:cubicBezTo>
                    <a:pt x="7618" y="16351"/>
                    <a:pt x="6764" y="15566"/>
                    <a:pt x="5927" y="14817"/>
                  </a:cubicBezTo>
                  <a:cubicBezTo>
                    <a:pt x="4620" y="13632"/>
                    <a:pt x="3260" y="12411"/>
                    <a:pt x="2302" y="10912"/>
                  </a:cubicBezTo>
                  <a:cubicBezTo>
                    <a:pt x="1081" y="9030"/>
                    <a:pt x="541" y="6764"/>
                    <a:pt x="768" y="4532"/>
                  </a:cubicBezTo>
                  <a:cubicBezTo>
                    <a:pt x="959" y="2929"/>
                    <a:pt x="1517" y="1377"/>
                    <a:pt x="2424" y="35"/>
                  </a:cubicBezTo>
                  <a:lnTo>
                    <a:pt x="2302" y="0"/>
                  </a:ln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139"/>
            <p:cNvSpPr/>
            <p:nvPr/>
          </p:nvSpPr>
          <p:spPr>
            <a:xfrm>
              <a:off x="2966100" y="3116975"/>
              <a:ext cx="17025" cy="84575"/>
            </a:xfrm>
            <a:custGeom>
              <a:rect b="b" l="l" r="r" t="t"/>
              <a:pathLst>
                <a:path extrusionOk="0" h="3383" w="681">
                  <a:moveTo>
                    <a:pt x="0" y="1"/>
                  </a:moveTo>
                  <a:lnTo>
                    <a:pt x="0" y="1"/>
                  </a:lnTo>
                  <a:cubicBezTo>
                    <a:pt x="332" y="1099"/>
                    <a:pt x="506" y="2232"/>
                    <a:pt x="558" y="3382"/>
                  </a:cubicBezTo>
                  <a:cubicBezTo>
                    <a:pt x="628" y="3243"/>
                    <a:pt x="663" y="3121"/>
                    <a:pt x="680" y="2982"/>
                  </a:cubicBezTo>
                  <a:cubicBezTo>
                    <a:pt x="611" y="2180"/>
                    <a:pt x="489" y="1360"/>
                    <a:pt x="297" y="576"/>
                  </a:cubicBezTo>
                  <a:cubicBezTo>
                    <a:pt x="210" y="384"/>
                    <a:pt x="122" y="175"/>
                    <a:pt x="0" y="1"/>
                  </a:cubicBezTo>
                  <a:close/>
                </a:path>
              </a:pathLst>
            </a:custGeom>
            <a:solidFill>
              <a:srgbClr val="5B3C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0" name="Google Shape;4190;p139"/>
            <p:cNvSpPr/>
            <p:nvPr/>
          </p:nvSpPr>
          <p:spPr>
            <a:xfrm>
              <a:off x="2753000" y="2561800"/>
              <a:ext cx="138175" cy="258450"/>
            </a:xfrm>
            <a:custGeom>
              <a:rect b="b" l="l" r="r" t="t"/>
              <a:pathLst>
                <a:path extrusionOk="0" h="10338" w="5527">
                  <a:moveTo>
                    <a:pt x="907" y="0"/>
                  </a:moveTo>
                  <a:cubicBezTo>
                    <a:pt x="210" y="1447"/>
                    <a:pt x="1" y="2894"/>
                    <a:pt x="314" y="4149"/>
                  </a:cubicBezTo>
                  <a:cubicBezTo>
                    <a:pt x="558" y="5003"/>
                    <a:pt x="959" y="5805"/>
                    <a:pt x="1517" y="6520"/>
                  </a:cubicBezTo>
                  <a:cubicBezTo>
                    <a:pt x="2249" y="7531"/>
                    <a:pt x="3121" y="8437"/>
                    <a:pt x="4097" y="9222"/>
                  </a:cubicBezTo>
                  <a:cubicBezTo>
                    <a:pt x="4306" y="9396"/>
                    <a:pt x="4533" y="9570"/>
                    <a:pt x="4742" y="9727"/>
                  </a:cubicBezTo>
                  <a:cubicBezTo>
                    <a:pt x="5003" y="9936"/>
                    <a:pt x="5265" y="10128"/>
                    <a:pt x="5526" y="10337"/>
                  </a:cubicBezTo>
                  <a:lnTo>
                    <a:pt x="5526" y="10163"/>
                  </a:lnTo>
                  <a:cubicBezTo>
                    <a:pt x="5300" y="9971"/>
                    <a:pt x="5056" y="9797"/>
                    <a:pt x="4829" y="9622"/>
                  </a:cubicBezTo>
                  <a:cubicBezTo>
                    <a:pt x="4620" y="9466"/>
                    <a:pt x="4393" y="9291"/>
                    <a:pt x="4184" y="9117"/>
                  </a:cubicBezTo>
                  <a:cubicBezTo>
                    <a:pt x="3208" y="8350"/>
                    <a:pt x="2354" y="7444"/>
                    <a:pt x="1622" y="6450"/>
                  </a:cubicBezTo>
                  <a:cubicBezTo>
                    <a:pt x="1081" y="5753"/>
                    <a:pt x="680" y="4951"/>
                    <a:pt x="436" y="4114"/>
                  </a:cubicBezTo>
                  <a:cubicBezTo>
                    <a:pt x="140" y="2894"/>
                    <a:pt x="332" y="1500"/>
                    <a:pt x="1012" y="70"/>
                  </a:cubicBezTo>
                  <a:lnTo>
                    <a:pt x="907" y="0"/>
                  </a:lnTo>
                  <a:close/>
                </a:path>
              </a:pathLst>
            </a:custGeom>
            <a:solidFill>
              <a:srgbClr val="5B3C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1" name="Google Shape;4191;p139"/>
            <p:cNvSpPr/>
            <p:nvPr/>
          </p:nvSpPr>
          <p:spPr>
            <a:xfrm>
              <a:off x="2356450" y="2678150"/>
              <a:ext cx="509875" cy="303100"/>
            </a:xfrm>
            <a:custGeom>
              <a:rect b="b" l="l" r="r" t="t"/>
              <a:pathLst>
                <a:path extrusionOk="0" h="12124" w="20395">
                  <a:moveTo>
                    <a:pt x="3852" y="1"/>
                  </a:moveTo>
                  <a:cubicBezTo>
                    <a:pt x="3452" y="18"/>
                    <a:pt x="3051" y="35"/>
                    <a:pt x="2667" y="88"/>
                  </a:cubicBezTo>
                  <a:cubicBezTo>
                    <a:pt x="2615" y="105"/>
                    <a:pt x="2563" y="105"/>
                    <a:pt x="2510" y="105"/>
                  </a:cubicBezTo>
                  <a:cubicBezTo>
                    <a:pt x="2214" y="157"/>
                    <a:pt x="1900" y="210"/>
                    <a:pt x="1604" y="297"/>
                  </a:cubicBezTo>
                  <a:cubicBezTo>
                    <a:pt x="941" y="1465"/>
                    <a:pt x="401" y="2702"/>
                    <a:pt x="0" y="3992"/>
                  </a:cubicBezTo>
                  <a:cubicBezTo>
                    <a:pt x="244" y="4759"/>
                    <a:pt x="593" y="5509"/>
                    <a:pt x="1011" y="6189"/>
                  </a:cubicBezTo>
                  <a:cubicBezTo>
                    <a:pt x="1046" y="6258"/>
                    <a:pt x="1081" y="6311"/>
                    <a:pt x="1116" y="6363"/>
                  </a:cubicBezTo>
                  <a:cubicBezTo>
                    <a:pt x="1499" y="6973"/>
                    <a:pt x="1935" y="7531"/>
                    <a:pt x="2423" y="8036"/>
                  </a:cubicBezTo>
                  <a:cubicBezTo>
                    <a:pt x="2458" y="8071"/>
                    <a:pt x="2493" y="8106"/>
                    <a:pt x="2528" y="8141"/>
                  </a:cubicBezTo>
                  <a:cubicBezTo>
                    <a:pt x="2545" y="8158"/>
                    <a:pt x="2563" y="8193"/>
                    <a:pt x="2580" y="8211"/>
                  </a:cubicBezTo>
                  <a:cubicBezTo>
                    <a:pt x="3330" y="8978"/>
                    <a:pt x="4184" y="9657"/>
                    <a:pt x="5125" y="10198"/>
                  </a:cubicBezTo>
                  <a:cubicBezTo>
                    <a:pt x="5177" y="10233"/>
                    <a:pt x="5212" y="10250"/>
                    <a:pt x="5264" y="10285"/>
                  </a:cubicBezTo>
                  <a:cubicBezTo>
                    <a:pt x="5317" y="10320"/>
                    <a:pt x="5369" y="10337"/>
                    <a:pt x="5439" y="10372"/>
                  </a:cubicBezTo>
                  <a:cubicBezTo>
                    <a:pt x="5892" y="10616"/>
                    <a:pt x="6380" y="10843"/>
                    <a:pt x="6868" y="11035"/>
                  </a:cubicBezTo>
                  <a:lnTo>
                    <a:pt x="7025" y="11104"/>
                  </a:lnTo>
                  <a:cubicBezTo>
                    <a:pt x="8887" y="11822"/>
                    <a:pt x="10902" y="12124"/>
                    <a:pt x="12923" y="12124"/>
                  </a:cubicBezTo>
                  <a:cubicBezTo>
                    <a:pt x="13456" y="12124"/>
                    <a:pt x="13989" y="12103"/>
                    <a:pt x="14520" y="12063"/>
                  </a:cubicBezTo>
                  <a:lnTo>
                    <a:pt x="14660" y="12063"/>
                  </a:lnTo>
                  <a:cubicBezTo>
                    <a:pt x="15183" y="12011"/>
                    <a:pt x="15706" y="11958"/>
                    <a:pt x="16229" y="11871"/>
                  </a:cubicBezTo>
                  <a:cubicBezTo>
                    <a:pt x="16542" y="11819"/>
                    <a:pt x="16874" y="11767"/>
                    <a:pt x="17187" y="11697"/>
                  </a:cubicBezTo>
                  <a:cubicBezTo>
                    <a:pt x="17222" y="11679"/>
                    <a:pt x="17257" y="11679"/>
                    <a:pt x="17309" y="11662"/>
                  </a:cubicBezTo>
                  <a:cubicBezTo>
                    <a:pt x="18181" y="11488"/>
                    <a:pt x="19035" y="11191"/>
                    <a:pt x="19837" y="10790"/>
                  </a:cubicBezTo>
                  <a:lnTo>
                    <a:pt x="19959" y="10721"/>
                  </a:lnTo>
                  <a:cubicBezTo>
                    <a:pt x="19994" y="10703"/>
                    <a:pt x="20029" y="10686"/>
                    <a:pt x="20064" y="10668"/>
                  </a:cubicBezTo>
                  <a:cubicBezTo>
                    <a:pt x="20168" y="10616"/>
                    <a:pt x="20273" y="10546"/>
                    <a:pt x="20360" y="10494"/>
                  </a:cubicBezTo>
                  <a:cubicBezTo>
                    <a:pt x="20186" y="8908"/>
                    <a:pt x="20377" y="7339"/>
                    <a:pt x="20395" y="5701"/>
                  </a:cubicBezTo>
                  <a:cubicBezTo>
                    <a:pt x="19628" y="5090"/>
                    <a:pt x="18808" y="4550"/>
                    <a:pt x="17937" y="4097"/>
                  </a:cubicBezTo>
                  <a:cubicBezTo>
                    <a:pt x="16525" y="3347"/>
                    <a:pt x="15061" y="2685"/>
                    <a:pt x="13579" y="2145"/>
                  </a:cubicBezTo>
                  <a:cubicBezTo>
                    <a:pt x="13527" y="2127"/>
                    <a:pt x="13475" y="2110"/>
                    <a:pt x="13440" y="2092"/>
                  </a:cubicBezTo>
                  <a:cubicBezTo>
                    <a:pt x="12760" y="1848"/>
                    <a:pt x="12097" y="1639"/>
                    <a:pt x="11418" y="1412"/>
                  </a:cubicBezTo>
                  <a:cubicBezTo>
                    <a:pt x="11383" y="1395"/>
                    <a:pt x="11330" y="1378"/>
                    <a:pt x="11296" y="1378"/>
                  </a:cubicBezTo>
                  <a:lnTo>
                    <a:pt x="10755" y="1221"/>
                  </a:lnTo>
                  <a:lnTo>
                    <a:pt x="10633" y="1186"/>
                  </a:lnTo>
                  <a:cubicBezTo>
                    <a:pt x="9797" y="942"/>
                    <a:pt x="8977" y="733"/>
                    <a:pt x="8123" y="541"/>
                  </a:cubicBezTo>
                  <a:cubicBezTo>
                    <a:pt x="7705" y="454"/>
                    <a:pt x="7286" y="349"/>
                    <a:pt x="6851" y="279"/>
                  </a:cubicBezTo>
                  <a:cubicBezTo>
                    <a:pt x="6798" y="279"/>
                    <a:pt x="6763" y="262"/>
                    <a:pt x="6711" y="262"/>
                  </a:cubicBezTo>
                  <a:cubicBezTo>
                    <a:pt x="6519" y="227"/>
                    <a:pt x="6310" y="192"/>
                    <a:pt x="6101" y="157"/>
                  </a:cubicBezTo>
                  <a:cubicBezTo>
                    <a:pt x="6049" y="140"/>
                    <a:pt x="6014" y="140"/>
                    <a:pt x="5979" y="140"/>
                  </a:cubicBezTo>
                  <a:cubicBezTo>
                    <a:pt x="5369" y="53"/>
                    <a:pt x="4741" y="1"/>
                    <a:pt x="4131"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2" name="Google Shape;4192;p139"/>
            <p:cNvSpPr/>
            <p:nvPr/>
          </p:nvSpPr>
          <p:spPr>
            <a:xfrm>
              <a:off x="2298125" y="2413825"/>
              <a:ext cx="670625" cy="526600"/>
            </a:xfrm>
            <a:custGeom>
              <a:rect b="b" l="l" r="r" t="t"/>
              <a:pathLst>
                <a:path extrusionOk="0" h="21064" w="26825">
                  <a:moveTo>
                    <a:pt x="14833" y="0"/>
                  </a:moveTo>
                  <a:cubicBezTo>
                    <a:pt x="14197" y="0"/>
                    <a:pt x="13495" y="188"/>
                    <a:pt x="13036" y="864"/>
                  </a:cubicBezTo>
                  <a:cubicBezTo>
                    <a:pt x="13036" y="864"/>
                    <a:pt x="12755" y="773"/>
                    <a:pt x="12247" y="773"/>
                  </a:cubicBezTo>
                  <a:cubicBezTo>
                    <a:pt x="11254" y="773"/>
                    <a:pt x="9393" y="1124"/>
                    <a:pt x="7074" y="3200"/>
                  </a:cubicBezTo>
                  <a:cubicBezTo>
                    <a:pt x="4216" y="5763"/>
                    <a:pt x="3693" y="7070"/>
                    <a:pt x="2891" y="8883"/>
                  </a:cubicBezTo>
                  <a:cubicBezTo>
                    <a:pt x="2891" y="8883"/>
                    <a:pt x="2681" y="8843"/>
                    <a:pt x="2394" y="8843"/>
                  </a:cubicBezTo>
                  <a:cubicBezTo>
                    <a:pt x="1539" y="8843"/>
                    <a:pt x="0" y="9194"/>
                    <a:pt x="1252" y="11985"/>
                  </a:cubicBezTo>
                  <a:cubicBezTo>
                    <a:pt x="2926" y="15733"/>
                    <a:pt x="5976" y="18208"/>
                    <a:pt x="11258" y="19795"/>
                  </a:cubicBezTo>
                  <a:cubicBezTo>
                    <a:pt x="13921" y="20602"/>
                    <a:pt x="16673" y="21064"/>
                    <a:pt x="19107" y="21064"/>
                  </a:cubicBezTo>
                  <a:cubicBezTo>
                    <a:pt x="21245" y="21064"/>
                    <a:pt x="23136" y="20707"/>
                    <a:pt x="24506" y="19917"/>
                  </a:cubicBezTo>
                  <a:cubicBezTo>
                    <a:pt x="24924" y="19690"/>
                    <a:pt x="24994" y="19132"/>
                    <a:pt x="24663" y="18801"/>
                  </a:cubicBezTo>
                  <a:lnTo>
                    <a:pt x="24645" y="18784"/>
                  </a:lnTo>
                  <a:cubicBezTo>
                    <a:pt x="24645" y="18784"/>
                    <a:pt x="25360" y="16204"/>
                    <a:pt x="24732" y="15785"/>
                  </a:cubicBezTo>
                  <a:cubicBezTo>
                    <a:pt x="24732" y="15785"/>
                    <a:pt x="26824" y="6948"/>
                    <a:pt x="21403" y="2677"/>
                  </a:cubicBezTo>
                  <a:cubicBezTo>
                    <a:pt x="21403" y="2677"/>
                    <a:pt x="19803" y="240"/>
                    <a:pt x="17005" y="240"/>
                  </a:cubicBezTo>
                  <a:cubicBezTo>
                    <a:pt x="16782" y="240"/>
                    <a:pt x="16551" y="256"/>
                    <a:pt x="16313" y="289"/>
                  </a:cubicBezTo>
                  <a:cubicBezTo>
                    <a:pt x="16313" y="289"/>
                    <a:pt x="15623" y="0"/>
                    <a:pt x="1483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3" name="Google Shape;4193;p139"/>
            <p:cNvSpPr/>
            <p:nvPr/>
          </p:nvSpPr>
          <p:spPr>
            <a:xfrm>
              <a:off x="2370375" y="2635875"/>
              <a:ext cx="104625" cy="158225"/>
            </a:xfrm>
            <a:custGeom>
              <a:rect b="b" l="l" r="r" t="t"/>
              <a:pathLst>
                <a:path extrusionOk="0" fill="none" h="6329" w="4185">
                  <a:moveTo>
                    <a:pt x="1" y="1"/>
                  </a:moveTo>
                  <a:cubicBezTo>
                    <a:pt x="1" y="36"/>
                    <a:pt x="315" y="4271"/>
                    <a:pt x="4184" y="6328"/>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4" name="Google Shape;4194;p139"/>
            <p:cNvSpPr/>
            <p:nvPr/>
          </p:nvSpPr>
          <p:spPr>
            <a:xfrm>
              <a:off x="2468425" y="2774025"/>
              <a:ext cx="105500" cy="87625"/>
            </a:xfrm>
            <a:custGeom>
              <a:rect b="b" l="l" r="r" t="t"/>
              <a:pathLst>
                <a:path extrusionOk="0" fill="none" h="3505" w="4220">
                  <a:moveTo>
                    <a:pt x="472" y="558"/>
                  </a:moveTo>
                  <a:lnTo>
                    <a:pt x="175" y="1203"/>
                  </a:lnTo>
                  <a:cubicBezTo>
                    <a:pt x="1" y="1569"/>
                    <a:pt x="158" y="2005"/>
                    <a:pt x="524" y="2197"/>
                  </a:cubicBezTo>
                  <a:lnTo>
                    <a:pt x="2651" y="3295"/>
                  </a:lnTo>
                  <a:cubicBezTo>
                    <a:pt x="3034" y="3504"/>
                    <a:pt x="3487" y="3347"/>
                    <a:pt x="3696" y="2981"/>
                  </a:cubicBezTo>
                  <a:lnTo>
                    <a:pt x="4028" y="2319"/>
                  </a:lnTo>
                  <a:cubicBezTo>
                    <a:pt x="4219" y="1953"/>
                    <a:pt x="4080" y="1482"/>
                    <a:pt x="3696" y="1290"/>
                  </a:cubicBezTo>
                  <a:lnTo>
                    <a:pt x="1518" y="210"/>
                  </a:lnTo>
                  <a:cubicBezTo>
                    <a:pt x="1134" y="0"/>
                    <a:pt x="663" y="157"/>
                    <a:pt x="472" y="558"/>
                  </a:cubicBezTo>
                  <a:close/>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139"/>
            <p:cNvSpPr/>
            <p:nvPr/>
          </p:nvSpPr>
          <p:spPr>
            <a:xfrm>
              <a:off x="2565625" y="2843750"/>
              <a:ext cx="310300" cy="81075"/>
            </a:xfrm>
            <a:custGeom>
              <a:rect b="b" l="l" r="r" t="t"/>
              <a:pathLst>
                <a:path extrusionOk="0" fill="none" h="3243" w="12412">
                  <a:moveTo>
                    <a:pt x="0" y="0"/>
                  </a:moveTo>
                  <a:cubicBezTo>
                    <a:pt x="0" y="0"/>
                    <a:pt x="5125" y="3243"/>
                    <a:pt x="12411" y="1064"/>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139"/>
            <p:cNvSpPr/>
            <p:nvPr/>
          </p:nvSpPr>
          <p:spPr>
            <a:xfrm>
              <a:off x="2873725" y="2808450"/>
              <a:ext cx="42725" cy="85875"/>
            </a:xfrm>
            <a:custGeom>
              <a:rect b="b" l="l" r="r" t="t"/>
              <a:pathLst>
                <a:path extrusionOk="0" fill="none" h="3435" w="1709">
                  <a:moveTo>
                    <a:pt x="1708" y="0"/>
                  </a:moveTo>
                  <a:cubicBezTo>
                    <a:pt x="1708" y="0"/>
                    <a:pt x="366" y="157"/>
                    <a:pt x="261" y="872"/>
                  </a:cubicBezTo>
                  <a:cubicBezTo>
                    <a:pt x="174" y="1430"/>
                    <a:pt x="0" y="2999"/>
                    <a:pt x="227" y="3225"/>
                  </a:cubicBezTo>
                  <a:cubicBezTo>
                    <a:pt x="471" y="3434"/>
                    <a:pt x="1639" y="3016"/>
                    <a:pt x="1639" y="3016"/>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7" name="Google Shape;4197;p139"/>
            <p:cNvSpPr/>
            <p:nvPr/>
          </p:nvSpPr>
          <p:spPr>
            <a:xfrm>
              <a:off x="2624875" y="2435850"/>
              <a:ext cx="104625" cy="227075"/>
            </a:xfrm>
            <a:custGeom>
              <a:rect b="b" l="l" r="r" t="t"/>
              <a:pathLst>
                <a:path extrusionOk="0" fill="none" h="9083" w="4185">
                  <a:moveTo>
                    <a:pt x="1" y="1"/>
                  </a:moveTo>
                  <a:cubicBezTo>
                    <a:pt x="2389" y="2459"/>
                    <a:pt x="3853" y="5666"/>
                    <a:pt x="4184" y="9082"/>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8" name="Google Shape;4198;p139"/>
            <p:cNvSpPr/>
            <p:nvPr/>
          </p:nvSpPr>
          <p:spPr>
            <a:xfrm>
              <a:off x="2704625" y="2420600"/>
              <a:ext cx="84125" cy="242750"/>
            </a:xfrm>
            <a:custGeom>
              <a:rect b="b" l="l" r="r" t="t"/>
              <a:pathLst>
                <a:path extrusionOk="0" fill="none" h="9710" w="3365">
                  <a:moveTo>
                    <a:pt x="1" y="1"/>
                  </a:moveTo>
                  <a:cubicBezTo>
                    <a:pt x="1970" y="2650"/>
                    <a:pt x="3313" y="6415"/>
                    <a:pt x="3365" y="9710"/>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139"/>
            <p:cNvSpPr/>
            <p:nvPr/>
          </p:nvSpPr>
          <p:spPr>
            <a:xfrm>
              <a:off x="2787000" y="2441100"/>
              <a:ext cx="57100" cy="226625"/>
            </a:xfrm>
            <a:custGeom>
              <a:rect b="b" l="l" r="r" t="t"/>
              <a:pathLst>
                <a:path extrusionOk="0" fill="none" h="9065" w="2284">
                  <a:moveTo>
                    <a:pt x="0" y="0"/>
                  </a:moveTo>
                  <a:cubicBezTo>
                    <a:pt x="1499" y="2772"/>
                    <a:pt x="2284" y="5892"/>
                    <a:pt x="2231" y="9064"/>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0" name="Google Shape;4200;p139"/>
            <p:cNvSpPr/>
            <p:nvPr/>
          </p:nvSpPr>
          <p:spPr>
            <a:xfrm>
              <a:off x="2429650" y="2515925"/>
              <a:ext cx="65825" cy="65125"/>
            </a:xfrm>
            <a:custGeom>
              <a:rect b="b" l="l" r="r" t="t"/>
              <a:pathLst>
                <a:path extrusionOk="0" h="2605" w="2633">
                  <a:moveTo>
                    <a:pt x="1821" y="0"/>
                  </a:moveTo>
                  <a:cubicBezTo>
                    <a:pt x="1795" y="0"/>
                    <a:pt x="1770" y="2"/>
                    <a:pt x="1744" y="5"/>
                  </a:cubicBezTo>
                  <a:cubicBezTo>
                    <a:pt x="1447" y="40"/>
                    <a:pt x="1151" y="284"/>
                    <a:pt x="959" y="511"/>
                  </a:cubicBezTo>
                  <a:cubicBezTo>
                    <a:pt x="646" y="842"/>
                    <a:pt x="402" y="1225"/>
                    <a:pt x="192" y="1626"/>
                  </a:cubicBezTo>
                  <a:cubicBezTo>
                    <a:pt x="175" y="1679"/>
                    <a:pt x="157" y="1713"/>
                    <a:pt x="123" y="1766"/>
                  </a:cubicBezTo>
                  <a:cubicBezTo>
                    <a:pt x="35" y="1923"/>
                    <a:pt x="1" y="2114"/>
                    <a:pt x="53" y="2306"/>
                  </a:cubicBezTo>
                  <a:cubicBezTo>
                    <a:pt x="135" y="2486"/>
                    <a:pt x="323" y="2604"/>
                    <a:pt x="533" y="2604"/>
                  </a:cubicBezTo>
                  <a:cubicBezTo>
                    <a:pt x="547" y="2604"/>
                    <a:pt x="561" y="2604"/>
                    <a:pt x="576" y="2602"/>
                  </a:cubicBezTo>
                  <a:cubicBezTo>
                    <a:pt x="1116" y="2550"/>
                    <a:pt x="1604" y="2289"/>
                    <a:pt x="1935" y="1870"/>
                  </a:cubicBezTo>
                  <a:cubicBezTo>
                    <a:pt x="2302" y="1469"/>
                    <a:pt x="2633" y="946"/>
                    <a:pt x="2406" y="406"/>
                  </a:cubicBezTo>
                  <a:cubicBezTo>
                    <a:pt x="2311" y="153"/>
                    <a:pt x="2073" y="0"/>
                    <a:pt x="1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1" name="Google Shape;4201;p139"/>
            <p:cNvSpPr/>
            <p:nvPr/>
          </p:nvSpPr>
          <p:spPr>
            <a:xfrm>
              <a:off x="2394800" y="2591425"/>
              <a:ext cx="35750" cy="34625"/>
            </a:xfrm>
            <a:custGeom>
              <a:rect b="b" l="l" r="r" t="t"/>
              <a:pathLst>
                <a:path extrusionOk="0" h="1385" w="1430">
                  <a:moveTo>
                    <a:pt x="674" y="0"/>
                  </a:moveTo>
                  <a:cubicBezTo>
                    <a:pt x="338" y="0"/>
                    <a:pt x="104" y="373"/>
                    <a:pt x="52" y="663"/>
                  </a:cubicBezTo>
                  <a:cubicBezTo>
                    <a:pt x="0" y="890"/>
                    <a:pt x="70" y="1116"/>
                    <a:pt x="262" y="1273"/>
                  </a:cubicBezTo>
                  <a:cubicBezTo>
                    <a:pt x="358" y="1345"/>
                    <a:pt x="479" y="1384"/>
                    <a:pt x="602" y="1384"/>
                  </a:cubicBezTo>
                  <a:cubicBezTo>
                    <a:pt x="657" y="1384"/>
                    <a:pt x="713" y="1377"/>
                    <a:pt x="767" y="1360"/>
                  </a:cubicBezTo>
                  <a:cubicBezTo>
                    <a:pt x="924" y="1291"/>
                    <a:pt x="1081" y="1186"/>
                    <a:pt x="1185" y="1047"/>
                  </a:cubicBezTo>
                  <a:cubicBezTo>
                    <a:pt x="1238" y="977"/>
                    <a:pt x="1273" y="907"/>
                    <a:pt x="1290" y="820"/>
                  </a:cubicBezTo>
                  <a:cubicBezTo>
                    <a:pt x="1429" y="419"/>
                    <a:pt x="1116" y="1"/>
                    <a:pt x="697" y="1"/>
                  </a:cubicBezTo>
                  <a:cubicBezTo>
                    <a:pt x="690" y="0"/>
                    <a:pt x="682" y="0"/>
                    <a:pt x="6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139"/>
            <p:cNvSpPr/>
            <p:nvPr/>
          </p:nvSpPr>
          <p:spPr>
            <a:xfrm>
              <a:off x="1059550" y="3024600"/>
              <a:ext cx="435825" cy="406175"/>
            </a:xfrm>
            <a:custGeom>
              <a:rect b="b" l="l" r="r" t="t"/>
              <a:pathLst>
                <a:path extrusionOk="0" h="16247" w="17433">
                  <a:moveTo>
                    <a:pt x="10686" y="0"/>
                  </a:moveTo>
                  <a:cubicBezTo>
                    <a:pt x="10372" y="157"/>
                    <a:pt x="7653" y="3382"/>
                    <a:pt x="5893" y="5038"/>
                  </a:cubicBezTo>
                  <a:cubicBezTo>
                    <a:pt x="4115" y="6694"/>
                    <a:pt x="1" y="9256"/>
                    <a:pt x="1" y="9256"/>
                  </a:cubicBezTo>
                  <a:lnTo>
                    <a:pt x="1622" y="16246"/>
                  </a:lnTo>
                  <a:cubicBezTo>
                    <a:pt x="1622" y="16246"/>
                    <a:pt x="6259" y="11906"/>
                    <a:pt x="6991" y="11226"/>
                  </a:cubicBezTo>
                  <a:cubicBezTo>
                    <a:pt x="7723" y="10529"/>
                    <a:pt x="9205" y="10163"/>
                    <a:pt x="11087" y="8420"/>
                  </a:cubicBezTo>
                  <a:cubicBezTo>
                    <a:pt x="12307" y="7304"/>
                    <a:pt x="12883" y="5369"/>
                    <a:pt x="12883" y="5369"/>
                  </a:cubicBezTo>
                  <a:cubicBezTo>
                    <a:pt x="13283" y="4829"/>
                    <a:pt x="13754" y="4323"/>
                    <a:pt x="14260" y="3853"/>
                  </a:cubicBezTo>
                  <a:cubicBezTo>
                    <a:pt x="15061" y="3138"/>
                    <a:pt x="17432" y="872"/>
                    <a:pt x="16805" y="349"/>
                  </a:cubicBezTo>
                  <a:cubicBezTo>
                    <a:pt x="16745" y="301"/>
                    <a:pt x="16658" y="279"/>
                    <a:pt x="16549" y="279"/>
                  </a:cubicBezTo>
                  <a:cubicBezTo>
                    <a:pt x="15517" y="279"/>
                    <a:pt x="12534" y="2249"/>
                    <a:pt x="12534" y="2249"/>
                  </a:cubicBezTo>
                  <a:cubicBezTo>
                    <a:pt x="12290" y="1796"/>
                    <a:pt x="10686" y="0"/>
                    <a:pt x="106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3" name="Google Shape;4203;p139"/>
            <p:cNvSpPr/>
            <p:nvPr/>
          </p:nvSpPr>
          <p:spPr>
            <a:xfrm>
              <a:off x="408500" y="2870325"/>
              <a:ext cx="872025" cy="1438550"/>
            </a:xfrm>
            <a:custGeom>
              <a:rect b="b" l="l" r="r" t="t"/>
              <a:pathLst>
                <a:path extrusionOk="0" h="57542" w="34881">
                  <a:moveTo>
                    <a:pt x="14137" y="1"/>
                  </a:moveTo>
                  <a:cubicBezTo>
                    <a:pt x="14137" y="1"/>
                    <a:pt x="4550" y="7043"/>
                    <a:pt x="1639" y="15915"/>
                  </a:cubicBezTo>
                  <a:cubicBezTo>
                    <a:pt x="105" y="20587"/>
                    <a:pt x="1" y="31830"/>
                    <a:pt x="262" y="41470"/>
                  </a:cubicBezTo>
                  <a:cubicBezTo>
                    <a:pt x="297" y="43003"/>
                    <a:pt x="349" y="44520"/>
                    <a:pt x="402" y="45949"/>
                  </a:cubicBezTo>
                  <a:cubicBezTo>
                    <a:pt x="436" y="46891"/>
                    <a:pt x="471" y="47832"/>
                    <a:pt x="524" y="48703"/>
                  </a:cubicBezTo>
                  <a:cubicBezTo>
                    <a:pt x="593" y="50377"/>
                    <a:pt x="663" y="51893"/>
                    <a:pt x="733" y="53183"/>
                  </a:cubicBezTo>
                  <a:cubicBezTo>
                    <a:pt x="890" y="55868"/>
                    <a:pt x="994" y="57541"/>
                    <a:pt x="994" y="57541"/>
                  </a:cubicBezTo>
                  <a:lnTo>
                    <a:pt x="34880" y="57541"/>
                  </a:lnTo>
                  <a:lnTo>
                    <a:pt x="34009" y="53044"/>
                  </a:lnTo>
                  <a:lnTo>
                    <a:pt x="33085" y="48163"/>
                  </a:lnTo>
                  <a:lnTo>
                    <a:pt x="32614" y="45792"/>
                  </a:lnTo>
                  <a:lnTo>
                    <a:pt x="31673" y="40859"/>
                  </a:lnTo>
                  <a:lnTo>
                    <a:pt x="27716" y="20291"/>
                  </a:lnTo>
                  <a:lnTo>
                    <a:pt x="27263" y="17955"/>
                  </a:lnTo>
                  <a:lnTo>
                    <a:pt x="23463" y="6154"/>
                  </a:lnTo>
                  <a:lnTo>
                    <a:pt x="14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4" name="Google Shape;4204;p139"/>
            <p:cNvSpPr/>
            <p:nvPr/>
          </p:nvSpPr>
          <p:spPr>
            <a:xfrm>
              <a:off x="415050" y="3892225"/>
              <a:ext cx="809250" cy="136200"/>
            </a:xfrm>
            <a:custGeom>
              <a:rect b="b" l="l" r="r" t="t"/>
              <a:pathLst>
                <a:path extrusionOk="0" h="5448" w="32370">
                  <a:moveTo>
                    <a:pt x="31411" y="1"/>
                  </a:moveTo>
                  <a:cubicBezTo>
                    <a:pt x="26350" y="764"/>
                    <a:pt x="20136" y="1003"/>
                    <a:pt x="14319" y="1003"/>
                  </a:cubicBezTo>
                  <a:cubicBezTo>
                    <a:pt x="8716" y="1003"/>
                    <a:pt x="3481" y="782"/>
                    <a:pt x="0" y="594"/>
                  </a:cubicBezTo>
                  <a:lnTo>
                    <a:pt x="0" y="594"/>
                  </a:lnTo>
                  <a:cubicBezTo>
                    <a:pt x="52" y="2145"/>
                    <a:pt x="87" y="3644"/>
                    <a:pt x="140" y="5073"/>
                  </a:cubicBezTo>
                  <a:cubicBezTo>
                    <a:pt x="3566" y="5349"/>
                    <a:pt x="7813" y="5448"/>
                    <a:pt x="12144" y="5448"/>
                  </a:cubicBezTo>
                  <a:cubicBezTo>
                    <a:pt x="20151" y="5448"/>
                    <a:pt x="28444" y="5109"/>
                    <a:pt x="32370" y="4916"/>
                  </a:cubicBezTo>
                  <a:lnTo>
                    <a:pt x="3141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139"/>
            <p:cNvSpPr/>
            <p:nvPr/>
          </p:nvSpPr>
          <p:spPr>
            <a:xfrm>
              <a:off x="421575" y="4074825"/>
              <a:ext cx="837150" cy="134625"/>
            </a:xfrm>
            <a:custGeom>
              <a:rect b="b" l="l" r="r" t="t"/>
              <a:pathLst>
                <a:path extrusionOk="0" h="5385" w="33486">
                  <a:moveTo>
                    <a:pt x="32562" y="1"/>
                  </a:moveTo>
                  <a:cubicBezTo>
                    <a:pt x="27290" y="705"/>
                    <a:pt x="20920" y="929"/>
                    <a:pt x="14956" y="929"/>
                  </a:cubicBezTo>
                  <a:cubicBezTo>
                    <a:pt x="9108" y="929"/>
                    <a:pt x="3651" y="713"/>
                    <a:pt x="1" y="523"/>
                  </a:cubicBezTo>
                  <a:lnTo>
                    <a:pt x="1" y="523"/>
                  </a:lnTo>
                  <a:cubicBezTo>
                    <a:pt x="70" y="2214"/>
                    <a:pt x="140" y="3731"/>
                    <a:pt x="210" y="5021"/>
                  </a:cubicBezTo>
                  <a:cubicBezTo>
                    <a:pt x="3788" y="5288"/>
                    <a:pt x="8191" y="5385"/>
                    <a:pt x="12681" y="5385"/>
                  </a:cubicBezTo>
                  <a:cubicBezTo>
                    <a:pt x="20767" y="5385"/>
                    <a:pt x="29137" y="5072"/>
                    <a:pt x="33486" y="4881"/>
                  </a:cubicBezTo>
                  <a:lnTo>
                    <a:pt x="3256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6" name="Google Shape;4206;p139"/>
            <p:cNvSpPr/>
            <p:nvPr/>
          </p:nvSpPr>
          <p:spPr>
            <a:xfrm>
              <a:off x="761925" y="2870325"/>
              <a:ext cx="339500" cy="507725"/>
            </a:xfrm>
            <a:custGeom>
              <a:rect b="b" l="l" r="r" t="t"/>
              <a:pathLst>
                <a:path extrusionOk="0" h="20309" w="13580">
                  <a:moveTo>
                    <a:pt x="0" y="1"/>
                  </a:moveTo>
                  <a:lnTo>
                    <a:pt x="0" y="1"/>
                  </a:lnTo>
                  <a:cubicBezTo>
                    <a:pt x="1" y="1"/>
                    <a:pt x="7287" y="9082"/>
                    <a:pt x="8873" y="11732"/>
                  </a:cubicBezTo>
                  <a:cubicBezTo>
                    <a:pt x="9901" y="13458"/>
                    <a:pt x="12115" y="17571"/>
                    <a:pt x="13579" y="20308"/>
                  </a:cubicBezTo>
                  <a:lnTo>
                    <a:pt x="13126" y="17955"/>
                  </a:lnTo>
                  <a:lnTo>
                    <a:pt x="9326" y="6154"/>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7" name="Google Shape;4207;p139"/>
            <p:cNvSpPr/>
            <p:nvPr/>
          </p:nvSpPr>
          <p:spPr>
            <a:xfrm>
              <a:off x="653850" y="3836450"/>
              <a:ext cx="214425" cy="491600"/>
            </a:xfrm>
            <a:custGeom>
              <a:rect b="b" l="l" r="r" t="t"/>
              <a:pathLst>
                <a:path extrusionOk="0" h="19664" w="8577">
                  <a:moveTo>
                    <a:pt x="2929" y="1"/>
                  </a:moveTo>
                  <a:lnTo>
                    <a:pt x="192" y="558"/>
                  </a:lnTo>
                  <a:lnTo>
                    <a:pt x="0" y="19593"/>
                  </a:lnTo>
                  <a:lnTo>
                    <a:pt x="8577" y="19663"/>
                  </a:lnTo>
                  <a:lnTo>
                    <a:pt x="292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8" name="Google Shape;4208;p139"/>
            <p:cNvSpPr/>
            <p:nvPr/>
          </p:nvSpPr>
          <p:spPr>
            <a:xfrm>
              <a:off x="680875" y="3851225"/>
              <a:ext cx="327725" cy="449350"/>
            </a:xfrm>
            <a:custGeom>
              <a:rect b="b" l="l" r="r" t="t"/>
              <a:pathLst>
                <a:path extrusionOk="0" h="17974" w="13109">
                  <a:moveTo>
                    <a:pt x="619" y="1"/>
                  </a:moveTo>
                  <a:cubicBezTo>
                    <a:pt x="229" y="1"/>
                    <a:pt x="0" y="12"/>
                    <a:pt x="0" y="37"/>
                  </a:cubicBezTo>
                  <a:cubicBezTo>
                    <a:pt x="0" y="37"/>
                    <a:pt x="506" y="5964"/>
                    <a:pt x="1534" y="9589"/>
                  </a:cubicBezTo>
                  <a:cubicBezTo>
                    <a:pt x="2545" y="13233"/>
                    <a:pt x="3887" y="17974"/>
                    <a:pt x="3887" y="17974"/>
                  </a:cubicBezTo>
                  <a:lnTo>
                    <a:pt x="13108" y="17974"/>
                  </a:lnTo>
                  <a:cubicBezTo>
                    <a:pt x="13108" y="17974"/>
                    <a:pt x="11174" y="10025"/>
                    <a:pt x="11086" y="8073"/>
                  </a:cubicBezTo>
                  <a:cubicBezTo>
                    <a:pt x="10999" y="6121"/>
                    <a:pt x="10581" y="368"/>
                    <a:pt x="10581" y="368"/>
                  </a:cubicBezTo>
                  <a:cubicBezTo>
                    <a:pt x="10581" y="368"/>
                    <a:pt x="2883" y="1"/>
                    <a:pt x="6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9" name="Google Shape;4209;p139"/>
            <p:cNvSpPr/>
            <p:nvPr/>
          </p:nvSpPr>
          <p:spPr>
            <a:xfrm>
              <a:off x="543600" y="3142625"/>
              <a:ext cx="587025" cy="734825"/>
            </a:xfrm>
            <a:custGeom>
              <a:rect b="b" l="l" r="r" t="t"/>
              <a:pathLst>
                <a:path extrusionOk="0" h="29393" w="23481">
                  <a:moveTo>
                    <a:pt x="12529" y="1"/>
                  </a:moveTo>
                  <a:cubicBezTo>
                    <a:pt x="12305" y="1"/>
                    <a:pt x="12074" y="13"/>
                    <a:pt x="11836" y="38"/>
                  </a:cubicBezTo>
                  <a:cubicBezTo>
                    <a:pt x="0" y="1311"/>
                    <a:pt x="3382" y="29218"/>
                    <a:pt x="3382" y="29218"/>
                  </a:cubicBezTo>
                  <a:lnTo>
                    <a:pt x="18861" y="29392"/>
                  </a:lnTo>
                  <a:cubicBezTo>
                    <a:pt x="18861" y="29392"/>
                    <a:pt x="23481" y="1"/>
                    <a:pt x="125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139"/>
            <p:cNvSpPr/>
            <p:nvPr/>
          </p:nvSpPr>
          <p:spPr>
            <a:xfrm>
              <a:off x="757125" y="2395650"/>
              <a:ext cx="510700" cy="628525"/>
            </a:xfrm>
            <a:custGeom>
              <a:rect b="b" l="l" r="r" t="t"/>
              <a:pathLst>
                <a:path extrusionOk="0" h="25141" w="20428">
                  <a:moveTo>
                    <a:pt x="11774" y="1"/>
                  </a:moveTo>
                  <a:cubicBezTo>
                    <a:pt x="11572" y="1"/>
                    <a:pt x="11366" y="8"/>
                    <a:pt x="11157" y="23"/>
                  </a:cubicBezTo>
                  <a:cubicBezTo>
                    <a:pt x="4690" y="458"/>
                    <a:pt x="1" y="4903"/>
                    <a:pt x="820" y="10673"/>
                  </a:cubicBezTo>
                  <a:cubicBezTo>
                    <a:pt x="820" y="10673"/>
                    <a:pt x="1012" y="13410"/>
                    <a:pt x="1639" y="15379"/>
                  </a:cubicBezTo>
                  <a:lnTo>
                    <a:pt x="175" y="18988"/>
                  </a:lnTo>
                  <a:cubicBezTo>
                    <a:pt x="175" y="18988"/>
                    <a:pt x="4864" y="23311"/>
                    <a:pt x="9501" y="25141"/>
                  </a:cubicBezTo>
                  <a:lnTo>
                    <a:pt x="10947" y="23067"/>
                  </a:lnTo>
                  <a:cubicBezTo>
                    <a:pt x="10947" y="23067"/>
                    <a:pt x="12616" y="23689"/>
                    <a:pt x="14252" y="23689"/>
                  </a:cubicBezTo>
                  <a:cubicBezTo>
                    <a:pt x="15270" y="23689"/>
                    <a:pt x="16275" y="23448"/>
                    <a:pt x="16857" y="22666"/>
                  </a:cubicBezTo>
                  <a:cubicBezTo>
                    <a:pt x="17310" y="22056"/>
                    <a:pt x="17815" y="20713"/>
                    <a:pt x="18269" y="19092"/>
                  </a:cubicBezTo>
                  <a:cubicBezTo>
                    <a:pt x="18286" y="19040"/>
                    <a:pt x="18303" y="19005"/>
                    <a:pt x="18303" y="18970"/>
                  </a:cubicBezTo>
                  <a:cubicBezTo>
                    <a:pt x="18391" y="18709"/>
                    <a:pt x="18443" y="18447"/>
                    <a:pt x="18530" y="18186"/>
                  </a:cubicBezTo>
                  <a:cubicBezTo>
                    <a:pt x="18728" y="18222"/>
                    <a:pt x="18977" y="18258"/>
                    <a:pt x="19217" y="18258"/>
                  </a:cubicBezTo>
                  <a:cubicBezTo>
                    <a:pt x="19442" y="18258"/>
                    <a:pt x="19660" y="18226"/>
                    <a:pt x="19820" y="18134"/>
                  </a:cubicBezTo>
                  <a:cubicBezTo>
                    <a:pt x="20256" y="17890"/>
                    <a:pt x="19907" y="13514"/>
                    <a:pt x="19820" y="12294"/>
                  </a:cubicBezTo>
                  <a:cubicBezTo>
                    <a:pt x="20081" y="11004"/>
                    <a:pt x="20256" y="9697"/>
                    <a:pt x="20360" y="8390"/>
                  </a:cubicBezTo>
                  <a:cubicBezTo>
                    <a:pt x="20428" y="6366"/>
                    <a:pt x="17802" y="1"/>
                    <a:pt x="117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139"/>
            <p:cNvSpPr/>
            <p:nvPr/>
          </p:nvSpPr>
          <p:spPr>
            <a:xfrm>
              <a:off x="739250" y="2372900"/>
              <a:ext cx="547375" cy="458300"/>
            </a:xfrm>
            <a:custGeom>
              <a:rect b="b" l="l" r="r" t="t"/>
              <a:pathLst>
                <a:path extrusionOk="0" h="18332" w="21895">
                  <a:moveTo>
                    <a:pt x="13509" y="0"/>
                  </a:moveTo>
                  <a:cubicBezTo>
                    <a:pt x="12920" y="0"/>
                    <a:pt x="12334" y="144"/>
                    <a:pt x="11802" y="410"/>
                  </a:cubicBezTo>
                  <a:cubicBezTo>
                    <a:pt x="11394" y="141"/>
                    <a:pt x="10920" y="5"/>
                    <a:pt x="10446" y="5"/>
                  </a:cubicBezTo>
                  <a:cubicBezTo>
                    <a:pt x="10149" y="5"/>
                    <a:pt x="9852" y="58"/>
                    <a:pt x="9571" y="166"/>
                  </a:cubicBezTo>
                  <a:cubicBezTo>
                    <a:pt x="9117" y="392"/>
                    <a:pt x="8717" y="706"/>
                    <a:pt x="8385" y="1089"/>
                  </a:cubicBezTo>
                  <a:cubicBezTo>
                    <a:pt x="8003" y="957"/>
                    <a:pt x="7593" y="890"/>
                    <a:pt x="7182" y="890"/>
                  </a:cubicBezTo>
                  <a:cubicBezTo>
                    <a:pt x="6246" y="890"/>
                    <a:pt x="5308" y="1236"/>
                    <a:pt x="4690" y="1926"/>
                  </a:cubicBezTo>
                  <a:cubicBezTo>
                    <a:pt x="4394" y="2223"/>
                    <a:pt x="4202" y="2606"/>
                    <a:pt x="4167" y="3024"/>
                  </a:cubicBezTo>
                  <a:cubicBezTo>
                    <a:pt x="3749" y="3094"/>
                    <a:pt x="3348" y="3234"/>
                    <a:pt x="2982" y="3443"/>
                  </a:cubicBezTo>
                  <a:cubicBezTo>
                    <a:pt x="2703" y="3652"/>
                    <a:pt x="2459" y="3896"/>
                    <a:pt x="2250" y="4192"/>
                  </a:cubicBezTo>
                  <a:cubicBezTo>
                    <a:pt x="1883" y="4663"/>
                    <a:pt x="1587" y="5186"/>
                    <a:pt x="1378" y="5744"/>
                  </a:cubicBezTo>
                  <a:cubicBezTo>
                    <a:pt x="1169" y="6301"/>
                    <a:pt x="1151" y="6911"/>
                    <a:pt x="1308" y="7487"/>
                  </a:cubicBezTo>
                  <a:cubicBezTo>
                    <a:pt x="1552" y="8358"/>
                    <a:pt x="1517" y="8463"/>
                    <a:pt x="1500" y="9369"/>
                  </a:cubicBezTo>
                  <a:cubicBezTo>
                    <a:pt x="1500" y="10293"/>
                    <a:pt x="838" y="11705"/>
                    <a:pt x="1535" y="12298"/>
                  </a:cubicBezTo>
                  <a:cubicBezTo>
                    <a:pt x="1535" y="12298"/>
                    <a:pt x="1" y="14320"/>
                    <a:pt x="838" y="15557"/>
                  </a:cubicBezTo>
                  <a:cubicBezTo>
                    <a:pt x="1233" y="16155"/>
                    <a:pt x="1735" y="16310"/>
                    <a:pt x="2147" y="16310"/>
                  </a:cubicBezTo>
                  <a:cubicBezTo>
                    <a:pt x="2589" y="16310"/>
                    <a:pt x="2929" y="16133"/>
                    <a:pt x="2929" y="16133"/>
                  </a:cubicBezTo>
                  <a:lnTo>
                    <a:pt x="2929" y="16133"/>
                  </a:lnTo>
                  <a:cubicBezTo>
                    <a:pt x="2929" y="16133"/>
                    <a:pt x="2738" y="17963"/>
                    <a:pt x="4760" y="18294"/>
                  </a:cubicBezTo>
                  <a:cubicBezTo>
                    <a:pt x="4925" y="18319"/>
                    <a:pt x="5087" y="18331"/>
                    <a:pt x="5244" y="18331"/>
                  </a:cubicBezTo>
                  <a:cubicBezTo>
                    <a:pt x="7030" y="18331"/>
                    <a:pt x="8281" y="16830"/>
                    <a:pt x="8281" y="16830"/>
                  </a:cubicBezTo>
                  <a:cubicBezTo>
                    <a:pt x="8281" y="16830"/>
                    <a:pt x="8744" y="18126"/>
                    <a:pt x="9969" y="18126"/>
                  </a:cubicBezTo>
                  <a:cubicBezTo>
                    <a:pt x="10151" y="18126"/>
                    <a:pt x="10349" y="18098"/>
                    <a:pt x="10564" y="18033"/>
                  </a:cubicBezTo>
                  <a:cubicBezTo>
                    <a:pt x="12255" y="17527"/>
                    <a:pt x="13231" y="13622"/>
                    <a:pt x="13231" y="13622"/>
                  </a:cubicBezTo>
                  <a:cubicBezTo>
                    <a:pt x="13231" y="13622"/>
                    <a:pt x="13842" y="13159"/>
                    <a:pt x="14479" y="13159"/>
                  </a:cubicBezTo>
                  <a:cubicBezTo>
                    <a:pt x="14689" y="13159"/>
                    <a:pt x="14902" y="13210"/>
                    <a:pt x="15096" y="13344"/>
                  </a:cubicBezTo>
                  <a:cubicBezTo>
                    <a:pt x="15866" y="13857"/>
                    <a:pt x="15410" y="16100"/>
                    <a:pt x="16283" y="16100"/>
                  </a:cubicBezTo>
                  <a:cubicBezTo>
                    <a:pt x="16300" y="16100"/>
                    <a:pt x="16317" y="16099"/>
                    <a:pt x="16334" y="16098"/>
                  </a:cubicBezTo>
                  <a:cubicBezTo>
                    <a:pt x="17293" y="16011"/>
                    <a:pt x="18408" y="12106"/>
                    <a:pt x="18408" y="12106"/>
                  </a:cubicBezTo>
                  <a:cubicBezTo>
                    <a:pt x="18408" y="12106"/>
                    <a:pt x="18698" y="12225"/>
                    <a:pt x="19100" y="12225"/>
                  </a:cubicBezTo>
                  <a:cubicBezTo>
                    <a:pt x="19694" y="12225"/>
                    <a:pt x="20531" y="11965"/>
                    <a:pt x="21040" y="10677"/>
                  </a:cubicBezTo>
                  <a:cubicBezTo>
                    <a:pt x="21895" y="8515"/>
                    <a:pt x="20657" y="6493"/>
                    <a:pt x="20657" y="6493"/>
                  </a:cubicBezTo>
                  <a:cubicBezTo>
                    <a:pt x="20657" y="6493"/>
                    <a:pt x="21093" y="3478"/>
                    <a:pt x="19576" y="2467"/>
                  </a:cubicBezTo>
                  <a:cubicBezTo>
                    <a:pt x="18772" y="1915"/>
                    <a:pt x="17826" y="1620"/>
                    <a:pt x="16866" y="1620"/>
                  </a:cubicBezTo>
                  <a:cubicBezTo>
                    <a:pt x="16764" y="1620"/>
                    <a:pt x="16663" y="1623"/>
                    <a:pt x="16561" y="1630"/>
                  </a:cubicBezTo>
                  <a:cubicBezTo>
                    <a:pt x="16038" y="880"/>
                    <a:pt x="15271" y="340"/>
                    <a:pt x="14399" y="113"/>
                  </a:cubicBezTo>
                  <a:cubicBezTo>
                    <a:pt x="14106" y="37"/>
                    <a:pt x="13807" y="0"/>
                    <a:pt x="135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139"/>
            <p:cNvSpPr/>
            <p:nvPr/>
          </p:nvSpPr>
          <p:spPr>
            <a:xfrm>
              <a:off x="1034725" y="2695675"/>
              <a:ext cx="115500" cy="138575"/>
            </a:xfrm>
            <a:custGeom>
              <a:rect b="b" l="l" r="r" t="t"/>
              <a:pathLst>
                <a:path extrusionOk="0" h="5543" w="4620">
                  <a:moveTo>
                    <a:pt x="2443" y="1"/>
                  </a:moveTo>
                  <a:cubicBezTo>
                    <a:pt x="2171" y="1"/>
                    <a:pt x="1901" y="56"/>
                    <a:pt x="1656" y="154"/>
                  </a:cubicBezTo>
                  <a:cubicBezTo>
                    <a:pt x="1011" y="433"/>
                    <a:pt x="593" y="1078"/>
                    <a:pt x="366" y="1757"/>
                  </a:cubicBezTo>
                  <a:cubicBezTo>
                    <a:pt x="0" y="2803"/>
                    <a:pt x="87" y="4128"/>
                    <a:pt x="907" y="4860"/>
                  </a:cubicBezTo>
                  <a:cubicBezTo>
                    <a:pt x="1395" y="5313"/>
                    <a:pt x="2075" y="5470"/>
                    <a:pt x="2737" y="5523"/>
                  </a:cubicBezTo>
                  <a:cubicBezTo>
                    <a:pt x="2824" y="5536"/>
                    <a:pt x="2910" y="5543"/>
                    <a:pt x="2996" y="5543"/>
                  </a:cubicBezTo>
                  <a:cubicBezTo>
                    <a:pt x="3239" y="5543"/>
                    <a:pt x="3477" y="5491"/>
                    <a:pt x="3696" y="5400"/>
                  </a:cubicBezTo>
                  <a:cubicBezTo>
                    <a:pt x="4149" y="5139"/>
                    <a:pt x="4306" y="4564"/>
                    <a:pt x="4393" y="4041"/>
                  </a:cubicBezTo>
                  <a:cubicBezTo>
                    <a:pt x="4620" y="2542"/>
                    <a:pt x="4620" y="311"/>
                    <a:pt x="2789" y="32"/>
                  </a:cubicBezTo>
                  <a:cubicBezTo>
                    <a:pt x="2675" y="11"/>
                    <a:pt x="2559" y="1"/>
                    <a:pt x="24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139"/>
            <p:cNvSpPr/>
            <p:nvPr/>
          </p:nvSpPr>
          <p:spPr>
            <a:xfrm>
              <a:off x="1036900" y="2784050"/>
              <a:ext cx="81950" cy="45775"/>
            </a:xfrm>
            <a:custGeom>
              <a:rect b="b" l="l" r="r" t="t"/>
              <a:pathLst>
                <a:path extrusionOk="0" fill="none" h="1831" w="3278">
                  <a:moveTo>
                    <a:pt x="0" y="0"/>
                  </a:moveTo>
                  <a:cubicBezTo>
                    <a:pt x="210" y="663"/>
                    <a:pt x="680" y="1221"/>
                    <a:pt x="1308" y="1517"/>
                  </a:cubicBezTo>
                  <a:cubicBezTo>
                    <a:pt x="1935" y="1796"/>
                    <a:pt x="2633" y="1831"/>
                    <a:pt x="3277" y="1621"/>
                  </a:cubicBezTo>
                </a:path>
              </a:pathLst>
            </a:custGeom>
            <a:noFill/>
            <a:ln cap="rnd" cmpd="sng" w="3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4" name="Google Shape;4214;p139"/>
            <p:cNvSpPr/>
            <p:nvPr/>
          </p:nvSpPr>
          <p:spPr>
            <a:xfrm>
              <a:off x="1092250" y="2743075"/>
              <a:ext cx="20075" cy="45800"/>
            </a:xfrm>
            <a:custGeom>
              <a:rect b="b" l="l" r="r" t="t"/>
              <a:pathLst>
                <a:path extrusionOk="0" fill="none" h="1832" w="803">
                  <a:moveTo>
                    <a:pt x="0" y="1"/>
                  </a:moveTo>
                  <a:cubicBezTo>
                    <a:pt x="506" y="489"/>
                    <a:pt x="785" y="1151"/>
                    <a:pt x="802" y="1831"/>
                  </a:cubicBezTo>
                </a:path>
              </a:pathLst>
            </a:custGeom>
            <a:noFill/>
            <a:ln cap="rnd" cmpd="sng" w="3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5" name="Google Shape;4215;p139"/>
            <p:cNvSpPr/>
            <p:nvPr/>
          </p:nvSpPr>
          <p:spPr>
            <a:xfrm>
              <a:off x="1209475" y="2751600"/>
              <a:ext cx="21800" cy="29625"/>
            </a:xfrm>
            <a:custGeom>
              <a:rect b="b" l="l" r="r" t="t"/>
              <a:pathLst>
                <a:path extrusionOk="0" h="1185" w="872">
                  <a:moveTo>
                    <a:pt x="519" y="1"/>
                  </a:moveTo>
                  <a:cubicBezTo>
                    <a:pt x="341" y="1"/>
                    <a:pt x="149" y="213"/>
                    <a:pt x="70" y="497"/>
                  </a:cubicBezTo>
                  <a:cubicBezTo>
                    <a:pt x="0" y="828"/>
                    <a:pt x="87" y="1124"/>
                    <a:pt x="297" y="1176"/>
                  </a:cubicBezTo>
                  <a:cubicBezTo>
                    <a:pt x="316" y="1182"/>
                    <a:pt x="336" y="1184"/>
                    <a:pt x="357" y="1184"/>
                  </a:cubicBezTo>
                  <a:cubicBezTo>
                    <a:pt x="533" y="1184"/>
                    <a:pt x="724" y="985"/>
                    <a:pt x="802" y="688"/>
                  </a:cubicBezTo>
                  <a:cubicBezTo>
                    <a:pt x="872" y="374"/>
                    <a:pt x="785" y="61"/>
                    <a:pt x="575" y="8"/>
                  </a:cubicBezTo>
                  <a:cubicBezTo>
                    <a:pt x="557" y="3"/>
                    <a:pt x="538" y="1"/>
                    <a:pt x="5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6" name="Google Shape;4216;p139"/>
            <p:cNvSpPr/>
            <p:nvPr/>
          </p:nvSpPr>
          <p:spPr>
            <a:xfrm>
              <a:off x="1188975" y="2853700"/>
              <a:ext cx="26175" cy="19275"/>
            </a:xfrm>
            <a:custGeom>
              <a:rect b="b" l="l" r="r" t="t"/>
              <a:pathLst>
                <a:path extrusionOk="0" h="771" w="1047">
                  <a:moveTo>
                    <a:pt x="79" y="1"/>
                  </a:moveTo>
                  <a:cubicBezTo>
                    <a:pt x="65" y="1"/>
                    <a:pt x="51" y="6"/>
                    <a:pt x="36" y="21"/>
                  </a:cubicBezTo>
                  <a:cubicBezTo>
                    <a:pt x="1" y="38"/>
                    <a:pt x="1" y="73"/>
                    <a:pt x="18" y="90"/>
                  </a:cubicBezTo>
                  <a:cubicBezTo>
                    <a:pt x="262" y="439"/>
                    <a:pt x="611" y="666"/>
                    <a:pt x="1012" y="770"/>
                  </a:cubicBezTo>
                  <a:cubicBezTo>
                    <a:pt x="1029" y="718"/>
                    <a:pt x="1029" y="683"/>
                    <a:pt x="1047" y="648"/>
                  </a:cubicBezTo>
                  <a:cubicBezTo>
                    <a:pt x="663" y="561"/>
                    <a:pt x="350" y="335"/>
                    <a:pt x="123" y="21"/>
                  </a:cubicBezTo>
                  <a:cubicBezTo>
                    <a:pt x="113" y="11"/>
                    <a:pt x="97" y="1"/>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7" name="Google Shape;4217;p139"/>
            <p:cNvSpPr/>
            <p:nvPr/>
          </p:nvSpPr>
          <p:spPr>
            <a:xfrm>
              <a:off x="1199875" y="2698900"/>
              <a:ext cx="45775" cy="27650"/>
            </a:xfrm>
            <a:custGeom>
              <a:rect b="b" l="l" r="r" t="t"/>
              <a:pathLst>
                <a:path extrusionOk="0" h="1106" w="1831">
                  <a:moveTo>
                    <a:pt x="999" y="1"/>
                  </a:moveTo>
                  <a:cubicBezTo>
                    <a:pt x="689" y="1"/>
                    <a:pt x="363" y="176"/>
                    <a:pt x="123" y="478"/>
                  </a:cubicBezTo>
                  <a:cubicBezTo>
                    <a:pt x="36" y="565"/>
                    <a:pt x="1" y="687"/>
                    <a:pt x="18" y="809"/>
                  </a:cubicBezTo>
                  <a:cubicBezTo>
                    <a:pt x="53" y="949"/>
                    <a:pt x="210" y="1001"/>
                    <a:pt x="349" y="1036"/>
                  </a:cubicBezTo>
                  <a:cubicBezTo>
                    <a:pt x="570" y="1082"/>
                    <a:pt x="799" y="1105"/>
                    <a:pt x="1030" y="1105"/>
                  </a:cubicBezTo>
                  <a:cubicBezTo>
                    <a:pt x="1145" y="1105"/>
                    <a:pt x="1262" y="1100"/>
                    <a:pt x="1378" y="1088"/>
                  </a:cubicBezTo>
                  <a:cubicBezTo>
                    <a:pt x="1535" y="1071"/>
                    <a:pt x="1744" y="1001"/>
                    <a:pt x="1814" y="844"/>
                  </a:cubicBezTo>
                  <a:cubicBezTo>
                    <a:pt x="1831" y="739"/>
                    <a:pt x="1814" y="617"/>
                    <a:pt x="1761" y="530"/>
                  </a:cubicBezTo>
                  <a:cubicBezTo>
                    <a:pt x="1582" y="163"/>
                    <a:pt x="1298" y="1"/>
                    <a:pt x="9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139"/>
            <p:cNvSpPr/>
            <p:nvPr/>
          </p:nvSpPr>
          <p:spPr>
            <a:xfrm>
              <a:off x="749725" y="2571500"/>
              <a:ext cx="512500" cy="142450"/>
            </a:xfrm>
            <a:custGeom>
              <a:rect b="b" l="l" r="r" t="t"/>
              <a:pathLst>
                <a:path extrusionOk="0" h="5698" w="20500">
                  <a:moveTo>
                    <a:pt x="17000" y="1"/>
                  </a:moveTo>
                  <a:cubicBezTo>
                    <a:pt x="13634" y="1"/>
                    <a:pt x="750" y="1495"/>
                    <a:pt x="750" y="1495"/>
                  </a:cubicBezTo>
                  <a:cubicBezTo>
                    <a:pt x="750" y="1495"/>
                    <a:pt x="0" y="3866"/>
                    <a:pt x="1116" y="4354"/>
                  </a:cubicBezTo>
                  <a:cubicBezTo>
                    <a:pt x="1967" y="4732"/>
                    <a:pt x="6236" y="5698"/>
                    <a:pt x="8882" y="5698"/>
                  </a:cubicBezTo>
                  <a:cubicBezTo>
                    <a:pt x="9649" y="5698"/>
                    <a:pt x="10279" y="5617"/>
                    <a:pt x="10651" y="5417"/>
                  </a:cubicBezTo>
                  <a:cubicBezTo>
                    <a:pt x="12289" y="4545"/>
                    <a:pt x="12132" y="2837"/>
                    <a:pt x="14364" y="2332"/>
                  </a:cubicBezTo>
                  <a:cubicBezTo>
                    <a:pt x="16612" y="1826"/>
                    <a:pt x="20499" y="1652"/>
                    <a:pt x="20499" y="1652"/>
                  </a:cubicBezTo>
                  <a:cubicBezTo>
                    <a:pt x="20499" y="1652"/>
                    <a:pt x="19872" y="188"/>
                    <a:pt x="17449" y="13"/>
                  </a:cubicBezTo>
                  <a:cubicBezTo>
                    <a:pt x="17328" y="5"/>
                    <a:pt x="17177" y="1"/>
                    <a:pt x="170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9" name="Google Shape;4219;p139"/>
            <p:cNvSpPr/>
            <p:nvPr/>
          </p:nvSpPr>
          <p:spPr>
            <a:xfrm>
              <a:off x="696550" y="2277325"/>
              <a:ext cx="696850" cy="391025"/>
            </a:xfrm>
            <a:custGeom>
              <a:rect b="b" l="l" r="r" t="t"/>
              <a:pathLst>
                <a:path extrusionOk="0" h="15641" w="27874">
                  <a:moveTo>
                    <a:pt x="13987" y="1"/>
                  </a:moveTo>
                  <a:cubicBezTo>
                    <a:pt x="13433" y="1"/>
                    <a:pt x="12877" y="40"/>
                    <a:pt x="12325" y="119"/>
                  </a:cubicBezTo>
                  <a:cubicBezTo>
                    <a:pt x="12150" y="136"/>
                    <a:pt x="11993" y="171"/>
                    <a:pt x="11836" y="189"/>
                  </a:cubicBezTo>
                  <a:cubicBezTo>
                    <a:pt x="9675" y="555"/>
                    <a:pt x="7670" y="1601"/>
                    <a:pt x="6136" y="3169"/>
                  </a:cubicBezTo>
                  <a:cubicBezTo>
                    <a:pt x="3992" y="5383"/>
                    <a:pt x="2511" y="8155"/>
                    <a:pt x="1848" y="11170"/>
                  </a:cubicBezTo>
                  <a:cubicBezTo>
                    <a:pt x="1848" y="11170"/>
                    <a:pt x="1" y="11885"/>
                    <a:pt x="471" y="13192"/>
                  </a:cubicBezTo>
                  <a:cubicBezTo>
                    <a:pt x="471" y="13192"/>
                    <a:pt x="855" y="14378"/>
                    <a:pt x="5422" y="15057"/>
                  </a:cubicBezTo>
                  <a:cubicBezTo>
                    <a:pt x="7646" y="15380"/>
                    <a:pt x="8957" y="15579"/>
                    <a:pt x="9917" y="15579"/>
                  </a:cubicBezTo>
                  <a:cubicBezTo>
                    <a:pt x="10929" y="15579"/>
                    <a:pt x="11552" y="15358"/>
                    <a:pt x="12447" y="14831"/>
                  </a:cubicBezTo>
                  <a:cubicBezTo>
                    <a:pt x="14006" y="13902"/>
                    <a:pt x="15124" y="13058"/>
                    <a:pt x="17420" y="13058"/>
                  </a:cubicBezTo>
                  <a:cubicBezTo>
                    <a:pt x="17666" y="13058"/>
                    <a:pt x="17925" y="13068"/>
                    <a:pt x="18199" y="13088"/>
                  </a:cubicBezTo>
                  <a:cubicBezTo>
                    <a:pt x="21023" y="13297"/>
                    <a:pt x="21703" y="14482"/>
                    <a:pt x="23393" y="15075"/>
                  </a:cubicBezTo>
                  <a:cubicBezTo>
                    <a:pt x="24422" y="15435"/>
                    <a:pt x="25798" y="15641"/>
                    <a:pt x="26735" y="15641"/>
                  </a:cubicBezTo>
                  <a:cubicBezTo>
                    <a:pt x="27338" y="15641"/>
                    <a:pt x="27759" y="15556"/>
                    <a:pt x="27786" y="15371"/>
                  </a:cubicBezTo>
                  <a:cubicBezTo>
                    <a:pt x="27873" y="14970"/>
                    <a:pt x="25694" y="14465"/>
                    <a:pt x="25154" y="14134"/>
                  </a:cubicBezTo>
                  <a:cubicBezTo>
                    <a:pt x="25084" y="14099"/>
                    <a:pt x="25049" y="14046"/>
                    <a:pt x="25049" y="13994"/>
                  </a:cubicBezTo>
                  <a:lnTo>
                    <a:pt x="25049" y="13977"/>
                  </a:lnTo>
                  <a:cubicBezTo>
                    <a:pt x="25067" y="13611"/>
                    <a:pt x="24910" y="12007"/>
                    <a:pt x="24439" y="11763"/>
                  </a:cubicBezTo>
                  <a:cubicBezTo>
                    <a:pt x="24683" y="10037"/>
                    <a:pt x="24282" y="8294"/>
                    <a:pt x="23306" y="6847"/>
                  </a:cubicBezTo>
                  <a:cubicBezTo>
                    <a:pt x="21650" y="4407"/>
                    <a:pt x="20430" y="3257"/>
                    <a:pt x="20430" y="3257"/>
                  </a:cubicBezTo>
                  <a:cubicBezTo>
                    <a:pt x="20430" y="3187"/>
                    <a:pt x="20413" y="3117"/>
                    <a:pt x="20413" y="3065"/>
                  </a:cubicBezTo>
                  <a:cubicBezTo>
                    <a:pt x="20395" y="3030"/>
                    <a:pt x="20395" y="2978"/>
                    <a:pt x="20378" y="2943"/>
                  </a:cubicBezTo>
                  <a:cubicBezTo>
                    <a:pt x="20256" y="2490"/>
                    <a:pt x="19855" y="1653"/>
                    <a:pt x="18513" y="973"/>
                  </a:cubicBezTo>
                  <a:cubicBezTo>
                    <a:pt x="18425" y="921"/>
                    <a:pt x="18338" y="886"/>
                    <a:pt x="18269" y="851"/>
                  </a:cubicBezTo>
                  <a:cubicBezTo>
                    <a:pt x="18112" y="764"/>
                    <a:pt x="17937" y="694"/>
                    <a:pt x="17763" y="624"/>
                  </a:cubicBezTo>
                  <a:cubicBezTo>
                    <a:pt x="16546" y="211"/>
                    <a:pt x="15270" y="1"/>
                    <a:pt x="1398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0" name="Google Shape;4220;p139"/>
            <p:cNvSpPr/>
            <p:nvPr/>
          </p:nvSpPr>
          <p:spPr>
            <a:xfrm>
              <a:off x="741000" y="2553375"/>
              <a:ext cx="584400" cy="76875"/>
            </a:xfrm>
            <a:custGeom>
              <a:rect b="b" l="l" r="r" t="t"/>
              <a:pathLst>
                <a:path extrusionOk="0" h="3075" w="23376">
                  <a:moveTo>
                    <a:pt x="14421" y="1"/>
                  </a:moveTo>
                  <a:cubicBezTo>
                    <a:pt x="13626" y="1"/>
                    <a:pt x="12883" y="125"/>
                    <a:pt x="12220" y="372"/>
                  </a:cubicBezTo>
                  <a:cubicBezTo>
                    <a:pt x="11784" y="547"/>
                    <a:pt x="11348" y="773"/>
                    <a:pt x="10930" y="1000"/>
                  </a:cubicBezTo>
                  <a:cubicBezTo>
                    <a:pt x="10581" y="1192"/>
                    <a:pt x="10233" y="1383"/>
                    <a:pt x="9867" y="1540"/>
                  </a:cubicBezTo>
                  <a:cubicBezTo>
                    <a:pt x="9017" y="1901"/>
                    <a:pt x="8045" y="2088"/>
                    <a:pt x="6998" y="2088"/>
                  </a:cubicBezTo>
                  <a:cubicBezTo>
                    <a:pt x="6325" y="2088"/>
                    <a:pt x="5621" y="2011"/>
                    <a:pt x="4899" y="1854"/>
                  </a:cubicBezTo>
                  <a:cubicBezTo>
                    <a:pt x="3225" y="1523"/>
                    <a:pt x="1622" y="826"/>
                    <a:pt x="105" y="163"/>
                  </a:cubicBezTo>
                  <a:cubicBezTo>
                    <a:pt x="96" y="158"/>
                    <a:pt x="87" y="156"/>
                    <a:pt x="78" y="156"/>
                  </a:cubicBezTo>
                  <a:cubicBezTo>
                    <a:pt x="53" y="156"/>
                    <a:pt x="31" y="172"/>
                    <a:pt x="18" y="198"/>
                  </a:cubicBezTo>
                  <a:cubicBezTo>
                    <a:pt x="1" y="215"/>
                    <a:pt x="18" y="250"/>
                    <a:pt x="53" y="268"/>
                  </a:cubicBezTo>
                  <a:cubicBezTo>
                    <a:pt x="1587" y="948"/>
                    <a:pt x="3173" y="1627"/>
                    <a:pt x="4864" y="1976"/>
                  </a:cubicBezTo>
                  <a:cubicBezTo>
                    <a:pt x="5600" y="2133"/>
                    <a:pt x="6315" y="2210"/>
                    <a:pt x="6997" y="2210"/>
                  </a:cubicBezTo>
                  <a:cubicBezTo>
                    <a:pt x="8059" y="2210"/>
                    <a:pt x="9042" y="2023"/>
                    <a:pt x="9902" y="1662"/>
                  </a:cubicBezTo>
                  <a:cubicBezTo>
                    <a:pt x="10285" y="1505"/>
                    <a:pt x="10634" y="1296"/>
                    <a:pt x="10982" y="1104"/>
                  </a:cubicBezTo>
                  <a:cubicBezTo>
                    <a:pt x="11401" y="878"/>
                    <a:pt x="11819" y="669"/>
                    <a:pt x="12272" y="494"/>
                  </a:cubicBezTo>
                  <a:cubicBezTo>
                    <a:pt x="12916" y="247"/>
                    <a:pt x="13644" y="123"/>
                    <a:pt x="14425" y="123"/>
                  </a:cubicBezTo>
                  <a:cubicBezTo>
                    <a:pt x="15018" y="123"/>
                    <a:pt x="15642" y="194"/>
                    <a:pt x="16281" y="337"/>
                  </a:cubicBezTo>
                  <a:cubicBezTo>
                    <a:pt x="17624" y="634"/>
                    <a:pt x="18896" y="1209"/>
                    <a:pt x="20134" y="1749"/>
                  </a:cubicBezTo>
                  <a:lnTo>
                    <a:pt x="20796" y="2063"/>
                  </a:lnTo>
                  <a:cubicBezTo>
                    <a:pt x="21633" y="2464"/>
                    <a:pt x="22487" y="2813"/>
                    <a:pt x="23376" y="3074"/>
                  </a:cubicBezTo>
                  <a:cubicBezTo>
                    <a:pt x="23306" y="3022"/>
                    <a:pt x="23271" y="2970"/>
                    <a:pt x="23271" y="2935"/>
                  </a:cubicBezTo>
                  <a:lnTo>
                    <a:pt x="23271" y="2917"/>
                  </a:lnTo>
                  <a:cubicBezTo>
                    <a:pt x="22452" y="2656"/>
                    <a:pt x="21633" y="2325"/>
                    <a:pt x="20866" y="1941"/>
                  </a:cubicBezTo>
                  <a:lnTo>
                    <a:pt x="20186" y="1645"/>
                  </a:lnTo>
                  <a:cubicBezTo>
                    <a:pt x="18948" y="1087"/>
                    <a:pt x="17676" y="529"/>
                    <a:pt x="16316" y="215"/>
                  </a:cubicBezTo>
                  <a:cubicBezTo>
                    <a:pt x="15661" y="72"/>
                    <a:pt x="15026" y="1"/>
                    <a:pt x="144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1" name="Google Shape;4221;p139"/>
            <p:cNvSpPr/>
            <p:nvPr/>
          </p:nvSpPr>
          <p:spPr>
            <a:xfrm>
              <a:off x="1003775" y="2350000"/>
              <a:ext cx="203100" cy="78050"/>
            </a:xfrm>
            <a:custGeom>
              <a:rect b="b" l="l" r="r" t="t"/>
              <a:pathLst>
                <a:path extrusionOk="0" h="3122" w="8124">
                  <a:moveTo>
                    <a:pt x="8089" y="1"/>
                  </a:moveTo>
                  <a:cubicBezTo>
                    <a:pt x="5213" y="350"/>
                    <a:pt x="2441" y="1378"/>
                    <a:pt x="36" y="2999"/>
                  </a:cubicBezTo>
                  <a:cubicBezTo>
                    <a:pt x="1" y="3016"/>
                    <a:pt x="1" y="3051"/>
                    <a:pt x="18" y="3086"/>
                  </a:cubicBezTo>
                  <a:cubicBezTo>
                    <a:pt x="18" y="3104"/>
                    <a:pt x="36" y="3121"/>
                    <a:pt x="70" y="3121"/>
                  </a:cubicBezTo>
                  <a:lnTo>
                    <a:pt x="105" y="3121"/>
                  </a:lnTo>
                  <a:cubicBezTo>
                    <a:pt x="2493" y="1500"/>
                    <a:pt x="5247" y="472"/>
                    <a:pt x="8124" y="123"/>
                  </a:cubicBezTo>
                  <a:cubicBezTo>
                    <a:pt x="8124" y="88"/>
                    <a:pt x="8106" y="53"/>
                    <a:pt x="80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2" name="Google Shape;4222;p139"/>
            <p:cNvSpPr/>
            <p:nvPr/>
          </p:nvSpPr>
          <p:spPr>
            <a:xfrm>
              <a:off x="946250" y="2297725"/>
              <a:ext cx="213125" cy="79775"/>
            </a:xfrm>
            <a:custGeom>
              <a:rect b="b" l="l" r="r" t="t"/>
              <a:pathLst>
                <a:path extrusionOk="0" h="3191" w="8525">
                  <a:moveTo>
                    <a:pt x="8281" y="0"/>
                  </a:moveTo>
                  <a:cubicBezTo>
                    <a:pt x="5265" y="70"/>
                    <a:pt x="2354" y="1151"/>
                    <a:pt x="18" y="3085"/>
                  </a:cubicBezTo>
                  <a:cubicBezTo>
                    <a:pt x="1" y="3103"/>
                    <a:pt x="1" y="3138"/>
                    <a:pt x="18" y="3173"/>
                  </a:cubicBezTo>
                  <a:cubicBezTo>
                    <a:pt x="36" y="3190"/>
                    <a:pt x="53" y="3190"/>
                    <a:pt x="70" y="3190"/>
                  </a:cubicBezTo>
                  <a:cubicBezTo>
                    <a:pt x="88" y="3190"/>
                    <a:pt x="105" y="3190"/>
                    <a:pt x="105" y="3173"/>
                  </a:cubicBezTo>
                  <a:cubicBezTo>
                    <a:pt x="2476" y="1220"/>
                    <a:pt x="5457" y="140"/>
                    <a:pt x="8525" y="122"/>
                  </a:cubicBezTo>
                  <a:cubicBezTo>
                    <a:pt x="8455" y="87"/>
                    <a:pt x="8368" y="35"/>
                    <a:pt x="82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3" name="Google Shape;4223;p139"/>
            <p:cNvSpPr/>
            <p:nvPr/>
          </p:nvSpPr>
          <p:spPr>
            <a:xfrm>
              <a:off x="890475" y="2279850"/>
              <a:ext cx="114200" cy="71050"/>
            </a:xfrm>
            <a:custGeom>
              <a:rect b="b" l="l" r="r" t="t"/>
              <a:pathLst>
                <a:path extrusionOk="0" h="2842" w="4568">
                  <a:moveTo>
                    <a:pt x="4568" y="0"/>
                  </a:moveTo>
                  <a:lnTo>
                    <a:pt x="4568" y="0"/>
                  </a:lnTo>
                  <a:cubicBezTo>
                    <a:pt x="4411" y="18"/>
                    <a:pt x="4236" y="53"/>
                    <a:pt x="4079" y="70"/>
                  </a:cubicBezTo>
                  <a:cubicBezTo>
                    <a:pt x="2598" y="750"/>
                    <a:pt x="1221" y="1656"/>
                    <a:pt x="18" y="2737"/>
                  </a:cubicBezTo>
                  <a:cubicBezTo>
                    <a:pt x="1" y="2772"/>
                    <a:pt x="1" y="2807"/>
                    <a:pt x="18" y="2824"/>
                  </a:cubicBezTo>
                  <a:cubicBezTo>
                    <a:pt x="35" y="2842"/>
                    <a:pt x="53" y="2842"/>
                    <a:pt x="70" y="2842"/>
                  </a:cubicBezTo>
                  <a:cubicBezTo>
                    <a:pt x="88" y="2842"/>
                    <a:pt x="105" y="2842"/>
                    <a:pt x="105" y="2824"/>
                  </a:cubicBezTo>
                  <a:cubicBezTo>
                    <a:pt x="1430" y="1639"/>
                    <a:pt x="2929" y="680"/>
                    <a:pt x="45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139"/>
            <p:cNvSpPr/>
            <p:nvPr/>
          </p:nvSpPr>
          <p:spPr>
            <a:xfrm>
              <a:off x="1131875" y="2488150"/>
              <a:ext cx="54950" cy="35975"/>
            </a:xfrm>
            <a:custGeom>
              <a:rect b="b" l="l" r="r" t="t"/>
              <a:pathLst>
                <a:path extrusionOk="0" h="1439" w="2198">
                  <a:moveTo>
                    <a:pt x="1306" y="1"/>
                  </a:moveTo>
                  <a:cubicBezTo>
                    <a:pt x="815" y="1"/>
                    <a:pt x="1" y="257"/>
                    <a:pt x="228" y="802"/>
                  </a:cubicBezTo>
                  <a:cubicBezTo>
                    <a:pt x="315" y="994"/>
                    <a:pt x="455" y="1134"/>
                    <a:pt x="646" y="1221"/>
                  </a:cubicBezTo>
                  <a:cubicBezTo>
                    <a:pt x="850" y="1366"/>
                    <a:pt x="1102" y="1439"/>
                    <a:pt x="1361" y="1439"/>
                  </a:cubicBezTo>
                  <a:cubicBezTo>
                    <a:pt x="1413" y="1439"/>
                    <a:pt x="1466" y="1436"/>
                    <a:pt x="1518" y="1430"/>
                  </a:cubicBezTo>
                  <a:cubicBezTo>
                    <a:pt x="1832" y="1378"/>
                    <a:pt x="2076" y="1151"/>
                    <a:pt x="2145" y="837"/>
                  </a:cubicBezTo>
                  <a:cubicBezTo>
                    <a:pt x="2198" y="454"/>
                    <a:pt x="1867" y="88"/>
                    <a:pt x="1501" y="18"/>
                  </a:cubicBezTo>
                  <a:cubicBezTo>
                    <a:pt x="1446" y="7"/>
                    <a:pt x="1380" y="1"/>
                    <a:pt x="130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139"/>
            <p:cNvSpPr/>
            <p:nvPr/>
          </p:nvSpPr>
          <p:spPr>
            <a:xfrm>
              <a:off x="1192475" y="2509350"/>
              <a:ext cx="80200" cy="56975"/>
            </a:xfrm>
            <a:custGeom>
              <a:rect b="b" l="l" r="r" t="t"/>
              <a:pathLst>
                <a:path extrusionOk="0" h="2279" w="3208">
                  <a:moveTo>
                    <a:pt x="1386" y="1"/>
                  </a:moveTo>
                  <a:cubicBezTo>
                    <a:pt x="1299" y="1"/>
                    <a:pt x="1215" y="8"/>
                    <a:pt x="1133" y="24"/>
                  </a:cubicBezTo>
                  <a:cubicBezTo>
                    <a:pt x="262" y="181"/>
                    <a:pt x="0" y="1070"/>
                    <a:pt x="645" y="1663"/>
                  </a:cubicBezTo>
                  <a:cubicBezTo>
                    <a:pt x="977" y="1942"/>
                    <a:pt x="1360" y="2133"/>
                    <a:pt x="1796" y="2220"/>
                  </a:cubicBezTo>
                  <a:cubicBezTo>
                    <a:pt x="1918" y="2261"/>
                    <a:pt x="2047" y="2278"/>
                    <a:pt x="2174" y="2278"/>
                  </a:cubicBezTo>
                  <a:cubicBezTo>
                    <a:pt x="2264" y="2278"/>
                    <a:pt x="2354" y="2270"/>
                    <a:pt x="2441" y="2255"/>
                  </a:cubicBezTo>
                  <a:cubicBezTo>
                    <a:pt x="2563" y="2220"/>
                    <a:pt x="2685" y="2151"/>
                    <a:pt x="2772" y="2081"/>
                  </a:cubicBezTo>
                  <a:cubicBezTo>
                    <a:pt x="3086" y="1802"/>
                    <a:pt x="3208" y="1384"/>
                    <a:pt x="3068" y="1000"/>
                  </a:cubicBezTo>
                  <a:cubicBezTo>
                    <a:pt x="2867" y="459"/>
                    <a:pt x="2064" y="1"/>
                    <a:pt x="13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226" name="Google Shape;4226;p139"/>
          <p:cNvPicPr preferRelativeResize="0"/>
          <p:nvPr/>
        </p:nvPicPr>
        <p:blipFill>
          <a:blip r:embed="rId3">
            <a:alphaModFix/>
          </a:blip>
          <a:stretch>
            <a:fillRect/>
          </a:stretch>
        </p:blipFill>
        <p:spPr>
          <a:xfrm>
            <a:off x="274875" y="44900"/>
            <a:ext cx="3489955" cy="1340025"/>
          </a:xfrm>
          <a:prstGeom prst="rect">
            <a:avLst/>
          </a:prstGeom>
          <a:noFill/>
          <a:ln>
            <a:noFill/>
          </a:ln>
        </p:spPr>
      </p:pic>
      <p:pic>
        <p:nvPicPr>
          <p:cNvPr id="4227" name="Google Shape;4227;p139"/>
          <p:cNvPicPr preferRelativeResize="0"/>
          <p:nvPr/>
        </p:nvPicPr>
        <p:blipFill>
          <a:blip r:embed="rId4">
            <a:alphaModFix/>
          </a:blip>
          <a:stretch>
            <a:fillRect/>
          </a:stretch>
        </p:blipFill>
        <p:spPr>
          <a:xfrm>
            <a:off x="62451" y="123913"/>
            <a:ext cx="1180550" cy="1182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Industrial Processes Class for College by Slidesgo">
  <a:themeElements>
    <a:clrScheme name="Simple Light">
      <a:dk1>
        <a:srgbClr val="3F232A"/>
      </a:dk1>
      <a:lt1>
        <a:srgbClr val="FFF4E9"/>
      </a:lt1>
      <a:dk2>
        <a:srgbClr val="FFDFD0"/>
      </a:dk2>
      <a:lt2>
        <a:srgbClr val="FFA386"/>
      </a:lt2>
      <a:accent1>
        <a:srgbClr val="FF973C"/>
      </a:accent1>
      <a:accent2>
        <a:srgbClr val="C9E8FF"/>
      </a:accent2>
      <a:accent3>
        <a:srgbClr val="7575D3"/>
      </a:accent3>
      <a:accent4>
        <a:srgbClr val="8AD280"/>
      </a:accent4>
      <a:accent5>
        <a:srgbClr val="97CFF9"/>
      </a:accent5>
      <a:accent6>
        <a:srgbClr val="131353"/>
      </a:accent6>
      <a:hlink>
        <a:srgbClr val="13135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houghtworks Master ">
  <a:themeElements>
    <a:clrScheme name="Simple Light">
      <a:dk1>
        <a:srgbClr val="000000"/>
      </a:dk1>
      <a:lt1>
        <a:srgbClr val="FFFFFF"/>
      </a:lt1>
      <a:dk2>
        <a:srgbClr val="666666"/>
      </a:dk2>
      <a:lt2>
        <a:srgbClr val="EDF1F3"/>
      </a:lt2>
      <a:accent1>
        <a:srgbClr val="003D4F"/>
      </a:accent1>
      <a:accent2>
        <a:srgbClr val="F2617A"/>
      </a:accent2>
      <a:accent3>
        <a:srgbClr val="CC850A"/>
      </a:accent3>
      <a:accent4>
        <a:srgbClr val="6B9E78"/>
      </a:accent4>
      <a:accent5>
        <a:srgbClr val="47A1AD"/>
      </a:accent5>
      <a:accent6>
        <a:srgbClr val="634F7D"/>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