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6" r:id="rId4"/>
    <p:sldMasterId id="2147483747" r:id="rId5"/>
    <p:sldMasterId id="2147483748" r:id="rId6"/>
    <p:sldMasterId id="2147483749" r:id="rId7"/>
    <p:sldMasterId id="2147483750" r:id="rId8"/>
    <p:sldMasterId id="2147483751" r:id="rId9"/>
    <p:sldMasterId id="2147483752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  <p:sldId id="353" r:id="rId109"/>
    <p:sldId id="354" r:id="rId110"/>
    <p:sldId id="355" r:id="rId111"/>
    <p:sldId id="356" r:id="rId112"/>
    <p:sldId id="357" r:id="rId113"/>
    <p:sldId id="358" r:id="rId114"/>
    <p:sldId id="359" r:id="rId115"/>
    <p:sldId id="360" r:id="rId116"/>
    <p:sldId id="361" r:id="rId117"/>
    <p:sldId id="362" r:id="rId118"/>
    <p:sldId id="363" r:id="rId119"/>
    <p:sldId id="364" r:id="rId120"/>
    <p:sldId id="365" r:id="rId121"/>
    <p:sldId id="366" r:id="rId122"/>
    <p:sldId id="367" r:id="rId123"/>
    <p:sldId id="368" r:id="rId124"/>
    <p:sldId id="369" r:id="rId125"/>
    <p:sldId id="370" r:id="rId126"/>
    <p:sldId id="371" r:id="rId127"/>
    <p:sldId id="372" r:id="rId128"/>
    <p:sldId id="373" r:id="rId129"/>
    <p:sldId id="374" r:id="rId130"/>
    <p:sldId id="375" r:id="rId131"/>
    <p:sldId id="376" r:id="rId132"/>
    <p:sldId id="377" r:id="rId133"/>
    <p:sldId id="378" r:id="rId134"/>
    <p:sldId id="379" r:id="rId135"/>
    <p:sldId id="380" r:id="rId136"/>
    <p:sldId id="381" r:id="rId137"/>
    <p:sldId id="382" r:id="rId138"/>
    <p:sldId id="383" r:id="rId139"/>
    <p:sldId id="384" r:id="rId140"/>
    <p:sldId id="385" r:id="rId141"/>
  </p:sldIdLst>
  <p:sldSz cy="5143500" cx="9144000"/>
  <p:notesSz cx="6858000" cy="9144000"/>
  <p:embeddedFontLst>
    <p:embeddedFont>
      <p:font typeface="Inter"/>
      <p:regular r:id="rId142"/>
      <p:bold r:id="rId143"/>
      <p:italic r:id="rId144"/>
      <p:boldItalic r:id="rId145"/>
    </p:embeddedFont>
    <p:embeddedFont>
      <p:font typeface="Tahoma"/>
      <p:regular r:id="rId146"/>
      <p:bold r:id="rId147"/>
    </p:embeddedFont>
    <p:embeddedFont>
      <p:font typeface="Bitter"/>
      <p:regular r:id="rId148"/>
      <p:bold r:id="rId149"/>
      <p:italic r:id="rId150"/>
      <p:boldItalic r:id="rId151"/>
    </p:embeddedFont>
    <p:embeddedFont>
      <p:font typeface="Prompt"/>
      <p:regular r:id="rId152"/>
      <p:bold r:id="rId153"/>
      <p:italic r:id="rId154"/>
      <p:boldItalic r:id="rId155"/>
    </p:embeddedFont>
    <p:embeddedFont>
      <p:font typeface="Open Sans ExtraBold"/>
      <p:bold r:id="rId156"/>
      <p:boldItalic r:id="rId157"/>
    </p:embeddedFont>
    <p:embeddedFont>
      <p:font typeface="Lexend"/>
      <p:regular r:id="rId158"/>
      <p:bold r:id="rId159"/>
    </p:embeddedFont>
    <p:embeddedFont>
      <p:font typeface="Asap"/>
      <p:regular r:id="rId160"/>
      <p:bold r:id="rId161"/>
      <p:italic r:id="rId162"/>
      <p:boldItalic r:id="rId163"/>
    </p:embeddedFont>
    <p:embeddedFont>
      <p:font typeface="Open Sans"/>
      <p:regular r:id="rId164"/>
      <p:bold r:id="rId165"/>
      <p:italic r:id="rId166"/>
      <p:boldItalic r:id="rId1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9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107" Type="http://schemas.openxmlformats.org/officeDocument/2006/relationships/slide" Target="slides/slide96.xml"/><Relationship Id="rId106" Type="http://schemas.openxmlformats.org/officeDocument/2006/relationships/slide" Target="slides/slide95.xml"/><Relationship Id="rId105" Type="http://schemas.openxmlformats.org/officeDocument/2006/relationships/slide" Target="slides/slide94.xml"/><Relationship Id="rId104" Type="http://schemas.openxmlformats.org/officeDocument/2006/relationships/slide" Target="slides/slide93.xml"/><Relationship Id="rId109" Type="http://schemas.openxmlformats.org/officeDocument/2006/relationships/slide" Target="slides/slide98.xml"/><Relationship Id="rId108" Type="http://schemas.openxmlformats.org/officeDocument/2006/relationships/slide" Target="slides/slide97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9" Type="http://schemas.openxmlformats.org/officeDocument/2006/relationships/slide" Target="slides/slide38.xml"/><Relationship Id="rId103" Type="http://schemas.openxmlformats.org/officeDocument/2006/relationships/slide" Target="slides/slide92.xml"/><Relationship Id="rId102" Type="http://schemas.openxmlformats.org/officeDocument/2006/relationships/slide" Target="slides/slide91.xml"/><Relationship Id="rId101" Type="http://schemas.openxmlformats.org/officeDocument/2006/relationships/slide" Target="slides/slide90.xml"/><Relationship Id="rId100" Type="http://schemas.openxmlformats.org/officeDocument/2006/relationships/slide" Target="slides/slide89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29" Type="http://schemas.openxmlformats.org/officeDocument/2006/relationships/slide" Target="slides/slide118.xml"/><Relationship Id="rId128" Type="http://schemas.openxmlformats.org/officeDocument/2006/relationships/slide" Target="slides/slide117.xml"/><Relationship Id="rId127" Type="http://schemas.openxmlformats.org/officeDocument/2006/relationships/slide" Target="slides/slide116.xml"/><Relationship Id="rId126" Type="http://schemas.openxmlformats.org/officeDocument/2006/relationships/slide" Target="slides/slide115.xml"/><Relationship Id="rId26" Type="http://schemas.openxmlformats.org/officeDocument/2006/relationships/slide" Target="slides/slide15.xml"/><Relationship Id="rId121" Type="http://schemas.openxmlformats.org/officeDocument/2006/relationships/slide" Target="slides/slide110.xml"/><Relationship Id="rId25" Type="http://schemas.openxmlformats.org/officeDocument/2006/relationships/slide" Target="slides/slide14.xml"/><Relationship Id="rId120" Type="http://schemas.openxmlformats.org/officeDocument/2006/relationships/slide" Target="slides/slide109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125" Type="http://schemas.openxmlformats.org/officeDocument/2006/relationships/slide" Target="slides/slide114.xml"/><Relationship Id="rId29" Type="http://schemas.openxmlformats.org/officeDocument/2006/relationships/slide" Target="slides/slide18.xml"/><Relationship Id="rId124" Type="http://schemas.openxmlformats.org/officeDocument/2006/relationships/slide" Target="slides/slide113.xml"/><Relationship Id="rId123" Type="http://schemas.openxmlformats.org/officeDocument/2006/relationships/slide" Target="slides/slide112.xml"/><Relationship Id="rId122" Type="http://schemas.openxmlformats.org/officeDocument/2006/relationships/slide" Target="slides/slide111.xml"/><Relationship Id="rId95" Type="http://schemas.openxmlformats.org/officeDocument/2006/relationships/slide" Target="slides/slide84.xml"/><Relationship Id="rId94" Type="http://schemas.openxmlformats.org/officeDocument/2006/relationships/slide" Target="slides/slide83.xml"/><Relationship Id="rId97" Type="http://schemas.openxmlformats.org/officeDocument/2006/relationships/slide" Target="slides/slide86.xml"/><Relationship Id="rId96" Type="http://schemas.openxmlformats.org/officeDocument/2006/relationships/slide" Target="slides/slide85.xml"/><Relationship Id="rId11" Type="http://schemas.openxmlformats.org/officeDocument/2006/relationships/notesMaster" Target="notesMasters/notesMaster1.xml"/><Relationship Id="rId99" Type="http://schemas.openxmlformats.org/officeDocument/2006/relationships/slide" Target="slides/slide88.xml"/><Relationship Id="rId10" Type="http://schemas.openxmlformats.org/officeDocument/2006/relationships/slideMaster" Target="slideMasters/slideMaster7.xml"/><Relationship Id="rId98" Type="http://schemas.openxmlformats.org/officeDocument/2006/relationships/slide" Target="slides/slide87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91" Type="http://schemas.openxmlformats.org/officeDocument/2006/relationships/slide" Target="slides/slide80.xml"/><Relationship Id="rId90" Type="http://schemas.openxmlformats.org/officeDocument/2006/relationships/slide" Target="slides/slide79.xml"/><Relationship Id="rId93" Type="http://schemas.openxmlformats.org/officeDocument/2006/relationships/slide" Target="slides/slide82.xml"/><Relationship Id="rId92" Type="http://schemas.openxmlformats.org/officeDocument/2006/relationships/slide" Target="slides/slide81.xml"/><Relationship Id="rId118" Type="http://schemas.openxmlformats.org/officeDocument/2006/relationships/slide" Target="slides/slide107.xml"/><Relationship Id="rId117" Type="http://schemas.openxmlformats.org/officeDocument/2006/relationships/slide" Target="slides/slide106.xml"/><Relationship Id="rId116" Type="http://schemas.openxmlformats.org/officeDocument/2006/relationships/slide" Target="slides/slide105.xml"/><Relationship Id="rId115" Type="http://schemas.openxmlformats.org/officeDocument/2006/relationships/slide" Target="slides/slide104.xml"/><Relationship Id="rId119" Type="http://schemas.openxmlformats.org/officeDocument/2006/relationships/slide" Target="slides/slide108.xml"/><Relationship Id="rId15" Type="http://schemas.openxmlformats.org/officeDocument/2006/relationships/slide" Target="slides/slide4.xml"/><Relationship Id="rId110" Type="http://schemas.openxmlformats.org/officeDocument/2006/relationships/slide" Target="slides/slide99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14" Type="http://schemas.openxmlformats.org/officeDocument/2006/relationships/slide" Target="slides/slide103.xml"/><Relationship Id="rId18" Type="http://schemas.openxmlformats.org/officeDocument/2006/relationships/slide" Target="slides/slide7.xml"/><Relationship Id="rId113" Type="http://schemas.openxmlformats.org/officeDocument/2006/relationships/slide" Target="slides/slide102.xml"/><Relationship Id="rId112" Type="http://schemas.openxmlformats.org/officeDocument/2006/relationships/slide" Target="slides/slide101.xml"/><Relationship Id="rId111" Type="http://schemas.openxmlformats.org/officeDocument/2006/relationships/slide" Target="slides/slide100.xml"/><Relationship Id="rId84" Type="http://schemas.openxmlformats.org/officeDocument/2006/relationships/slide" Target="slides/slide73.xml"/><Relationship Id="rId83" Type="http://schemas.openxmlformats.org/officeDocument/2006/relationships/slide" Target="slides/slide72.xml"/><Relationship Id="rId86" Type="http://schemas.openxmlformats.org/officeDocument/2006/relationships/slide" Target="slides/slide75.xml"/><Relationship Id="rId85" Type="http://schemas.openxmlformats.org/officeDocument/2006/relationships/slide" Target="slides/slide74.xml"/><Relationship Id="rId88" Type="http://schemas.openxmlformats.org/officeDocument/2006/relationships/slide" Target="slides/slide77.xml"/><Relationship Id="rId150" Type="http://schemas.openxmlformats.org/officeDocument/2006/relationships/font" Target="fonts/Bitter-italic.fntdata"/><Relationship Id="rId87" Type="http://schemas.openxmlformats.org/officeDocument/2006/relationships/slide" Target="slides/slide76.xml"/><Relationship Id="rId89" Type="http://schemas.openxmlformats.org/officeDocument/2006/relationships/slide" Target="slides/slide78.xml"/><Relationship Id="rId80" Type="http://schemas.openxmlformats.org/officeDocument/2006/relationships/slide" Target="slides/slide69.xml"/><Relationship Id="rId82" Type="http://schemas.openxmlformats.org/officeDocument/2006/relationships/slide" Target="slides/slide71.xml"/><Relationship Id="rId81" Type="http://schemas.openxmlformats.org/officeDocument/2006/relationships/slide" Target="slides/slide7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Bitter-bold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Bitter-regular.fntdata"/><Relationship Id="rId9" Type="http://schemas.openxmlformats.org/officeDocument/2006/relationships/slideMaster" Target="slideMasters/slideMaster6.xml"/><Relationship Id="rId143" Type="http://schemas.openxmlformats.org/officeDocument/2006/relationships/font" Target="fonts/Inter-bold.fntdata"/><Relationship Id="rId142" Type="http://schemas.openxmlformats.org/officeDocument/2006/relationships/font" Target="fonts/Inter-regular.fntdata"/><Relationship Id="rId141" Type="http://schemas.openxmlformats.org/officeDocument/2006/relationships/slide" Target="slides/slide130.xml"/><Relationship Id="rId140" Type="http://schemas.openxmlformats.org/officeDocument/2006/relationships/slide" Target="slides/slide129.xml"/><Relationship Id="rId5" Type="http://schemas.openxmlformats.org/officeDocument/2006/relationships/slideMaster" Target="slideMasters/slideMaster2.xml"/><Relationship Id="rId147" Type="http://schemas.openxmlformats.org/officeDocument/2006/relationships/font" Target="fonts/Tahoma-bold.fntdata"/><Relationship Id="rId6" Type="http://schemas.openxmlformats.org/officeDocument/2006/relationships/slideMaster" Target="slideMasters/slideMaster3.xml"/><Relationship Id="rId146" Type="http://schemas.openxmlformats.org/officeDocument/2006/relationships/font" Target="fonts/Tahoma-regular.fntdata"/><Relationship Id="rId7" Type="http://schemas.openxmlformats.org/officeDocument/2006/relationships/slideMaster" Target="slideMasters/slideMaster4.xml"/><Relationship Id="rId145" Type="http://schemas.openxmlformats.org/officeDocument/2006/relationships/font" Target="fonts/Inter-boldItalic.fntdata"/><Relationship Id="rId8" Type="http://schemas.openxmlformats.org/officeDocument/2006/relationships/slideMaster" Target="slideMasters/slideMaster5.xml"/><Relationship Id="rId144" Type="http://schemas.openxmlformats.org/officeDocument/2006/relationships/font" Target="fonts/Inter-italic.fntdata"/><Relationship Id="rId73" Type="http://schemas.openxmlformats.org/officeDocument/2006/relationships/slide" Target="slides/slide62.xml"/><Relationship Id="rId72" Type="http://schemas.openxmlformats.org/officeDocument/2006/relationships/slide" Target="slides/slide61.xml"/><Relationship Id="rId75" Type="http://schemas.openxmlformats.org/officeDocument/2006/relationships/slide" Target="slides/slide64.xml"/><Relationship Id="rId74" Type="http://schemas.openxmlformats.org/officeDocument/2006/relationships/slide" Target="slides/slide63.xml"/><Relationship Id="rId77" Type="http://schemas.openxmlformats.org/officeDocument/2006/relationships/slide" Target="slides/slide66.xml"/><Relationship Id="rId76" Type="http://schemas.openxmlformats.org/officeDocument/2006/relationships/slide" Target="slides/slide65.xml"/><Relationship Id="rId79" Type="http://schemas.openxmlformats.org/officeDocument/2006/relationships/slide" Target="slides/slide68.xml"/><Relationship Id="rId78" Type="http://schemas.openxmlformats.org/officeDocument/2006/relationships/slide" Target="slides/slide67.xml"/><Relationship Id="rId71" Type="http://schemas.openxmlformats.org/officeDocument/2006/relationships/slide" Target="slides/slide60.xml"/><Relationship Id="rId70" Type="http://schemas.openxmlformats.org/officeDocument/2006/relationships/slide" Target="slides/slide59.xml"/><Relationship Id="rId139" Type="http://schemas.openxmlformats.org/officeDocument/2006/relationships/slide" Target="slides/slide128.xml"/><Relationship Id="rId138" Type="http://schemas.openxmlformats.org/officeDocument/2006/relationships/slide" Target="slides/slide127.xml"/><Relationship Id="rId137" Type="http://schemas.openxmlformats.org/officeDocument/2006/relationships/slide" Target="slides/slide126.xml"/><Relationship Id="rId132" Type="http://schemas.openxmlformats.org/officeDocument/2006/relationships/slide" Target="slides/slide121.xml"/><Relationship Id="rId131" Type="http://schemas.openxmlformats.org/officeDocument/2006/relationships/slide" Target="slides/slide120.xml"/><Relationship Id="rId130" Type="http://schemas.openxmlformats.org/officeDocument/2006/relationships/slide" Target="slides/slide119.xml"/><Relationship Id="rId136" Type="http://schemas.openxmlformats.org/officeDocument/2006/relationships/slide" Target="slides/slide125.xml"/><Relationship Id="rId135" Type="http://schemas.openxmlformats.org/officeDocument/2006/relationships/slide" Target="slides/slide124.xml"/><Relationship Id="rId134" Type="http://schemas.openxmlformats.org/officeDocument/2006/relationships/slide" Target="slides/slide123.xml"/><Relationship Id="rId133" Type="http://schemas.openxmlformats.org/officeDocument/2006/relationships/slide" Target="slides/slide122.xml"/><Relationship Id="rId62" Type="http://schemas.openxmlformats.org/officeDocument/2006/relationships/slide" Target="slides/slide51.xml"/><Relationship Id="rId61" Type="http://schemas.openxmlformats.org/officeDocument/2006/relationships/slide" Target="slides/slide50.xml"/><Relationship Id="rId64" Type="http://schemas.openxmlformats.org/officeDocument/2006/relationships/slide" Target="slides/slide53.xml"/><Relationship Id="rId63" Type="http://schemas.openxmlformats.org/officeDocument/2006/relationships/slide" Target="slides/slide52.xml"/><Relationship Id="rId66" Type="http://schemas.openxmlformats.org/officeDocument/2006/relationships/slide" Target="slides/slide55.xml"/><Relationship Id="rId65" Type="http://schemas.openxmlformats.org/officeDocument/2006/relationships/slide" Target="slides/slide54.xml"/><Relationship Id="rId68" Type="http://schemas.openxmlformats.org/officeDocument/2006/relationships/slide" Target="slides/slide57.xml"/><Relationship Id="rId67" Type="http://schemas.openxmlformats.org/officeDocument/2006/relationships/slide" Target="slides/slide56.xml"/><Relationship Id="rId60" Type="http://schemas.openxmlformats.org/officeDocument/2006/relationships/slide" Target="slides/slide49.xml"/><Relationship Id="rId165" Type="http://schemas.openxmlformats.org/officeDocument/2006/relationships/font" Target="fonts/OpenSans-bold.fntdata"/><Relationship Id="rId69" Type="http://schemas.openxmlformats.org/officeDocument/2006/relationships/slide" Target="slides/slide58.xml"/><Relationship Id="rId164" Type="http://schemas.openxmlformats.org/officeDocument/2006/relationships/font" Target="fonts/OpenSans-regular.fntdata"/><Relationship Id="rId163" Type="http://schemas.openxmlformats.org/officeDocument/2006/relationships/font" Target="fonts/Asap-boldItalic.fntdata"/><Relationship Id="rId162" Type="http://schemas.openxmlformats.org/officeDocument/2006/relationships/font" Target="fonts/Asap-italic.fntdata"/><Relationship Id="rId167" Type="http://schemas.openxmlformats.org/officeDocument/2006/relationships/font" Target="fonts/OpenSans-boldItalic.fntdata"/><Relationship Id="rId166" Type="http://schemas.openxmlformats.org/officeDocument/2006/relationships/font" Target="fonts/OpenSans-italic.fntdata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5" Type="http://schemas.openxmlformats.org/officeDocument/2006/relationships/slide" Target="slides/slide44.xml"/><Relationship Id="rId161" Type="http://schemas.openxmlformats.org/officeDocument/2006/relationships/font" Target="fonts/Asap-bold.fntdata"/><Relationship Id="rId54" Type="http://schemas.openxmlformats.org/officeDocument/2006/relationships/slide" Target="slides/slide43.xml"/><Relationship Id="rId160" Type="http://schemas.openxmlformats.org/officeDocument/2006/relationships/font" Target="fonts/Asap-regular.fntdata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159" Type="http://schemas.openxmlformats.org/officeDocument/2006/relationships/font" Target="fonts/Lexend-bold.fntdata"/><Relationship Id="rId59" Type="http://schemas.openxmlformats.org/officeDocument/2006/relationships/slide" Target="slides/slide48.xml"/><Relationship Id="rId154" Type="http://schemas.openxmlformats.org/officeDocument/2006/relationships/font" Target="fonts/Prompt-italic.fntdata"/><Relationship Id="rId58" Type="http://schemas.openxmlformats.org/officeDocument/2006/relationships/slide" Target="slides/slide47.xml"/><Relationship Id="rId153" Type="http://schemas.openxmlformats.org/officeDocument/2006/relationships/font" Target="fonts/Prompt-bold.fntdata"/><Relationship Id="rId152" Type="http://schemas.openxmlformats.org/officeDocument/2006/relationships/font" Target="fonts/Prompt-regular.fntdata"/><Relationship Id="rId151" Type="http://schemas.openxmlformats.org/officeDocument/2006/relationships/font" Target="fonts/Bitter-boldItalic.fntdata"/><Relationship Id="rId158" Type="http://schemas.openxmlformats.org/officeDocument/2006/relationships/font" Target="fonts/Lexend-regular.fntdata"/><Relationship Id="rId157" Type="http://schemas.openxmlformats.org/officeDocument/2006/relationships/font" Target="fonts/OpenSansExtraBold-boldItalic.fntdata"/><Relationship Id="rId156" Type="http://schemas.openxmlformats.org/officeDocument/2006/relationships/font" Target="fonts/OpenSansExtraBold-bold.fntdata"/><Relationship Id="rId155" Type="http://schemas.openxmlformats.org/officeDocument/2006/relationships/font" Target="fonts/Promp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g354d47bc2f5_0_5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5" name="Google Shape;3555;g354d47bc2f5_0_5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g354d47bc2f5_0_5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8" name="Google Shape;3638;g354d47bc2f5_0_5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2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3" name="Google Shape;3643;g354d47bc2f5_0_5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4" name="Google Shape;3644;g354d47bc2f5_0_5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g354d47bc2f5_0_5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0" name="Google Shape;3650;g354d47bc2f5_0_5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4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g354d47bc2f5_0_5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6" name="Google Shape;3656;g354d47bc2f5_0_5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g354d47bc2f5_0_5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3" name="Google Shape;3663;g354d47bc2f5_0_5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6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" name="Google Shape;3697;g354d47bc2f5_0_5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8" name="Google Shape;3698;g354d47bc2f5_0_5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8" name="Google Shape;3728;g354d47bc2f5_0_5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9" name="Google Shape;3729;g354d47bc2f5_0_5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4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g354d47bc2f5_0_5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6" name="Google Shape;3756;g354d47bc2f5_0_5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1" name="Shape 3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2" name="Google Shape;3762;g354d47bc2f5_0_5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3" name="Google Shape;3763;g354d47bc2f5_0_5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g354d47bc2f5_0_5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0" name="Google Shape;3770;g354d47bc2f5_0_5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5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g354d47bc2f5_0_5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7" name="Google Shape;3777;g354d47bc2f5_0_5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Google Shape;3782;g354d47bc2f5_0_5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3" name="Google Shape;3783;g354d47bc2f5_0_5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" name="Google Shape;3788;g354d47bc2f5_0_5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9" name="Google Shape;3789;g354d47bc2f5_0_5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3" name="Shape 3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354d47bc2f5_0_5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5" name="Google Shape;3795;g354d47bc2f5_0_5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9" name="Shape 3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g354d47bc2f5_0_5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1" name="Google Shape;3801;g354d47bc2f5_0_5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g354d47bc2f5_0_5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8" name="Google Shape;3808;g354d47bc2f5_0_5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3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4" name="Google Shape;3814;g354d47bc2f5_0_5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5" name="Google Shape;3815;g354d47bc2f5_0_5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9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g354d47bc2f5_0_5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1" name="Google Shape;3821;g354d47bc2f5_0_5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8" name="Google Shape;3828;g354d47bc2f5_0_5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9" name="Google Shape;3829;g354d47bc2f5_0_5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5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g354d47bc2f5_0_5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7" name="Google Shape;3837;g354d47bc2f5_0_5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g354d47bc2f5_0_5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5" name="Google Shape;3845;g354d47bc2f5_0_5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1" name="Shape 3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Google Shape;3852;g354d47bc2f5_0_5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3" name="Google Shape;3853;g354d47bc2f5_0_5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g354d47bc2f5_0_5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9" name="Google Shape;3859;g354d47bc2f5_0_5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4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g354d47bc2f5_0_5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6" name="Google Shape;3866;g354d47bc2f5_0_5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1" name="Shape 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2" name="Google Shape;3872;g354d47bc2f5_0_5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3" name="Google Shape;3873;g354d47bc2f5_0_5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g354d47bc2f5_0_5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0" name="Google Shape;3880;g354d47bc2f5_0_5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4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g354d47bc2f5_0_5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6" name="Google Shape;3886;g354d47bc2f5_0_5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g354d47bc2f5_0_5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4" name="Google Shape;3904;g354d47bc2f5_0_5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Google Shape;3921;g354d47bc2f5_0_5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2" name="Google Shape;3922;g354d47bc2f5_0_5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9" name="Shape 3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0" name="Google Shape;3930;g354d47bc2f5_0_5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1" name="Google Shape;3931;g354d47bc2f5_0_5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7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g354d47bc2f5_0_5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9" name="Google Shape;3939;g354d47bc2f5_0_5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g354d47bc2f5_0_5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5" name="Google Shape;3945;g354d47bc2f5_0_5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0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Google Shape;3951;g354d47bc2f5_0_5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2" name="Google Shape;3952;g354d47bc2f5_0_5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0" name="Shape 3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1" name="Google Shape;3961;g354d47bc2f5_0_5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2" name="Google Shape;3962;g354d47bc2f5_0_5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54d47bc2f5_0_5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0" name="Google Shape;3980;g354d47bc2f5_0_5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7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g354d47bc2f5_0_5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9" name="Google Shape;3989;g354d47bc2f5_0_5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3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Google Shape;4004;g354d47bc2f5_0_5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5" name="Google Shape;4005;g354d47bc2f5_0_5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3" name="Shape 4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Google Shape;4014;g354d47bc2f5_0_5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5" name="Google Shape;4015;g354d47bc2f5_0_5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3" name="Shape 4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Google Shape;4024;g354d47bc2f5_0_5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5" name="Google Shape;4025;g354d47bc2f5_0_5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3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" name="Google Shape;4034;g354d47bc2f5_0_5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5" name="Google Shape;4035;g354d47bc2f5_0_5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4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Google Shape;4045;g354d47bc2f5_0_5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6" name="Google Shape;4046;g354d47bc2f5_0_5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1" name="Shape 4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2" name="Google Shape;4052;g354d47bc2f5_0_5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3" name="Google Shape;4053;g354d47bc2f5_0_5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g354d47bc2f5_0_5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3" name="Google Shape;4063;g354d47bc2f5_0_5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9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g354d47bc2f5_0_5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1" name="Google Shape;4071;g354d47bc2f5_0_5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5" name="Shape 4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6" name="Google Shape;4076;g354d47bc2f5_0_5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7" name="Google Shape;4077;g354d47bc2f5_0_5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1" name="Shape 4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2" name="Google Shape;4082;g354d47bc2f5_0_5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3" name="Google Shape;4083;g354d47bc2f5_0_5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5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g354d47bc2f5_0_5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7" name="Google Shape;4097;g354d47bc2f5_0_5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2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g354d47bc2f5_0_5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4" name="Google Shape;4104;g354d47bc2f5_0_5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9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354d47bc2f5_0_5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1" name="Google Shape;4111;g354d47bc2f5_0_5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7" name="Shape 4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Google Shape;4118;g354d47bc2f5_0_5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9" name="Google Shape;4119;g354d47bc2f5_0_5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g354d47bc2f5_0_5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0" name="Google Shape;4130;g354d47bc2f5_0_5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5" name="Shape 4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g354d47bc2f5_0_5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7" name="Google Shape;4137;g354d47bc2f5_0_5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4" name="Shape 4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5" name="Google Shape;4145;g354d47bc2f5_0_5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6" name="Google Shape;4146;g354d47bc2f5_0_5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3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g354d47bc2f5_0_5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5" name="Google Shape;4155;g354d47bc2f5_0_5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0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g354d47bc2f5_0_5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2" name="Google Shape;4162;g354d47bc2f5_0_5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9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g354d47bc2f5_0_5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1" name="Google Shape;4171;g354d47bc2f5_0_5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9" name="Shape 4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0" name="Google Shape;4180;g354d47bc2f5_0_5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1" name="Google Shape;4181;g354d47bc2f5_0_5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5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g354d47bc2f5_0_5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7" name="Google Shape;4187;g354d47bc2f5_0_5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3" name="Shape 4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4" name="Google Shape;4204;g354d47bc2f5_0_5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5" name="Google Shape;4205;g354d47bc2f5_0_5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1" name="Shape 4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Google Shape;4222;g354d47bc2f5_0_5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3" name="Google Shape;4223;g354d47bc2f5_0_5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9" name="Shape 4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" name="Google Shape;4240;g354d47bc2f5_0_5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1" name="Google Shape;4241;g354d47bc2f5_0_5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9" name="Shape 4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" name="Google Shape;4260;g354d47bc2f5_0_5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1" name="Google Shape;4261;g354d47bc2f5_0_5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3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g354d47bc2f5_0_5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5" name="Google Shape;4285;g354d47bc2f5_0_5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8" name="Shape 4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Google Shape;4299;g354d47bc2f5_0_5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0" name="Google Shape;4300;g354d47bc2f5_0_5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9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0" name="Google Shape;4320;g354d47bc2f5_0_5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1" name="Google Shape;4321;g354d47bc2f5_0_5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2" name="Shape 4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354d47bc2f5_0_5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4" name="Google Shape;4334;g354d47bc2f5_0_5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2" name="Shape 4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" name="Google Shape;4343;g354d47bc2f5_0_5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4" name="Google Shape;4344;g354d47bc2f5_0_5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2" name="Shape 4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3" name="Google Shape;4353;g354d47bc2f5_0_5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4" name="Google Shape;4354;g354d47bc2f5_0_5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5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g354d47bc2f5_0_5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7" name="Google Shape;4367;g354d47bc2f5_0_5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2" name="Shape 4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3" name="Google Shape;4373;g354d47bc2f5_0_5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4" name="Google Shape;4374;g354d47bc2f5_0_5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0" name="Shape 4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1" name="Google Shape;4381;g354d47bc2f5_0_5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2" name="Google Shape;4382;g354d47bc2f5_0_5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5" name="Shape 4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6" name="Google Shape;4406;g354d47bc2f5_0_5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7" name="Google Shape;4407;g354d47bc2f5_0_5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0" name="Shape 4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1" name="Google Shape;4421;g354d47bc2f5_0_5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2" name="Google Shape;4422;g354d47bc2f5_0_5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6" name="Shape 4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g354d47bc2f5_0_5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8" name="Google Shape;4428;g354d47bc2f5_0_5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g354d47bc2f5_0_5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8" name="Google Shape;4448;g354d47bc2f5_0_5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354d47bc2f5_0_5837:notes"/>
          <p:cNvSpPr txBox="1"/>
          <p:nvPr>
            <p:ph idx="1" type="body"/>
          </p:nvPr>
        </p:nvSpPr>
        <p:spPr>
          <a:xfrm>
            <a:off x="914400" y="4343400"/>
            <a:ext cx="50289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5" name="Google Shape;4455;g354d47bc2f5_0_5837:notes"/>
          <p:cNvSpPr/>
          <p:nvPr>
            <p:ph idx="2" type="sldImg"/>
          </p:nvPr>
        </p:nvSpPr>
        <p:spPr>
          <a:xfrm>
            <a:off x="1143000" y="685800"/>
            <a:ext cx="4571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0" name="Shape 4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1" name="Google Shape;4461;g354d47bc2f5_0_5843:notes"/>
          <p:cNvSpPr/>
          <p:nvPr>
            <p:ph idx="2" type="sldImg"/>
          </p:nvPr>
        </p:nvSpPr>
        <p:spPr>
          <a:xfrm>
            <a:off x="381163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2" name="Google Shape;4462;g354d47bc2f5_0_5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7" name="Shape 4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8" name="Google Shape;4478;g354d47bc2f5_0_5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9" name="Google Shape;4479;g354d47bc2f5_0_58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6" name="Shape 4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7" name="Google Shape;4487;g354d47bc2f5_0_5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8" name="Google Shape;4488;g354d47bc2f5_0_58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4" name="Shape 4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" name="Google Shape;4505;g354d47bc2f5_0_5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6" name="Google Shape;4506;g354d47bc2f5_0_58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2" name="Shape 4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3" name="Google Shape;4543;g354d47bc2f5_0_5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4" name="Google Shape;4544;g354d47bc2f5_0_59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Google Shape;4552;g354d47bc2f5_0_5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3" name="Google Shape;4553;g354d47bc2f5_0_5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7" name="Shape 4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8" name="Google Shape;4558;g354d47bc2f5_0_5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9" name="Google Shape;4559;g354d47bc2f5_0_5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1" name="Shape 4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" name="Google Shape;4582;g354d47bc2f5_0_5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3" name="Google Shape;4583;g354d47bc2f5_0_5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7" name="Shape 4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" name="Google Shape;4608;g354d47bc2f5_0_5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9" name="Google Shape;4609;g354d47bc2f5_0_5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0" name="Shape 4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1" name="Google Shape;4621;g354d47bc2f5_0_5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2" name="Google Shape;4622;g354d47bc2f5_0_5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7" name="Shape 4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" name="Google Shape;4628;g354d47bc2f5_0_60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9" name="Google Shape;4629;g354d47bc2f5_0_6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Modify ocurre usualmente en sistemas legados sin cobertura de pruebas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7" name="Shape 4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" name="Google Shape;4638;g354d47bc2f5_0_6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9" name="Google Shape;4639;g354d47bc2f5_0_6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3" name="Shape 4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4" name="Google Shape;4644;g354d47bc2f5_0_6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5" name="Google Shape;4645;g354d47bc2f5_0_6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4" name="Shape 4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5" name="Google Shape;4655;g354d47bc2f5_0_6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6" name="Google Shape;4656;g354d47bc2f5_0_6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4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5" name="Google Shape;4665;g354d47bc2f5_0_6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6" name="Google Shape;4666;g354d47bc2f5_0_6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1" name="Shape 4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2" name="Google Shape;4672;g354d47bc2f5_0_6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3" name="Google Shape;4673;g354d47bc2f5_0_6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8" name="Shape 4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" name="Google Shape;4679;g354d47bc2f5_0_6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0" name="Google Shape;4680;g354d47bc2f5_0_6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g354d47bc2f5_0_6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7" name="Google Shape;4687;g354d47bc2f5_0_6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2" name="Shape 4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3" name="Google Shape;4693;g354d47bc2f5_0_6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4" name="Google Shape;4694;g354d47bc2f5_0_6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5" name="Shape 4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Google Shape;4706;g354d47bc2f5_0_6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7" name="Google Shape;4707;g354d47bc2f5_0_6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1" name="Shape 4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" name="Google Shape;4712;g354d47bc2f5_0_6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3" name="Google Shape;4713;g354d47bc2f5_0_6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354d47bc2f5_0_6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354d47bc2f5_0_6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3" name="Shape 4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4" name="Google Shape;4724;g354d47bc2f5_0_6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5" name="Google Shape;4725;g354d47bc2f5_0_6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1" name="Shape 4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2" name="Google Shape;4742;g354d47bc2f5_0_6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3" name="Google Shape;4743;g354d47bc2f5_0_6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7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354d47bc2f5_0_6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9" name="Google Shape;4759;g354d47bc2f5_0_6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Reference: https://www.javatpoint.com/what-is-dom-in-react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g354d47bc2f5_0_6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6" name="Google Shape;4766;g354d47bc2f5_0_6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Reference: https://www.javatpoint.com/what-is-dom-in-react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4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g354d47bc2f5_0_6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6" name="Google Shape;4776;g354d47bc2f5_0_6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Reference: https://www.javatpoint.com/what-is-dom-in-react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3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g354d47bc2f5_0_6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5" name="Google Shape;4785;g354d47bc2f5_0_6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4" name="Shape 4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5" name="Google Shape;4805;g354d47bc2f5_0_6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6" name="Google Shape;4806;g354d47bc2f5_0_6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5" name="Shape 4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6" name="Google Shape;4826;g354d47bc2f5_0_6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7" name="Google Shape;4827;g354d47bc2f5_0_6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1" name="Shape 4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2" name="Google Shape;4832;g354d47bc2f5_0_6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3" name="Google Shape;4833;g354d47bc2f5_0_6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7" name="Shape 4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8" name="Google Shape;4838;g354d47bc2f5_0_6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9" name="Google Shape;4839;g354d47bc2f5_0_6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3" name="Shape 4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4" name="Google Shape;4844;g354d47bc2f5_0_6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5" name="Google Shape;4845;g354d47bc2f5_0_6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4" name="Shape 4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5" name="Google Shape;4855;g354d47bc2f5_0_6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6" name="Google Shape;4856;g354d47bc2f5_0_6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3" name="Shape 4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" name="Google Shape;4864;g354d47bc2f5_0_6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5" name="Google Shape;4865;g354d47bc2f5_0_6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g354d47bc2f5_0_6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1" name="Google Shape;4871;g354d47bc2f5_0_6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Reference: https://www.javatpoint.com/what-is-dom-in-react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9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g354d47bc2f5_0_6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1" name="Google Shape;4881;g354d47bc2f5_0_6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6" name="Shape 4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7" name="Google Shape;4887;g354d47bc2f5_0_6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8" name="Google Shape;4888;g354d47bc2f5_0_6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6" name="Shape 4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7" name="Google Shape;4907;g354d47bc2f5_0_6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8" name="Google Shape;4908;g354d47bc2f5_0_6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7" name="Shape 4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8" name="Google Shape;4928;g354d47bc2f5_0_6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9" name="Google Shape;4929;g354d47bc2f5_0_6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7" name="Shape 4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8" name="Google Shape;4938;g354d47bc2f5_0_6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9" name="Google Shape;4939;g354d47bc2f5_0_6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8" name="Shape 4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9" name="Google Shape;4959;g354d47bc2f5_0_6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0" name="Google Shape;4960;g354d47bc2f5_0_6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7" name="Shape 4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Google Shape;4968;g354d47bc2f5_0_6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9" name="Google Shape;4969;g354d47bc2f5_0_6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8" name="Shape 4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9" name="Google Shape;4979;g354d47bc2f5_0_6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0" name="Google Shape;4980;g354d47bc2f5_0_6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g354d47bc2f5_0_6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7" name="Google Shape;4987;g354d47bc2f5_0_6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2" name="Shape 5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Google Shape;5013;g354d47bc2f5_0_6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4" name="Google Shape;5014;g354d47bc2f5_0_6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3" name="Shape 5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4" name="Google Shape;5024;g354d47bc2f5_0_6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5" name="Google Shape;5025;g354d47bc2f5_0_6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4" name="Shape 5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5" name="Google Shape;5045;g354d47bc2f5_0_6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6" name="Google Shape;5046;g354d47bc2f5_0_6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1" name="Shape 5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2" name="Google Shape;5052;g354d47bc2f5_0_6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3" name="Google Shape;5053;g354d47bc2f5_0_6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9" name="Shape 5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0" name="Google Shape;5060;g354d47bc2f5_0_6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1" name="Google Shape;5061;g354d47bc2f5_0_6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0" name="Shape 5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1" name="Google Shape;5071;g354d47bc2f5_0_6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2" name="Google Shape;5072;g354d47bc2f5_0_6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6" name="Shape 5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7" name="Google Shape;5077;g354d47bc2f5_0_6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8" name="Google Shape;5078;g354d47bc2f5_0_6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8" name="Shape 5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" name="Google Shape;5089;g354d47bc2f5_0_6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0" name="Google Shape;5090;g354d47bc2f5_0_6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713225" y="701700"/>
            <a:ext cx="44598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13225" y="3191175"/>
            <a:ext cx="4459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6844224" y="991907"/>
            <a:ext cx="2528583" cy="3403880"/>
            <a:chOff x="3074425" y="836100"/>
            <a:chExt cx="1472075" cy="1981650"/>
          </a:xfrm>
        </p:grpSpPr>
        <p:sp>
          <p:nvSpPr>
            <p:cNvPr id="57" name="Google Shape;57;p14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5353357" y="1166011"/>
            <a:ext cx="1511499" cy="3290861"/>
            <a:chOff x="1622025" y="238125"/>
            <a:chExt cx="746825" cy="1626000"/>
          </a:xfrm>
        </p:grpSpPr>
        <p:sp>
          <p:nvSpPr>
            <p:cNvPr id="66" name="Google Shape;66;p1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7189504" y="2296000"/>
            <a:ext cx="954842" cy="1856849"/>
            <a:chOff x="4087800" y="723675"/>
            <a:chExt cx="700750" cy="1362725"/>
          </a:xfrm>
        </p:grpSpPr>
        <p:sp>
          <p:nvSpPr>
            <p:cNvPr id="72" name="Google Shape;72;p14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6125063" y="2365317"/>
            <a:ext cx="1004134" cy="1939934"/>
            <a:chOff x="3308625" y="459175"/>
            <a:chExt cx="736925" cy="1423700"/>
          </a:xfrm>
        </p:grpSpPr>
        <p:sp>
          <p:nvSpPr>
            <p:cNvPr id="95" name="Google Shape;95;p14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5172958" y="2730008"/>
            <a:ext cx="891924" cy="1726789"/>
            <a:chOff x="2607875" y="643925"/>
            <a:chExt cx="654575" cy="1267275"/>
          </a:xfrm>
        </p:grpSpPr>
        <p:sp>
          <p:nvSpPr>
            <p:cNvPr id="116" name="Google Shape;116;p14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8195375" y="1969419"/>
            <a:ext cx="891345" cy="1727368"/>
            <a:chOff x="4826000" y="484000"/>
            <a:chExt cx="654150" cy="1267700"/>
          </a:xfrm>
        </p:grpSpPr>
        <p:sp>
          <p:nvSpPr>
            <p:cNvPr id="135" name="Google Shape;135;p14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6157382" y="2265586"/>
            <a:ext cx="1184079" cy="2130184"/>
            <a:chOff x="5195125" y="2889950"/>
            <a:chExt cx="787025" cy="1415875"/>
          </a:xfrm>
        </p:grpSpPr>
        <p:sp>
          <p:nvSpPr>
            <p:cNvPr id="154" name="Google Shape;154;p14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4"/>
          <p:cNvGrpSpPr/>
          <p:nvPr/>
        </p:nvGrpSpPr>
        <p:grpSpPr>
          <a:xfrm>
            <a:off x="7341438" y="1489938"/>
            <a:ext cx="1782332" cy="2212156"/>
            <a:chOff x="5932450" y="2691225"/>
            <a:chExt cx="1445525" cy="1794125"/>
          </a:xfrm>
        </p:grpSpPr>
        <p:sp>
          <p:nvSpPr>
            <p:cNvPr id="187" name="Google Shape;187;p14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14"/>
          <p:cNvGrpSpPr/>
          <p:nvPr/>
        </p:nvGrpSpPr>
        <p:grpSpPr>
          <a:xfrm>
            <a:off x="-381000" y="3714140"/>
            <a:ext cx="9870375" cy="1455000"/>
            <a:chOff x="-381000" y="2758675"/>
            <a:chExt cx="9870375" cy="1455000"/>
          </a:xfrm>
        </p:grpSpPr>
        <p:sp>
          <p:nvSpPr>
            <p:cNvPr id="260" name="Google Shape;260;p14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81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228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304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09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57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533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1869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110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263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644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6858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4"/>
          <p:cNvSpPr/>
          <p:nvPr/>
        </p:nvSpPr>
        <p:spPr>
          <a:xfrm>
            <a:off x="0" y="3714150"/>
            <a:ext cx="28989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2742610" y="4791913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370767" y="3260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716384" y="1142647"/>
            <a:ext cx="1422800" cy="201218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14"/>
          <p:cNvGrpSpPr/>
          <p:nvPr/>
        </p:nvGrpSpPr>
        <p:grpSpPr>
          <a:xfrm>
            <a:off x="6258499" y="4642"/>
            <a:ext cx="1874021" cy="991923"/>
            <a:chOff x="3927875" y="2818025"/>
            <a:chExt cx="1071175" cy="566975"/>
          </a:xfrm>
        </p:grpSpPr>
        <p:sp>
          <p:nvSpPr>
            <p:cNvPr id="318" name="Google Shape;318;p14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14"/>
          <p:cNvSpPr/>
          <p:nvPr/>
        </p:nvSpPr>
        <p:spPr>
          <a:xfrm>
            <a:off x="8244388" y="4530058"/>
            <a:ext cx="928204" cy="430572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 txBox="1"/>
          <p:nvPr>
            <p:ph type="title"/>
          </p:nvPr>
        </p:nvSpPr>
        <p:spPr>
          <a:xfrm>
            <a:off x="699125" y="2979600"/>
            <a:ext cx="3296400" cy="694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2" name="Google Shape;332;p15"/>
          <p:cNvSpPr txBox="1"/>
          <p:nvPr>
            <p:ph idx="1" type="subTitle"/>
          </p:nvPr>
        </p:nvSpPr>
        <p:spPr>
          <a:xfrm>
            <a:off x="699125" y="3798600"/>
            <a:ext cx="3296400" cy="632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3" name="Google Shape;333;p15"/>
          <p:cNvSpPr txBox="1"/>
          <p:nvPr>
            <p:ph hasCustomPrompt="1" idx="2" type="title"/>
          </p:nvPr>
        </p:nvSpPr>
        <p:spPr>
          <a:xfrm>
            <a:off x="1506575" y="15336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34" name="Google Shape;334;p15"/>
          <p:cNvGrpSpPr/>
          <p:nvPr/>
        </p:nvGrpSpPr>
        <p:grpSpPr>
          <a:xfrm>
            <a:off x="6085954" y="2272387"/>
            <a:ext cx="2581452" cy="3335997"/>
            <a:chOff x="2784353" y="929598"/>
            <a:chExt cx="2843322" cy="3674410"/>
          </a:xfrm>
        </p:grpSpPr>
        <p:sp>
          <p:nvSpPr>
            <p:cNvPr id="335" name="Google Shape;335;p15"/>
            <p:cNvSpPr/>
            <p:nvPr/>
          </p:nvSpPr>
          <p:spPr>
            <a:xfrm>
              <a:off x="2805900" y="2220450"/>
              <a:ext cx="2800122" cy="2383558"/>
            </a:xfrm>
            <a:custGeom>
              <a:rect b="b" l="l" r="r" t="t"/>
              <a:pathLst>
                <a:path extrusionOk="0" h="28861" w="23843">
                  <a:moveTo>
                    <a:pt x="1" y="0"/>
                  </a:moveTo>
                  <a:lnTo>
                    <a:pt x="1" y="28860"/>
                  </a:lnTo>
                  <a:lnTo>
                    <a:pt x="23842" y="28860"/>
                  </a:lnTo>
                  <a:lnTo>
                    <a:pt x="238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2819866" y="929598"/>
              <a:ext cx="61445" cy="1345763"/>
            </a:xfrm>
            <a:custGeom>
              <a:rect b="b" l="l" r="r" t="t"/>
              <a:pathLst>
                <a:path extrusionOk="0" h="16295" w="744">
                  <a:moveTo>
                    <a:pt x="1" y="1"/>
                  </a:moveTo>
                  <a:lnTo>
                    <a:pt x="1" y="16295"/>
                  </a:lnTo>
                  <a:lnTo>
                    <a:pt x="744" y="16295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3537964" y="929598"/>
              <a:ext cx="60371" cy="1345763"/>
            </a:xfrm>
            <a:custGeom>
              <a:rect b="b" l="l" r="r" t="t"/>
              <a:pathLst>
                <a:path extrusionOk="0" h="16295" w="731">
                  <a:moveTo>
                    <a:pt x="0" y="1"/>
                  </a:moveTo>
                  <a:lnTo>
                    <a:pt x="0" y="16295"/>
                  </a:lnTo>
                  <a:lnTo>
                    <a:pt x="730" y="16295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4777107" y="929598"/>
              <a:ext cx="60371" cy="1345763"/>
            </a:xfrm>
            <a:custGeom>
              <a:rect b="b" l="l" r="r" t="t"/>
              <a:pathLst>
                <a:path extrusionOk="0" h="16295" w="731">
                  <a:moveTo>
                    <a:pt x="0" y="1"/>
                  </a:moveTo>
                  <a:lnTo>
                    <a:pt x="0" y="16295"/>
                  </a:lnTo>
                  <a:lnTo>
                    <a:pt x="730" y="16295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5494049" y="929598"/>
              <a:ext cx="61445" cy="1345763"/>
            </a:xfrm>
            <a:custGeom>
              <a:rect b="b" l="l" r="r" t="t"/>
              <a:pathLst>
                <a:path extrusionOk="0" h="16295" w="744">
                  <a:moveTo>
                    <a:pt x="1" y="1"/>
                  </a:moveTo>
                  <a:lnTo>
                    <a:pt x="1" y="16295"/>
                  </a:lnTo>
                  <a:lnTo>
                    <a:pt x="744" y="16295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2805909" y="2220441"/>
              <a:ext cx="1003438" cy="2383558"/>
            </a:xfrm>
            <a:custGeom>
              <a:rect b="b" l="l" r="r" t="t"/>
              <a:pathLst>
                <a:path extrusionOk="0" h="28861" w="12150">
                  <a:moveTo>
                    <a:pt x="0" y="0"/>
                  </a:moveTo>
                  <a:lnTo>
                    <a:pt x="0" y="28860"/>
                  </a:lnTo>
                  <a:lnTo>
                    <a:pt x="12149" y="28860"/>
                  </a:lnTo>
                  <a:lnTo>
                    <a:pt x="12149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2784353" y="2194447"/>
              <a:ext cx="2843322" cy="94810"/>
            </a:xfrm>
            <a:custGeom>
              <a:rect b="b" l="l" r="r" t="t"/>
              <a:pathLst>
                <a:path extrusionOk="0" h="1148" w="34428">
                  <a:moveTo>
                    <a:pt x="1" y="1"/>
                  </a:moveTo>
                  <a:lnTo>
                    <a:pt x="1" y="1148"/>
                  </a:lnTo>
                  <a:lnTo>
                    <a:pt x="34427" y="1148"/>
                  </a:lnTo>
                  <a:lnTo>
                    <a:pt x="34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2784353" y="2948119"/>
              <a:ext cx="2843322" cy="87295"/>
            </a:xfrm>
            <a:custGeom>
              <a:rect b="b" l="l" r="r" t="t"/>
              <a:pathLst>
                <a:path extrusionOk="0" h="1057" w="34428">
                  <a:moveTo>
                    <a:pt x="1" y="1"/>
                  </a:moveTo>
                  <a:lnTo>
                    <a:pt x="1" y="1057"/>
                  </a:lnTo>
                  <a:lnTo>
                    <a:pt x="34427" y="1057"/>
                  </a:lnTo>
                  <a:lnTo>
                    <a:pt x="34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2784353" y="3723285"/>
              <a:ext cx="2843322" cy="87295"/>
            </a:xfrm>
            <a:custGeom>
              <a:rect b="b" l="l" r="r" t="t"/>
              <a:pathLst>
                <a:path extrusionOk="0" h="1057" w="34428">
                  <a:moveTo>
                    <a:pt x="1" y="0"/>
                  </a:moveTo>
                  <a:lnTo>
                    <a:pt x="1" y="1056"/>
                  </a:lnTo>
                  <a:lnTo>
                    <a:pt x="34427" y="1056"/>
                  </a:lnTo>
                  <a:lnTo>
                    <a:pt x="34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4300164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0" y="1"/>
                  </a:moveTo>
                  <a:lnTo>
                    <a:pt x="0" y="5345"/>
                  </a:lnTo>
                  <a:lnTo>
                    <a:pt x="2855" y="5345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4755552" y="2402298"/>
              <a:ext cx="236944" cy="441513"/>
            </a:xfrm>
            <a:custGeom>
              <a:rect b="b" l="l" r="r" t="t"/>
              <a:pathLst>
                <a:path extrusionOk="0" h="5346" w="2869">
                  <a:moveTo>
                    <a:pt x="0" y="1"/>
                  </a:moveTo>
                  <a:lnTo>
                    <a:pt x="0" y="5345"/>
                  </a:lnTo>
                  <a:lnTo>
                    <a:pt x="2868" y="5345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3841556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0" y="1"/>
                  </a:moveTo>
                  <a:lnTo>
                    <a:pt x="0" y="5345"/>
                  </a:lnTo>
                  <a:lnTo>
                    <a:pt x="2855" y="5345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5197973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1" y="1"/>
                  </a:moveTo>
                  <a:lnTo>
                    <a:pt x="1" y="5345"/>
                  </a:lnTo>
                  <a:lnTo>
                    <a:pt x="2856" y="5345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3284999" y="2402298"/>
              <a:ext cx="192759" cy="441513"/>
            </a:xfrm>
            <a:custGeom>
              <a:rect b="b" l="l" r="r" t="t"/>
              <a:pathLst>
                <a:path extrusionOk="0" h="5346" w="2334">
                  <a:moveTo>
                    <a:pt x="0" y="1"/>
                  </a:moveTo>
                  <a:lnTo>
                    <a:pt x="0" y="5345"/>
                  </a:lnTo>
                  <a:lnTo>
                    <a:pt x="2333" y="5345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930781" y="2402298"/>
              <a:ext cx="191686" cy="441513"/>
            </a:xfrm>
            <a:custGeom>
              <a:rect b="b" l="l" r="r" t="t"/>
              <a:pathLst>
                <a:path extrusionOk="0" h="5346" w="2321">
                  <a:moveTo>
                    <a:pt x="0" y="1"/>
                  </a:moveTo>
                  <a:lnTo>
                    <a:pt x="0" y="5345"/>
                  </a:lnTo>
                  <a:lnTo>
                    <a:pt x="2321" y="5345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4300164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0" y="1"/>
                  </a:moveTo>
                  <a:lnTo>
                    <a:pt x="0" y="5358"/>
                  </a:lnTo>
                  <a:lnTo>
                    <a:pt x="2855" y="535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4755552" y="3155909"/>
              <a:ext cx="236944" cy="442586"/>
            </a:xfrm>
            <a:custGeom>
              <a:rect b="b" l="l" r="r" t="t"/>
              <a:pathLst>
                <a:path extrusionOk="0" h="5359" w="2869">
                  <a:moveTo>
                    <a:pt x="0" y="1"/>
                  </a:moveTo>
                  <a:lnTo>
                    <a:pt x="0" y="5358"/>
                  </a:lnTo>
                  <a:lnTo>
                    <a:pt x="2868" y="5358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3841556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0" y="1"/>
                  </a:moveTo>
                  <a:lnTo>
                    <a:pt x="0" y="5358"/>
                  </a:lnTo>
                  <a:lnTo>
                    <a:pt x="2855" y="535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5197973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1" y="1"/>
                  </a:moveTo>
                  <a:lnTo>
                    <a:pt x="1" y="5358"/>
                  </a:lnTo>
                  <a:lnTo>
                    <a:pt x="2856" y="5358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3284999" y="3155909"/>
              <a:ext cx="192759" cy="442586"/>
            </a:xfrm>
            <a:custGeom>
              <a:rect b="b" l="l" r="r" t="t"/>
              <a:pathLst>
                <a:path extrusionOk="0" h="5359" w="2334">
                  <a:moveTo>
                    <a:pt x="0" y="1"/>
                  </a:moveTo>
                  <a:lnTo>
                    <a:pt x="0" y="5358"/>
                  </a:lnTo>
                  <a:lnTo>
                    <a:pt x="2333" y="5358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2930781" y="3155909"/>
              <a:ext cx="191686" cy="442586"/>
            </a:xfrm>
            <a:custGeom>
              <a:rect b="b" l="l" r="r" t="t"/>
              <a:pathLst>
                <a:path extrusionOk="0" h="5359" w="2321">
                  <a:moveTo>
                    <a:pt x="0" y="1"/>
                  </a:moveTo>
                  <a:lnTo>
                    <a:pt x="0" y="5358"/>
                  </a:lnTo>
                  <a:lnTo>
                    <a:pt x="2321" y="5358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4300164" y="3975177"/>
              <a:ext cx="717107" cy="628821"/>
            </a:xfrm>
            <a:custGeom>
              <a:rect b="b" l="l" r="r" t="t"/>
              <a:pathLst>
                <a:path extrusionOk="0" h="7614" w="8683">
                  <a:moveTo>
                    <a:pt x="0" y="1"/>
                  </a:moveTo>
                  <a:lnTo>
                    <a:pt x="0" y="7613"/>
                  </a:lnTo>
                  <a:lnTo>
                    <a:pt x="8682" y="7613"/>
                  </a:lnTo>
                  <a:lnTo>
                    <a:pt x="86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3841556" y="3975177"/>
              <a:ext cx="235870" cy="446881"/>
            </a:xfrm>
            <a:custGeom>
              <a:rect b="b" l="l" r="r" t="t"/>
              <a:pathLst>
                <a:path extrusionOk="0" h="5411" w="2856">
                  <a:moveTo>
                    <a:pt x="0" y="1"/>
                  </a:moveTo>
                  <a:lnTo>
                    <a:pt x="0" y="5410"/>
                  </a:lnTo>
                  <a:lnTo>
                    <a:pt x="2855" y="5410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5197973" y="3975177"/>
              <a:ext cx="235870" cy="446881"/>
            </a:xfrm>
            <a:custGeom>
              <a:rect b="b" l="l" r="r" t="t"/>
              <a:pathLst>
                <a:path extrusionOk="0" h="5411" w="2856">
                  <a:moveTo>
                    <a:pt x="1" y="1"/>
                  </a:moveTo>
                  <a:lnTo>
                    <a:pt x="1" y="5410"/>
                  </a:lnTo>
                  <a:lnTo>
                    <a:pt x="2856" y="5410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3284999" y="3975177"/>
              <a:ext cx="192759" cy="446881"/>
            </a:xfrm>
            <a:custGeom>
              <a:rect b="b" l="l" r="r" t="t"/>
              <a:pathLst>
                <a:path extrusionOk="0" h="5411" w="2334">
                  <a:moveTo>
                    <a:pt x="0" y="1"/>
                  </a:moveTo>
                  <a:lnTo>
                    <a:pt x="0" y="5410"/>
                  </a:lnTo>
                  <a:lnTo>
                    <a:pt x="2333" y="5410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2930781" y="3975177"/>
              <a:ext cx="191686" cy="446881"/>
            </a:xfrm>
            <a:custGeom>
              <a:rect b="b" l="l" r="r" t="t"/>
              <a:pathLst>
                <a:path extrusionOk="0" h="5411" w="2321">
                  <a:moveTo>
                    <a:pt x="0" y="1"/>
                  </a:moveTo>
                  <a:lnTo>
                    <a:pt x="0" y="5410"/>
                  </a:lnTo>
                  <a:lnTo>
                    <a:pt x="2321" y="5410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" name="Google Shape;361;p15"/>
          <p:cNvGrpSpPr/>
          <p:nvPr/>
        </p:nvGrpSpPr>
        <p:grpSpPr>
          <a:xfrm flipH="1">
            <a:off x="4397008" y="859355"/>
            <a:ext cx="3285468" cy="5265540"/>
            <a:chOff x="5212325" y="1924475"/>
            <a:chExt cx="1870250" cy="2997575"/>
          </a:xfrm>
        </p:grpSpPr>
        <p:sp>
          <p:nvSpPr>
            <p:cNvPr id="362" name="Google Shape;362;p15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15"/>
          <p:cNvSpPr/>
          <p:nvPr/>
        </p:nvSpPr>
        <p:spPr>
          <a:xfrm>
            <a:off x="342967" y="8200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3364775" y="350693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15"/>
          <p:cNvGrpSpPr/>
          <p:nvPr/>
        </p:nvGrpSpPr>
        <p:grpSpPr>
          <a:xfrm>
            <a:off x="6715699" y="4642"/>
            <a:ext cx="1874021" cy="991923"/>
            <a:chOff x="3927875" y="2818025"/>
            <a:chExt cx="1071175" cy="566975"/>
          </a:xfrm>
        </p:grpSpPr>
        <p:sp>
          <p:nvSpPr>
            <p:cNvPr id="380" name="Google Shape;380;p15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5"/>
          <p:cNvSpPr/>
          <p:nvPr/>
        </p:nvSpPr>
        <p:spPr>
          <a:xfrm>
            <a:off x="8228600" y="1615293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39041" y="1246900"/>
            <a:ext cx="3816600" cy="40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594116" y="1408900"/>
            <a:ext cx="3506400" cy="38739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 flipH="1" rot="-652027">
            <a:off x="3879724" y="40232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 flipH="1" rot="591853">
            <a:off x="4214334" y="40652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98" name="Google Shape;398;p16"/>
          <p:cNvSpPr txBox="1"/>
          <p:nvPr>
            <p:ph idx="1" type="body"/>
          </p:nvPr>
        </p:nvSpPr>
        <p:spPr>
          <a:xfrm>
            <a:off x="713250" y="1187600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9" name="Google Shape;399;p16"/>
          <p:cNvSpPr/>
          <p:nvPr/>
        </p:nvSpPr>
        <p:spPr>
          <a:xfrm>
            <a:off x="279167" y="6289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7618077" y="205549"/>
            <a:ext cx="1248134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4668974" y="406772"/>
            <a:ext cx="882209" cy="12477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p16"/>
          <p:cNvGrpSpPr/>
          <p:nvPr/>
        </p:nvGrpSpPr>
        <p:grpSpPr>
          <a:xfrm flipH="1">
            <a:off x="-13955" y="1343012"/>
            <a:ext cx="2889683" cy="3889979"/>
            <a:chOff x="3074425" y="836100"/>
            <a:chExt cx="1472075" cy="1981650"/>
          </a:xfrm>
        </p:grpSpPr>
        <p:sp>
          <p:nvSpPr>
            <p:cNvPr id="403" name="Google Shape;403;p16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16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412" name="Google Shape;412;p1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3060821" y="1495402"/>
            <a:ext cx="3675652" cy="3889979"/>
            <a:chOff x="3074425" y="836100"/>
            <a:chExt cx="1863732" cy="1981650"/>
          </a:xfrm>
        </p:grpSpPr>
        <p:sp>
          <p:nvSpPr>
            <p:cNvPr id="418" name="Google Shape;418;p16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8" name="Google Shape;428;p17"/>
          <p:cNvSpPr txBox="1"/>
          <p:nvPr>
            <p:ph idx="1" type="body"/>
          </p:nvPr>
        </p:nvSpPr>
        <p:spPr>
          <a:xfrm>
            <a:off x="1613889" y="2128150"/>
            <a:ext cx="2626500" cy="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17"/>
          <p:cNvSpPr txBox="1"/>
          <p:nvPr>
            <p:ph idx="2" type="body"/>
          </p:nvPr>
        </p:nvSpPr>
        <p:spPr>
          <a:xfrm>
            <a:off x="4903609" y="2128150"/>
            <a:ext cx="2626500" cy="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17"/>
          <p:cNvSpPr txBox="1"/>
          <p:nvPr>
            <p:ph idx="3" type="title"/>
          </p:nvPr>
        </p:nvSpPr>
        <p:spPr>
          <a:xfrm>
            <a:off x="1613889" y="1815249"/>
            <a:ext cx="26265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431" name="Google Shape;431;p17"/>
          <p:cNvSpPr txBox="1"/>
          <p:nvPr>
            <p:ph idx="4" type="title"/>
          </p:nvPr>
        </p:nvSpPr>
        <p:spPr>
          <a:xfrm>
            <a:off x="4903611" y="1815249"/>
            <a:ext cx="26265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grpSp>
        <p:nvGrpSpPr>
          <p:cNvPr id="432" name="Google Shape;432;p17"/>
          <p:cNvGrpSpPr/>
          <p:nvPr/>
        </p:nvGrpSpPr>
        <p:grpSpPr>
          <a:xfrm flipH="1">
            <a:off x="1975003" y="1458991"/>
            <a:ext cx="4045976" cy="3889979"/>
            <a:chOff x="3074425" y="836100"/>
            <a:chExt cx="1863732" cy="1981650"/>
          </a:xfrm>
        </p:grpSpPr>
        <p:sp>
          <p:nvSpPr>
            <p:cNvPr id="433" name="Google Shape;433;p17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17"/>
          <p:cNvGrpSpPr/>
          <p:nvPr/>
        </p:nvGrpSpPr>
        <p:grpSpPr>
          <a:xfrm flipH="1">
            <a:off x="7416682" y="86363"/>
            <a:ext cx="2222252" cy="4838326"/>
            <a:chOff x="1622025" y="238125"/>
            <a:chExt cx="746825" cy="1626000"/>
          </a:xfrm>
        </p:grpSpPr>
        <p:sp>
          <p:nvSpPr>
            <p:cNvPr id="442" name="Google Shape;442;p1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17"/>
          <p:cNvGrpSpPr/>
          <p:nvPr/>
        </p:nvGrpSpPr>
        <p:grpSpPr>
          <a:xfrm flipH="1">
            <a:off x="-195446" y="905495"/>
            <a:ext cx="1941800" cy="3493159"/>
            <a:chOff x="3074425" y="1038250"/>
            <a:chExt cx="989200" cy="1779500"/>
          </a:xfrm>
        </p:grpSpPr>
        <p:sp>
          <p:nvSpPr>
            <p:cNvPr id="448" name="Google Shape;448;p1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17"/>
          <p:cNvSpPr/>
          <p:nvPr/>
        </p:nvSpPr>
        <p:spPr>
          <a:xfrm flipH="1">
            <a:off x="732270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 flipH="1">
            <a:off x="481192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17"/>
          <p:cNvGrpSpPr/>
          <p:nvPr/>
        </p:nvGrpSpPr>
        <p:grpSpPr>
          <a:xfrm>
            <a:off x="-381000" y="3162504"/>
            <a:ext cx="9870375" cy="1746000"/>
            <a:chOff x="-381000" y="2898432"/>
            <a:chExt cx="9870375" cy="1746000"/>
          </a:xfrm>
        </p:grpSpPr>
        <p:grpSp>
          <p:nvGrpSpPr>
            <p:cNvPr id="457" name="Google Shape;457;p17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458" name="Google Shape;458;p17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459" name="Google Shape;459;p17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17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17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17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17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17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17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17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17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17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17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0" name="Google Shape;470;p17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17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17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17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17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17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17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17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17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17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17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7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7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7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7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7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7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7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17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17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17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17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17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17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17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17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17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17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17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17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17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17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17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17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17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17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6" name="Google Shape;506;p17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507" name="Google Shape;507;p17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17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09" name="Google Shape;509;p17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510" name="Google Shape;510;p17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7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7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5" name="Google Shape;515;p17"/>
          <p:cNvSpPr/>
          <p:nvPr/>
        </p:nvSpPr>
        <p:spPr>
          <a:xfrm>
            <a:off x="0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 flipH="1">
            <a:off x="0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 flipH="1">
            <a:off x="2306815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7"/>
          <p:cNvSpPr/>
          <p:nvPr/>
        </p:nvSpPr>
        <p:spPr>
          <a:xfrm flipH="1">
            <a:off x="7416684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17"/>
          <p:cNvGrpSpPr/>
          <p:nvPr/>
        </p:nvGrpSpPr>
        <p:grpSpPr>
          <a:xfrm>
            <a:off x="4885811" y="4153655"/>
            <a:ext cx="678436" cy="831316"/>
            <a:chOff x="2876954" y="198975"/>
            <a:chExt cx="2854169" cy="3497334"/>
          </a:xfrm>
        </p:grpSpPr>
        <p:sp>
          <p:nvSpPr>
            <p:cNvPr id="520" name="Google Shape;520;p17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17"/>
          <p:cNvGrpSpPr/>
          <p:nvPr/>
        </p:nvGrpSpPr>
        <p:grpSpPr>
          <a:xfrm>
            <a:off x="5657936" y="4223030"/>
            <a:ext cx="678436" cy="831316"/>
            <a:chOff x="2876954" y="198975"/>
            <a:chExt cx="2854169" cy="3497334"/>
          </a:xfrm>
        </p:grpSpPr>
        <p:sp>
          <p:nvSpPr>
            <p:cNvPr id="525" name="Google Shape;525;p17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18"/>
          <p:cNvGrpSpPr/>
          <p:nvPr/>
        </p:nvGrpSpPr>
        <p:grpSpPr>
          <a:xfrm>
            <a:off x="52927" y="1509533"/>
            <a:ext cx="1727332" cy="3760613"/>
            <a:chOff x="1622025" y="238125"/>
            <a:chExt cx="746825" cy="1626000"/>
          </a:xfrm>
        </p:grpSpPr>
        <p:sp>
          <p:nvSpPr>
            <p:cNvPr id="531" name="Google Shape;531;p1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18"/>
          <p:cNvGrpSpPr/>
          <p:nvPr/>
        </p:nvGrpSpPr>
        <p:grpSpPr>
          <a:xfrm>
            <a:off x="7356613" y="1210295"/>
            <a:ext cx="1941800" cy="3493159"/>
            <a:chOff x="3074425" y="1038250"/>
            <a:chExt cx="989200" cy="1779500"/>
          </a:xfrm>
        </p:grpSpPr>
        <p:sp>
          <p:nvSpPr>
            <p:cNvPr id="537" name="Google Shape;537;p1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18"/>
          <p:cNvGrpSpPr/>
          <p:nvPr/>
        </p:nvGrpSpPr>
        <p:grpSpPr>
          <a:xfrm flipH="1">
            <a:off x="5406654" y="1683636"/>
            <a:ext cx="1511499" cy="3290861"/>
            <a:chOff x="1622025" y="238125"/>
            <a:chExt cx="746825" cy="1626000"/>
          </a:xfrm>
        </p:grpSpPr>
        <p:sp>
          <p:nvSpPr>
            <p:cNvPr id="543" name="Google Shape;543;p1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8" name="Google Shape;548;p18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550" name="Google Shape;550;p18"/>
          <p:cNvGrpSpPr/>
          <p:nvPr/>
        </p:nvGrpSpPr>
        <p:grpSpPr>
          <a:xfrm flipH="1">
            <a:off x="2147753" y="1328282"/>
            <a:ext cx="2528583" cy="3403880"/>
            <a:chOff x="3074425" y="836100"/>
            <a:chExt cx="1472075" cy="1981650"/>
          </a:xfrm>
        </p:grpSpPr>
        <p:sp>
          <p:nvSpPr>
            <p:cNvPr id="551" name="Google Shape;551;p18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18"/>
          <p:cNvGrpSpPr/>
          <p:nvPr/>
        </p:nvGrpSpPr>
        <p:grpSpPr>
          <a:xfrm>
            <a:off x="-385478" y="3712365"/>
            <a:ext cx="9870375" cy="1176260"/>
            <a:chOff x="-385478" y="3712365"/>
            <a:chExt cx="9870375" cy="1176260"/>
          </a:xfrm>
        </p:grpSpPr>
        <p:grpSp>
          <p:nvGrpSpPr>
            <p:cNvPr id="560" name="Google Shape;560;p18"/>
            <p:cNvGrpSpPr/>
            <p:nvPr/>
          </p:nvGrpSpPr>
          <p:grpSpPr>
            <a:xfrm>
              <a:off x="-385478" y="3712365"/>
              <a:ext cx="9870375" cy="1176260"/>
              <a:chOff x="-385478" y="3712365"/>
              <a:chExt cx="9870375" cy="1176260"/>
            </a:xfrm>
          </p:grpSpPr>
          <p:grpSp>
            <p:nvGrpSpPr>
              <p:cNvPr id="561" name="Google Shape;561;p18"/>
              <p:cNvGrpSpPr/>
              <p:nvPr/>
            </p:nvGrpSpPr>
            <p:grpSpPr>
              <a:xfrm>
                <a:off x="-385478" y="4005140"/>
                <a:ext cx="9870375" cy="883485"/>
                <a:chOff x="-381000" y="4005140"/>
                <a:chExt cx="9870375" cy="883485"/>
              </a:xfrm>
            </p:grpSpPr>
            <p:sp>
              <p:nvSpPr>
                <p:cNvPr id="562" name="Google Shape;562;p18"/>
                <p:cNvSpPr/>
                <p:nvPr/>
              </p:nvSpPr>
              <p:spPr>
                <a:xfrm>
                  <a:off x="186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18"/>
                <p:cNvSpPr/>
                <p:nvPr/>
              </p:nvSpPr>
              <p:spPr>
                <a:xfrm>
                  <a:off x="3764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18"/>
                <p:cNvSpPr/>
                <p:nvPr/>
              </p:nvSpPr>
              <p:spPr>
                <a:xfrm>
                  <a:off x="110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415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18"/>
                <p:cNvSpPr/>
                <p:nvPr/>
              </p:nvSpPr>
              <p:spPr>
                <a:xfrm>
                  <a:off x="263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18"/>
                <p:cNvSpPr/>
                <p:nvPr/>
              </p:nvSpPr>
              <p:spPr>
                <a:xfrm>
                  <a:off x="339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18"/>
                <p:cNvSpPr/>
                <p:nvPr/>
              </p:nvSpPr>
              <p:spPr>
                <a:xfrm>
                  <a:off x="644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18"/>
                <p:cNvSpPr/>
                <p:nvPr/>
              </p:nvSpPr>
              <p:spPr>
                <a:xfrm>
                  <a:off x="491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18"/>
                <p:cNvSpPr/>
                <p:nvPr/>
              </p:nvSpPr>
              <p:spPr>
                <a:xfrm>
                  <a:off x="567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18"/>
                <p:cNvSpPr/>
                <p:nvPr/>
              </p:nvSpPr>
              <p:spPr>
                <a:xfrm>
                  <a:off x="796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18"/>
                <p:cNvSpPr/>
                <p:nvPr/>
              </p:nvSpPr>
              <p:spPr>
                <a:xfrm>
                  <a:off x="720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18"/>
                <p:cNvSpPr/>
                <p:nvPr/>
              </p:nvSpPr>
              <p:spPr>
                <a:xfrm>
                  <a:off x="872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18"/>
                <p:cNvSpPr/>
                <p:nvPr/>
              </p:nvSpPr>
              <p:spPr>
                <a:xfrm>
                  <a:off x="-381000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18"/>
                <p:cNvSpPr/>
                <p:nvPr/>
              </p:nvSpPr>
              <p:spPr>
                <a:xfrm>
                  <a:off x="838200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18"/>
                <p:cNvSpPr/>
                <p:nvPr/>
              </p:nvSpPr>
              <p:spPr>
                <a:xfrm>
                  <a:off x="8727375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18"/>
                <p:cNvSpPr/>
                <p:nvPr/>
              </p:nvSpPr>
              <p:spPr>
                <a:xfrm>
                  <a:off x="-381000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18"/>
                <p:cNvSpPr/>
                <p:nvPr/>
              </p:nvSpPr>
              <p:spPr>
                <a:xfrm>
                  <a:off x="-22" y="4128425"/>
                  <a:ext cx="1524000" cy="760200"/>
                </a:xfrm>
                <a:prstGeom prst="rtTriangle">
                  <a:avLst/>
                </a:prstGeom>
                <a:solidFill>
                  <a:srgbClr val="000000">
                    <a:alpha val="485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80" name="Google Shape;580;p18"/>
              <p:cNvSpPr/>
              <p:nvPr/>
            </p:nvSpPr>
            <p:spPr>
              <a:xfrm>
                <a:off x="-9003" y="371236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1" name="Google Shape;581;p18"/>
            <p:cNvSpPr/>
            <p:nvPr/>
          </p:nvSpPr>
          <p:spPr>
            <a:xfrm>
              <a:off x="8377522" y="371236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18"/>
          <p:cNvSpPr/>
          <p:nvPr/>
        </p:nvSpPr>
        <p:spPr>
          <a:xfrm>
            <a:off x="3883548" y="47856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 flipH="1">
            <a:off x="8191274" y="4720209"/>
            <a:ext cx="963896" cy="201648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 flipH="1">
            <a:off x="963412" y="2231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9"/>
          <p:cNvSpPr txBox="1"/>
          <p:nvPr>
            <p:ph type="title"/>
          </p:nvPr>
        </p:nvSpPr>
        <p:spPr>
          <a:xfrm>
            <a:off x="713225" y="539500"/>
            <a:ext cx="771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9" name="Google Shape;589;p19"/>
          <p:cNvSpPr txBox="1"/>
          <p:nvPr>
            <p:ph idx="1" type="body"/>
          </p:nvPr>
        </p:nvSpPr>
        <p:spPr>
          <a:xfrm>
            <a:off x="713225" y="1242750"/>
            <a:ext cx="3630000" cy="23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590" name="Google Shape;590;p19"/>
          <p:cNvGrpSpPr/>
          <p:nvPr/>
        </p:nvGrpSpPr>
        <p:grpSpPr>
          <a:xfrm>
            <a:off x="3" y="1253641"/>
            <a:ext cx="4045976" cy="3889979"/>
            <a:chOff x="3074425" y="836100"/>
            <a:chExt cx="1863732" cy="1981650"/>
          </a:xfrm>
        </p:grpSpPr>
        <p:sp>
          <p:nvSpPr>
            <p:cNvPr id="591" name="Google Shape;591;p19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19"/>
          <p:cNvGrpSpPr/>
          <p:nvPr/>
        </p:nvGrpSpPr>
        <p:grpSpPr>
          <a:xfrm flipH="1">
            <a:off x="-587592" y="-795558"/>
            <a:ext cx="3285468" cy="5265540"/>
            <a:chOff x="5212325" y="1924475"/>
            <a:chExt cx="1870250" cy="2997575"/>
          </a:xfrm>
        </p:grpSpPr>
        <p:sp>
          <p:nvSpPr>
            <p:cNvPr id="600" name="Google Shape;600;p19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9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19"/>
          <p:cNvGrpSpPr/>
          <p:nvPr/>
        </p:nvGrpSpPr>
        <p:grpSpPr>
          <a:xfrm>
            <a:off x="4874370" y="2347112"/>
            <a:ext cx="1185173" cy="2294528"/>
            <a:chOff x="2607875" y="643925"/>
            <a:chExt cx="654575" cy="1267275"/>
          </a:xfrm>
        </p:grpSpPr>
        <p:sp>
          <p:nvSpPr>
            <p:cNvPr id="616" name="Google Shape;616;p19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19"/>
          <p:cNvGrpSpPr/>
          <p:nvPr/>
        </p:nvGrpSpPr>
        <p:grpSpPr>
          <a:xfrm flipH="1">
            <a:off x="6348546" y="900438"/>
            <a:ext cx="2795912" cy="3763748"/>
            <a:chOff x="3074425" y="836100"/>
            <a:chExt cx="1472075" cy="1981650"/>
          </a:xfrm>
        </p:grpSpPr>
        <p:sp>
          <p:nvSpPr>
            <p:cNvPr id="635" name="Google Shape;635;p1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19"/>
          <p:cNvGrpSpPr/>
          <p:nvPr/>
        </p:nvGrpSpPr>
        <p:grpSpPr>
          <a:xfrm>
            <a:off x="-374325" y="3711777"/>
            <a:ext cx="9518700" cy="1164000"/>
            <a:chOff x="-374325" y="3711777"/>
            <a:chExt cx="9518700" cy="1164000"/>
          </a:xfrm>
        </p:grpSpPr>
        <p:sp>
          <p:nvSpPr>
            <p:cNvPr id="644" name="Google Shape;644;p19"/>
            <p:cNvSpPr/>
            <p:nvPr/>
          </p:nvSpPr>
          <p:spPr>
            <a:xfrm>
              <a:off x="3809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4571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2292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3054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1876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5330813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60892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6851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7613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83823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1530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6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768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3831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114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-374325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6675" y="4002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-374325" y="3711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" name="Google Shape;662;p19"/>
          <p:cNvSpPr/>
          <p:nvPr/>
        </p:nvSpPr>
        <p:spPr>
          <a:xfrm>
            <a:off x="6355" y="4161400"/>
            <a:ext cx="2952300" cy="7143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9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9"/>
          <p:cNvSpPr/>
          <p:nvPr/>
        </p:nvSpPr>
        <p:spPr>
          <a:xfrm flipH="1">
            <a:off x="2768716" y="4641654"/>
            <a:ext cx="1775536" cy="315005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9"/>
          <p:cNvSpPr/>
          <p:nvPr/>
        </p:nvSpPr>
        <p:spPr>
          <a:xfrm flipH="1">
            <a:off x="8490726" y="47215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9"/>
          <p:cNvSpPr/>
          <p:nvPr/>
        </p:nvSpPr>
        <p:spPr>
          <a:xfrm flipH="1">
            <a:off x="6675" y="45461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9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9"/>
          <p:cNvSpPr/>
          <p:nvPr/>
        </p:nvSpPr>
        <p:spPr>
          <a:xfrm flipH="1">
            <a:off x="2958662" y="18231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0"/>
          <p:cNvSpPr txBox="1"/>
          <p:nvPr>
            <p:ph type="title"/>
          </p:nvPr>
        </p:nvSpPr>
        <p:spPr>
          <a:xfrm>
            <a:off x="1670925" y="1218850"/>
            <a:ext cx="5802000" cy="24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72" name="Google Shape;672;p20"/>
          <p:cNvGrpSpPr/>
          <p:nvPr/>
        </p:nvGrpSpPr>
        <p:grpSpPr>
          <a:xfrm flipH="1">
            <a:off x="7158613" y="539493"/>
            <a:ext cx="2014112" cy="4385159"/>
            <a:chOff x="1622025" y="238125"/>
            <a:chExt cx="746825" cy="1626000"/>
          </a:xfrm>
        </p:grpSpPr>
        <p:sp>
          <p:nvSpPr>
            <p:cNvPr id="673" name="Google Shape;673;p2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8" name="Google Shape;678;p20"/>
          <p:cNvGrpSpPr/>
          <p:nvPr/>
        </p:nvGrpSpPr>
        <p:grpSpPr>
          <a:xfrm>
            <a:off x="6508299" y="481650"/>
            <a:ext cx="2779311" cy="3449564"/>
            <a:chOff x="5932450" y="2691225"/>
            <a:chExt cx="1445525" cy="1794125"/>
          </a:xfrm>
        </p:grpSpPr>
        <p:sp>
          <p:nvSpPr>
            <p:cNvPr id="679" name="Google Shape;679;p20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0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20"/>
          <p:cNvGrpSpPr/>
          <p:nvPr/>
        </p:nvGrpSpPr>
        <p:grpSpPr>
          <a:xfrm>
            <a:off x="8356975" y="2063594"/>
            <a:ext cx="891345" cy="1727368"/>
            <a:chOff x="4826000" y="484000"/>
            <a:chExt cx="654150" cy="1267700"/>
          </a:xfrm>
        </p:grpSpPr>
        <p:sp>
          <p:nvSpPr>
            <p:cNvPr id="752" name="Google Shape;752;p20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0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0" name="Google Shape;770;p20"/>
          <p:cNvGrpSpPr/>
          <p:nvPr/>
        </p:nvGrpSpPr>
        <p:grpSpPr>
          <a:xfrm flipH="1">
            <a:off x="-22984" y="939791"/>
            <a:ext cx="4045976" cy="3889979"/>
            <a:chOff x="3074425" y="836100"/>
            <a:chExt cx="1863732" cy="1981650"/>
          </a:xfrm>
        </p:grpSpPr>
        <p:sp>
          <p:nvSpPr>
            <p:cNvPr id="771" name="Google Shape;771;p20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20"/>
          <p:cNvGrpSpPr/>
          <p:nvPr/>
        </p:nvGrpSpPr>
        <p:grpSpPr>
          <a:xfrm>
            <a:off x="208171" y="1657850"/>
            <a:ext cx="1270164" cy="2453889"/>
            <a:chOff x="3308625" y="459175"/>
            <a:chExt cx="736925" cy="1423700"/>
          </a:xfrm>
        </p:grpSpPr>
        <p:sp>
          <p:nvSpPr>
            <p:cNvPr id="780" name="Google Shape;780;p20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0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0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0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0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0" name="Google Shape;800;p20"/>
          <p:cNvGrpSpPr/>
          <p:nvPr/>
        </p:nvGrpSpPr>
        <p:grpSpPr>
          <a:xfrm>
            <a:off x="948457" y="2296036"/>
            <a:ext cx="1184079" cy="2130184"/>
            <a:chOff x="5195125" y="2889950"/>
            <a:chExt cx="787025" cy="1415875"/>
          </a:xfrm>
        </p:grpSpPr>
        <p:sp>
          <p:nvSpPr>
            <p:cNvPr id="801" name="Google Shape;801;p20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0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0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0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0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0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0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0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0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0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0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0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0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0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0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0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0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0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0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0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0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0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0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3" name="Google Shape;833;p20"/>
          <p:cNvSpPr/>
          <p:nvPr/>
        </p:nvSpPr>
        <p:spPr>
          <a:xfrm>
            <a:off x="33565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4" name="Google Shape;834;p20"/>
          <p:cNvGrpSpPr/>
          <p:nvPr/>
        </p:nvGrpSpPr>
        <p:grpSpPr>
          <a:xfrm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835" name="Google Shape;835;p20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0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0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0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0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0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0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0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0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0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0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0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0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20"/>
          <p:cNvSpPr/>
          <p:nvPr/>
        </p:nvSpPr>
        <p:spPr>
          <a:xfrm>
            <a:off x="30738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2867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0"/>
          <p:cNvSpPr/>
          <p:nvPr/>
        </p:nvSpPr>
        <p:spPr>
          <a:xfrm>
            <a:off x="8147568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0"/>
          <p:cNvSpPr/>
          <p:nvPr/>
        </p:nvSpPr>
        <p:spPr>
          <a:xfrm>
            <a:off x="4753580" y="4764700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0"/>
          <p:cNvSpPr/>
          <p:nvPr/>
        </p:nvSpPr>
        <p:spPr>
          <a:xfrm flipH="1">
            <a:off x="6120626" y="362971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0"/>
          <p:cNvSpPr/>
          <p:nvPr/>
        </p:nvSpPr>
        <p:spPr>
          <a:xfrm flipH="1">
            <a:off x="713213" y="2525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0"/>
          <p:cNvSpPr/>
          <p:nvPr/>
        </p:nvSpPr>
        <p:spPr>
          <a:xfrm flipH="1">
            <a:off x="3652042" y="763275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1"/>
          <p:cNvSpPr txBox="1"/>
          <p:nvPr>
            <p:ph type="title"/>
          </p:nvPr>
        </p:nvSpPr>
        <p:spPr>
          <a:xfrm>
            <a:off x="2789900" y="1048050"/>
            <a:ext cx="3564300" cy="8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8" name="Google Shape;878;p21"/>
          <p:cNvSpPr txBox="1"/>
          <p:nvPr>
            <p:ph idx="1" type="subTitle"/>
          </p:nvPr>
        </p:nvSpPr>
        <p:spPr>
          <a:xfrm>
            <a:off x="2010700" y="1807208"/>
            <a:ext cx="5122800" cy="15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879" name="Google Shape;879;p21"/>
          <p:cNvGrpSpPr/>
          <p:nvPr/>
        </p:nvGrpSpPr>
        <p:grpSpPr>
          <a:xfrm flipH="1">
            <a:off x="7133607" y="152575"/>
            <a:ext cx="2222252" cy="4838326"/>
            <a:chOff x="1622025" y="238125"/>
            <a:chExt cx="746825" cy="1626000"/>
          </a:xfrm>
        </p:grpSpPr>
        <p:sp>
          <p:nvSpPr>
            <p:cNvPr id="880" name="Google Shape;880;p2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5" name="Google Shape;885;p21"/>
          <p:cNvGrpSpPr/>
          <p:nvPr/>
        </p:nvGrpSpPr>
        <p:grpSpPr>
          <a:xfrm flipH="1">
            <a:off x="-480317" y="152570"/>
            <a:ext cx="2636192" cy="3548739"/>
            <a:chOff x="3074425" y="836100"/>
            <a:chExt cx="1472075" cy="1981650"/>
          </a:xfrm>
        </p:grpSpPr>
        <p:sp>
          <p:nvSpPr>
            <p:cNvPr id="886" name="Google Shape;886;p21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21"/>
          <p:cNvGrpSpPr/>
          <p:nvPr/>
        </p:nvGrpSpPr>
        <p:grpSpPr>
          <a:xfrm>
            <a:off x="7230034" y="1972372"/>
            <a:ext cx="1091278" cy="2122172"/>
            <a:chOff x="4087800" y="723675"/>
            <a:chExt cx="700750" cy="1362725"/>
          </a:xfrm>
        </p:grpSpPr>
        <p:sp>
          <p:nvSpPr>
            <p:cNvPr id="895" name="Google Shape;895;p21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1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21"/>
          <p:cNvGrpSpPr/>
          <p:nvPr/>
        </p:nvGrpSpPr>
        <p:grpSpPr>
          <a:xfrm>
            <a:off x="8485657" y="1833377"/>
            <a:ext cx="1018708" cy="1974189"/>
            <a:chOff x="4826000" y="484000"/>
            <a:chExt cx="654150" cy="1267700"/>
          </a:xfrm>
        </p:grpSpPr>
        <p:sp>
          <p:nvSpPr>
            <p:cNvPr id="918" name="Google Shape;918;p21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1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1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1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1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1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1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1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21"/>
          <p:cNvGrpSpPr/>
          <p:nvPr/>
        </p:nvGrpSpPr>
        <p:grpSpPr>
          <a:xfrm>
            <a:off x="768515" y="1447675"/>
            <a:ext cx="1145771" cy="2213569"/>
            <a:chOff x="3308625" y="459175"/>
            <a:chExt cx="736925" cy="1423700"/>
          </a:xfrm>
        </p:grpSpPr>
        <p:sp>
          <p:nvSpPr>
            <p:cNvPr id="937" name="Google Shape;937;p21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21"/>
          <p:cNvGrpSpPr/>
          <p:nvPr/>
        </p:nvGrpSpPr>
        <p:grpSpPr>
          <a:xfrm>
            <a:off x="-321011" y="1734924"/>
            <a:ext cx="1017733" cy="1970359"/>
            <a:chOff x="2607875" y="643925"/>
            <a:chExt cx="654575" cy="1267275"/>
          </a:xfrm>
        </p:grpSpPr>
        <p:sp>
          <p:nvSpPr>
            <p:cNvPr id="958" name="Google Shape;958;p21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6" name="Google Shape;976;p21"/>
          <p:cNvGrpSpPr/>
          <p:nvPr/>
        </p:nvGrpSpPr>
        <p:grpSpPr>
          <a:xfrm flipH="1"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977" name="Google Shape;977;p21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5" name="Google Shape;1015;p21"/>
          <p:cNvSpPr/>
          <p:nvPr/>
        </p:nvSpPr>
        <p:spPr>
          <a:xfrm flipH="1">
            <a:off x="5856650" y="3705275"/>
            <a:ext cx="32697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1"/>
          <p:cNvSpPr/>
          <p:nvPr/>
        </p:nvSpPr>
        <p:spPr>
          <a:xfrm flipH="1">
            <a:off x="741669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1"/>
          <p:cNvSpPr/>
          <p:nvPr/>
        </p:nvSpPr>
        <p:spPr>
          <a:xfrm flipH="1">
            <a:off x="-35611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1"/>
          <p:cNvSpPr/>
          <p:nvPr/>
        </p:nvSpPr>
        <p:spPr>
          <a:xfrm>
            <a:off x="7133592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1"/>
          <p:cNvSpPr/>
          <p:nvPr/>
        </p:nvSpPr>
        <p:spPr>
          <a:xfrm>
            <a:off x="1159548" y="926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1"/>
          <p:cNvSpPr/>
          <p:nvPr/>
        </p:nvSpPr>
        <p:spPr>
          <a:xfrm>
            <a:off x="0" y="4878773"/>
            <a:ext cx="9144000" cy="27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1" name="Google Shape;1021;p21"/>
          <p:cNvGrpSpPr/>
          <p:nvPr/>
        </p:nvGrpSpPr>
        <p:grpSpPr>
          <a:xfrm>
            <a:off x="1025105" y="3661240"/>
            <a:ext cx="1894812" cy="1342016"/>
            <a:chOff x="539750" y="4542450"/>
            <a:chExt cx="1297550" cy="919000"/>
          </a:xfrm>
        </p:grpSpPr>
        <p:sp>
          <p:nvSpPr>
            <p:cNvPr id="1022" name="Google Shape;1022;p21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1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1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1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1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1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1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1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1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1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1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1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1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1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1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2" name="Google Shape;1042;p21"/>
          <p:cNvSpPr/>
          <p:nvPr/>
        </p:nvSpPr>
        <p:spPr>
          <a:xfrm flipH="1">
            <a:off x="4214081" y="4815925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2"/>
          <p:cNvSpPr txBox="1"/>
          <p:nvPr>
            <p:ph type="title"/>
          </p:nvPr>
        </p:nvSpPr>
        <p:spPr>
          <a:xfrm>
            <a:off x="713225" y="539500"/>
            <a:ext cx="3630900" cy="16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3"/>
          <p:cNvSpPr txBox="1"/>
          <p:nvPr>
            <p:ph hasCustomPrompt="1" type="title"/>
          </p:nvPr>
        </p:nvSpPr>
        <p:spPr>
          <a:xfrm>
            <a:off x="1564600" y="1129513"/>
            <a:ext cx="6014700" cy="16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7" name="Google Shape;1047;p23"/>
          <p:cNvSpPr txBox="1"/>
          <p:nvPr>
            <p:ph idx="1" type="body"/>
          </p:nvPr>
        </p:nvSpPr>
        <p:spPr>
          <a:xfrm>
            <a:off x="1564600" y="2786088"/>
            <a:ext cx="60147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048" name="Google Shape;1048;p23"/>
          <p:cNvGrpSpPr/>
          <p:nvPr/>
        </p:nvGrpSpPr>
        <p:grpSpPr>
          <a:xfrm>
            <a:off x="4437807" y="1023482"/>
            <a:ext cx="2528583" cy="3403880"/>
            <a:chOff x="3074425" y="836100"/>
            <a:chExt cx="1472075" cy="1981650"/>
          </a:xfrm>
        </p:grpSpPr>
        <p:sp>
          <p:nvSpPr>
            <p:cNvPr id="1049" name="Google Shape;1049;p23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23"/>
          <p:cNvGrpSpPr/>
          <p:nvPr/>
        </p:nvGrpSpPr>
        <p:grpSpPr>
          <a:xfrm flipH="1">
            <a:off x="7333885" y="1204733"/>
            <a:ext cx="1727332" cy="3760613"/>
            <a:chOff x="1622025" y="238125"/>
            <a:chExt cx="746825" cy="1626000"/>
          </a:xfrm>
        </p:grpSpPr>
        <p:sp>
          <p:nvSpPr>
            <p:cNvPr id="1058" name="Google Shape;1058;p2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23"/>
          <p:cNvGrpSpPr/>
          <p:nvPr/>
        </p:nvGrpSpPr>
        <p:grpSpPr>
          <a:xfrm flipH="1">
            <a:off x="-184269" y="905495"/>
            <a:ext cx="1941800" cy="3493159"/>
            <a:chOff x="3074425" y="1038250"/>
            <a:chExt cx="989200" cy="1779500"/>
          </a:xfrm>
        </p:grpSpPr>
        <p:sp>
          <p:nvSpPr>
            <p:cNvPr id="1064" name="Google Shape;1064;p2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9" name="Google Shape;1069;p23"/>
          <p:cNvSpPr/>
          <p:nvPr/>
        </p:nvSpPr>
        <p:spPr>
          <a:xfrm flipH="1">
            <a:off x="7333886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 flipH="1">
            <a:off x="492370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3"/>
          <p:cNvSpPr/>
          <p:nvPr/>
        </p:nvSpPr>
        <p:spPr>
          <a:xfrm>
            <a:off x="1117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2" name="Google Shape;1072;p23"/>
          <p:cNvGrpSpPr/>
          <p:nvPr/>
        </p:nvGrpSpPr>
        <p:grpSpPr>
          <a:xfrm>
            <a:off x="-369822" y="3162504"/>
            <a:ext cx="9870375" cy="1746000"/>
            <a:chOff x="-381000" y="2898432"/>
            <a:chExt cx="9870375" cy="1746000"/>
          </a:xfrm>
        </p:grpSpPr>
        <p:grpSp>
          <p:nvGrpSpPr>
            <p:cNvPr id="1073" name="Google Shape;1073;p23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1074" name="Google Shape;1074;p23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1075" name="Google Shape;1075;p23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23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p23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23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23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23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23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3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3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3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3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3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3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3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9" name="Google Shape;1089;p23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0" name="Google Shape;1090;p23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1" name="Google Shape;1091;p23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2" name="Google Shape;1092;p23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3" name="Google Shape;1093;p23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4" name="Google Shape;1094;p23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5" name="Google Shape;1095;p23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6" name="Google Shape;1096;p23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7" name="Google Shape;1097;p23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8" name="Google Shape;1098;p23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9" name="Google Shape;1099;p23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0" name="Google Shape;1100;p23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1" name="Google Shape;1101;p23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2" name="Google Shape;1102;p23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3" name="Google Shape;1103;p23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4" name="Google Shape;1104;p23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5" name="Google Shape;1105;p23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6" name="Google Shape;1106;p23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7" name="Google Shape;1107;p23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8" name="Google Shape;1108;p23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9" name="Google Shape;1109;p23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23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1" name="Google Shape;1111;p23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2" name="Google Shape;1112;p23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3" name="Google Shape;1113;p23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4" name="Google Shape;1114;p23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5" name="Google Shape;1115;p23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23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7" name="Google Shape;1117;p23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23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23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23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1" name="Google Shape;1121;p23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22" name="Google Shape;1122;p23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1123" name="Google Shape;1123;p23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4" name="Google Shape;1124;p23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25" name="Google Shape;1125;p23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1126" name="Google Shape;1126;p23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3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3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1129" name="Google Shape;1129;p23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3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1" name="Google Shape;1131;p23"/>
          <p:cNvSpPr/>
          <p:nvPr/>
        </p:nvSpPr>
        <p:spPr>
          <a:xfrm flipH="1">
            <a:off x="5522702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3"/>
          <p:cNvSpPr/>
          <p:nvPr/>
        </p:nvSpPr>
        <p:spPr>
          <a:xfrm flipH="1">
            <a:off x="1117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3"/>
          <p:cNvSpPr/>
          <p:nvPr/>
        </p:nvSpPr>
        <p:spPr>
          <a:xfrm flipH="1">
            <a:off x="742786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3"/>
          <p:cNvSpPr/>
          <p:nvPr/>
        </p:nvSpPr>
        <p:spPr>
          <a:xfrm flipH="1">
            <a:off x="2317992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5" name="Google Shape;1135;p23"/>
          <p:cNvGrpSpPr/>
          <p:nvPr/>
        </p:nvGrpSpPr>
        <p:grpSpPr>
          <a:xfrm>
            <a:off x="5307044" y="4139976"/>
            <a:ext cx="2428188" cy="928035"/>
            <a:chOff x="4525475" y="1014550"/>
            <a:chExt cx="279375" cy="106775"/>
          </a:xfrm>
        </p:grpSpPr>
        <p:sp>
          <p:nvSpPr>
            <p:cNvPr id="1136" name="Google Shape;1136;p23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3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3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3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3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3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3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3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3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3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23"/>
          <p:cNvGrpSpPr/>
          <p:nvPr/>
        </p:nvGrpSpPr>
        <p:grpSpPr>
          <a:xfrm flipH="1">
            <a:off x="856260" y="4508778"/>
            <a:ext cx="1511496" cy="551791"/>
            <a:chOff x="3991550" y="1985765"/>
            <a:chExt cx="721650" cy="263447"/>
          </a:xfrm>
        </p:grpSpPr>
        <p:sp>
          <p:nvSpPr>
            <p:cNvPr id="1149" name="Google Shape;1149;p23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3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1" name="Google Shape;1151;p23"/>
          <p:cNvGrpSpPr/>
          <p:nvPr/>
        </p:nvGrpSpPr>
        <p:grpSpPr>
          <a:xfrm>
            <a:off x="2195990" y="1378836"/>
            <a:ext cx="1511499" cy="3290861"/>
            <a:chOff x="1622025" y="238125"/>
            <a:chExt cx="746825" cy="1626000"/>
          </a:xfrm>
        </p:grpSpPr>
        <p:sp>
          <p:nvSpPr>
            <p:cNvPr id="1152" name="Google Shape;1152;p2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60" name="Google Shape;1160;p25"/>
          <p:cNvSpPr txBox="1"/>
          <p:nvPr>
            <p:ph idx="2" type="title"/>
          </p:nvPr>
        </p:nvSpPr>
        <p:spPr>
          <a:xfrm>
            <a:off x="713225" y="1848935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161" name="Google Shape;1161;p25"/>
          <p:cNvSpPr txBox="1"/>
          <p:nvPr>
            <p:ph idx="1" type="subTitle"/>
          </p:nvPr>
        </p:nvSpPr>
        <p:spPr>
          <a:xfrm>
            <a:off x="713225" y="2150594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5"/>
          <p:cNvSpPr txBox="1"/>
          <p:nvPr>
            <p:ph hasCustomPrompt="1" idx="3" type="title"/>
          </p:nvPr>
        </p:nvSpPr>
        <p:spPr>
          <a:xfrm>
            <a:off x="3481525" y="1937575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3" name="Google Shape;1163;p25"/>
          <p:cNvSpPr txBox="1"/>
          <p:nvPr>
            <p:ph idx="4" type="title"/>
          </p:nvPr>
        </p:nvSpPr>
        <p:spPr>
          <a:xfrm>
            <a:off x="713225" y="3221011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164" name="Google Shape;1164;p25"/>
          <p:cNvSpPr txBox="1"/>
          <p:nvPr>
            <p:ph idx="5" type="subTitle"/>
          </p:nvPr>
        </p:nvSpPr>
        <p:spPr>
          <a:xfrm>
            <a:off x="713225" y="3529097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5" name="Google Shape;1165;p25"/>
          <p:cNvSpPr txBox="1"/>
          <p:nvPr>
            <p:ph hasCustomPrompt="1" idx="6" type="title"/>
          </p:nvPr>
        </p:nvSpPr>
        <p:spPr>
          <a:xfrm>
            <a:off x="3481525" y="3307350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6" name="Google Shape;1166;p25"/>
          <p:cNvSpPr txBox="1"/>
          <p:nvPr>
            <p:ph idx="7" type="title"/>
          </p:nvPr>
        </p:nvSpPr>
        <p:spPr>
          <a:xfrm flipH="1">
            <a:off x="6002775" y="1571804"/>
            <a:ext cx="2428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167" name="Google Shape;1167;p25"/>
          <p:cNvSpPr txBox="1"/>
          <p:nvPr>
            <p:ph idx="8" type="subTitle"/>
          </p:nvPr>
        </p:nvSpPr>
        <p:spPr>
          <a:xfrm flipH="1">
            <a:off x="6002575" y="2150594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5"/>
          <p:cNvSpPr txBox="1"/>
          <p:nvPr>
            <p:ph hasCustomPrompt="1" idx="9" type="title"/>
          </p:nvPr>
        </p:nvSpPr>
        <p:spPr>
          <a:xfrm flipH="1">
            <a:off x="4942725" y="1937575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9" name="Google Shape;1169;p25"/>
          <p:cNvSpPr txBox="1"/>
          <p:nvPr>
            <p:ph idx="13" type="title"/>
          </p:nvPr>
        </p:nvSpPr>
        <p:spPr>
          <a:xfrm flipH="1">
            <a:off x="6002775" y="3221019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170" name="Google Shape;1170;p25"/>
          <p:cNvSpPr txBox="1"/>
          <p:nvPr>
            <p:ph idx="14" type="subTitle"/>
          </p:nvPr>
        </p:nvSpPr>
        <p:spPr>
          <a:xfrm flipH="1">
            <a:off x="6002575" y="3529097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1" name="Google Shape;1171;p25"/>
          <p:cNvSpPr txBox="1"/>
          <p:nvPr>
            <p:ph hasCustomPrompt="1" idx="15" type="title"/>
          </p:nvPr>
        </p:nvSpPr>
        <p:spPr>
          <a:xfrm flipH="1">
            <a:off x="4942725" y="3307350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172" name="Google Shape;1172;p25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1173" name="Google Shape;1173;p25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5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5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5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5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8" name="Google Shape;1178;p25"/>
          <p:cNvSpPr/>
          <p:nvPr/>
        </p:nvSpPr>
        <p:spPr>
          <a:xfrm>
            <a:off x="1994917" y="3912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5356648" y="2043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0" name="Google Shape;1180;p25"/>
          <p:cNvGrpSpPr/>
          <p:nvPr/>
        </p:nvGrpSpPr>
        <p:grpSpPr>
          <a:xfrm flipH="1">
            <a:off x="-694530" y="95092"/>
            <a:ext cx="3285468" cy="5265540"/>
            <a:chOff x="5212325" y="1924475"/>
            <a:chExt cx="1870250" cy="2997575"/>
          </a:xfrm>
        </p:grpSpPr>
        <p:sp>
          <p:nvSpPr>
            <p:cNvPr id="1181" name="Google Shape;1181;p25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5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5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5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5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5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5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5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5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5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5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5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5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6" name="Google Shape;1196;p25"/>
          <p:cNvGrpSpPr/>
          <p:nvPr/>
        </p:nvGrpSpPr>
        <p:grpSpPr>
          <a:xfrm>
            <a:off x="6982574" y="-48433"/>
            <a:ext cx="1874021" cy="991923"/>
            <a:chOff x="3927875" y="2818025"/>
            <a:chExt cx="1071175" cy="566975"/>
          </a:xfrm>
        </p:grpSpPr>
        <p:sp>
          <p:nvSpPr>
            <p:cNvPr id="1197" name="Google Shape;1197;p25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5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5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5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5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5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5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5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5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5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5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1209" name="Google Shape;1209;p25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7" name="Google Shape;1217;p25"/>
          <p:cNvSpPr/>
          <p:nvPr/>
        </p:nvSpPr>
        <p:spPr>
          <a:xfrm flipH="1" rot="591853">
            <a:off x="5572093" y="4158484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5"/>
          <p:cNvSpPr/>
          <p:nvPr/>
        </p:nvSpPr>
        <p:spPr>
          <a:xfrm>
            <a:off x="3053325" y="4115809"/>
            <a:ext cx="853200" cy="34770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5"/>
          <p:cNvSpPr/>
          <p:nvPr/>
        </p:nvSpPr>
        <p:spPr>
          <a:xfrm>
            <a:off x="3242100" y="1343000"/>
            <a:ext cx="2659800" cy="31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5"/>
          <p:cNvSpPr/>
          <p:nvPr/>
        </p:nvSpPr>
        <p:spPr>
          <a:xfrm>
            <a:off x="3357925" y="1461050"/>
            <a:ext cx="2428200" cy="29358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5"/>
          <p:cNvSpPr/>
          <p:nvPr/>
        </p:nvSpPr>
        <p:spPr>
          <a:xfrm rot="652027">
            <a:off x="1211108" y="4036991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5"/>
          <p:cNvSpPr/>
          <p:nvPr/>
        </p:nvSpPr>
        <p:spPr>
          <a:xfrm flipH="1" rot="-652027">
            <a:off x="5237483" y="4116516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25" name="Google Shape;1225;p26"/>
          <p:cNvSpPr txBox="1"/>
          <p:nvPr>
            <p:ph idx="2" type="title"/>
          </p:nvPr>
        </p:nvSpPr>
        <p:spPr>
          <a:xfrm>
            <a:off x="2837241" y="3231475"/>
            <a:ext cx="23214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26" name="Google Shape;1226;p26"/>
          <p:cNvSpPr txBox="1"/>
          <p:nvPr>
            <p:ph idx="1" type="subTitle"/>
          </p:nvPr>
        </p:nvSpPr>
        <p:spPr>
          <a:xfrm>
            <a:off x="2837241" y="3557526"/>
            <a:ext cx="23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6"/>
          <p:cNvSpPr txBox="1"/>
          <p:nvPr>
            <p:ph idx="3" type="title"/>
          </p:nvPr>
        </p:nvSpPr>
        <p:spPr>
          <a:xfrm>
            <a:off x="3999459" y="1848550"/>
            <a:ext cx="23214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28" name="Google Shape;1228;p26"/>
          <p:cNvSpPr txBox="1"/>
          <p:nvPr>
            <p:ph idx="4" type="subTitle"/>
          </p:nvPr>
        </p:nvSpPr>
        <p:spPr>
          <a:xfrm>
            <a:off x="3999459" y="2174601"/>
            <a:ext cx="23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9" name="Google Shape;1229;p26"/>
          <p:cNvGrpSpPr/>
          <p:nvPr/>
        </p:nvGrpSpPr>
        <p:grpSpPr>
          <a:xfrm flipH="1">
            <a:off x="604591" y="1343012"/>
            <a:ext cx="2889683" cy="3889979"/>
            <a:chOff x="3074425" y="836100"/>
            <a:chExt cx="1472075" cy="1981650"/>
          </a:xfrm>
        </p:grpSpPr>
        <p:sp>
          <p:nvSpPr>
            <p:cNvPr id="1230" name="Google Shape;1230;p26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6"/>
          <p:cNvGrpSpPr/>
          <p:nvPr/>
        </p:nvGrpSpPr>
        <p:grpSpPr>
          <a:xfrm flipH="1">
            <a:off x="7540304" y="461100"/>
            <a:ext cx="2222252" cy="4838326"/>
            <a:chOff x="1622025" y="238125"/>
            <a:chExt cx="746825" cy="1626000"/>
          </a:xfrm>
        </p:grpSpPr>
        <p:sp>
          <p:nvSpPr>
            <p:cNvPr id="1239" name="Google Shape;1239;p2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26"/>
          <p:cNvGrpSpPr/>
          <p:nvPr/>
        </p:nvGrpSpPr>
        <p:grpSpPr>
          <a:xfrm>
            <a:off x="3842313" y="1495402"/>
            <a:ext cx="3508289" cy="3889979"/>
            <a:chOff x="3074425" y="836100"/>
            <a:chExt cx="1863732" cy="1981650"/>
          </a:xfrm>
        </p:grpSpPr>
        <p:sp>
          <p:nvSpPr>
            <p:cNvPr id="1245" name="Google Shape;1245;p26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6"/>
          <p:cNvGrpSpPr/>
          <p:nvPr/>
        </p:nvGrpSpPr>
        <p:grpSpPr>
          <a:xfrm flipH="1">
            <a:off x="-13955" y="526122"/>
            <a:ext cx="3508278" cy="4091243"/>
            <a:chOff x="2338828" y="880300"/>
            <a:chExt cx="3508278" cy="4091243"/>
          </a:xfrm>
        </p:grpSpPr>
        <p:sp>
          <p:nvSpPr>
            <p:cNvPr id="1254" name="Google Shape;1254;p26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6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6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6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6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6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6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6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6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6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6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6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6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6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6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6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6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6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6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6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6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6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6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6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6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6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6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6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6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6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6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6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6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6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6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6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6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6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6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6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6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6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6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6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6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6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6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6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6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6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6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6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6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6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6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6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0" name="Google Shape;1330;p26"/>
          <p:cNvGrpSpPr/>
          <p:nvPr/>
        </p:nvGrpSpPr>
        <p:grpSpPr>
          <a:xfrm flipH="1">
            <a:off x="6675" y="3711777"/>
            <a:ext cx="9518700" cy="1164000"/>
            <a:chOff x="-374325" y="3711777"/>
            <a:chExt cx="9518700" cy="1164000"/>
          </a:xfrm>
        </p:grpSpPr>
        <p:sp>
          <p:nvSpPr>
            <p:cNvPr id="1331" name="Google Shape;1331;p26"/>
            <p:cNvSpPr/>
            <p:nvPr/>
          </p:nvSpPr>
          <p:spPr>
            <a:xfrm>
              <a:off x="3809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6"/>
            <p:cNvSpPr/>
            <p:nvPr/>
          </p:nvSpPr>
          <p:spPr>
            <a:xfrm>
              <a:off x="4571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6"/>
            <p:cNvSpPr/>
            <p:nvPr/>
          </p:nvSpPr>
          <p:spPr>
            <a:xfrm>
              <a:off x="2292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6"/>
            <p:cNvSpPr/>
            <p:nvPr/>
          </p:nvSpPr>
          <p:spPr>
            <a:xfrm>
              <a:off x="3054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6"/>
            <p:cNvSpPr/>
            <p:nvPr/>
          </p:nvSpPr>
          <p:spPr>
            <a:xfrm>
              <a:off x="1876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6"/>
            <p:cNvSpPr/>
            <p:nvPr/>
          </p:nvSpPr>
          <p:spPr>
            <a:xfrm>
              <a:off x="5330813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6"/>
            <p:cNvSpPr/>
            <p:nvPr/>
          </p:nvSpPr>
          <p:spPr>
            <a:xfrm>
              <a:off x="60892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6"/>
            <p:cNvSpPr/>
            <p:nvPr/>
          </p:nvSpPr>
          <p:spPr>
            <a:xfrm>
              <a:off x="6851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6"/>
            <p:cNvSpPr/>
            <p:nvPr/>
          </p:nvSpPr>
          <p:spPr>
            <a:xfrm>
              <a:off x="7613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6"/>
            <p:cNvSpPr/>
            <p:nvPr/>
          </p:nvSpPr>
          <p:spPr>
            <a:xfrm>
              <a:off x="83823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6"/>
            <p:cNvSpPr/>
            <p:nvPr/>
          </p:nvSpPr>
          <p:spPr>
            <a:xfrm>
              <a:off x="1530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6"/>
            <p:cNvSpPr/>
            <p:nvPr/>
          </p:nvSpPr>
          <p:spPr>
            <a:xfrm>
              <a:off x="6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6"/>
            <p:cNvSpPr/>
            <p:nvPr/>
          </p:nvSpPr>
          <p:spPr>
            <a:xfrm>
              <a:off x="768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6"/>
            <p:cNvSpPr/>
            <p:nvPr/>
          </p:nvSpPr>
          <p:spPr>
            <a:xfrm>
              <a:off x="3831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6"/>
            <p:cNvSpPr/>
            <p:nvPr/>
          </p:nvSpPr>
          <p:spPr>
            <a:xfrm>
              <a:off x="1114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6"/>
            <p:cNvSpPr/>
            <p:nvPr/>
          </p:nvSpPr>
          <p:spPr>
            <a:xfrm>
              <a:off x="-374325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6"/>
            <p:cNvSpPr/>
            <p:nvPr/>
          </p:nvSpPr>
          <p:spPr>
            <a:xfrm>
              <a:off x="6675" y="4002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6"/>
            <p:cNvSpPr/>
            <p:nvPr/>
          </p:nvSpPr>
          <p:spPr>
            <a:xfrm>
              <a:off x="-374325" y="3711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9" name="Google Shape;1349;p26"/>
          <p:cNvSpPr/>
          <p:nvPr/>
        </p:nvSpPr>
        <p:spPr>
          <a:xfrm flipH="1">
            <a:off x="6191705" y="4161400"/>
            <a:ext cx="2952300" cy="7143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6"/>
          <p:cNvSpPr/>
          <p:nvPr/>
        </p:nvSpPr>
        <p:spPr>
          <a:xfrm flipH="1">
            <a:off x="705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6"/>
          <p:cNvSpPr/>
          <p:nvPr/>
        </p:nvSpPr>
        <p:spPr>
          <a:xfrm>
            <a:off x="3154133" y="4879926"/>
            <a:ext cx="1486397" cy="2636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6"/>
          <p:cNvSpPr/>
          <p:nvPr/>
        </p:nvSpPr>
        <p:spPr>
          <a:xfrm>
            <a:off x="7039" y="47215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26"/>
          <p:cNvSpPr/>
          <p:nvPr/>
        </p:nvSpPr>
        <p:spPr>
          <a:xfrm>
            <a:off x="7916466" y="4393853"/>
            <a:ext cx="1234593" cy="572699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6"/>
          <p:cNvSpPr/>
          <p:nvPr/>
        </p:nvSpPr>
        <p:spPr>
          <a:xfrm flipH="1">
            <a:off x="7272403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6"/>
          <p:cNvSpPr/>
          <p:nvPr/>
        </p:nvSpPr>
        <p:spPr>
          <a:xfrm flipH="1">
            <a:off x="2216412" y="3095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7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58" name="Google Shape;1358;p27"/>
          <p:cNvSpPr txBox="1"/>
          <p:nvPr>
            <p:ph idx="2" type="title"/>
          </p:nvPr>
        </p:nvSpPr>
        <p:spPr>
          <a:xfrm>
            <a:off x="713225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359" name="Google Shape;1359;p27"/>
          <p:cNvSpPr txBox="1"/>
          <p:nvPr>
            <p:ph idx="1" type="subTitle"/>
          </p:nvPr>
        </p:nvSpPr>
        <p:spPr>
          <a:xfrm>
            <a:off x="713225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0" name="Google Shape;1360;p27"/>
          <p:cNvSpPr txBox="1"/>
          <p:nvPr>
            <p:ph idx="3" type="title"/>
          </p:nvPr>
        </p:nvSpPr>
        <p:spPr>
          <a:xfrm>
            <a:off x="3357900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361" name="Google Shape;1361;p27"/>
          <p:cNvSpPr txBox="1"/>
          <p:nvPr>
            <p:ph idx="4" type="subTitle"/>
          </p:nvPr>
        </p:nvSpPr>
        <p:spPr>
          <a:xfrm>
            <a:off x="3357900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2" name="Google Shape;1362;p27"/>
          <p:cNvSpPr txBox="1"/>
          <p:nvPr>
            <p:ph idx="5" type="title"/>
          </p:nvPr>
        </p:nvSpPr>
        <p:spPr>
          <a:xfrm>
            <a:off x="6002575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363" name="Google Shape;1363;p27"/>
          <p:cNvSpPr txBox="1"/>
          <p:nvPr>
            <p:ph idx="6" type="subTitle"/>
          </p:nvPr>
        </p:nvSpPr>
        <p:spPr>
          <a:xfrm>
            <a:off x="6002575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64" name="Google Shape;1364;p27"/>
          <p:cNvGrpSpPr/>
          <p:nvPr/>
        </p:nvGrpSpPr>
        <p:grpSpPr>
          <a:xfrm flipH="1">
            <a:off x="-53722" y="939791"/>
            <a:ext cx="4045976" cy="3889979"/>
            <a:chOff x="3074425" y="836100"/>
            <a:chExt cx="1863732" cy="1981650"/>
          </a:xfrm>
        </p:grpSpPr>
        <p:sp>
          <p:nvSpPr>
            <p:cNvPr id="1365" name="Google Shape;1365;p27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27"/>
          <p:cNvGrpSpPr/>
          <p:nvPr/>
        </p:nvGrpSpPr>
        <p:grpSpPr>
          <a:xfrm flipH="1">
            <a:off x="7127875" y="539493"/>
            <a:ext cx="2014112" cy="4385159"/>
            <a:chOff x="1622025" y="238125"/>
            <a:chExt cx="746825" cy="1626000"/>
          </a:xfrm>
        </p:grpSpPr>
        <p:sp>
          <p:nvSpPr>
            <p:cNvPr id="1374" name="Google Shape;1374;p2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9" name="Google Shape;1379;p27"/>
          <p:cNvGrpSpPr/>
          <p:nvPr/>
        </p:nvGrpSpPr>
        <p:grpSpPr>
          <a:xfrm>
            <a:off x="-379586" y="3417837"/>
            <a:ext cx="9870375" cy="1455000"/>
            <a:chOff x="-381000" y="2758675"/>
            <a:chExt cx="9870375" cy="1455000"/>
          </a:xfrm>
        </p:grpSpPr>
        <p:sp>
          <p:nvSpPr>
            <p:cNvPr id="1380" name="Google Shape;1380;p27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7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7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7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7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7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7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7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7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7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7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7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7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7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7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7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7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7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7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7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7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7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7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7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7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7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7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7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7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7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7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8" name="Google Shape;1418;p27"/>
          <p:cNvSpPr/>
          <p:nvPr/>
        </p:nvSpPr>
        <p:spPr>
          <a:xfrm flipH="1">
            <a:off x="5520650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7"/>
          <p:cNvSpPr/>
          <p:nvPr/>
        </p:nvSpPr>
        <p:spPr>
          <a:xfrm>
            <a:off x="8116830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7"/>
          <p:cNvSpPr/>
          <p:nvPr/>
        </p:nvSpPr>
        <p:spPr>
          <a:xfrm flipH="1">
            <a:off x="-2059" y="4878773"/>
            <a:ext cx="9144000" cy="27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27"/>
          <p:cNvSpPr/>
          <p:nvPr/>
        </p:nvSpPr>
        <p:spPr>
          <a:xfrm>
            <a:off x="3560816" y="4815925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7"/>
          <p:cNvSpPr/>
          <p:nvPr/>
        </p:nvSpPr>
        <p:spPr>
          <a:xfrm flipH="1">
            <a:off x="6514188" y="184646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27"/>
          <p:cNvSpPr/>
          <p:nvPr/>
        </p:nvSpPr>
        <p:spPr>
          <a:xfrm flipH="1">
            <a:off x="-227975" y="11121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4" name="Google Shape;1424;p27"/>
          <p:cNvGrpSpPr/>
          <p:nvPr/>
        </p:nvGrpSpPr>
        <p:grpSpPr>
          <a:xfrm flipH="1">
            <a:off x="-317998" y="4139976"/>
            <a:ext cx="2428188" cy="928035"/>
            <a:chOff x="4525475" y="1014550"/>
            <a:chExt cx="279375" cy="106775"/>
          </a:xfrm>
        </p:grpSpPr>
        <p:sp>
          <p:nvSpPr>
            <p:cNvPr id="1425" name="Google Shape;1425;p27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7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7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7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7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1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28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39" name="Google Shape;1439;p28"/>
          <p:cNvSpPr txBox="1"/>
          <p:nvPr>
            <p:ph idx="2" type="title"/>
          </p:nvPr>
        </p:nvSpPr>
        <p:spPr>
          <a:xfrm>
            <a:off x="1735997" y="1784425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40" name="Google Shape;1440;p28"/>
          <p:cNvSpPr txBox="1"/>
          <p:nvPr>
            <p:ph idx="1" type="subTitle"/>
          </p:nvPr>
        </p:nvSpPr>
        <p:spPr>
          <a:xfrm>
            <a:off x="1735997" y="2096903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1" name="Google Shape;1441;p28"/>
          <p:cNvSpPr txBox="1"/>
          <p:nvPr>
            <p:ph idx="3" type="title"/>
          </p:nvPr>
        </p:nvSpPr>
        <p:spPr>
          <a:xfrm>
            <a:off x="4991800" y="1784425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42" name="Google Shape;1442;p28"/>
          <p:cNvSpPr txBox="1"/>
          <p:nvPr>
            <p:ph idx="4" type="subTitle"/>
          </p:nvPr>
        </p:nvSpPr>
        <p:spPr>
          <a:xfrm>
            <a:off x="4991803" y="2096903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3" name="Google Shape;1443;p28"/>
          <p:cNvSpPr txBox="1"/>
          <p:nvPr>
            <p:ph idx="5" type="title"/>
          </p:nvPr>
        </p:nvSpPr>
        <p:spPr>
          <a:xfrm>
            <a:off x="1735997" y="3213322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44" name="Google Shape;1444;p28"/>
          <p:cNvSpPr txBox="1"/>
          <p:nvPr>
            <p:ph idx="6" type="subTitle"/>
          </p:nvPr>
        </p:nvSpPr>
        <p:spPr>
          <a:xfrm>
            <a:off x="1735997" y="3525794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5" name="Google Shape;1445;p28"/>
          <p:cNvSpPr txBox="1"/>
          <p:nvPr>
            <p:ph idx="7" type="title"/>
          </p:nvPr>
        </p:nvSpPr>
        <p:spPr>
          <a:xfrm>
            <a:off x="4991800" y="3213322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46" name="Google Shape;1446;p28"/>
          <p:cNvSpPr txBox="1"/>
          <p:nvPr>
            <p:ph idx="8" type="subTitle"/>
          </p:nvPr>
        </p:nvSpPr>
        <p:spPr>
          <a:xfrm>
            <a:off x="4991803" y="3525794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7" name="Google Shape;1447;p28"/>
          <p:cNvGrpSpPr/>
          <p:nvPr/>
        </p:nvGrpSpPr>
        <p:grpSpPr>
          <a:xfrm>
            <a:off x="5149687" y="939791"/>
            <a:ext cx="4045976" cy="3889979"/>
            <a:chOff x="3074425" y="836100"/>
            <a:chExt cx="1863732" cy="1981650"/>
          </a:xfrm>
        </p:grpSpPr>
        <p:sp>
          <p:nvSpPr>
            <p:cNvPr id="1448" name="Google Shape;1448;p28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6" name="Google Shape;1456;p28"/>
          <p:cNvGrpSpPr/>
          <p:nvPr/>
        </p:nvGrpSpPr>
        <p:grpSpPr>
          <a:xfrm>
            <a:off x="-46" y="539493"/>
            <a:ext cx="2014112" cy="4385159"/>
            <a:chOff x="1622025" y="238125"/>
            <a:chExt cx="746825" cy="1626000"/>
          </a:xfrm>
        </p:grpSpPr>
        <p:sp>
          <p:nvSpPr>
            <p:cNvPr id="1457" name="Google Shape;1457;p2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2" name="Google Shape;1462;p28"/>
          <p:cNvSpPr/>
          <p:nvPr/>
        </p:nvSpPr>
        <p:spPr>
          <a:xfrm flipH="1">
            <a:off x="-4886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3" name="Google Shape;1463;p28"/>
          <p:cNvGrpSpPr/>
          <p:nvPr/>
        </p:nvGrpSpPr>
        <p:grpSpPr>
          <a:xfrm flipH="1"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1464" name="Google Shape;1464;p28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8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8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8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8" name="Google Shape;1498;p28"/>
          <p:cNvSpPr/>
          <p:nvPr/>
        </p:nvSpPr>
        <p:spPr>
          <a:xfrm flipH="1">
            <a:off x="5520641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28"/>
          <p:cNvSpPr/>
          <p:nvPr/>
        </p:nvSpPr>
        <p:spPr>
          <a:xfrm flipH="1">
            <a:off x="741669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28"/>
          <p:cNvSpPr/>
          <p:nvPr/>
        </p:nvSpPr>
        <p:spPr>
          <a:xfrm flipH="1">
            <a:off x="-35611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8"/>
          <p:cNvSpPr/>
          <p:nvPr/>
        </p:nvSpPr>
        <p:spPr>
          <a:xfrm flipH="1">
            <a:off x="3052056" y="4764700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28"/>
          <p:cNvSpPr/>
          <p:nvPr/>
        </p:nvSpPr>
        <p:spPr>
          <a:xfrm>
            <a:off x="900442" y="184646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28"/>
          <p:cNvSpPr/>
          <p:nvPr/>
        </p:nvSpPr>
        <p:spPr>
          <a:xfrm>
            <a:off x="8121636" y="11121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4" name="Google Shape;1504;p28"/>
          <p:cNvGrpSpPr/>
          <p:nvPr/>
        </p:nvGrpSpPr>
        <p:grpSpPr>
          <a:xfrm>
            <a:off x="7485468" y="3705640"/>
            <a:ext cx="1894812" cy="1342016"/>
            <a:chOff x="539750" y="4542450"/>
            <a:chExt cx="1297550" cy="919000"/>
          </a:xfrm>
        </p:grpSpPr>
        <p:sp>
          <p:nvSpPr>
            <p:cNvPr id="1505" name="Google Shape;1505;p28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8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8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8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8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8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8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8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8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8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_1"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2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27" name="Google Shape;1527;p29"/>
          <p:cNvSpPr txBox="1"/>
          <p:nvPr>
            <p:ph idx="2" type="title"/>
          </p:nvPr>
        </p:nvSpPr>
        <p:spPr>
          <a:xfrm>
            <a:off x="713250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28" name="Google Shape;1528;p29"/>
          <p:cNvSpPr txBox="1"/>
          <p:nvPr>
            <p:ph idx="1" type="subTitle"/>
          </p:nvPr>
        </p:nvSpPr>
        <p:spPr>
          <a:xfrm>
            <a:off x="713250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p29"/>
          <p:cNvSpPr txBox="1"/>
          <p:nvPr>
            <p:ph idx="3" type="title"/>
          </p:nvPr>
        </p:nvSpPr>
        <p:spPr>
          <a:xfrm>
            <a:off x="3436801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30" name="Google Shape;1530;p29"/>
          <p:cNvSpPr txBox="1"/>
          <p:nvPr>
            <p:ph idx="4" type="subTitle"/>
          </p:nvPr>
        </p:nvSpPr>
        <p:spPr>
          <a:xfrm>
            <a:off x="3436801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p29"/>
          <p:cNvSpPr txBox="1"/>
          <p:nvPr>
            <p:ph idx="5" type="title"/>
          </p:nvPr>
        </p:nvSpPr>
        <p:spPr>
          <a:xfrm>
            <a:off x="713250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32" name="Google Shape;1532;p29"/>
          <p:cNvSpPr txBox="1"/>
          <p:nvPr>
            <p:ph idx="6" type="subTitle"/>
          </p:nvPr>
        </p:nvSpPr>
        <p:spPr>
          <a:xfrm>
            <a:off x="713250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29"/>
          <p:cNvSpPr txBox="1"/>
          <p:nvPr>
            <p:ph idx="7" type="title"/>
          </p:nvPr>
        </p:nvSpPr>
        <p:spPr>
          <a:xfrm>
            <a:off x="3436801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34" name="Google Shape;1534;p29"/>
          <p:cNvSpPr txBox="1"/>
          <p:nvPr>
            <p:ph idx="8" type="subTitle"/>
          </p:nvPr>
        </p:nvSpPr>
        <p:spPr>
          <a:xfrm>
            <a:off x="3436801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5" name="Google Shape;1535;p29"/>
          <p:cNvSpPr txBox="1"/>
          <p:nvPr>
            <p:ph idx="9" type="title"/>
          </p:nvPr>
        </p:nvSpPr>
        <p:spPr>
          <a:xfrm>
            <a:off x="6160352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36" name="Google Shape;1536;p29"/>
          <p:cNvSpPr txBox="1"/>
          <p:nvPr>
            <p:ph idx="13" type="subTitle"/>
          </p:nvPr>
        </p:nvSpPr>
        <p:spPr>
          <a:xfrm>
            <a:off x="6160352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7" name="Google Shape;1537;p29"/>
          <p:cNvSpPr txBox="1"/>
          <p:nvPr>
            <p:ph idx="14" type="title"/>
          </p:nvPr>
        </p:nvSpPr>
        <p:spPr>
          <a:xfrm>
            <a:off x="6160352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38" name="Google Shape;1538;p29"/>
          <p:cNvSpPr txBox="1"/>
          <p:nvPr>
            <p:ph idx="15" type="subTitle"/>
          </p:nvPr>
        </p:nvSpPr>
        <p:spPr>
          <a:xfrm>
            <a:off x="6160352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9" name="Google Shape;1539;p29"/>
          <p:cNvGrpSpPr/>
          <p:nvPr/>
        </p:nvGrpSpPr>
        <p:grpSpPr>
          <a:xfrm flipH="1">
            <a:off x="-163777" y="1210295"/>
            <a:ext cx="1941800" cy="3493159"/>
            <a:chOff x="3074425" y="1038250"/>
            <a:chExt cx="989200" cy="1779500"/>
          </a:xfrm>
        </p:grpSpPr>
        <p:sp>
          <p:nvSpPr>
            <p:cNvPr id="1540" name="Google Shape;1540;p2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5" name="Google Shape;1545;p29"/>
          <p:cNvGrpSpPr/>
          <p:nvPr/>
        </p:nvGrpSpPr>
        <p:grpSpPr>
          <a:xfrm>
            <a:off x="2216482" y="1683636"/>
            <a:ext cx="1511499" cy="3290861"/>
            <a:chOff x="1622025" y="238125"/>
            <a:chExt cx="746825" cy="1626000"/>
          </a:xfrm>
        </p:grpSpPr>
        <p:sp>
          <p:nvSpPr>
            <p:cNvPr id="1546" name="Google Shape;1546;p2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1" name="Google Shape;1551;p29"/>
          <p:cNvGrpSpPr/>
          <p:nvPr/>
        </p:nvGrpSpPr>
        <p:grpSpPr>
          <a:xfrm>
            <a:off x="4458299" y="1328282"/>
            <a:ext cx="2528583" cy="3403880"/>
            <a:chOff x="3074425" y="836100"/>
            <a:chExt cx="1472075" cy="1981650"/>
          </a:xfrm>
        </p:grpSpPr>
        <p:sp>
          <p:nvSpPr>
            <p:cNvPr id="1552" name="Google Shape;1552;p2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29"/>
          <p:cNvGrpSpPr/>
          <p:nvPr/>
        </p:nvGrpSpPr>
        <p:grpSpPr>
          <a:xfrm flipH="1">
            <a:off x="7354377" y="1509533"/>
            <a:ext cx="1727332" cy="3760613"/>
            <a:chOff x="1622025" y="238125"/>
            <a:chExt cx="746825" cy="1626000"/>
          </a:xfrm>
        </p:grpSpPr>
        <p:sp>
          <p:nvSpPr>
            <p:cNvPr id="1561" name="Google Shape;1561;p2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29"/>
          <p:cNvGrpSpPr/>
          <p:nvPr/>
        </p:nvGrpSpPr>
        <p:grpSpPr>
          <a:xfrm flipH="1">
            <a:off x="-350262" y="4005140"/>
            <a:ext cx="9870375" cy="883510"/>
            <a:chOff x="-381000" y="4005140"/>
            <a:chExt cx="9870375" cy="883510"/>
          </a:xfrm>
        </p:grpSpPr>
        <p:sp>
          <p:nvSpPr>
            <p:cNvPr id="1567" name="Google Shape;1567;p29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0" name="Google Shape;1590;p29"/>
          <p:cNvSpPr/>
          <p:nvPr/>
        </p:nvSpPr>
        <p:spPr>
          <a:xfrm flipH="1">
            <a:off x="-4886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29"/>
          <p:cNvSpPr/>
          <p:nvPr/>
        </p:nvSpPr>
        <p:spPr>
          <a:xfrm flipH="1">
            <a:off x="7381073" y="460346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29"/>
          <p:cNvSpPr/>
          <p:nvPr/>
        </p:nvSpPr>
        <p:spPr>
          <a:xfrm flipH="1">
            <a:off x="287680" y="4783673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29"/>
          <p:cNvSpPr/>
          <p:nvPr/>
        </p:nvSpPr>
        <p:spPr>
          <a:xfrm flipH="1">
            <a:off x="6913778" y="1476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29"/>
          <p:cNvSpPr/>
          <p:nvPr/>
        </p:nvSpPr>
        <p:spPr>
          <a:xfrm flipH="1">
            <a:off x="830490" y="363123"/>
            <a:ext cx="1247188" cy="176372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30"/>
          <p:cNvSpPr txBox="1"/>
          <p:nvPr>
            <p:ph type="title"/>
          </p:nvPr>
        </p:nvSpPr>
        <p:spPr>
          <a:xfrm>
            <a:off x="3907075" y="2454900"/>
            <a:ext cx="452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97" name="Google Shape;1597;p30"/>
          <p:cNvSpPr txBox="1"/>
          <p:nvPr>
            <p:ph idx="1" type="subTitle"/>
          </p:nvPr>
        </p:nvSpPr>
        <p:spPr>
          <a:xfrm>
            <a:off x="3907075" y="935900"/>
            <a:ext cx="4523700" cy="1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1598" name="Google Shape;1598;p30"/>
          <p:cNvGrpSpPr/>
          <p:nvPr/>
        </p:nvGrpSpPr>
        <p:grpSpPr>
          <a:xfrm>
            <a:off x="2333803" y="-59389"/>
            <a:ext cx="1511535" cy="800058"/>
            <a:chOff x="3927875" y="2818025"/>
            <a:chExt cx="1071175" cy="566975"/>
          </a:xfrm>
        </p:grpSpPr>
        <p:sp>
          <p:nvSpPr>
            <p:cNvPr id="1599" name="Google Shape;1599;p30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0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0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0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0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0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0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0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0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0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0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0" name="Google Shape;1610;p30"/>
          <p:cNvGrpSpPr/>
          <p:nvPr/>
        </p:nvGrpSpPr>
        <p:grpSpPr>
          <a:xfrm>
            <a:off x="4712082" y="1023482"/>
            <a:ext cx="2528583" cy="3403880"/>
            <a:chOff x="3074425" y="836100"/>
            <a:chExt cx="1472075" cy="1981650"/>
          </a:xfrm>
        </p:grpSpPr>
        <p:sp>
          <p:nvSpPr>
            <p:cNvPr id="1611" name="Google Shape;1611;p30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0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0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9" name="Google Shape;1619;p30"/>
          <p:cNvGrpSpPr/>
          <p:nvPr/>
        </p:nvGrpSpPr>
        <p:grpSpPr>
          <a:xfrm>
            <a:off x="2470265" y="1378836"/>
            <a:ext cx="1511499" cy="3290861"/>
            <a:chOff x="1622025" y="238125"/>
            <a:chExt cx="746825" cy="1626000"/>
          </a:xfrm>
        </p:grpSpPr>
        <p:sp>
          <p:nvSpPr>
            <p:cNvPr id="1620" name="Google Shape;1620;p3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5" name="Google Shape;1625;p30"/>
          <p:cNvGrpSpPr/>
          <p:nvPr/>
        </p:nvGrpSpPr>
        <p:grpSpPr>
          <a:xfrm flipH="1">
            <a:off x="7608160" y="1204733"/>
            <a:ext cx="1727332" cy="3760613"/>
            <a:chOff x="1622025" y="238125"/>
            <a:chExt cx="746825" cy="1626000"/>
          </a:xfrm>
        </p:grpSpPr>
        <p:sp>
          <p:nvSpPr>
            <p:cNvPr id="1626" name="Google Shape;1626;p3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1" name="Google Shape;1631;p30"/>
          <p:cNvGrpSpPr/>
          <p:nvPr/>
        </p:nvGrpSpPr>
        <p:grpSpPr>
          <a:xfrm flipH="1">
            <a:off x="90006" y="905495"/>
            <a:ext cx="1941800" cy="3493159"/>
            <a:chOff x="3074425" y="1038250"/>
            <a:chExt cx="989200" cy="1779500"/>
          </a:xfrm>
        </p:grpSpPr>
        <p:sp>
          <p:nvSpPr>
            <p:cNvPr id="1632" name="Google Shape;1632;p3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7" name="Google Shape;1637;p30"/>
          <p:cNvSpPr/>
          <p:nvPr/>
        </p:nvSpPr>
        <p:spPr>
          <a:xfrm>
            <a:off x="-218825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0"/>
          <p:cNvSpPr/>
          <p:nvPr/>
        </p:nvSpPr>
        <p:spPr>
          <a:xfrm>
            <a:off x="5602806" y="2256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0"/>
          <p:cNvSpPr/>
          <p:nvPr/>
        </p:nvSpPr>
        <p:spPr>
          <a:xfrm flipH="1">
            <a:off x="-3955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0" name="Google Shape;1640;p30"/>
          <p:cNvGrpSpPr/>
          <p:nvPr/>
        </p:nvGrpSpPr>
        <p:grpSpPr>
          <a:xfrm flipH="1">
            <a:off x="-349330" y="3162504"/>
            <a:ext cx="9870375" cy="1746000"/>
            <a:chOff x="-381000" y="2898432"/>
            <a:chExt cx="9870375" cy="1746000"/>
          </a:xfrm>
        </p:grpSpPr>
        <p:grpSp>
          <p:nvGrpSpPr>
            <p:cNvPr id="1641" name="Google Shape;1641;p30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1642" name="Google Shape;1642;p30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1643" name="Google Shape;1643;p30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4" name="Google Shape;1644;p30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5" name="Google Shape;1645;p30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6" name="Google Shape;1646;p30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7" name="Google Shape;1647;p30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8" name="Google Shape;1648;p30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9" name="Google Shape;1649;p30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0" name="Google Shape;1650;p30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1" name="Google Shape;1651;p30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2" name="Google Shape;1652;p30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3" name="Google Shape;1653;p30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4" name="Google Shape;1654;p30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5" name="Google Shape;1655;p30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6" name="Google Shape;1656;p30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7" name="Google Shape;1657;p30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8" name="Google Shape;1658;p30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9" name="Google Shape;1659;p30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0" name="Google Shape;1660;p30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1" name="Google Shape;1661;p30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2" name="Google Shape;1662;p30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3" name="Google Shape;1663;p30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4" name="Google Shape;1664;p30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5" name="Google Shape;1665;p30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6" name="Google Shape;1666;p30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7" name="Google Shape;1667;p30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8" name="Google Shape;1668;p30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9" name="Google Shape;1669;p30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0" name="Google Shape;1670;p30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1" name="Google Shape;1671;p30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2" name="Google Shape;1672;p30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3" name="Google Shape;1673;p30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4" name="Google Shape;1674;p30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5" name="Google Shape;1675;p30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6" name="Google Shape;1676;p30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7" name="Google Shape;1677;p30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8" name="Google Shape;1678;p30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9" name="Google Shape;1679;p30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30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1" name="Google Shape;1681;p30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2" name="Google Shape;1682;p30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3" name="Google Shape;1683;p30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4" name="Google Shape;1684;p30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5" name="Google Shape;1685;p30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6" name="Google Shape;1686;p30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7" name="Google Shape;1687;p30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30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9" name="Google Shape;1689;p30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0" name="Google Shape;1690;p30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1691" name="Google Shape;1691;p30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2" name="Google Shape;1692;p30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93" name="Google Shape;1693;p30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1694" name="Google Shape;1694;p30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0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6" name="Google Shape;1696;p30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1697" name="Google Shape;1697;p30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0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99" name="Google Shape;1699;p30"/>
          <p:cNvSpPr/>
          <p:nvPr/>
        </p:nvSpPr>
        <p:spPr>
          <a:xfrm>
            <a:off x="8079324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0"/>
          <p:cNvSpPr/>
          <p:nvPr/>
        </p:nvSpPr>
        <p:spPr>
          <a:xfrm>
            <a:off x="7120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0"/>
          <p:cNvSpPr/>
          <p:nvPr/>
        </p:nvSpPr>
        <p:spPr>
          <a:xfrm>
            <a:off x="3023387" y="4782357"/>
            <a:ext cx="1625936" cy="28846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2" name="Google Shape;1702;p30"/>
          <p:cNvGrpSpPr/>
          <p:nvPr/>
        </p:nvGrpSpPr>
        <p:grpSpPr>
          <a:xfrm>
            <a:off x="5602806" y="4421153"/>
            <a:ext cx="1760682" cy="642759"/>
            <a:chOff x="3991550" y="1985765"/>
            <a:chExt cx="721650" cy="263447"/>
          </a:xfrm>
        </p:grpSpPr>
        <p:sp>
          <p:nvSpPr>
            <p:cNvPr id="1703" name="Google Shape;1703;p30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5" name="Google Shape;1705;p30"/>
          <p:cNvSpPr/>
          <p:nvPr/>
        </p:nvSpPr>
        <p:spPr>
          <a:xfrm>
            <a:off x="-394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31"/>
          <p:cNvSpPr txBox="1"/>
          <p:nvPr>
            <p:ph idx="1" type="subTitle"/>
          </p:nvPr>
        </p:nvSpPr>
        <p:spPr>
          <a:xfrm>
            <a:off x="2612875" y="1076500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8" name="Google Shape;1708;p31"/>
          <p:cNvSpPr txBox="1"/>
          <p:nvPr>
            <p:ph hasCustomPrompt="1" type="title"/>
          </p:nvPr>
        </p:nvSpPr>
        <p:spPr>
          <a:xfrm>
            <a:off x="2612875" y="539500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709" name="Google Shape;1709;p31"/>
          <p:cNvSpPr txBox="1"/>
          <p:nvPr>
            <p:ph idx="2" type="subTitle"/>
          </p:nvPr>
        </p:nvSpPr>
        <p:spPr>
          <a:xfrm>
            <a:off x="2612875" y="2494625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0" name="Google Shape;1710;p31"/>
          <p:cNvSpPr txBox="1"/>
          <p:nvPr>
            <p:ph hasCustomPrompt="1" idx="3" type="title"/>
          </p:nvPr>
        </p:nvSpPr>
        <p:spPr>
          <a:xfrm>
            <a:off x="2612875" y="1957625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711" name="Google Shape;1711;p31"/>
          <p:cNvSpPr txBox="1"/>
          <p:nvPr>
            <p:ph idx="4" type="subTitle"/>
          </p:nvPr>
        </p:nvSpPr>
        <p:spPr>
          <a:xfrm>
            <a:off x="2612875" y="3912750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2" name="Google Shape;1712;p31"/>
          <p:cNvSpPr txBox="1"/>
          <p:nvPr>
            <p:ph hasCustomPrompt="1" idx="5" type="title"/>
          </p:nvPr>
        </p:nvSpPr>
        <p:spPr>
          <a:xfrm>
            <a:off x="2612875" y="3375750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1713" name="Google Shape;1713;p31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1714" name="Google Shape;1714;p31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2" name="Google Shape;1722;p31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1723" name="Google Shape;1723;p3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8" name="Google Shape;1728;p31"/>
          <p:cNvGrpSpPr/>
          <p:nvPr/>
        </p:nvGrpSpPr>
        <p:grpSpPr>
          <a:xfrm flipH="1">
            <a:off x="2397999" y="1495402"/>
            <a:ext cx="3508289" cy="3889979"/>
            <a:chOff x="3074425" y="836100"/>
            <a:chExt cx="1863732" cy="1981650"/>
          </a:xfrm>
        </p:grpSpPr>
        <p:sp>
          <p:nvSpPr>
            <p:cNvPr id="1729" name="Google Shape;1729;p31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7" name="Google Shape;1737;p31"/>
          <p:cNvGrpSpPr/>
          <p:nvPr/>
        </p:nvGrpSpPr>
        <p:grpSpPr>
          <a:xfrm>
            <a:off x="6432983" y="2284597"/>
            <a:ext cx="1677397" cy="2332770"/>
            <a:chOff x="1791025" y="2947729"/>
            <a:chExt cx="1161150" cy="1614821"/>
          </a:xfrm>
        </p:grpSpPr>
        <p:sp>
          <p:nvSpPr>
            <p:cNvPr id="1738" name="Google Shape;1738;p31"/>
            <p:cNvSpPr/>
            <p:nvPr/>
          </p:nvSpPr>
          <p:spPr>
            <a:xfrm>
              <a:off x="1791025" y="3456800"/>
              <a:ext cx="1161150" cy="1105750"/>
            </a:xfrm>
            <a:custGeom>
              <a:rect b="b" l="l" r="r" t="t"/>
              <a:pathLst>
                <a:path extrusionOk="0" h="44230" w="46446">
                  <a:moveTo>
                    <a:pt x="0" y="0"/>
                  </a:moveTo>
                  <a:lnTo>
                    <a:pt x="0" y="44229"/>
                  </a:lnTo>
                  <a:lnTo>
                    <a:pt x="46445" y="44229"/>
                  </a:lnTo>
                  <a:lnTo>
                    <a:pt x="46445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1791025" y="2947729"/>
              <a:ext cx="26075" cy="513625"/>
            </a:xfrm>
            <a:custGeom>
              <a:rect b="b" l="l" r="r" t="t"/>
              <a:pathLst>
                <a:path extrusionOk="0" h="20545" w="1043">
                  <a:moveTo>
                    <a:pt x="0" y="0"/>
                  </a:moveTo>
                  <a:lnTo>
                    <a:pt x="0" y="20544"/>
                  </a:lnTo>
                  <a:lnTo>
                    <a:pt x="1043" y="20544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2476025" y="2947729"/>
              <a:ext cx="26425" cy="513625"/>
            </a:xfrm>
            <a:custGeom>
              <a:rect b="b" l="l" r="r" t="t"/>
              <a:pathLst>
                <a:path extrusionOk="0" h="20545" w="1057">
                  <a:moveTo>
                    <a:pt x="1" y="0"/>
                  </a:moveTo>
                  <a:lnTo>
                    <a:pt x="1" y="20544"/>
                  </a:lnTo>
                  <a:lnTo>
                    <a:pt x="1056" y="20544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2926075" y="2947729"/>
              <a:ext cx="26100" cy="513625"/>
            </a:xfrm>
            <a:custGeom>
              <a:rect b="b" l="l" r="r" t="t"/>
              <a:pathLst>
                <a:path extrusionOk="0" h="20545" w="1044">
                  <a:moveTo>
                    <a:pt x="1" y="0"/>
                  </a:moveTo>
                  <a:lnTo>
                    <a:pt x="1" y="20544"/>
                  </a:lnTo>
                  <a:lnTo>
                    <a:pt x="1043" y="20544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1859450" y="351577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1859450" y="3630825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859450" y="374617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859450" y="3861225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859450" y="3976250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859450" y="4091300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859450" y="4206650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859450" y="4321700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859450" y="443672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2541525" y="351577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2541525" y="3630825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2541525" y="374617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2541525" y="3861225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2541525" y="3976250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2541525" y="4091300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2541525" y="4206650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2541525" y="4321700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2541525" y="443672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0" name="Google Shape;1760;p31"/>
          <p:cNvGrpSpPr/>
          <p:nvPr/>
        </p:nvGrpSpPr>
        <p:grpSpPr>
          <a:xfrm>
            <a:off x="6254278" y="526122"/>
            <a:ext cx="3508278" cy="4091243"/>
            <a:chOff x="2338828" y="880300"/>
            <a:chExt cx="3508278" cy="4091243"/>
          </a:xfrm>
        </p:grpSpPr>
        <p:sp>
          <p:nvSpPr>
            <p:cNvPr id="1761" name="Google Shape;1761;p31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1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1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1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1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1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1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1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1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1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1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1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1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1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1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1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1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1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1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1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1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1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1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1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1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1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1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1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1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1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1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1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1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1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1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1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1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1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1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1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1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1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1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1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1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1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1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1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1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1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1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1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1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1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7" name="Google Shape;1837;p31"/>
          <p:cNvSpPr/>
          <p:nvPr/>
        </p:nvSpPr>
        <p:spPr>
          <a:xfrm>
            <a:off x="1524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31"/>
          <p:cNvSpPr/>
          <p:nvPr/>
        </p:nvSpPr>
        <p:spPr>
          <a:xfrm>
            <a:off x="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31"/>
          <p:cNvSpPr/>
          <p:nvPr/>
        </p:nvSpPr>
        <p:spPr>
          <a:xfrm>
            <a:off x="76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31"/>
          <p:cNvSpPr/>
          <p:nvPr/>
        </p:nvSpPr>
        <p:spPr>
          <a:xfrm>
            <a:off x="3810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31"/>
          <p:cNvSpPr/>
          <p:nvPr/>
        </p:nvSpPr>
        <p:spPr>
          <a:xfrm>
            <a:off x="2286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31"/>
          <p:cNvSpPr/>
          <p:nvPr/>
        </p:nvSpPr>
        <p:spPr>
          <a:xfrm>
            <a:off x="3048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1"/>
          <p:cNvSpPr/>
          <p:nvPr/>
        </p:nvSpPr>
        <p:spPr>
          <a:xfrm>
            <a:off x="6096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1"/>
          <p:cNvSpPr/>
          <p:nvPr/>
        </p:nvSpPr>
        <p:spPr>
          <a:xfrm>
            <a:off x="457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1"/>
          <p:cNvSpPr/>
          <p:nvPr/>
        </p:nvSpPr>
        <p:spPr>
          <a:xfrm>
            <a:off x="5334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1"/>
          <p:cNvSpPr/>
          <p:nvPr/>
        </p:nvSpPr>
        <p:spPr>
          <a:xfrm>
            <a:off x="7620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31"/>
          <p:cNvSpPr/>
          <p:nvPr/>
        </p:nvSpPr>
        <p:spPr>
          <a:xfrm>
            <a:off x="6858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1"/>
          <p:cNvSpPr/>
          <p:nvPr/>
        </p:nvSpPr>
        <p:spPr>
          <a:xfrm>
            <a:off x="838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9" name="Google Shape;1849;p31"/>
          <p:cNvGrpSpPr/>
          <p:nvPr/>
        </p:nvGrpSpPr>
        <p:grpSpPr>
          <a:xfrm>
            <a:off x="-381000" y="3714140"/>
            <a:ext cx="9870375" cy="1174510"/>
            <a:chOff x="-381000" y="3714140"/>
            <a:chExt cx="9870375" cy="1174510"/>
          </a:xfrm>
        </p:grpSpPr>
        <p:sp>
          <p:nvSpPr>
            <p:cNvPr id="1850" name="Google Shape;1850;p31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1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1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1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1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1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1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1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1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1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1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1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1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1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1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1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1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1"/>
            <p:cNvSpPr/>
            <p:nvPr/>
          </p:nvSpPr>
          <p:spPr>
            <a:xfrm>
              <a:off x="6858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1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1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1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1"/>
            <p:cNvSpPr/>
            <p:nvPr/>
          </p:nvSpPr>
          <p:spPr>
            <a:xfrm>
              <a:off x="7203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1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1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1"/>
            <p:cNvSpPr/>
            <p:nvPr/>
          </p:nvSpPr>
          <p:spPr>
            <a:xfrm>
              <a:off x="838200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1"/>
            <p:cNvSpPr/>
            <p:nvPr/>
          </p:nvSpPr>
          <p:spPr>
            <a:xfrm>
              <a:off x="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1"/>
            <p:cNvSpPr/>
            <p:nvPr/>
          </p:nvSpPr>
          <p:spPr>
            <a:xfrm>
              <a:off x="0" y="3714150"/>
              <a:ext cx="2214900" cy="1174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7" name="Google Shape;1877;p31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1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31"/>
          <p:cNvSpPr/>
          <p:nvPr/>
        </p:nvSpPr>
        <p:spPr>
          <a:xfrm>
            <a:off x="5583076" y="4800024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31"/>
          <p:cNvSpPr/>
          <p:nvPr/>
        </p:nvSpPr>
        <p:spPr>
          <a:xfrm flipH="1">
            <a:off x="857170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1" name="Google Shape;1881;p31"/>
          <p:cNvGrpSpPr/>
          <p:nvPr/>
        </p:nvGrpSpPr>
        <p:grpSpPr>
          <a:xfrm>
            <a:off x="380916" y="-48484"/>
            <a:ext cx="2316202" cy="1225970"/>
            <a:chOff x="3927875" y="2818025"/>
            <a:chExt cx="1071175" cy="566975"/>
          </a:xfrm>
        </p:grpSpPr>
        <p:sp>
          <p:nvSpPr>
            <p:cNvPr id="1882" name="Google Shape;1882;p31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1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1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1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1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1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1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1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3" name="Google Shape;1893;p31"/>
          <p:cNvGrpSpPr/>
          <p:nvPr/>
        </p:nvGrpSpPr>
        <p:grpSpPr>
          <a:xfrm>
            <a:off x="1560723" y="4197242"/>
            <a:ext cx="678436" cy="831316"/>
            <a:chOff x="2876954" y="198975"/>
            <a:chExt cx="2854169" cy="3497334"/>
          </a:xfrm>
        </p:grpSpPr>
        <p:sp>
          <p:nvSpPr>
            <p:cNvPr id="1894" name="Google Shape;1894;p31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1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8" name="Google Shape;1898;p31"/>
          <p:cNvGrpSpPr/>
          <p:nvPr/>
        </p:nvGrpSpPr>
        <p:grpSpPr>
          <a:xfrm>
            <a:off x="2332848" y="4266617"/>
            <a:ext cx="678436" cy="831316"/>
            <a:chOff x="2876954" y="198975"/>
            <a:chExt cx="2854169" cy="3497334"/>
          </a:xfrm>
        </p:grpSpPr>
        <p:sp>
          <p:nvSpPr>
            <p:cNvPr id="1899" name="Google Shape;1899;p31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3" name="Google Shape;1903;p31"/>
          <p:cNvSpPr/>
          <p:nvPr/>
        </p:nvSpPr>
        <p:spPr>
          <a:xfrm flipH="1">
            <a:off x="2456807" y="395800"/>
            <a:ext cx="920752" cy="130324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31"/>
          <p:cNvSpPr/>
          <p:nvPr/>
        </p:nvSpPr>
        <p:spPr>
          <a:xfrm flipH="1">
            <a:off x="6045712" y="12164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_1"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32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07" name="Google Shape;1907;p32"/>
          <p:cNvSpPr txBox="1"/>
          <p:nvPr>
            <p:ph idx="2" type="title"/>
          </p:nvPr>
        </p:nvSpPr>
        <p:spPr>
          <a:xfrm>
            <a:off x="719300" y="1430366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908" name="Google Shape;1908;p32"/>
          <p:cNvSpPr txBox="1"/>
          <p:nvPr>
            <p:ph idx="1" type="subTitle"/>
          </p:nvPr>
        </p:nvSpPr>
        <p:spPr>
          <a:xfrm>
            <a:off x="1410300" y="1746245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9" name="Google Shape;1909;p32"/>
          <p:cNvSpPr txBox="1"/>
          <p:nvPr>
            <p:ph hasCustomPrompt="1" idx="3" type="title"/>
          </p:nvPr>
        </p:nvSpPr>
        <p:spPr>
          <a:xfrm>
            <a:off x="3573025" y="1537537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10" name="Google Shape;1910;p32"/>
          <p:cNvSpPr txBox="1"/>
          <p:nvPr>
            <p:ph idx="4" type="title"/>
          </p:nvPr>
        </p:nvSpPr>
        <p:spPr>
          <a:xfrm>
            <a:off x="719350" y="2377266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911" name="Google Shape;1911;p32"/>
          <p:cNvSpPr txBox="1"/>
          <p:nvPr>
            <p:ph idx="5" type="subTitle"/>
          </p:nvPr>
        </p:nvSpPr>
        <p:spPr>
          <a:xfrm>
            <a:off x="1410350" y="2693166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2" name="Google Shape;1912;p32"/>
          <p:cNvSpPr txBox="1"/>
          <p:nvPr>
            <p:ph hasCustomPrompt="1" idx="6" type="title"/>
          </p:nvPr>
        </p:nvSpPr>
        <p:spPr>
          <a:xfrm>
            <a:off x="3573025" y="2480662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13" name="Google Shape;1913;p32"/>
          <p:cNvSpPr txBox="1"/>
          <p:nvPr>
            <p:ph idx="7" type="title"/>
          </p:nvPr>
        </p:nvSpPr>
        <p:spPr>
          <a:xfrm>
            <a:off x="719350" y="3324164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914" name="Google Shape;1914;p32"/>
          <p:cNvSpPr txBox="1"/>
          <p:nvPr>
            <p:ph idx="8" type="subTitle"/>
          </p:nvPr>
        </p:nvSpPr>
        <p:spPr>
          <a:xfrm>
            <a:off x="1410350" y="3640066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5" name="Google Shape;1915;p32"/>
          <p:cNvSpPr txBox="1"/>
          <p:nvPr>
            <p:ph hasCustomPrompt="1" idx="9" type="title"/>
          </p:nvPr>
        </p:nvSpPr>
        <p:spPr>
          <a:xfrm>
            <a:off x="3573025" y="3423787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916" name="Google Shape;1916;p32"/>
          <p:cNvGrpSpPr/>
          <p:nvPr/>
        </p:nvGrpSpPr>
        <p:grpSpPr>
          <a:xfrm>
            <a:off x="7356613" y="1210295"/>
            <a:ext cx="1941800" cy="3493159"/>
            <a:chOff x="3074425" y="1038250"/>
            <a:chExt cx="989200" cy="1779500"/>
          </a:xfrm>
        </p:grpSpPr>
        <p:sp>
          <p:nvSpPr>
            <p:cNvPr id="1917" name="Google Shape;1917;p32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2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2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2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2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2" name="Google Shape;1922;p32"/>
          <p:cNvGrpSpPr/>
          <p:nvPr/>
        </p:nvGrpSpPr>
        <p:grpSpPr>
          <a:xfrm flipH="1">
            <a:off x="5406654" y="1683636"/>
            <a:ext cx="1511499" cy="3290861"/>
            <a:chOff x="1622025" y="238125"/>
            <a:chExt cx="746825" cy="1626000"/>
          </a:xfrm>
        </p:grpSpPr>
        <p:sp>
          <p:nvSpPr>
            <p:cNvPr id="1923" name="Google Shape;1923;p32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2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2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2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2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8" name="Google Shape;1928;p32"/>
          <p:cNvGrpSpPr/>
          <p:nvPr/>
        </p:nvGrpSpPr>
        <p:grpSpPr>
          <a:xfrm flipH="1">
            <a:off x="2147753" y="1328282"/>
            <a:ext cx="2528583" cy="3403880"/>
            <a:chOff x="3074425" y="836100"/>
            <a:chExt cx="1472075" cy="1981650"/>
          </a:xfrm>
        </p:grpSpPr>
        <p:sp>
          <p:nvSpPr>
            <p:cNvPr id="1929" name="Google Shape;1929;p32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2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2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2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2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2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2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2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7" name="Google Shape;1937;p32"/>
          <p:cNvGrpSpPr/>
          <p:nvPr/>
        </p:nvGrpSpPr>
        <p:grpSpPr>
          <a:xfrm>
            <a:off x="52927" y="1509533"/>
            <a:ext cx="1727332" cy="3760613"/>
            <a:chOff x="1622025" y="238125"/>
            <a:chExt cx="746825" cy="1626000"/>
          </a:xfrm>
        </p:grpSpPr>
        <p:sp>
          <p:nvSpPr>
            <p:cNvPr id="1938" name="Google Shape;1938;p32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2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2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2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2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3" name="Google Shape;1943;p32"/>
          <p:cNvGrpSpPr/>
          <p:nvPr/>
        </p:nvGrpSpPr>
        <p:grpSpPr>
          <a:xfrm>
            <a:off x="-385478" y="4005140"/>
            <a:ext cx="9870375" cy="883510"/>
            <a:chOff x="-381000" y="4005140"/>
            <a:chExt cx="9870375" cy="883510"/>
          </a:xfrm>
        </p:grpSpPr>
        <p:sp>
          <p:nvSpPr>
            <p:cNvPr id="1944" name="Google Shape;1944;p32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2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2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2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2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2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2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2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2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2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2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2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2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2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2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2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2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2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2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2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2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2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2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7" name="Google Shape;1967;p32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32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2"/>
          <p:cNvSpPr/>
          <p:nvPr/>
        </p:nvSpPr>
        <p:spPr>
          <a:xfrm>
            <a:off x="4316923" y="48548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2"/>
          <p:cNvSpPr/>
          <p:nvPr/>
        </p:nvSpPr>
        <p:spPr>
          <a:xfrm flipH="1">
            <a:off x="6832388" y="135246"/>
            <a:ext cx="2162993" cy="306153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2"/>
          <p:cNvSpPr/>
          <p:nvPr/>
        </p:nvSpPr>
        <p:spPr>
          <a:xfrm flipH="1">
            <a:off x="292990" y="363123"/>
            <a:ext cx="1247188" cy="176372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3" name="Google Shape;1973;p33"/>
          <p:cNvGrpSpPr/>
          <p:nvPr/>
        </p:nvGrpSpPr>
        <p:grpSpPr>
          <a:xfrm>
            <a:off x="90006" y="1204733"/>
            <a:ext cx="1727332" cy="3760613"/>
            <a:chOff x="1622025" y="238125"/>
            <a:chExt cx="746825" cy="1626000"/>
          </a:xfrm>
        </p:grpSpPr>
        <p:sp>
          <p:nvSpPr>
            <p:cNvPr id="1974" name="Google Shape;1974;p3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9" name="Google Shape;1979;p33"/>
          <p:cNvGrpSpPr/>
          <p:nvPr/>
        </p:nvGrpSpPr>
        <p:grpSpPr>
          <a:xfrm>
            <a:off x="7393692" y="905495"/>
            <a:ext cx="1941800" cy="3493159"/>
            <a:chOff x="3074425" y="1038250"/>
            <a:chExt cx="989200" cy="1779500"/>
          </a:xfrm>
        </p:grpSpPr>
        <p:sp>
          <p:nvSpPr>
            <p:cNvPr id="1980" name="Google Shape;1980;p3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5" name="Google Shape;1985;p33"/>
          <p:cNvGrpSpPr/>
          <p:nvPr/>
        </p:nvGrpSpPr>
        <p:grpSpPr>
          <a:xfrm>
            <a:off x="175670" y="1484597"/>
            <a:ext cx="1342898" cy="2594409"/>
            <a:chOff x="3308625" y="459175"/>
            <a:chExt cx="736925" cy="1423700"/>
          </a:xfrm>
        </p:grpSpPr>
        <p:sp>
          <p:nvSpPr>
            <p:cNvPr id="1986" name="Google Shape;1986;p33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3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3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3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3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3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3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3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3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3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3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3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3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3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3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3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3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3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3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3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33"/>
          <p:cNvGrpSpPr/>
          <p:nvPr/>
        </p:nvGrpSpPr>
        <p:grpSpPr>
          <a:xfrm>
            <a:off x="7154186" y="1762490"/>
            <a:ext cx="1009921" cy="1963959"/>
            <a:chOff x="4087800" y="723675"/>
            <a:chExt cx="700750" cy="1362725"/>
          </a:xfrm>
        </p:grpSpPr>
        <p:sp>
          <p:nvSpPr>
            <p:cNvPr id="2007" name="Google Shape;2007;p33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3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3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3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3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3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3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3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3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9" name="Google Shape;2029;p33"/>
          <p:cNvGrpSpPr/>
          <p:nvPr/>
        </p:nvGrpSpPr>
        <p:grpSpPr>
          <a:xfrm>
            <a:off x="8065680" y="1417071"/>
            <a:ext cx="942761" cy="1827009"/>
            <a:chOff x="4826000" y="484000"/>
            <a:chExt cx="654150" cy="1267700"/>
          </a:xfrm>
        </p:grpSpPr>
        <p:sp>
          <p:nvSpPr>
            <p:cNvPr id="2030" name="Google Shape;2030;p33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3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3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3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3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3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3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3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3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3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3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3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3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3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3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8" name="Google Shape;2048;p33"/>
          <p:cNvSpPr txBox="1"/>
          <p:nvPr>
            <p:ph type="title"/>
          </p:nvPr>
        </p:nvSpPr>
        <p:spPr>
          <a:xfrm>
            <a:off x="2476650" y="1469013"/>
            <a:ext cx="41907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049" name="Google Shape;2049;p33"/>
          <p:cNvSpPr txBox="1"/>
          <p:nvPr>
            <p:ph idx="1" type="subTitle"/>
          </p:nvPr>
        </p:nvSpPr>
        <p:spPr>
          <a:xfrm>
            <a:off x="2721103" y="2839588"/>
            <a:ext cx="37020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50" name="Google Shape;2050;p33"/>
          <p:cNvGrpSpPr/>
          <p:nvPr/>
        </p:nvGrpSpPr>
        <p:grpSpPr>
          <a:xfrm flipH="1">
            <a:off x="2184832" y="1023482"/>
            <a:ext cx="2528583" cy="3403880"/>
            <a:chOff x="3074425" y="836100"/>
            <a:chExt cx="1472075" cy="1981650"/>
          </a:xfrm>
        </p:grpSpPr>
        <p:sp>
          <p:nvSpPr>
            <p:cNvPr id="2051" name="Google Shape;2051;p33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3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3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9" name="Google Shape;2059;p33"/>
          <p:cNvGrpSpPr/>
          <p:nvPr/>
        </p:nvGrpSpPr>
        <p:grpSpPr>
          <a:xfrm flipH="1">
            <a:off x="5443733" y="1378836"/>
            <a:ext cx="1511499" cy="3290861"/>
            <a:chOff x="1622025" y="238125"/>
            <a:chExt cx="746825" cy="1626000"/>
          </a:xfrm>
        </p:grpSpPr>
        <p:sp>
          <p:nvSpPr>
            <p:cNvPr id="2060" name="Google Shape;2060;p3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5" name="Google Shape;2065;p33"/>
          <p:cNvSpPr/>
          <p:nvPr/>
        </p:nvSpPr>
        <p:spPr>
          <a:xfrm>
            <a:off x="570150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33"/>
          <p:cNvSpPr/>
          <p:nvPr/>
        </p:nvSpPr>
        <p:spPr>
          <a:xfrm>
            <a:off x="7032931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33"/>
          <p:cNvSpPr/>
          <p:nvPr/>
        </p:nvSpPr>
        <p:spPr>
          <a:xfrm flipH="1">
            <a:off x="-3955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8" name="Google Shape;2068;p33"/>
          <p:cNvGrpSpPr/>
          <p:nvPr/>
        </p:nvGrpSpPr>
        <p:grpSpPr>
          <a:xfrm flipH="1">
            <a:off x="-349330" y="3162504"/>
            <a:ext cx="9870375" cy="1746000"/>
            <a:chOff x="-381000" y="2898432"/>
            <a:chExt cx="9870375" cy="1746000"/>
          </a:xfrm>
        </p:grpSpPr>
        <p:grpSp>
          <p:nvGrpSpPr>
            <p:cNvPr id="2069" name="Google Shape;2069;p33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070" name="Google Shape;2070;p33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071" name="Google Shape;2071;p33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2" name="Google Shape;2072;p33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3" name="Google Shape;2073;p33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4" name="Google Shape;2074;p33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33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33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33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33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33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33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33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33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33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33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33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33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33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33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33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33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33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33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33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33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33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33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33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33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33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33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33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2" name="Google Shape;2102;p33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3" name="Google Shape;2103;p33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4" name="Google Shape;2104;p33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5" name="Google Shape;2105;p33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6" name="Google Shape;2106;p33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33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8" name="Google Shape;2108;p33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9" name="Google Shape;2109;p33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0" name="Google Shape;2110;p33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1" name="Google Shape;2111;p33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12" name="Google Shape;2112;p33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2113" name="Google Shape;2113;p33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4" name="Google Shape;2114;p33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15" name="Google Shape;2115;p33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116" name="Google Shape;2116;p33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33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8" name="Google Shape;2118;p33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2119" name="Google Shape;2119;p33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3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21" name="Google Shape;2121;p33"/>
          <p:cNvSpPr/>
          <p:nvPr/>
        </p:nvSpPr>
        <p:spPr>
          <a:xfrm flipH="1">
            <a:off x="5518745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33"/>
          <p:cNvSpPr/>
          <p:nvPr/>
        </p:nvSpPr>
        <p:spPr>
          <a:xfrm>
            <a:off x="-394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3" name="Google Shape;2123;p33"/>
          <p:cNvGrpSpPr/>
          <p:nvPr/>
        </p:nvGrpSpPr>
        <p:grpSpPr>
          <a:xfrm>
            <a:off x="1911011" y="4186605"/>
            <a:ext cx="678436" cy="831316"/>
            <a:chOff x="2876954" y="198975"/>
            <a:chExt cx="2854169" cy="3497334"/>
          </a:xfrm>
        </p:grpSpPr>
        <p:sp>
          <p:nvSpPr>
            <p:cNvPr id="2124" name="Google Shape;2124;p33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3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3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3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8" name="Google Shape;2128;p33"/>
          <p:cNvSpPr/>
          <p:nvPr/>
        </p:nvSpPr>
        <p:spPr>
          <a:xfrm>
            <a:off x="4796319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9" name="Google Shape;2129;p33"/>
          <p:cNvGrpSpPr/>
          <p:nvPr/>
        </p:nvGrpSpPr>
        <p:grpSpPr>
          <a:xfrm>
            <a:off x="2683136" y="4255980"/>
            <a:ext cx="678436" cy="831316"/>
            <a:chOff x="2876954" y="198975"/>
            <a:chExt cx="2854169" cy="3497334"/>
          </a:xfrm>
        </p:grpSpPr>
        <p:sp>
          <p:nvSpPr>
            <p:cNvPr id="2130" name="Google Shape;2130;p33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3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3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3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4" name="Google Shape;2134;p33"/>
          <p:cNvGrpSpPr/>
          <p:nvPr/>
        </p:nvGrpSpPr>
        <p:grpSpPr>
          <a:xfrm>
            <a:off x="6955234" y="3890363"/>
            <a:ext cx="3131738" cy="1196926"/>
            <a:chOff x="4525475" y="1014550"/>
            <a:chExt cx="279375" cy="106775"/>
          </a:xfrm>
        </p:grpSpPr>
        <p:sp>
          <p:nvSpPr>
            <p:cNvPr id="2135" name="Google Shape;2135;p33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3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3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3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3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3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3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3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3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3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3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3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3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49" name="Google Shape;2149;p34"/>
          <p:cNvSpPr txBox="1"/>
          <p:nvPr>
            <p:ph idx="1" type="subTitle"/>
          </p:nvPr>
        </p:nvSpPr>
        <p:spPr>
          <a:xfrm>
            <a:off x="1094825" y="2000100"/>
            <a:ext cx="2792700" cy="12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50" name="Google Shape;2150;p34"/>
          <p:cNvGrpSpPr/>
          <p:nvPr/>
        </p:nvGrpSpPr>
        <p:grpSpPr>
          <a:xfrm flipH="1">
            <a:off x="-22984" y="939791"/>
            <a:ext cx="4045976" cy="3889979"/>
            <a:chOff x="3074425" y="836100"/>
            <a:chExt cx="1863732" cy="1981650"/>
          </a:xfrm>
        </p:grpSpPr>
        <p:sp>
          <p:nvSpPr>
            <p:cNvPr id="2151" name="Google Shape;2151;p34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34"/>
          <p:cNvGrpSpPr/>
          <p:nvPr/>
        </p:nvGrpSpPr>
        <p:grpSpPr>
          <a:xfrm>
            <a:off x="-128935" y="2000100"/>
            <a:ext cx="1145771" cy="2213569"/>
            <a:chOff x="3308625" y="459175"/>
            <a:chExt cx="736925" cy="1423700"/>
          </a:xfrm>
        </p:grpSpPr>
        <p:sp>
          <p:nvSpPr>
            <p:cNvPr id="2160" name="Google Shape;2160;p34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4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4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4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4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4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4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4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4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4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4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4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4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4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4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4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4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4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4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4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0" name="Google Shape;2180;p34"/>
          <p:cNvGrpSpPr/>
          <p:nvPr/>
        </p:nvGrpSpPr>
        <p:grpSpPr>
          <a:xfrm flipH="1">
            <a:off x="7158613" y="539493"/>
            <a:ext cx="2014112" cy="4385159"/>
            <a:chOff x="1622025" y="238125"/>
            <a:chExt cx="746825" cy="1626000"/>
          </a:xfrm>
        </p:grpSpPr>
        <p:sp>
          <p:nvSpPr>
            <p:cNvPr id="2181" name="Google Shape;2181;p3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6" name="Google Shape;2186;p34"/>
          <p:cNvSpPr/>
          <p:nvPr/>
        </p:nvSpPr>
        <p:spPr>
          <a:xfrm flipH="1">
            <a:off x="7066978" y="34882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34"/>
          <p:cNvSpPr/>
          <p:nvPr/>
        </p:nvSpPr>
        <p:spPr>
          <a:xfrm flipH="1">
            <a:off x="-609088" y="9397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8" name="Google Shape;2188;p34"/>
          <p:cNvGrpSpPr/>
          <p:nvPr/>
        </p:nvGrpSpPr>
        <p:grpSpPr>
          <a:xfrm>
            <a:off x="-379993" y="4005140"/>
            <a:ext cx="9870375" cy="883510"/>
            <a:chOff x="-381000" y="4005140"/>
            <a:chExt cx="9870375" cy="883510"/>
          </a:xfrm>
        </p:grpSpPr>
        <p:sp>
          <p:nvSpPr>
            <p:cNvPr id="2189" name="Google Shape;2189;p34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4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4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4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4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4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4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4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4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4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4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4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4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4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4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4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4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4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4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4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4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4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4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2" name="Google Shape;2212;p34"/>
          <p:cNvSpPr/>
          <p:nvPr/>
        </p:nvSpPr>
        <p:spPr>
          <a:xfrm>
            <a:off x="1007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34"/>
          <p:cNvSpPr/>
          <p:nvPr/>
        </p:nvSpPr>
        <p:spPr>
          <a:xfrm>
            <a:off x="-5" y="46039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34"/>
          <p:cNvSpPr/>
          <p:nvPr/>
        </p:nvSpPr>
        <p:spPr>
          <a:xfrm>
            <a:off x="7173328" y="4783673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34"/>
          <p:cNvSpPr/>
          <p:nvPr/>
        </p:nvSpPr>
        <p:spPr>
          <a:xfrm flipH="1">
            <a:off x="4385395" y="219072"/>
            <a:ext cx="916679" cy="12974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6" name="Google Shape;2216;p34"/>
          <p:cNvGrpSpPr/>
          <p:nvPr/>
        </p:nvGrpSpPr>
        <p:grpSpPr>
          <a:xfrm>
            <a:off x="1727305" y="3688065"/>
            <a:ext cx="1894812" cy="1342016"/>
            <a:chOff x="539750" y="4542450"/>
            <a:chExt cx="1297550" cy="919000"/>
          </a:xfrm>
        </p:grpSpPr>
        <p:sp>
          <p:nvSpPr>
            <p:cNvPr id="2217" name="Google Shape;2217;p34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4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4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4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4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4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4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4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4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4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4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4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4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4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4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3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39" name="Google Shape;2239;p35"/>
          <p:cNvSpPr txBox="1"/>
          <p:nvPr>
            <p:ph idx="1" type="subTitle"/>
          </p:nvPr>
        </p:nvSpPr>
        <p:spPr>
          <a:xfrm>
            <a:off x="5704900" y="1990204"/>
            <a:ext cx="2725800" cy="12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40" name="Google Shape;2240;p35"/>
          <p:cNvGrpSpPr/>
          <p:nvPr/>
        </p:nvGrpSpPr>
        <p:grpSpPr>
          <a:xfrm>
            <a:off x="-261313" y="1272101"/>
            <a:ext cx="1727284" cy="3107421"/>
            <a:chOff x="5195125" y="2889950"/>
            <a:chExt cx="787025" cy="1415875"/>
          </a:xfrm>
        </p:grpSpPr>
        <p:sp>
          <p:nvSpPr>
            <p:cNvPr id="2241" name="Google Shape;2241;p35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3" name="Google Shape;2273;p35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2274" name="Google Shape;2274;p35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2" name="Google Shape;2282;p35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2283" name="Google Shape;2283;p35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8" name="Google Shape;2288;p35"/>
          <p:cNvGrpSpPr/>
          <p:nvPr/>
        </p:nvGrpSpPr>
        <p:grpSpPr>
          <a:xfrm>
            <a:off x="-381000" y="3714140"/>
            <a:ext cx="9870375" cy="1174510"/>
            <a:chOff x="-381000" y="3714140"/>
            <a:chExt cx="9870375" cy="1174510"/>
          </a:xfrm>
        </p:grpSpPr>
        <p:sp>
          <p:nvSpPr>
            <p:cNvPr id="2289" name="Google Shape;2289;p35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5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5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5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6858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7203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838200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0" y="3714150"/>
              <a:ext cx="2214900" cy="1174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6" name="Google Shape;2316;p35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35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5"/>
          <p:cNvSpPr/>
          <p:nvPr/>
        </p:nvSpPr>
        <p:spPr>
          <a:xfrm>
            <a:off x="6858010" y="4791913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5"/>
          <p:cNvSpPr/>
          <p:nvPr/>
        </p:nvSpPr>
        <p:spPr>
          <a:xfrm>
            <a:off x="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35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35"/>
          <p:cNvSpPr/>
          <p:nvPr/>
        </p:nvSpPr>
        <p:spPr>
          <a:xfrm flipH="1">
            <a:off x="1769412" y="1327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2" name="Google Shape;2322;p35"/>
          <p:cNvGrpSpPr/>
          <p:nvPr/>
        </p:nvGrpSpPr>
        <p:grpSpPr>
          <a:xfrm flipH="1">
            <a:off x="4656960" y="4521728"/>
            <a:ext cx="1511496" cy="551791"/>
            <a:chOff x="3991550" y="1985765"/>
            <a:chExt cx="721650" cy="263447"/>
          </a:xfrm>
        </p:grpSpPr>
        <p:sp>
          <p:nvSpPr>
            <p:cNvPr id="2323" name="Google Shape;2323;p35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_1"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3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27" name="Google Shape;2327;p36"/>
          <p:cNvSpPr txBox="1"/>
          <p:nvPr>
            <p:ph idx="1" type="subTitle"/>
          </p:nvPr>
        </p:nvSpPr>
        <p:spPr>
          <a:xfrm>
            <a:off x="2497425" y="1987100"/>
            <a:ext cx="2699700" cy="1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28" name="Google Shape;2328;p36"/>
          <p:cNvGrpSpPr/>
          <p:nvPr/>
        </p:nvGrpSpPr>
        <p:grpSpPr>
          <a:xfrm flipH="1">
            <a:off x="560845" y="626762"/>
            <a:ext cx="2889683" cy="3889979"/>
            <a:chOff x="3074425" y="836100"/>
            <a:chExt cx="1472075" cy="1981650"/>
          </a:xfrm>
        </p:grpSpPr>
        <p:sp>
          <p:nvSpPr>
            <p:cNvPr id="2329" name="Google Shape;2329;p36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7" name="Google Shape;2337;p36"/>
          <p:cNvGrpSpPr/>
          <p:nvPr/>
        </p:nvGrpSpPr>
        <p:grpSpPr>
          <a:xfrm flipH="1">
            <a:off x="140459" y="1112196"/>
            <a:ext cx="2128344" cy="3410940"/>
            <a:chOff x="5212325" y="1924475"/>
            <a:chExt cx="1870250" cy="2997575"/>
          </a:xfrm>
        </p:grpSpPr>
        <p:sp>
          <p:nvSpPr>
            <p:cNvPr id="2338" name="Google Shape;2338;p36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6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6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6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6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6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6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6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6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6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6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6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6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6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6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3" name="Google Shape;2353;p36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2354" name="Google Shape;2354;p3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9" name="Google Shape;2359;p36"/>
          <p:cNvSpPr/>
          <p:nvPr/>
        </p:nvSpPr>
        <p:spPr>
          <a:xfrm flipH="1">
            <a:off x="5974854" y="74006"/>
            <a:ext cx="1110445" cy="157174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36"/>
          <p:cNvSpPr/>
          <p:nvPr/>
        </p:nvSpPr>
        <p:spPr>
          <a:xfrm flipH="1">
            <a:off x="936937" y="2311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36"/>
          <p:cNvSpPr/>
          <p:nvPr/>
        </p:nvSpPr>
        <p:spPr>
          <a:xfrm>
            <a:off x="1117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2" name="Google Shape;2362;p36"/>
          <p:cNvGrpSpPr/>
          <p:nvPr/>
        </p:nvGrpSpPr>
        <p:grpSpPr>
          <a:xfrm>
            <a:off x="-369822" y="3162504"/>
            <a:ext cx="9870375" cy="1746000"/>
            <a:chOff x="-381000" y="2898432"/>
            <a:chExt cx="9870375" cy="1746000"/>
          </a:xfrm>
        </p:grpSpPr>
        <p:grpSp>
          <p:nvGrpSpPr>
            <p:cNvPr id="2363" name="Google Shape;2363;p36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364" name="Google Shape;2364;p36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365" name="Google Shape;2365;p36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6" name="Google Shape;2366;p36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7" name="Google Shape;2367;p36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8" name="Google Shape;2368;p36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9" name="Google Shape;2369;p36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0" name="Google Shape;2370;p36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1" name="Google Shape;2371;p36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2" name="Google Shape;2372;p36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3" name="Google Shape;2373;p36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4" name="Google Shape;2374;p36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5" name="Google Shape;2375;p36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6" name="Google Shape;2376;p36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7" name="Google Shape;2377;p36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8" name="Google Shape;2378;p36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9" name="Google Shape;2379;p36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0" name="Google Shape;2380;p36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1" name="Google Shape;2381;p36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2" name="Google Shape;2382;p36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3" name="Google Shape;2383;p36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4" name="Google Shape;2384;p36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5" name="Google Shape;2385;p36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6" name="Google Shape;2386;p36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7" name="Google Shape;2387;p36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8" name="Google Shape;2388;p36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9" name="Google Shape;2389;p36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0" name="Google Shape;2390;p36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1" name="Google Shape;2391;p36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2" name="Google Shape;2392;p36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3" name="Google Shape;2393;p36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4" name="Google Shape;2394;p36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5" name="Google Shape;2395;p36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6" name="Google Shape;2396;p36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7" name="Google Shape;2397;p36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8" name="Google Shape;2398;p36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9" name="Google Shape;2399;p36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0" name="Google Shape;2400;p36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1" name="Google Shape;2401;p36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2" name="Google Shape;2402;p36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3" name="Google Shape;2403;p36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36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5" name="Google Shape;2405;p36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6" name="Google Shape;2406;p36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07" name="Google Shape;2407;p36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2408" name="Google Shape;2408;p36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36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10" name="Google Shape;2410;p36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411" name="Google Shape;2411;p36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36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3" name="Google Shape;2413;p36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2414" name="Google Shape;2414;p36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36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16" name="Google Shape;2416;p36"/>
          <p:cNvSpPr/>
          <p:nvPr/>
        </p:nvSpPr>
        <p:spPr>
          <a:xfrm flipH="1">
            <a:off x="5522702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36"/>
          <p:cNvSpPr/>
          <p:nvPr/>
        </p:nvSpPr>
        <p:spPr>
          <a:xfrm flipH="1">
            <a:off x="1117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36"/>
          <p:cNvSpPr/>
          <p:nvPr/>
        </p:nvSpPr>
        <p:spPr>
          <a:xfrm flipH="1">
            <a:off x="742786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9" name="Google Shape;2419;p36"/>
          <p:cNvGrpSpPr/>
          <p:nvPr/>
        </p:nvGrpSpPr>
        <p:grpSpPr>
          <a:xfrm>
            <a:off x="713219" y="4139988"/>
            <a:ext cx="2428188" cy="928035"/>
            <a:chOff x="4525475" y="1014550"/>
            <a:chExt cx="279375" cy="106775"/>
          </a:xfrm>
        </p:grpSpPr>
        <p:sp>
          <p:nvSpPr>
            <p:cNvPr id="2420" name="Google Shape;2420;p36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6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6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6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6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6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6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6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6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6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6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6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2" name="Google Shape;2432;p36"/>
          <p:cNvSpPr/>
          <p:nvPr/>
        </p:nvSpPr>
        <p:spPr>
          <a:xfrm flipH="1">
            <a:off x="2325842" y="474964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_1"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37"/>
          <p:cNvSpPr txBox="1"/>
          <p:nvPr>
            <p:ph type="title"/>
          </p:nvPr>
        </p:nvSpPr>
        <p:spPr>
          <a:xfrm>
            <a:off x="1212450" y="1616100"/>
            <a:ext cx="38331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35" name="Google Shape;2435;p37"/>
          <p:cNvSpPr txBox="1"/>
          <p:nvPr>
            <p:ph idx="1" type="subTitle"/>
          </p:nvPr>
        </p:nvSpPr>
        <p:spPr>
          <a:xfrm>
            <a:off x="1500463" y="3653050"/>
            <a:ext cx="35454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36" name="Google Shape;2436;p37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2437" name="Google Shape;2437;p3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2" name="Google Shape;2442;p37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3" name="Google Shape;2443;p37"/>
          <p:cNvGrpSpPr/>
          <p:nvPr/>
        </p:nvGrpSpPr>
        <p:grpSpPr>
          <a:xfrm>
            <a:off x="6517420" y="-581028"/>
            <a:ext cx="3508278" cy="4091243"/>
            <a:chOff x="2338828" y="880300"/>
            <a:chExt cx="3508278" cy="4091243"/>
          </a:xfrm>
        </p:grpSpPr>
        <p:sp>
          <p:nvSpPr>
            <p:cNvPr id="2444" name="Google Shape;2444;p37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7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7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7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7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7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37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7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7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37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37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37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7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37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37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7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37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37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7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37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37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7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37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37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7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7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7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37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37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7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7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37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37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7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7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7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7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7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7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7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7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7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7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7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7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7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7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7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7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7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7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7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7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7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7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37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37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37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7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7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7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7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37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37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7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7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7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37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37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7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7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7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37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7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7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7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0" name="Google Shape;2520;p37"/>
          <p:cNvGrpSpPr/>
          <p:nvPr/>
        </p:nvGrpSpPr>
        <p:grpSpPr>
          <a:xfrm flipH="1">
            <a:off x="-13955" y="1343012"/>
            <a:ext cx="2889683" cy="3889979"/>
            <a:chOff x="3074425" y="836100"/>
            <a:chExt cx="1472075" cy="1981650"/>
          </a:xfrm>
        </p:grpSpPr>
        <p:sp>
          <p:nvSpPr>
            <p:cNvPr id="2521" name="Google Shape;2521;p37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3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3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3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3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3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9" name="Google Shape;2529;p37"/>
          <p:cNvGrpSpPr/>
          <p:nvPr/>
        </p:nvGrpSpPr>
        <p:grpSpPr>
          <a:xfrm>
            <a:off x="3223766" y="66202"/>
            <a:ext cx="3508289" cy="3889979"/>
            <a:chOff x="3074425" y="836100"/>
            <a:chExt cx="1863732" cy="1981650"/>
          </a:xfrm>
        </p:grpSpPr>
        <p:sp>
          <p:nvSpPr>
            <p:cNvPr id="2530" name="Google Shape;2530;p37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8" name="Google Shape;2538;p37"/>
          <p:cNvSpPr/>
          <p:nvPr/>
        </p:nvSpPr>
        <p:spPr>
          <a:xfrm flipH="1">
            <a:off x="2958662" y="18231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9" name="Google Shape;2539;p37"/>
          <p:cNvGrpSpPr/>
          <p:nvPr/>
        </p:nvGrpSpPr>
        <p:grpSpPr>
          <a:xfrm>
            <a:off x="600852" y="-48411"/>
            <a:ext cx="1945040" cy="1029513"/>
            <a:chOff x="3927875" y="2818025"/>
            <a:chExt cx="1071175" cy="566975"/>
          </a:xfrm>
        </p:grpSpPr>
        <p:sp>
          <p:nvSpPr>
            <p:cNvPr id="2540" name="Google Shape;2540;p37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7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7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7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7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7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7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7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7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7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7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7"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2" name="Google Shape;2552;p38"/>
          <p:cNvGrpSpPr/>
          <p:nvPr/>
        </p:nvGrpSpPr>
        <p:grpSpPr>
          <a:xfrm flipH="1">
            <a:off x="225409" y="1336543"/>
            <a:ext cx="2181468" cy="2936607"/>
            <a:chOff x="3074425" y="836100"/>
            <a:chExt cx="1472075" cy="1981650"/>
          </a:xfrm>
        </p:grpSpPr>
        <p:sp>
          <p:nvSpPr>
            <p:cNvPr id="2553" name="Google Shape;2553;p38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1" name="Google Shape;2561;p38"/>
          <p:cNvGrpSpPr/>
          <p:nvPr/>
        </p:nvGrpSpPr>
        <p:grpSpPr>
          <a:xfrm flipH="1">
            <a:off x="6833489" y="978609"/>
            <a:ext cx="1677593" cy="3652484"/>
            <a:chOff x="1622025" y="238125"/>
            <a:chExt cx="746825" cy="1626000"/>
          </a:xfrm>
        </p:grpSpPr>
        <p:sp>
          <p:nvSpPr>
            <p:cNvPr id="2562" name="Google Shape;2562;p3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3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3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7" name="Google Shape;2567;p38"/>
          <p:cNvGrpSpPr/>
          <p:nvPr/>
        </p:nvGrpSpPr>
        <p:grpSpPr>
          <a:xfrm>
            <a:off x="6809020" y="2376474"/>
            <a:ext cx="1134024" cy="2205298"/>
            <a:chOff x="4087800" y="723675"/>
            <a:chExt cx="700750" cy="1362725"/>
          </a:xfrm>
        </p:grpSpPr>
        <p:sp>
          <p:nvSpPr>
            <p:cNvPr id="2568" name="Google Shape;2568;p38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38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38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38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38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38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38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38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38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38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38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38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38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8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8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38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38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8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8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8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8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8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0" name="Google Shape;2590;p38"/>
          <p:cNvGrpSpPr/>
          <p:nvPr/>
        </p:nvGrpSpPr>
        <p:grpSpPr>
          <a:xfrm>
            <a:off x="1265733" y="1912398"/>
            <a:ext cx="1221601" cy="2360067"/>
            <a:chOff x="3308625" y="459175"/>
            <a:chExt cx="736925" cy="1423700"/>
          </a:xfrm>
        </p:grpSpPr>
        <p:sp>
          <p:nvSpPr>
            <p:cNvPr id="2591" name="Google Shape;2591;p38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8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8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8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8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8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8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8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8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8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8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8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8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8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8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8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8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8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8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8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1" name="Google Shape;2611;p38"/>
          <p:cNvGrpSpPr/>
          <p:nvPr/>
        </p:nvGrpSpPr>
        <p:grpSpPr>
          <a:xfrm>
            <a:off x="107430" y="2356069"/>
            <a:ext cx="1085089" cy="2100762"/>
            <a:chOff x="2607875" y="643925"/>
            <a:chExt cx="654575" cy="1267275"/>
          </a:xfrm>
        </p:grpSpPr>
        <p:sp>
          <p:nvSpPr>
            <p:cNvPr id="2612" name="Google Shape;2612;p38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8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8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8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8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8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8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8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8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8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8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8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8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8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8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8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8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8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0" name="Google Shape;2630;p38"/>
          <p:cNvGrpSpPr/>
          <p:nvPr/>
        </p:nvGrpSpPr>
        <p:grpSpPr>
          <a:xfrm>
            <a:off x="8003649" y="1988608"/>
            <a:ext cx="1058611" cy="2051519"/>
            <a:chOff x="4826000" y="484000"/>
            <a:chExt cx="654150" cy="1267700"/>
          </a:xfrm>
        </p:grpSpPr>
        <p:sp>
          <p:nvSpPr>
            <p:cNvPr id="2631" name="Google Shape;2631;p38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8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8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8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8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8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8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8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8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8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8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8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8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8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8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8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8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8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9" name="Google Shape;2649;p38"/>
          <p:cNvGrpSpPr/>
          <p:nvPr/>
        </p:nvGrpSpPr>
        <p:grpSpPr>
          <a:xfrm>
            <a:off x="-381000" y="3714140"/>
            <a:ext cx="9870375" cy="1455000"/>
            <a:chOff x="-381000" y="2758675"/>
            <a:chExt cx="9870375" cy="1455000"/>
          </a:xfrm>
        </p:grpSpPr>
        <p:sp>
          <p:nvSpPr>
            <p:cNvPr id="2650" name="Google Shape;2650;p38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8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8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8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8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8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8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8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8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8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8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8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8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8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8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8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8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8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8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8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8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8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8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8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8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8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8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8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8"/>
            <p:cNvSpPr/>
            <p:nvPr/>
          </p:nvSpPr>
          <p:spPr>
            <a:xfrm>
              <a:off x="381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8"/>
            <p:cNvSpPr/>
            <p:nvPr/>
          </p:nvSpPr>
          <p:spPr>
            <a:xfrm>
              <a:off x="228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8"/>
            <p:cNvSpPr/>
            <p:nvPr/>
          </p:nvSpPr>
          <p:spPr>
            <a:xfrm>
              <a:off x="304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8"/>
            <p:cNvSpPr/>
            <p:nvPr/>
          </p:nvSpPr>
          <p:spPr>
            <a:xfrm>
              <a:off x="609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8"/>
            <p:cNvSpPr/>
            <p:nvPr/>
          </p:nvSpPr>
          <p:spPr>
            <a:xfrm>
              <a:off x="457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8"/>
            <p:cNvSpPr/>
            <p:nvPr/>
          </p:nvSpPr>
          <p:spPr>
            <a:xfrm>
              <a:off x="533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8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8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8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8"/>
            <p:cNvSpPr/>
            <p:nvPr/>
          </p:nvSpPr>
          <p:spPr>
            <a:xfrm>
              <a:off x="1869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8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8"/>
            <p:cNvSpPr/>
            <p:nvPr/>
          </p:nvSpPr>
          <p:spPr>
            <a:xfrm>
              <a:off x="110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8"/>
            <p:cNvSpPr/>
            <p:nvPr/>
          </p:nvSpPr>
          <p:spPr>
            <a:xfrm>
              <a:off x="263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8"/>
            <p:cNvSpPr/>
            <p:nvPr/>
          </p:nvSpPr>
          <p:spPr>
            <a:xfrm>
              <a:off x="644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8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8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8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8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8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8"/>
            <p:cNvSpPr/>
            <p:nvPr/>
          </p:nvSpPr>
          <p:spPr>
            <a:xfrm>
              <a:off x="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8" name="Google Shape;2698;p38"/>
          <p:cNvSpPr/>
          <p:nvPr/>
        </p:nvSpPr>
        <p:spPr>
          <a:xfrm flipH="1">
            <a:off x="6245100" y="3714150"/>
            <a:ext cx="28989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8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8"/>
          <p:cNvSpPr/>
          <p:nvPr/>
        </p:nvSpPr>
        <p:spPr>
          <a:xfrm>
            <a:off x="8244388" y="4530058"/>
            <a:ext cx="928204" cy="430572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8"/>
          <p:cNvSpPr/>
          <p:nvPr/>
        </p:nvSpPr>
        <p:spPr>
          <a:xfrm>
            <a:off x="107428" y="4889066"/>
            <a:ext cx="1434135" cy="254435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8"/>
          <p:cNvSpPr/>
          <p:nvPr/>
        </p:nvSpPr>
        <p:spPr>
          <a:xfrm>
            <a:off x="1274542" y="1057764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8"/>
          <p:cNvSpPr/>
          <p:nvPr/>
        </p:nvSpPr>
        <p:spPr>
          <a:xfrm>
            <a:off x="4216700" y="23176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8"/>
          <p:cNvSpPr/>
          <p:nvPr/>
        </p:nvSpPr>
        <p:spPr>
          <a:xfrm>
            <a:off x="7594325" y="73326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8"/>
          <p:cNvSpPr/>
          <p:nvPr/>
        </p:nvSpPr>
        <p:spPr>
          <a:xfrm rot="-591853">
            <a:off x="2347107" y="41409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38"/>
          <p:cNvSpPr/>
          <p:nvPr/>
        </p:nvSpPr>
        <p:spPr>
          <a:xfrm>
            <a:off x="2663775" y="584725"/>
            <a:ext cx="3816600" cy="480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38"/>
          <p:cNvSpPr/>
          <p:nvPr/>
        </p:nvSpPr>
        <p:spPr>
          <a:xfrm>
            <a:off x="2818850" y="746725"/>
            <a:ext cx="3506400" cy="4503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38"/>
          <p:cNvSpPr/>
          <p:nvPr/>
        </p:nvSpPr>
        <p:spPr>
          <a:xfrm rot="652027">
            <a:off x="485962" y="40989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38"/>
          <p:cNvSpPr txBox="1"/>
          <p:nvPr>
            <p:ph type="title"/>
          </p:nvPr>
        </p:nvSpPr>
        <p:spPr>
          <a:xfrm>
            <a:off x="2978020" y="2319605"/>
            <a:ext cx="3187800" cy="12831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10" name="Google Shape;2710;p38"/>
          <p:cNvSpPr txBox="1"/>
          <p:nvPr>
            <p:ph idx="1" type="subTitle"/>
          </p:nvPr>
        </p:nvSpPr>
        <p:spPr>
          <a:xfrm>
            <a:off x="2978180" y="3723580"/>
            <a:ext cx="3187800" cy="630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1" name="Google Shape;2711;p38"/>
          <p:cNvSpPr txBox="1"/>
          <p:nvPr>
            <p:ph hasCustomPrompt="1" idx="2" type="title"/>
          </p:nvPr>
        </p:nvSpPr>
        <p:spPr>
          <a:xfrm>
            <a:off x="3729163" y="877520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7_1"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39"/>
          <p:cNvSpPr/>
          <p:nvPr/>
        </p:nvSpPr>
        <p:spPr>
          <a:xfrm>
            <a:off x="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4" name="Google Shape;2714;p39"/>
          <p:cNvGrpSpPr/>
          <p:nvPr/>
        </p:nvGrpSpPr>
        <p:grpSpPr>
          <a:xfrm flipH="1">
            <a:off x="-163777" y="905495"/>
            <a:ext cx="1941800" cy="3493159"/>
            <a:chOff x="3074425" y="1038250"/>
            <a:chExt cx="989200" cy="1779500"/>
          </a:xfrm>
        </p:grpSpPr>
        <p:sp>
          <p:nvSpPr>
            <p:cNvPr id="2715" name="Google Shape;2715;p3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0" name="Google Shape;2720;p39"/>
          <p:cNvGrpSpPr/>
          <p:nvPr/>
        </p:nvGrpSpPr>
        <p:grpSpPr>
          <a:xfrm>
            <a:off x="2216482" y="1378836"/>
            <a:ext cx="1511499" cy="3290861"/>
            <a:chOff x="1622025" y="238125"/>
            <a:chExt cx="746825" cy="1626000"/>
          </a:xfrm>
        </p:grpSpPr>
        <p:sp>
          <p:nvSpPr>
            <p:cNvPr id="2721" name="Google Shape;2721;p3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6" name="Google Shape;2726;p39"/>
          <p:cNvGrpSpPr/>
          <p:nvPr/>
        </p:nvGrpSpPr>
        <p:grpSpPr>
          <a:xfrm>
            <a:off x="4458299" y="1023482"/>
            <a:ext cx="2528583" cy="3403880"/>
            <a:chOff x="3074425" y="836100"/>
            <a:chExt cx="1472075" cy="1981650"/>
          </a:xfrm>
        </p:grpSpPr>
        <p:sp>
          <p:nvSpPr>
            <p:cNvPr id="2727" name="Google Shape;2727;p3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5" name="Google Shape;2735;p39"/>
          <p:cNvGrpSpPr/>
          <p:nvPr/>
        </p:nvGrpSpPr>
        <p:grpSpPr>
          <a:xfrm flipH="1">
            <a:off x="7354377" y="1204733"/>
            <a:ext cx="1727332" cy="3760613"/>
            <a:chOff x="1622025" y="238125"/>
            <a:chExt cx="746825" cy="1626000"/>
          </a:xfrm>
        </p:grpSpPr>
        <p:sp>
          <p:nvSpPr>
            <p:cNvPr id="2736" name="Google Shape;2736;p3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1" name="Google Shape;2741;p39"/>
          <p:cNvGrpSpPr/>
          <p:nvPr/>
        </p:nvGrpSpPr>
        <p:grpSpPr>
          <a:xfrm>
            <a:off x="6708806" y="-137999"/>
            <a:ext cx="3131152" cy="3886254"/>
            <a:chOff x="5932450" y="2691225"/>
            <a:chExt cx="1445525" cy="1794125"/>
          </a:xfrm>
        </p:grpSpPr>
        <p:sp>
          <p:nvSpPr>
            <p:cNvPr id="2742" name="Google Shape;2742;p39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9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9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9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9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9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9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9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9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9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9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9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9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9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9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9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9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9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9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9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9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9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9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9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9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9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9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9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9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9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9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9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9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9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9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9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9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9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9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9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9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9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9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9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9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9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9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9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9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9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9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9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9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9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9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9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9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9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9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9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9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9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9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9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9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9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9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9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9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9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9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9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4" name="Google Shape;2814;p39"/>
          <p:cNvGrpSpPr/>
          <p:nvPr/>
        </p:nvGrpSpPr>
        <p:grpSpPr>
          <a:xfrm>
            <a:off x="233368" y="1204733"/>
            <a:ext cx="1378238" cy="2479622"/>
            <a:chOff x="5195125" y="2889950"/>
            <a:chExt cx="787025" cy="1415875"/>
          </a:xfrm>
        </p:grpSpPr>
        <p:sp>
          <p:nvSpPr>
            <p:cNvPr id="2815" name="Google Shape;2815;p39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9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9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9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9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9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9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9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9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9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9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9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9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9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9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9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9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9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9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9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9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9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9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9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9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9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9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9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9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9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9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9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7" name="Google Shape;2847;p39"/>
          <p:cNvGrpSpPr/>
          <p:nvPr/>
        </p:nvGrpSpPr>
        <p:grpSpPr>
          <a:xfrm>
            <a:off x="-386966" y="3162504"/>
            <a:ext cx="9870375" cy="1746000"/>
            <a:chOff x="-381000" y="2898432"/>
            <a:chExt cx="9870375" cy="1746000"/>
          </a:xfrm>
        </p:grpSpPr>
        <p:grpSp>
          <p:nvGrpSpPr>
            <p:cNvPr id="2848" name="Google Shape;2848;p39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849" name="Google Shape;2849;p39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850" name="Google Shape;2850;p39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1" name="Google Shape;2851;p39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2" name="Google Shape;2852;p39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3" name="Google Shape;2853;p39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4" name="Google Shape;2854;p39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5" name="Google Shape;2855;p39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6" name="Google Shape;2856;p39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7" name="Google Shape;2857;p39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8" name="Google Shape;2858;p39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9" name="Google Shape;2859;p39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0" name="Google Shape;2860;p39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1" name="Google Shape;2861;p39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2" name="Google Shape;2862;p39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3" name="Google Shape;2863;p39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4" name="Google Shape;2864;p39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5" name="Google Shape;2865;p39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6" name="Google Shape;2866;p39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7" name="Google Shape;2867;p39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8" name="Google Shape;2868;p39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9" name="Google Shape;2869;p39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0" name="Google Shape;2870;p39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1" name="Google Shape;2871;p39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2" name="Google Shape;2872;p39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3" name="Google Shape;2873;p39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4" name="Google Shape;2874;p39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5" name="Google Shape;2875;p39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6" name="Google Shape;2876;p39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7" name="Google Shape;2877;p39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8" name="Google Shape;2878;p39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9" name="Google Shape;2879;p39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0" name="Google Shape;2880;p39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1" name="Google Shape;2881;p39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2" name="Google Shape;2882;p39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3" name="Google Shape;2883;p39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4" name="Google Shape;2884;p39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5" name="Google Shape;2885;p39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6" name="Google Shape;2886;p39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7" name="Google Shape;2887;p39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8" name="Google Shape;2888;p39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9" name="Google Shape;2889;p39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0" name="Google Shape;2890;p39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1" name="Google Shape;2891;p39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2" name="Google Shape;2892;p39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3" name="Google Shape;2893;p39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4" name="Google Shape;2894;p39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5" name="Google Shape;2895;p39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6" name="Google Shape;2896;p39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97" name="Google Shape;2897;p39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2898" name="Google Shape;2898;p39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9" name="Google Shape;2899;p39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00" name="Google Shape;2900;p39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901" name="Google Shape;2901;p39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39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03" name="Google Shape;2903;p39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2904" name="Google Shape;2904;p39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39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06" name="Google Shape;2906;p39"/>
          <p:cNvSpPr/>
          <p:nvPr/>
        </p:nvSpPr>
        <p:spPr>
          <a:xfrm flipH="1">
            <a:off x="-5966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39"/>
          <p:cNvSpPr/>
          <p:nvPr/>
        </p:nvSpPr>
        <p:spPr>
          <a:xfrm flipH="1">
            <a:off x="5518745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39"/>
          <p:cNvSpPr/>
          <p:nvPr/>
        </p:nvSpPr>
        <p:spPr>
          <a:xfrm flipH="1">
            <a:off x="6383706" y="713538"/>
            <a:ext cx="1060695" cy="150132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39"/>
          <p:cNvSpPr/>
          <p:nvPr/>
        </p:nvSpPr>
        <p:spPr>
          <a:xfrm flipH="1">
            <a:off x="3980080" y="318756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39"/>
          <p:cNvSpPr/>
          <p:nvPr/>
        </p:nvSpPr>
        <p:spPr>
          <a:xfrm flipH="1">
            <a:off x="778817" y="70041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39"/>
          <p:cNvSpPr/>
          <p:nvPr/>
        </p:nvSpPr>
        <p:spPr>
          <a:xfrm flipH="1">
            <a:off x="2300849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39"/>
          <p:cNvSpPr/>
          <p:nvPr/>
        </p:nvSpPr>
        <p:spPr>
          <a:xfrm flipH="1" rot="591853">
            <a:off x="6415109" y="40652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39"/>
          <p:cNvSpPr/>
          <p:nvPr/>
        </p:nvSpPr>
        <p:spPr>
          <a:xfrm>
            <a:off x="2663700" y="601005"/>
            <a:ext cx="3816600" cy="47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39"/>
          <p:cNvSpPr/>
          <p:nvPr/>
        </p:nvSpPr>
        <p:spPr>
          <a:xfrm>
            <a:off x="2818775" y="763005"/>
            <a:ext cx="3506400" cy="4431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39"/>
          <p:cNvSpPr txBox="1"/>
          <p:nvPr>
            <p:ph type="title"/>
          </p:nvPr>
        </p:nvSpPr>
        <p:spPr>
          <a:xfrm>
            <a:off x="3006425" y="2344063"/>
            <a:ext cx="3131100" cy="1248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16" name="Google Shape;2916;p39"/>
          <p:cNvSpPr txBox="1"/>
          <p:nvPr>
            <p:ph idx="1" type="subTitle"/>
          </p:nvPr>
        </p:nvSpPr>
        <p:spPr>
          <a:xfrm>
            <a:off x="3006425" y="3717198"/>
            <a:ext cx="3131100" cy="630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17" name="Google Shape;2917;p39"/>
          <p:cNvSpPr txBox="1"/>
          <p:nvPr>
            <p:ph hasCustomPrompt="1" idx="2" type="title"/>
          </p:nvPr>
        </p:nvSpPr>
        <p:spPr>
          <a:xfrm>
            <a:off x="3731250" y="8905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18" name="Google Shape;2918;p39"/>
          <p:cNvSpPr/>
          <p:nvPr/>
        </p:nvSpPr>
        <p:spPr>
          <a:xfrm flipH="1">
            <a:off x="7410718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39"/>
          <p:cNvSpPr/>
          <p:nvPr/>
        </p:nvSpPr>
        <p:spPr>
          <a:xfrm flipH="1" rot="-652027">
            <a:off x="6080499" y="40232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7_1_1"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1" name="Google Shape;2921;p40"/>
          <p:cNvGrpSpPr/>
          <p:nvPr/>
        </p:nvGrpSpPr>
        <p:grpSpPr>
          <a:xfrm flipH="1">
            <a:off x="560845" y="626762"/>
            <a:ext cx="2889683" cy="3889979"/>
            <a:chOff x="3074425" y="836100"/>
            <a:chExt cx="1472075" cy="1981650"/>
          </a:xfrm>
        </p:grpSpPr>
        <p:sp>
          <p:nvSpPr>
            <p:cNvPr id="2922" name="Google Shape;2922;p40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40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4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4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4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4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4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40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0" name="Google Shape;2930;p40"/>
          <p:cNvGrpSpPr/>
          <p:nvPr/>
        </p:nvGrpSpPr>
        <p:grpSpPr>
          <a:xfrm>
            <a:off x="5354363" y="71332"/>
            <a:ext cx="2868215" cy="4596781"/>
            <a:chOff x="5212325" y="1924475"/>
            <a:chExt cx="1870250" cy="2997575"/>
          </a:xfrm>
        </p:grpSpPr>
        <p:sp>
          <p:nvSpPr>
            <p:cNvPr id="2931" name="Google Shape;2931;p40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0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0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0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40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40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40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40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40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40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40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40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40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40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40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6" name="Google Shape;2946;p40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2947" name="Google Shape;2947;p4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4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4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4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4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2" name="Google Shape;2952;p40"/>
          <p:cNvGrpSpPr/>
          <p:nvPr/>
        </p:nvGrpSpPr>
        <p:grpSpPr>
          <a:xfrm>
            <a:off x="-381167" y="3162504"/>
            <a:ext cx="9870375" cy="1746000"/>
            <a:chOff x="-381000" y="2898432"/>
            <a:chExt cx="9870375" cy="1746000"/>
          </a:xfrm>
        </p:grpSpPr>
        <p:grpSp>
          <p:nvGrpSpPr>
            <p:cNvPr id="2953" name="Google Shape;2953;p40"/>
            <p:cNvGrpSpPr/>
            <p:nvPr/>
          </p:nvGrpSpPr>
          <p:grpSpPr>
            <a:xfrm>
              <a:off x="-381000" y="3189432"/>
              <a:ext cx="9870375" cy="1455000"/>
              <a:chOff x="-381000" y="2758675"/>
              <a:chExt cx="9870375" cy="1455000"/>
            </a:xfrm>
          </p:grpSpPr>
          <p:sp>
            <p:nvSpPr>
              <p:cNvPr id="2954" name="Google Shape;2954;p40"/>
              <p:cNvSpPr/>
              <p:nvPr/>
            </p:nvSpPr>
            <p:spPr>
              <a:xfrm>
                <a:off x="1524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40"/>
              <p:cNvSpPr/>
              <p:nvPr/>
            </p:nvSpPr>
            <p:spPr>
              <a:xfrm>
                <a:off x="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40"/>
              <p:cNvSpPr/>
              <p:nvPr/>
            </p:nvSpPr>
            <p:spPr>
              <a:xfrm>
                <a:off x="76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40"/>
              <p:cNvSpPr/>
              <p:nvPr/>
            </p:nvSpPr>
            <p:spPr>
              <a:xfrm>
                <a:off x="3810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40"/>
              <p:cNvSpPr/>
              <p:nvPr/>
            </p:nvSpPr>
            <p:spPr>
              <a:xfrm>
                <a:off x="2286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40"/>
              <p:cNvSpPr/>
              <p:nvPr/>
            </p:nvSpPr>
            <p:spPr>
              <a:xfrm>
                <a:off x="3048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40"/>
              <p:cNvSpPr/>
              <p:nvPr/>
            </p:nvSpPr>
            <p:spPr>
              <a:xfrm>
                <a:off x="6096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40"/>
              <p:cNvSpPr/>
              <p:nvPr/>
            </p:nvSpPr>
            <p:spPr>
              <a:xfrm>
                <a:off x="457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40"/>
              <p:cNvSpPr/>
              <p:nvPr/>
            </p:nvSpPr>
            <p:spPr>
              <a:xfrm>
                <a:off x="5334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40"/>
              <p:cNvSpPr/>
              <p:nvPr/>
            </p:nvSpPr>
            <p:spPr>
              <a:xfrm>
                <a:off x="7620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40"/>
              <p:cNvSpPr/>
              <p:nvPr/>
            </p:nvSpPr>
            <p:spPr>
              <a:xfrm>
                <a:off x="6858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40"/>
              <p:cNvSpPr/>
              <p:nvPr/>
            </p:nvSpPr>
            <p:spPr>
              <a:xfrm>
                <a:off x="838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40"/>
              <p:cNvSpPr/>
              <p:nvPr/>
            </p:nvSpPr>
            <p:spPr>
              <a:xfrm>
                <a:off x="1869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40"/>
              <p:cNvSpPr/>
              <p:nvPr/>
            </p:nvSpPr>
            <p:spPr>
              <a:xfrm>
                <a:off x="3764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40"/>
              <p:cNvSpPr/>
              <p:nvPr/>
            </p:nvSpPr>
            <p:spPr>
              <a:xfrm>
                <a:off x="110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40"/>
              <p:cNvSpPr/>
              <p:nvPr/>
            </p:nvSpPr>
            <p:spPr>
              <a:xfrm>
                <a:off x="4155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40"/>
              <p:cNvSpPr/>
              <p:nvPr/>
            </p:nvSpPr>
            <p:spPr>
              <a:xfrm>
                <a:off x="2631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40"/>
              <p:cNvSpPr/>
              <p:nvPr/>
            </p:nvSpPr>
            <p:spPr>
              <a:xfrm>
                <a:off x="3393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40"/>
              <p:cNvSpPr/>
              <p:nvPr/>
            </p:nvSpPr>
            <p:spPr>
              <a:xfrm>
                <a:off x="6441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40"/>
              <p:cNvSpPr/>
              <p:nvPr/>
            </p:nvSpPr>
            <p:spPr>
              <a:xfrm>
                <a:off x="491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4" name="Google Shape;2974;p40"/>
              <p:cNvSpPr/>
              <p:nvPr/>
            </p:nvSpPr>
            <p:spPr>
              <a:xfrm>
                <a:off x="5679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5" name="Google Shape;2975;p40"/>
              <p:cNvSpPr/>
              <p:nvPr/>
            </p:nvSpPr>
            <p:spPr>
              <a:xfrm>
                <a:off x="7965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40"/>
              <p:cNvSpPr/>
              <p:nvPr/>
            </p:nvSpPr>
            <p:spPr>
              <a:xfrm>
                <a:off x="7203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40"/>
              <p:cNvSpPr/>
              <p:nvPr/>
            </p:nvSpPr>
            <p:spPr>
              <a:xfrm>
                <a:off x="872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40"/>
              <p:cNvSpPr/>
              <p:nvPr/>
            </p:nvSpPr>
            <p:spPr>
              <a:xfrm>
                <a:off x="-381000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40"/>
              <p:cNvSpPr/>
              <p:nvPr/>
            </p:nvSpPr>
            <p:spPr>
              <a:xfrm>
                <a:off x="1524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40"/>
              <p:cNvSpPr/>
              <p:nvPr/>
            </p:nvSpPr>
            <p:spPr>
              <a:xfrm>
                <a:off x="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40"/>
              <p:cNvSpPr/>
              <p:nvPr/>
            </p:nvSpPr>
            <p:spPr>
              <a:xfrm>
                <a:off x="762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40"/>
              <p:cNvSpPr/>
              <p:nvPr/>
            </p:nvSpPr>
            <p:spPr>
              <a:xfrm>
                <a:off x="2286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40"/>
              <p:cNvSpPr/>
              <p:nvPr/>
            </p:nvSpPr>
            <p:spPr>
              <a:xfrm>
                <a:off x="7620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40"/>
              <p:cNvSpPr/>
              <p:nvPr/>
            </p:nvSpPr>
            <p:spPr>
              <a:xfrm>
                <a:off x="6858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40"/>
              <p:cNvSpPr/>
              <p:nvPr/>
            </p:nvSpPr>
            <p:spPr>
              <a:xfrm>
                <a:off x="8382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40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40"/>
              <p:cNvSpPr/>
              <p:nvPr/>
            </p:nvSpPr>
            <p:spPr>
              <a:xfrm>
                <a:off x="110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40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40"/>
              <p:cNvSpPr/>
              <p:nvPr/>
            </p:nvSpPr>
            <p:spPr>
              <a:xfrm>
                <a:off x="7203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40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40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40"/>
              <p:cNvSpPr/>
              <p:nvPr/>
            </p:nvSpPr>
            <p:spPr>
              <a:xfrm>
                <a:off x="762000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40"/>
              <p:cNvSpPr/>
              <p:nvPr/>
            </p:nvSpPr>
            <p:spPr>
              <a:xfrm>
                <a:off x="838200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40"/>
              <p:cNvSpPr/>
              <p:nvPr/>
            </p:nvSpPr>
            <p:spPr>
              <a:xfrm>
                <a:off x="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5" name="Google Shape;2995;p40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996" name="Google Shape;2996;p40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40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98" name="Google Shape;2998;p40"/>
          <p:cNvSpPr/>
          <p:nvPr/>
        </p:nvSpPr>
        <p:spPr>
          <a:xfrm>
            <a:off x="-16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40"/>
          <p:cNvSpPr/>
          <p:nvPr/>
        </p:nvSpPr>
        <p:spPr>
          <a:xfrm flipH="1">
            <a:off x="-16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40"/>
          <p:cNvSpPr/>
          <p:nvPr/>
        </p:nvSpPr>
        <p:spPr>
          <a:xfrm flipH="1">
            <a:off x="7416516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40"/>
          <p:cNvSpPr/>
          <p:nvPr/>
        </p:nvSpPr>
        <p:spPr>
          <a:xfrm>
            <a:off x="401117" y="9489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40"/>
          <p:cNvSpPr/>
          <p:nvPr/>
        </p:nvSpPr>
        <p:spPr>
          <a:xfrm>
            <a:off x="2355175" y="272549"/>
            <a:ext cx="1864705" cy="263704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40"/>
          <p:cNvSpPr/>
          <p:nvPr/>
        </p:nvSpPr>
        <p:spPr>
          <a:xfrm rot="-591853">
            <a:off x="763432" y="42171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40"/>
          <p:cNvSpPr/>
          <p:nvPr/>
        </p:nvSpPr>
        <p:spPr>
          <a:xfrm>
            <a:off x="1162400" y="813900"/>
            <a:ext cx="3816600" cy="47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40"/>
          <p:cNvSpPr/>
          <p:nvPr/>
        </p:nvSpPr>
        <p:spPr>
          <a:xfrm>
            <a:off x="1317475" y="975900"/>
            <a:ext cx="3506400" cy="4431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40"/>
          <p:cNvSpPr/>
          <p:nvPr/>
        </p:nvSpPr>
        <p:spPr>
          <a:xfrm rot="652027">
            <a:off x="-1097713" y="41751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40"/>
          <p:cNvSpPr txBox="1"/>
          <p:nvPr>
            <p:ph type="title"/>
          </p:nvPr>
        </p:nvSpPr>
        <p:spPr>
          <a:xfrm>
            <a:off x="1444075" y="2547525"/>
            <a:ext cx="3253200" cy="729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08" name="Google Shape;3008;p40"/>
          <p:cNvSpPr txBox="1"/>
          <p:nvPr>
            <p:ph idx="1" type="subTitle"/>
          </p:nvPr>
        </p:nvSpPr>
        <p:spPr>
          <a:xfrm>
            <a:off x="1446150" y="3400898"/>
            <a:ext cx="3253200" cy="632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09" name="Google Shape;3009;p40"/>
          <p:cNvSpPr txBox="1"/>
          <p:nvPr>
            <p:ph hasCustomPrompt="1" idx="2" type="title"/>
          </p:nvPr>
        </p:nvSpPr>
        <p:spPr>
          <a:xfrm>
            <a:off x="2231998" y="11006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10" name="Google Shape;3010;p40"/>
          <p:cNvSpPr/>
          <p:nvPr/>
        </p:nvSpPr>
        <p:spPr>
          <a:xfrm flipH="1">
            <a:off x="5129644" y="4652823"/>
            <a:ext cx="1486331" cy="2636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40"/>
          <p:cNvSpPr/>
          <p:nvPr/>
        </p:nvSpPr>
        <p:spPr>
          <a:xfrm>
            <a:off x="7802647" y="219798"/>
            <a:ext cx="955059" cy="135048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3" name="Google Shape;3013;p41"/>
          <p:cNvGrpSpPr/>
          <p:nvPr/>
        </p:nvGrpSpPr>
        <p:grpSpPr>
          <a:xfrm flipH="1">
            <a:off x="7411015" y="223208"/>
            <a:ext cx="1727332" cy="3760613"/>
            <a:chOff x="1622025" y="238125"/>
            <a:chExt cx="746825" cy="1626000"/>
          </a:xfrm>
        </p:grpSpPr>
        <p:sp>
          <p:nvSpPr>
            <p:cNvPr id="3014" name="Google Shape;3014;p4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4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4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4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4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9" name="Google Shape;3019;p41"/>
          <p:cNvGrpSpPr/>
          <p:nvPr/>
        </p:nvGrpSpPr>
        <p:grpSpPr>
          <a:xfrm flipH="1">
            <a:off x="-95677" y="453120"/>
            <a:ext cx="1941800" cy="3493159"/>
            <a:chOff x="3074425" y="1038250"/>
            <a:chExt cx="989200" cy="1779500"/>
          </a:xfrm>
        </p:grpSpPr>
        <p:sp>
          <p:nvSpPr>
            <p:cNvPr id="3020" name="Google Shape;3020;p4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4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4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4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4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5" name="Google Shape;3025;p41"/>
          <p:cNvGrpSpPr/>
          <p:nvPr/>
        </p:nvGrpSpPr>
        <p:grpSpPr>
          <a:xfrm>
            <a:off x="2215707" y="1683636"/>
            <a:ext cx="1511499" cy="3290861"/>
            <a:chOff x="1622025" y="238125"/>
            <a:chExt cx="746825" cy="1626000"/>
          </a:xfrm>
        </p:grpSpPr>
        <p:sp>
          <p:nvSpPr>
            <p:cNvPr id="3026" name="Google Shape;3026;p4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4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4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4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4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1" name="Google Shape;3031;p41"/>
          <p:cNvSpPr/>
          <p:nvPr/>
        </p:nvSpPr>
        <p:spPr>
          <a:xfrm flipH="1">
            <a:off x="-5662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4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033" name="Google Shape;3033;p41"/>
          <p:cNvGrpSpPr/>
          <p:nvPr/>
        </p:nvGrpSpPr>
        <p:grpSpPr>
          <a:xfrm>
            <a:off x="4457524" y="1328282"/>
            <a:ext cx="2528583" cy="3403880"/>
            <a:chOff x="3074425" y="836100"/>
            <a:chExt cx="1472075" cy="1981650"/>
          </a:xfrm>
        </p:grpSpPr>
        <p:sp>
          <p:nvSpPr>
            <p:cNvPr id="3034" name="Google Shape;3034;p41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4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4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4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4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4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4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4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2" name="Google Shape;3042;p41"/>
          <p:cNvGrpSpPr/>
          <p:nvPr/>
        </p:nvGrpSpPr>
        <p:grpSpPr>
          <a:xfrm flipH="1">
            <a:off x="-351037" y="3712365"/>
            <a:ext cx="9870375" cy="1176260"/>
            <a:chOff x="-385478" y="3712365"/>
            <a:chExt cx="9870375" cy="1176260"/>
          </a:xfrm>
        </p:grpSpPr>
        <p:grpSp>
          <p:nvGrpSpPr>
            <p:cNvPr id="3043" name="Google Shape;3043;p41"/>
            <p:cNvGrpSpPr/>
            <p:nvPr/>
          </p:nvGrpSpPr>
          <p:grpSpPr>
            <a:xfrm>
              <a:off x="-385478" y="3712365"/>
              <a:ext cx="9870375" cy="1176260"/>
              <a:chOff x="-385478" y="3712365"/>
              <a:chExt cx="9870375" cy="1176260"/>
            </a:xfrm>
          </p:grpSpPr>
          <p:grpSp>
            <p:nvGrpSpPr>
              <p:cNvPr id="3044" name="Google Shape;3044;p41"/>
              <p:cNvGrpSpPr/>
              <p:nvPr/>
            </p:nvGrpSpPr>
            <p:grpSpPr>
              <a:xfrm>
                <a:off x="-385478" y="4005140"/>
                <a:ext cx="9870375" cy="883485"/>
                <a:chOff x="-381000" y="4005140"/>
                <a:chExt cx="9870375" cy="883485"/>
              </a:xfrm>
            </p:grpSpPr>
            <p:sp>
              <p:nvSpPr>
                <p:cNvPr id="3045" name="Google Shape;3045;p41"/>
                <p:cNvSpPr/>
                <p:nvPr/>
              </p:nvSpPr>
              <p:spPr>
                <a:xfrm>
                  <a:off x="186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6" name="Google Shape;3046;p41"/>
                <p:cNvSpPr/>
                <p:nvPr/>
              </p:nvSpPr>
              <p:spPr>
                <a:xfrm>
                  <a:off x="3764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7" name="Google Shape;3047;p41"/>
                <p:cNvSpPr/>
                <p:nvPr/>
              </p:nvSpPr>
              <p:spPr>
                <a:xfrm>
                  <a:off x="110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8" name="Google Shape;3048;p41"/>
                <p:cNvSpPr/>
                <p:nvPr/>
              </p:nvSpPr>
              <p:spPr>
                <a:xfrm>
                  <a:off x="415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9" name="Google Shape;3049;p41"/>
                <p:cNvSpPr/>
                <p:nvPr/>
              </p:nvSpPr>
              <p:spPr>
                <a:xfrm>
                  <a:off x="263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0" name="Google Shape;3050;p41"/>
                <p:cNvSpPr/>
                <p:nvPr/>
              </p:nvSpPr>
              <p:spPr>
                <a:xfrm>
                  <a:off x="339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1" name="Google Shape;3051;p41"/>
                <p:cNvSpPr/>
                <p:nvPr/>
              </p:nvSpPr>
              <p:spPr>
                <a:xfrm>
                  <a:off x="644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2" name="Google Shape;3052;p41"/>
                <p:cNvSpPr/>
                <p:nvPr/>
              </p:nvSpPr>
              <p:spPr>
                <a:xfrm>
                  <a:off x="491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3" name="Google Shape;3053;p41"/>
                <p:cNvSpPr/>
                <p:nvPr/>
              </p:nvSpPr>
              <p:spPr>
                <a:xfrm>
                  <a:off x="567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4" name="Google Shape;3054;p41"/>
                <p:cNvSpPr/>
                <p:nvPr/>
              </p:nvSpPr>
              <p:spPr>
                <a:xfrm>
                  <a:off x="796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5" name="Google Shape;3055;p41"/>
                <p:cNvSpPr/>
                <p:nvPr/>
              </p:nvSpPr>
              <p:spPr>
                <a:xfrm>
                  <a:off x="720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6" name="Google Shape;3056;p41"/>
                <p:cNvSpPr/>
                <p:nvPr/>
              </p:nvSpPr>
              <p:spPr>
                <a:xfrm>
                  <a:off x="872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7" name="Google Shape;3057;p41"/>
                <p:cNvSpPr/>
                <p:nvPr/>
              </p:nvSpPr>
              <p:spPr>
                <a:xfrm>
                  <a:off x="-381000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8" name="Google Shape;3058;p41"/>
                <p:cNvSpPr/>
                <p:nvPr/>
              </p:nvSpPr>
              <p:spPr>
                <a:xfrm>
                  <a:off x="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9" name="Google Shape;3059;p41"/>
                <p:cNvSpPr/>
                <p:nvPr/>
              </p:nvSpPr>
              <p:spPr>
                <a:xfrm>
                  <a:off x="838200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0" name="Google Shape;3060;p41"/>
                <p:cNvSpPr/>
                <p:nvPr/>
              </p:nvSpPr>
              <p:spPr>
                <a:xfrm>
                  <a:off x="8727375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1" name="Google Shape;3061;p41"/>
                <p:cNvSpPr/>
                <p:nvPr/>
              </p:nvSpPr>
              <p:spPr>
                <a:xfrm>
                  <a:off x="-381000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2" name="Google Shape;3062;p41"/>
                <p:cNvSpPr/>
                <p:nvPr/>
              </p:nvSpPr>
              <p:spPr>
                <a:xfrm>
                  <a:off x="-22" y="4128425"/>
                  <a:ext cx="1524000" cy="760200"/>
                </a:xfrm>
                <a:prstGeom prst="rtTriangle">
                  <a:avLst/>
                </a:prstGeom>
                <a:solidFill>
                  <a:srgbClr val="000000">
                    <a:alpha val="485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63" name="Google Shape;3063;p41"/>
              <p:cNvSpPr/>
              <p:nvPr/>
            </p:nvSpPr>
            <p:spPr>
              <a:xfrm>
                <a:off x="-9003" y="371236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64" name="Google Shape;3064;p41"/>
            <p:cNvSpPr/>
            <p:nvPr/>
          </p:nvSpPr>
          <p:spPr>
            <a:xfrm>
              <a:off x="8377522" y="371236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5" name="Google Shape;3065;p41"/>
          <p:cNvSpPr/>
          <p:nvPr/>
        </p:nvSpPr>
        <p:spPr>
          <a:xfrm flipH="1">
            <a:off x="4113744" y="47856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41"/>
          <p:cNvSpPr/>
          <p:nvPr/>
        </p:nvSpPr>
        <p:spPr>
          <a:xfrm flipH="1">
            <a:off x="7411035" y="473214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41"/>
          <p:cNvSpPr/>
          <p:nvPr/>
        </p:nvSpPr>
        <p:spPr>
          <a:xfrm>
            <a:off x="-5660" y="4879934"/>
            <a:ext cx="963896" cy="201648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41"/>
          <p:cNvSpPr/>
          <p:nvPr/>
        </p:nvSpPr>
        <p:spPr>
          <a:xfrm>
            <a:off x="6544527" y="2231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41"/>
          <p:cNvSpPr/>
          <p:nvPr/>
        </p:nvSpPr>
        <p:spPr>
          <a:xfrm>
            <a:off x="532296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41"/>
          <p:cNvSpPr/>
          <p:nvPr/>
        </p:nvSpPr>
        <p:spPr>
          <a:xfrm>
            <a:off x="205450" y="1248575"/>
            <a:ext cx="8733300" cy="3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41"/>
          <p:cNvSpPr/>
          <p:nvPr/>
        </p:nvSpPr>
        <p:spPr>
          <a:xfrm>
            <a:off x="380051" y="1423225"/>
            <a:ext cx="8384100" cy="31854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3" name="Google Shape;3073;p42"/>
          <p:cNvGrpSpPr/>
          <p:nvPr/>
        </p:nvGrpSpPr>
        <p:grpSpPr>
          <a:xfrm flipH="1">
            <a:off x="2507469" y="71855"/>
            <a:ext cx="3761401" cy="4668493"/>
            <a:chOff x="5932450" y="2691225"/>
            <a:chExt cx="1445525" cy="1794125"/>
          </a:xfrm>
        </p:grpSpPr>
        <p:sp>
          <p:nvSpPr>
            <p:cNvPr id="3074" name="Google Shape;3074;p42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42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42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42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42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42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42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42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42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42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42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42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42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42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42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42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42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42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42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42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42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42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42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42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42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42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42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42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42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42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42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42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42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42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42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42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42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42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42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42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42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42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42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42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42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42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42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42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42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42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42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42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42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42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42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42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42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42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42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42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42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42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42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42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42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42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42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42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6" name="Google Shape;3146;p42"/>
          <p:cNvSpPr txBox="1"/>
          <p:nvPr>
            <p:ph type="ctrTitle"/>
          </p:nvPr>
        </p:nvSpPr>
        <p:spPr>
          <a:xfrm>
            <a:off x="4836125" y="539500"/>
            <a:ext cx="3219300" cy="9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47" name="Google Shape;3147;p42"/>
          <p:cNvSpPr txBox="1"/>
          <p:nvPr>
            <p:ph idx="1" type="subTitle"/>
          </p:nvPr>
        </p:nvSpPr>
        <p:spPr>
          <a:xfrm>
            <a:off x="4836125" y="1463500"/>
            <a:ext cx="3219300" cy="14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3148" name="Google Shape;3148;p42"/>
          <p:cNvGrpSpPr/>
          <p:nvPr/>
        </p:nvGrpSpPr>
        <p:grpSpPr>
          <a:xfrm flipH="1">
            <a:off x="6921757" y="223775"/>
            <a:ext cx="2222252" cy="4838326"/>
            <a:chOff x="1622025" y="238125"/>
            <a:chExt cx="746825" cy="1626000"/>
          </a:xfrm>
        </p:grpSpPr>
        <p:sp>
          <p:nvSpPr>
            <p:cNvPr id="3149" name="Google Shape;3149;p42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42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42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42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42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4" name="Google Shape;3154;p42"/>
          <p:cNvGrpSpPr/>
          <p:nvPr/>
        </p:nvGrpSpPr>
        <p:grpSpPr>
          <a:xfrm flipH="1">
            <a:off x="-13955" y="461112"/>
            <a:ext cx="2889683" cy="3889979"/>
            <a:chOff x="3074425" y="836100"/>
            <a:chExt cx="1472075" cy="1981650"/>
          </a:xfrm>
        </p:grpSpPr>
        <p:sp>
          <p:nvSpPr>
            <p:cNvPr id="3155" name="Google Shape;3155;p42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42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42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42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42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42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42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42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3" name="Google Shape;3163;p42"/>
          <p:cNvGrpSpPr/>
          <p:nvPr/>
        </p:nvGrpSpPr>
        <p:grpSpPr>
          <a:xfrm>
            <a:off x="228609" y="1295672"/>
            <a:ext cx="1091278" cy="2122172"/>
            <a:chOff x="4087800" y="723675"/>
            <a:chExt cx="700750" cy="1362725"/>
          </a:xfrm>
        </p:grpSpPr>
        <p:sp>
          <p:nvSpPr>
            <p:cNvPr id="3164" name="Google Shape;3164;p42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42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42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42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42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42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42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42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42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42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42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42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42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42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42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42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42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42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42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42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42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42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6" name="Google Shape;3186;p42"/>
          <p:cNvGrpSpPr/>
          <p:nvPr/>
        </p:nvGrpSpPr>
        <p:grpSpPr>
          <a:xfrm>
            <a:off x="2551032" y="2422852"/>
            <a:ext cx="1018708" cy="1974189"/>
            <a:chOff x="4826000" y="484000"/>
            <a:chExt cx="654150" cy="1267700"/>
          </a:xfrm>
        </p:grpSpPr>
        <p:sp>
          <p:nvSpPr>
            <p:cNvPr id="3187" name="Google Shape;3187;p42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42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42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42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42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42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42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42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42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42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42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42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42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42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42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42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42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42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5" name="Google Shape;3205;p42"/>
          <p:cNvGrpSpPr/>
          <p:nvPr/>
        </p:nvGrpSpPr>
        <p:grpSpPr>
          <a:xfrm>
            <a:off x="1862063" y="1360929"/>
            <a:ext cx="1802681" cy="3243062"/>
            <a:chOff x="5195125" y="2889950"/>
            <a:chExt cx="787025" cy="1415875"/>
          </a:xfrm>
        </p:grpSpPr>
        <p:sp>
          <p:nvSpPr>
            <p:cNvPr id="3206" name="Google Shape;3206;p42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42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42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42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42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42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42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42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42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42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42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42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42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42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42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42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42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42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42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42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42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42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42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42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42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42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42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42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42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42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42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42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8" name="Google Shape;3238;p42"/>
          <p:cNvSpPr/>
          <p:nvPr/>
        </p:nvSpPr>
        <p:spPr>
          <a:xfrm>
            <a:off x="6675" y="4651325"/>
            <a:ext cx="9144000" cy="4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9" name="Google Shape;3239;p42"/>
          <p:cNvGrpSpPr/>
          <p:nvPr/>
        </p:nvGrpSpPr>
        <p:grpSpPr>
          <a:xfrm>
            <a:off x="-374325" y="2607432"/>
            <a:ext cx="4191000" cy="2037000"/>
            <a:chOff x="-381000" y="2607432"/>
            <a:chExt cx="4191000" cy="2037000"/>
          </a:xfrm>
        </p:grpSpPr>
        <p:sp>
          <p:nvSpPr>
            <p:cNvPr id="3240" name="Google Shape;3240;p42"/>
            <p:cNvSpPr/>
            <p:nvPr/>
          </p:nvSpPr>
          <p:spPr>
            <a:xfrm>
              <a:off x="376475" y="290260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42"/>
            <p:cNvSpPr/>
            <p:nvPr/>
          </p:nvSpPr>
          <p:spPr>
            <a:xfrm>
              <a:off x="-381000" y="290260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42"/>
            <p:cNvSpPr/>
            <p:nvPr/>
          </p:nvSpPr>
          <p:spPr>
            <a:xfrm>
              <a:off x="152400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42"/>
            <p:cNvSpPr/>
            <p:nvPr/>
          </p:nvSpPr>
          <p:spPr>
            <a:xfrm>
              <a:off x="76200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42"/>
            <p:cNvSpPr/>
            <p:nvPr/>
          </p:nvSpPr>
          <p:spPr>
            <a:xfrm>
              <a:off x="1524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42"/>
            <p:cNvSpPr/>
            <p:nvPr/>
          </p:nvSpPr>
          <p:spPr>
            <a:xfrm>
              <a:off x="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42"/>
            <p:cNvSpPr/>
            <p:nvPr/>
          </p:nvSpPr>
          <p:spPr>
            <a:xfrm>
              <a:off x="762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42"/>
            <p:cNvSpPr/>
            <p:nvPr/>
          </p:nvSpPr>
          <p:spPr>
            <a:xfrm>
              <a:off x="2286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42"/>
            <p:cNvSpPr/>
            <p:nvPr/>
          </p:nvSpPr>
          <p:spPr>
            <a:xfrm>
              <a:off x="3048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42"/>
            <p:cNvSpPr/>
            <p:nvPr/>
          </p:nvSpPr>
          <p:spPr>
            <a:xfrm>
              <a:off x="18693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42"/>
            <p:cNvSpPr/>
            <p:nvPr/>
          </p:nvSpPr>
          <p:spPr>
            <a:xfrm>
              <a:off x="3764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42"/>
            <p:cNvSpPr/>
            <p:nvPr/>
          </p:nvSpPr>
          <p:spPr>
            <a:xfrm>
              <a:off x="11073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42"/>
            <p:cNvSpPr/>
            <p:nvPr/>
          </p:nvSpPr>
          <p:spPr>
            <a:xfrm>
              <a:off x="-381000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42"/>
            <p:cNvSpPr/>
            <p:nvPr/>
          </p:nvSpPr>
          <p:spPr>
            <a:xfrm>
              <a:off x="152400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42"/>
            <p:cNvSpPr/>
            <p:nvPr/>
          </p:nvSpPr>
          <p:spPr>
            <a:xfrm>
              <a:off x="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42"/>
            <p:cNvSpPr/>
            <p:nvPr/>
          </p:nvSpPr>
          <p:spPr>
            <a:xfrm>
              <a:off x="76200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42"/>
            <p:cNvSpPr/>
            <p:nvPr/>
          </p:nvSpPr>
          <p:spPr>
            <a:xfrm>
              <a:off x="376475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42"/>
            <p:cNvSpPr/>
            <p:nvPr/>
          </p:nvSpPr>
          <p:spPr>
            <a:xfrm>
              <a:off x="1107375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42"/>
            <p:cNvSpPr/>
            <p:nvPr/>
          </p:nvSpPr>
          <p:spPr>
            <a:xfrm>
              <a:off x="-381000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42"/>
            <p:cNvSpPr/>
            <p:nvPr/>
          </p:nvSpPr>
          <p:spPr>
            <a:xfrm>
              <a:off x="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42"/>
            <p:cNvSpPr/>
            <p:nvPr/>
          </p:nvSpPr>
          <p:spPr>
            <a:xfrm>
              <a:off x="0" y="2607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1" name="Google Shape;3261;p42"/>
          <p:cNvSpPr txBox="1"/>
          <p:nvPr/>
        </p:nvSpPr>
        <p:spPr>
          <a:xfrm>
            <a:off x="4891575" y="3292425"/>
            <a:ext cx="31638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CRÉDITOS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: Esta plantilla de presentación fue creada por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 que incluye iconos de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 infografías e imágenes de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262" name="Google Shape;3262;p42"/>
          <p:cNvSpPr/>
          <p:nvPr/>
        </p:nvSpPr>
        <p:spPr>
          <a:xfrm>
            <a:off x="6675" y="2885275"/>
            <a:ext cx="2952300" cy="17616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42"/>
          <p:cNvSpPr/>
          <p:nvPr/>
        </p:nvSpPr>
        <p:spPr>
          <a:xfrm flipH="1">
            <a:off x="6675" y="41703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42"/>
          <p:cNvSpPr/>
          <p:nvPr/>
        </p:nvSpPr>
        <p:spPr>
          <a:xfrm flipH="1">
            <a:off x="3407252" y="4419375"/>
            <a:ext cx="1325168" cy="235103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42"/>
          <p:cNvSpPr/>
          <p:nvPr/>
        </p:nvSpPr>
        <p:spPr>
          <a:xfrm flipH="1">
            <a:off x="8490726" y="44864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42"/>
          <p:cNvSpPr/>
          <p:nvPr/>
        </p:nvSpPr>
        <p:spPr>
          <a:xfrm>
            <a:off x="5384900" y="4816026"/>
            <a:ext cx="916545" cy="1625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42"/>
          <p:cNvSpPr/>
          <p:nvPr/>
        </p:nvSpPr>
        <p:spPr>
          <a:xfrm>
            <a:off x="142542" y="7709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42"/>
          <p:cNvSpPr/>
          <p:nvPr/>
        </p:nvSpPr>
        <p:spPr>
          <a:xfrm>
            <a:off x="5094648" y="17224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3270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p44"/>
          <p:cNvSpPr/>
          <p:nvPr/>
        </p:nvSpPr>
        <p:spPr>
          <a:xfrm flipH="1">
            <a:off x="7016179" y="495151"/>
            <a:ext cx="1246314" cy="17640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44"/>
          <p:cNvSpPr/>
          <p:nvPr/>
        </p:nvSpPr>
        <p:spPr>
          <a:xfrm flipH="1">
            <a:off x="3980080" y="318756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44"/>
          <p:cNvSpPr/>
          <p:nvPr/>
        </p:nvSpPr>
        <p:spPr>
          <a:xfrm flipH="1">
            <a:off x="-359141" y="539499"/>
            <a:ext cx="2385137" cy="33729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_1_1"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45"/>
          <p:cNvSpPr/>
          <p:nvPr/>
        </p:nvSpPr>
        <p:spPr>
          <a:xfrm flipH="1">
            <a:off x="243829" y="374001"/>
            <a:ext cx="1246314" cy="17640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45"/>
          <p:cNvSpPr/>
          <p:nvPr/>
        </p:nvSpPr>
        <p:spPr>
          <a:xfrm flipH="1">
            <a:off x="7519980" y="749181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45"/>
          <p:cNvSpPr/>
          <p:nvPr/>
        </p:nvSpPr>
        <p:spPr>
          <a:xfrm flipH="1">
            <a:off x="3084134" y="370849"/>
            <a:ext cx="2385137" cy="33729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8" name="Google Shape;3278;p45"/>
          <p:cNvGrpSpPr/>
          <p:nvPr/>
        </p:nvGrpSpPr>
        <p:grpSpPr>
          <a:xfrm>
            <a:off x="-385478" y="4005140"/>
            <a:ext cx="9870375" cy="883510"/>
            <a:chOff x="-381000" y="4005140"/>
            <a:chExt cx="9870375" cy="883510"/>
          </a:xfrm>
        </p:grpSpPr>
        <p:sp>
          <p:nvSpPr>
            <p:cNvPr id="3279" name="Google Shape;3279;p45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45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45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45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45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45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45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45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45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45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45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45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45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45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45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45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45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45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45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45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45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45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45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2" name="Google Shape;3302;p45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45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4" name="Google Shape;3304;p45"/>
          <p:cNvSpPr/>
          <p:nvPr/>
        </p:nvSpPr>
        <p:spPr>
          <a:xfrm>
            <a:off x="4316923" y="48548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45"/>
          <p:cNvSpPr/>
          <p:nvPr/>
        </p:nvSpPr>
        <p:spPr>
          <a:xfrm>
            <a:off x="8083275" y="4538544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1"/>
        </a:solidFill>
      </p:bgPr>
    </p:bg>
    <p:spTree>
      <p:nvGrpSpPr>
        <p:cNvPr id="3310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p47"/>
          <p:cNvSpPr txBox="1"/>
          <p:nvPr>
            <p:ph type="ctrTitle"/>
          </p:nvPr>
        </p:nvSpPr>
        <p:spPr>
          <a:xfrm>
            <a:off x="369000" y="365700"/>
            <a:ext cx="84633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12" name="Google Shape;3312;p47"/>
          <p:cNvSpPr txBox="1"/>
          <p:nvPr>
            <p:ph idx="1" type="subTitle"/>
          </p:nvPr>
        </p:nvSpPr>
        <p:spPr>
          <a:xfrm>
            <a:off x="369000" y="2257425"/>
            <a:ext cx="846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Inter"/>
              <a:buNone/>
              <a:defRPr sz="2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313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4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5" name="Google Shape;3315;p48"/>
          <p:cNvSpPr txBox="1"/>
          <p:nvPr>
            <p:ph idx="1" type="body"/>
          </p:nvPr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6" name="Google Shape;331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 type="tx">
  <p:cSld name="TITLE_AND_BODY"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p4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9" name="Google Shape;3319;p49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0" name="Google Shape;332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21" name="Google Shape;3321;p49"/>
          <p:cNvSpPr txBox="1"/>
          <p:nvPr>
            <p:ph idx="2" type="subTitle"/>
          </p:nvPr>
        </p:nvSpPr>
        <p:spPr>
          <a:xfrm>
            <a:off x="374450" y="857600"/>
            <a:ext cx="8406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">
  <p:cSld name="TITLE_2">
    <p:bg>
      <p:bgPr>
        <a:solidFill>
          <a:schemeClr val="accent1"/>
        </a:solidFill>
      </p:bgPr>
    </p:bg>
    <p:spTree>
      <p:nvGrpSpPr>
        <p:cNvPr id="3322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3323;p50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24" name="Google Shape;332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p5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27" name="Google Shape;332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52"/>
          <p:cNvSpPr txBox="1"/>
          <p:nvPr>
            <p:ph idx="1" type="body"/>
          </p:nvPr>
        </p:nvSpPr>
        <p:spPr>
          <a:xfrm>
            <a:off x="374450" y="13614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0" name="Google Shape;3330;p52"/>
          <p:cNvSpPr txBox="1"/>
          <p:nvPr>
            <p:ph idx="2" type="body"/>
          </p:nvPr>
        </p:nvSpPr>
        <p:spPr>
          <a:xfrm>
            <a:off x="4800925" y="13614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1" name="Google Shape;3331;p52"/>
          <p:cNvSpPr txBox="1"/>
          <p:nvPr>
            <p:ph type="title"/>
          </p:nvPr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2" name="Google Shape;333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33" name="Google Shape;3333;p52"/>
          <p:cNvSpPr txBox="1"/>
          <p:nvPr>
            <p:ph idx="3" type="subTitle"/>
          </p:nvPr>
        </p:nvSpPr>
        <p:spPr>
          <a:xfrm>
            <a:off x="374450" y="857600"/>
            <a:ext cx="8463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column content">
  <p:cSld name="ONE_COLUMN_TEXT"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36" name="Google Shape;3336;p53"/>
          <p:cNvSpPr txBox="1"/>
          <p:nvPr>
            <p:ph type="title"/>
          </p:nvPr>
        </p:nvSpPr>
        <p:spPr>
          <a:xfrm>
            <a:off x="369000" y="365700"/>
            <a:ext cx="38367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7" name="Google Shape;3337;p53"/>
          <p:cNvSpPr txBox="1"/>
          <p:nvPr>
            <p:ph idx="1" type="body"/>
          </p:nvPr>
        </p:nvSpPr>
        <p:spPr>
          <a:xfrm>
            <a:off x="369000" y="1754875"/>
            <a:ext cx="38343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8" name="Google Shape;3338;p53"/>
          <p:cNvSpPr txBox="1"/>
          <p:nvPr>
            <p:ph idx="2" type="subTitle"/>
          </p:nvPr>
        </p:nvSpPr>
        <p:spPr>
          <a:xfrm>
            <a:off x="371469" y="1251075"/>
            <a:ext cx="3834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tnership logo">
  <p:cSld name="TITLE_1">
    <p:bg>
      <p:bgPr>
        <a:solidFill>
          <a:srgbClr val="FFFFFF"/>
        </a:solidFill>
      </p:bgPr>
    </p:bg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54"/>
          <p:cNvSpPr txBox="1"/>
          <p:nvPr>
            <p:ph type="ctrTitle"/>
          </p:nvPr>
        </p:nvSpPr>
        <p:spPr>
          <a:xfrm>
            <a:off x="369000" y="1289125"/>
            <a:ext cx="4077300" cy="20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41" name="Google Shape;3341;p54"/>
          <p:cNvSpPr txBox="1"/>
          <p:nvPr>
            <p:ph idx="1" type="subTitle"/>
          </p:nvPr>
        </p:nvSpPr>
        <p:spPr>
          <a:xfrm>
            <a:off x="369000" y="3476925"/>
            <a:ext cx="4077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  <a:defRPr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42" name="Google Shape;334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tnership logo title only">
  <p:cSld name="TITLE_1_1">
    <p:bg>
      <p:bgPr>
        <a:solidFill>
          <a:srgbClr val="FFFFFF"/>
        </a:solidFill>
      </p:bgPr>
    </p:bg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55"/>
          <p:cNvSpPr txBox="1"/>
          <p:nvPr>
            <p:ph type="ctrTitle"/>
          </p:nvPr>
        </p:nvSpPr>
        <p:spPr>
          <a:xfrm>
            <a:off x="369000" y="1289125"/>
            <a:ext cx="40773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45" name="Google Shape;334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">
  <p:cSld name="CUSTOM"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56"/>
          <p:cNvSpPr txBox="1"/>
          <p:nvPr>
            <p:ph type="title"/>
          </p:nvPr>
        </p:nvSpPr>
        <p:spPr>
          <a:xfrm>
            <a:off x="4938300" y="365700"/>
            <a:ext cx="3836700" cy="3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48" name="Google Shape;334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349" name="Google Shape;3349;p56"/>
          <p:cNvSpPr txBox="1"/>
          <p:nvPr>
            <p:ph idx="1" type="subTitle"/>
          </p:nvPr>
        </p:nvSpPr>
        <p:spPr>
          <a:xfrm>
            <a:off x="4938300" y="4351200"/>
            <a:ext cx="3836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" name="Google Shape;3351;p57"/>
          <p:cNvSpPr txBox="1"/>
          <p:nvPr>
            <p:ph type="title"/>
          </p:nvPr>
        </p:nvSpPr>
        <p:spPr>
          <a:xfrm>
            <a:off x="369000" y="2150850"/>
            <a:ext cx="8406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52" name="Google Shape;335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split">
  <p:cSld name="ONE_COLUMN_TEXT_1"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55" name="Google Shape;3355;p58"/>
          <p:cNvSpPr txBox="1"/>
          <p:nvPr>
            <p:ph type="title"/>
          </p:nvPr>
        </p:nvSpPr>
        <p:spPr>
          <a:xfrm>
            <a:off x="369000" y="365700"/>
            <a:ext cx="38367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6" name="Google Shape;3356;p58"/>
          <p:cNvSpPr txBox="1"/>
          <p:nvPr>
            <p:ph idx="1" type="body"/>
          </p:nvPr>
        </p:nvSpPr>
        <p:spPr>
          <a:xfrm>
            <a:off x="369000" y="1754875"/>
            <a:ext cx="38343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57" name="Google Shape;3357;p58"/>
          <p:cNvSpPr txBox="1"/>
          <p:nvPr>
            <p:ph idx="2" type="subTitle"/>
          </p:nvPr>
        </p:nvSpPr>
        <p:spPr>
          <a:xfrm>
            <a:off x="371469" y="1251075"/>
            <a:ext cx="3834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8" name="Google Shape;3358;p58"/>
          <p:cNvSpPr txBox="1"/>
          <p:nvPr>
            <p:ph idx="3" type="body"/>
          </p:nvPr>
        </p:nvSpPr>
        <p:spPr>
          <a:xfrm>
            <a:off x="4940700" y="1331700"/>
            <a:ext cx="3834300" cy="24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59"/>
          <p:cNvSpPr txBox="1"/>
          <p:nvPr>
            <p:ph type="title"/>
          </p:nvPr>
        </p:nvSpPr>
        <p:spPr>
          <a:xfrm>
            <a:off x="369000" y="365700"/>
            <a:ext cx="6367800" cy="44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361" name="Google Shape;336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p60"/>
          <p:cNvSpPr txBox="1"/>
          <p:nvPr>
            <p:ph hasCustomPrompt="1" type="title"/>
          </p:nvPr>
        </p:nvSpPr>
        <p:spPr>
          <a:xfrm>
            <a:off x="4938300" y="1106125"/>
            <a:ext cx="38367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64" name="Google Shape;3364;p60"/>
          <p:cNvSpPr txBox="1"/>
          <p:nvPr>
            <p:ph idx="1" type="body"/>
          </p:nvPr>
        </p:nvSpPr>
        <p:spPr>
          <a:xfrm>
            <a:off x="4938300" y="3152225"/>
            <a:ext cx="38367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b="1" sz="2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5" name="Google Shape;336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USTOM_1">
    <p:spTree>
      <p:nvGrpSpPr>
        <p:cNvPr id="3368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p62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70" name="Google Shape;3370;p62"/>
          <p:cNvSpPr txBox="1"/>
          <p:nvPr>
            <p:ph idx="1" type="body"/>
          </p:nvPr>
        </p:nvSpPr>
        <p:spPr>
          <a:xfrm>
            <a:off x="457200" y="830633"/>
            <a:ext cx="8229600" cy="3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3371" name="Google Shape;3371;p62"/>
          <p:cNvCxnSpPr/>
          <p:nvPr/>
        </p:nvCxnSpPr>
        <p:spPr>
          <a:xfrm>
            <a:off x="423360" y="766890"/>
            <a:ext cx="829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8" name="Shape 3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p65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81" name="Google Shape;3381;p65"/>
          <p:cNvSpPr txBox="1"/>
          <p:nvPr>
            <p:ph idx="1" type="subTitle"/>
          </p:nvPr>
        </p:nvSpPr>
        <p:spPr>
          <a:xfrm>
            <a:off x="380025" y="4239405"/>
            <a:ext cx="83841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p66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84" name="Google Shape;3384;p66"/>
          <p:cNvSpPr txBox="1"/>
          <p:nvPr>
            <p:ph idx="1" type="body"/>
          </p:nvPr>
        </p:nvSpPr>
        <p:spPr>
          <a:xfrm>
            <a:off x="380025" y="4239405"/>
            <a:ext cx="83841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p67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87" name="Google Shape;3387;p67"/>
          <p:cNvSpPr txBox="1"/>
          <p:nvPr>
            <p:ph idx="1" type="body"/>
          </p:nvPr>
        </p:nvSpPr>
        <p:spPr>
          <a:xfrm>
            <a:off x="380025" y="4239405"/>
            <a:ext cx="4091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88" name="Google Shape;3388;p67"/>
          <p:cNvSpPr txBox="1"/>
          <p:nvPr>
            <p:ph idx="2" type="body"/>
          </p:nvPr>
        </p:nvSpPr>
        <p:spPr>
          <a:xfrm>
            <a:off x="4675995" y="4239405"/>
            <a:ext cx="4091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68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69"/>
          <p:cNvSpPr txBox="1"/>
          <p:nvPr>
            <p:ph idx="1" type="subTitle"/>
          </p:nvPr>
        </p:nvSpPr>
        <p:spPr>
          <a:xfrm>
            <a:off x="383400" y="2771685"/>
            <a:ext cx="83772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393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p70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95" name="Google Shape;3395;p70"/>
          <p:cNvSpPr txBox="1"/>
          <p:nvPr>
            <p:ph idx="1" type="body"/>
          </p:nvPr>
        </p:nvSpPr>
        <p:spPr>
          <a:xfrm>
            <a:off x="38002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96" name="Google Shape;3396;p70"/>
          <p:cNvSpPr txBox="1"/>
          <p:nvPr>
            <p:ph idx="2" type="body"/>
          </p:nvPr>
        </p:nvSpPr>
        <p:spPr>
          <a:xfrm>
            <a:off x="4675995" y="4239405"/>
            <a:ext cx="4091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97" name="Google Shape;3397;p70"/>
          <p:cNvSpPr txBox="1"/>
          <p:nvPr>
            <p:ph idx="3" type="body"/>
          </p:nvPr>
        </p:nvSpPr>
        <p:spPr>
          <a:xfrm>
            <a:off x="380025" y="455422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71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0" name="Google Shape;3400;p71"/>
          <p:cNvSpPr txBox="1"/>
          <p:nvPr>
            <p:ph idx="1" type="body"/>
          </p:nvPr>
        </p:nvSpPr>
        <p:spPr>
          <a:xfrm>
            <a:off x="380025" y="4239405"/>
            <a:ext cx="4091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1" name="Google Shape;3401;p71"/>
          <p:cNvSpPr txBox="1"/>
          <p:nvPr>
            <p:ph idx="2" type="body"/>
          </p:nvPr>
        </p:nvSpPr>
        <p:spPr>
          <a:xfrm>
            <a:off x="467599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2" name="Google Shape;3402;p71"/>
          <p:cNvSpPr txBox="1"/>
          <p:nvPr>
            <p:ph idx="3" type="body"/>
          </p:nvPr>
        </p:nvSpPr>
        <p:spPr>
          <a:xfrm>
            <a:off x="4675995" y="455422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72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5" name="Google Shape;3405;p72"/>
          <p:cNvSpPr txBox="1"/>
          <p:nvPr>
            <p:ph idx="1" type="body"/>
          </p:nvPr>
        </p:nvSpPr>
        <p:spPr>
          <a:xfrm>
            <a:off x="38002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6" name="Google Shape;3406;p72"/>
          <p:cNvSpPr txBox="1"/>
          <p:nvPr>
            <p:ph idx="2" type="body"/>
          </p:nvPr>
        </p:nvSpPr>
        <p:spPr>
          <a:xfrm>
            <a:off x="467599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07" name="Google Shape;3407;p72"/>
          <p:cNvSpPr txBox="1"/>
          <p:nvPr>
            <p:ph idx="3" type="body"/>
          </p:nvPr>
        </p:nvSpPr>
        <p:spPr>
          <a:xfrm>
            <a:off x="380025" y="4554225"/>
            <a:ext cx="8384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408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p73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0" name="Google Shape;3410;p73"/>
          <p:cNvSpPr txBox="1"/>
          <p:nvPr>
            <p:ph idx="1" type="body"/>
          </p:nvPr>
        </p:nvSpPr>
        <p:spPr>
          <a:xfrm>
            <a:off x="380025" y="4239405"/>
            <a:ext cx="8384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1" name="Google Shape;3411;p73"/>
          <p:cNvSpPr txBox="1"/>
          <p:nvPr>
            <p:ph idx="2" type="body"/>
          </p:nvPr>
        </p:nvSpPr>
        <p:spPr>
          <a:xfrm>
            <a:off x="380025" y="4554225"/>
            <a:ext cx="8384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74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4" name="Google Shape;3414;p74"/>
          <p:cNvSpPr txBox="1"/>
          <p:nvPr>
            <p:ph idx="1" type="body"/>
          </p:nvPr>
        </p:nvSpPr>
        <p:spPr>
          <a:xfrm>
            <a:off x="38002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5" name="Google Shape;3415;p74"/>
          <p:cNvSpPr txBox="1"/>
          <p:nvPr>
            <p:ph idx="2" type="body"/>
          </p:nvPr>
        </p:nvSpPr>
        <p:spPr>
          <a:xfrm>
            <a:off x="4675995" y="423940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6" name="Google Shape;3416;p74"/>
          <p:cNvSpPr txBox="1"/>
          <p:nvPr>
            <p:ph idx="3" type="body"/>
          </p:nvPr>
        </p:nvSpPr>
        <p:spPr>
          <a:xfrm>
            <a:off x="380025" y="455422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17" name="Google Shape;3417;p74"/>
          <p:cNvSpPr txBox="1"/>
          <p:nvPr>
            <p:ph idx="4" type="body"/>
          </p:nvPr>
        </p:nvSpPr>
        <p:spPr>
          <a:xfrm>
            <a:off x="4675995" y="4554225"/>
            <a:ext cx="4091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75"/>
          <p:cNvSpPr txBox="1"/>
          <p:nvPr>
            <p:ph type="title"/>
          </p:nvPr>
        </p:nvSpPr>
        <p:spPr>
          <a:xfrm>
            <a:off x="383400" y="1007910"/>
            <a:ext cx="83772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0" name="Google Shape;3420;p75"/>
          <p:cNvSpPr txBox="1"/>
          <p:nvPr>
            <p:ph idx="1" type="body"/>
          </p:nvPr>
        </p:nvSpPr>
        <p:spPr>
          <a:xfrm>
            <a:off x="380025" y="423940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1" name="Google Shape;3421;p75"/>
          <p:cNvSpPr txBox="1"/>
          <p:nvPr>
            <p:ph idx="2" type="body"/>
          </p:nvPr>
        </p:nvSpPr>
        <p:spPr>
          <a:xfrm>
            <a:off x="3214620" y="423940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2" name="Google Shape;3422;p75"/>
          <p:cNvSpPr txBox="1"/>
          <p:nvPr>
            <p:ph idx="3" type="body"/>
          </p:nvPr>
        </p:nvSpPr>
        <p:spPr>
          <a:xfrm>
            <a:off x="6049215" y="423940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3" name="Google Shape;3423;p75"/>
          <p:cNvSpPr txBox="1"/>
          <p:nvPr>
            <p:ph idx="4" type="body"/>
          </p:nvPr>
        </p:nvSpPr>
        <p:spPr>
          <a:xfrm>
            <a:off x="380025" y="455422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4" name="Google Shape;3424;p75"/>
          <p:cNvSpPr txBox="1"/>
          <p:nvPr>
            <p:ph idx="5" type="body"/>
          </p:nvPr>
        </p:nvSpPr>
        <p:spPr>
          <a:xfrm>
            <a:off x="3214620" y="455422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25" name="Google Shape;3425;p75"/>
          <p:cNvSpPr txBox="1"/>
          <p:nvPr>
            <p:ph idx="6" type="body"/>
          </p:nvPr>
        </p:nvSpPr>
        <p:spPr>
          <a:xfrm>
            <a:off x="6049215" y="4554225"/>
            <a:ext cx="2699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"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0" name="Google Shape;3430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62213" y="73224"/>
            <a:ext cx="2114644" cy="640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31" name="Google Shape;3431;p77"/>
          <p:cNvSpPr txBox="1"/>
          <p:nvPr>
            <p:ph type="title"/>
          </p:nvPr>
        </p:nvSpPr>
        <p:spPr>
          <a:xfrm>
            <a:off x="457200" y="2101619"/>
            <a:ext cx="8229600" cy="1363200"/>
          </a:xfrm>
          <a:prstGeom prst="rect">
            <a:avLst/>
          </a:prstGeom>
        </p:spPr>
        <p:txBody>
          <a:bodyPr anchorCtr="0" anchor="ctr" bIns="76200" lIns="76200" spcFirstLastPara="1" rIns="76200" wrap="square" tIns="7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432" name="Google Shape;3432;p77"/>
          <p:cNvCxnSpPr/>
          <p:nvPr/>
        </p:nvCxnSpPr>
        <p:spPr>
          <a:xfrm>
            <a:off x="1059300" y="2141325"/>
            <a:ext cx="702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3" name="Google Shape;3433;p77"/>
          <p:cNvCxnSpPr/>
          <p:nvPr/>
        </p:nvCxnSpPr>
        <p:spPr>
          <a:xfrm>
            <a:off x="1059300" y="3515760"/>
            <a:ext cx="702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4" name="Google Shape;3434;p77"/>
          <p:cNvSpPr txBox="1"/>
          <p:nvPr>
            <p:ph idx="1" type="body"/>
          </p:nvPr>
        </p:nvSpPr>
        <p:spPr>
          <a:xfrm>
            <a:off x="1966320" y="3597390"/>
            <a:ext cx="5211300" cy="13632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  <a:defRPr i="1"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i="1"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i="1"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i="1"/>
            </a:lvl4pPr>
            <a:lvl5pPr indent="-3048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i="1"/>
            </a:lvl5pPr>
            <a:lvl6pPr indent="-2921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i="1"/>
            </a:lvl6pPr>
            <a:lvl7pPr indent="-2921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i="1"/>
            </a:lvl7pPr>
            <a:lvl8pPr indent="-2921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i="1"/>
            </a:lvl8pPr>
            <a:lvl9pPr indent="-2921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 i="1"/>
            </a:lvl9pPr>
          </a:lstStyle>
          <a:p/>
        </p:txBody>
      </p:sp>
      <p:sp>
        <p:nvSpPr>
          <p:cNvPr id="3435" name="Google Shape;3435;p77"/>
          <p:cNvSpPr/>
          <p:nvPr/>
        </p:nvSpPr>
        <p:spPr>
          <a:xfrm>
            <a:off x="2812680" y="1351710"/>
            <a:ext cx="3567600" cy="48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</a:endParaRPr>
          </a:p>
        </p:txBody>
      </p:sp>
      <p:sp>
        <p:nvSpPr>
          <p:cNvPr id="3436" name="Google Shape;3436;p77"/>
          <p:cNvSpPr txBox="1"/>
          <p:nvPr>
            <p:ph idx="2" type="subTitle"/>
          </p:nvPr>
        </p:nvSpPr>
        <p:spPr>
          <a:xfrm>
            <a:off x="2301300" y="1351704"/>
            <a:ext cx="4590300" cy="482700"/>
          </a:xfrm>
          <a:prstGeom prst="rect">
            <a:avLst/>
          </a:prstGeom>
        </p:spPr>
        <p:txBody>
          <a:bodyPr anchorCtr="0" anchor="ctr" bIns="76200" lIns="76200" spcFirstLastPara="1" rIns="76200" wrap="square" tIns="7620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None/>
              <a:defRPr b="1" i="1" sz="1800">
                <a:solidFill>
                  <a:srgbClr val="FFFFFF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USTOM_1"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p78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39" name="Google Shape;3439;p78"/>
          <p:cNvSpPr txBox="1"/>
          <p:nvPr>
            <p:ph idx="1" type="body"/>
          </p:nvPr>
        </p:nvSpPr>
        <p:spPr>
          <a:xfrm>
            <a:off x="457200" y="830633"/>
            <a:ext cx="8229600" cy="37257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cxnSp>
        <p:nvCxnSpPr>
          <p:cNvPr id="3440" name="Google Shape;3440;p78"/>
          <p:cNvCxnSpPr/>
          <p:nvPr/>
        </p:nvCxnSpPr>
        <p:spPr>
          <a:xfrm>
            <a:off x="423360" y="766890"/>
            <a:ext cx="829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Content">
  <p:cSld name="CUSTOM_2"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79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3" name="Google Shape;3443;p79"/>
          <p:cNvSpPr txBox="1"/>
          <p:nvPr>
            <p:ph idx="1" type="body"/>
          </p:nvPr>
        </p:nvSpPr>
        <p:spPr>
          <a:xfrm>
            <a:off x="4663320" y="830633"/>
            <a:ext cx="4023300" cy="37257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spcBef>
                <a:spcPts val="50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cxnSp>
        <p:nvCxnSpPr>
          <p:cNvPr id="3444" name="Google Shape;3444;p79"/>
          <p:cNvCxnSpPr/>
          <p:nvPr/>
        </p:nvCxnSpPr>
        <p:spPr>
          <a:xfrm>
            <a:off x="423360" y="766890"/>
            <a:ext cx="829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list">
  <p:cSld name="CUSTOM_3"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80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7" name="Google Shape;3447;p80"/>
          <p:cNvSpPr txBox="1"/>
          <p:nvPr>
            <p:ph idx="1" type="body"/>
          </p:nvPr>
        </p:nvSpPr>
        <p:spPr>
          <a:xfrm>
            <a:off x="457200" y="830633"/>
            <a:ext cx="8229600" cy="37257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spcBef>
                <a:spcPts val="500"/>
              </a:spcBef>
              <a:spcAft>
                <a:spcPts val="0"/>
              </a:spcAft>
              <a:buSzPts val="1800"/>
              <a:buChar char="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❏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❏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❏"/>
              <a:defRPr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❏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❏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❏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❏"/>
              <a:defRPr/>
            </a:lvl9pPr>
          </a:lstStyle>
          <a:p/>
        </p:txBody>
      </p:sp>
      <p:cxnSp>
        <p:nvCxnSpPr>
          <p:cNvPr id="3448" name="Google Shape;3448;p80"/>
          <p:cNvCxnSpPr/>
          <p:nvPr/>
        </p:nvCxnSpPr>
        <p:spPr>
          <a:xfrm>
            <a:off x="423360" y="766890"/>
            <a:ext cx="829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lt">
  <p:cSld name="CUSTOM_4">
    <p:spTree>
      <p:nvGrpSpPr>
        <p:cNvPr id="3449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0" name="Google Shape;3450;p81"/>
          <p:cNvPicPr preferRelativeResize="0"/>
          <p:nvPr/>
        </p:nvPicPr>
        <p:blipFill rotWithShape="1">
          <a:blip r:embed="rId2">
            <a:alphaModFix/>
          </a:blip>
          <a:srcRect b="0" l="7364" r="9" t="0"/>
          <a:stretch/>
        </p:blipFill>
        <p:spPr>
          <a:xfrm>
            <a:off x="423351" y="45650"/>
            <a:ext cx="2611750" cy="85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1" name="Google Shape;3451;p81"/>
          <p:cNvSpPr txBox="1"/>
          <p:nvPr>
            <p:ph type="title"/>
          </p:nvPr>
        </p:nvSpPr>
        <p:spPr>
          <a:xfrm>
            <a:off x="457200" y="2397928"/>
            <a:ext cx="8229600" cy="1661700"/>
          </a:xfrm>
          <a:prstGeom prst="rect">
            <a:avLst/>
          </a:prstGeom>
        </p:spPr>
        <p:txBody>
          <a:bodyPr anchorCtr="0" anchor="b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3452" name="Google Shape;3452;p81"/>
          <p:cNvSpPr txBox="1"/>
          <p:nvPr>
            <p:ph idx="1" type="body"/>
          </p:nvPr>
        </p:nvSpPr>
        <p:spPr>
          <a:xfrm>
            <a:off x="457200" y="4122473"/>
            <a:ext cx="8229600" cy="8634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  <a:defRPr i="1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i="1"/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 i="1"/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 i="1"/>
            </a:lvl4pPr>
            <a:lvl5pPr indent="-3048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i="1"/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i="1"/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i="1"/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i="1"/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 i="1"/>
            </a:lvl9pPr>
          </a:lstStyle>
          <a:p/>
        </p:txBody>
      </p:sp>
      <p:cxnSp>
        <p:nvCxnSpPr>
          <p:cNvPr id="3453" name="Google Shape;3453;p81"/>
          <p:cNvCxnSpPr/>
          <p:nvPr/>
        </p:nvCxnSpPr>
        <p:spPr>
          <a:xfrm>
            <a:off x="423360" y="4058730"/>
            <a:ext cx="829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lt Reversed">
  <p:cSld name="CUSTOM_4_1">
    <p:bg>
      <p:bgPr>
        <a:solidFill>
          <a:srgbClr val="808184"/>
        </a:solidFill>
      </p:bgPr>
    </p:bg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5" name="Google Shape;34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060" y="48957"/>
            <a:ext cx="2114675" cy="640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56" name="Google Shape;3456;p82"/>
          <p:cNvSpPr txBox="1"/>
          <p:nvPr>
            <p:ph type="title"/>
          </p:nvPr>
        </p:nvSpPr>
        <p:spPr>
          <a:xfrm>
            <a:off x="457200" y="2397928"/>
            <a:ext cx="8229600" cy="1661700"/>
          </a:xfrm>
          <a:prstGeom prst="rect">
            <a:avLst/>
          </a:prstGeom>
        </p:spPr>
        <p:txBody>
          <a:bodyPr anchorCtr="0" anchor="b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57" name="Google Shape;3457;p82"/>
          <p:cNvSpPr txBox="1"/>
          <p:nvPr>
            <p:ph idx="1" type="body"/>
          </p:nvPr>
        </p:nvSpPr>
        <p:spPr>
          <a:xfrm>
            <a:off x="457200" y="4122473"/>
            <a:ext cx="8229600" cy="8634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i="1">
                <a:solidFill>
                  <a:srgbClr val="FFFFFF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i="1">
                <a:solidFill>
                  <a:srgbClr val="FFFFFF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i="1">
                <a:solidFill>
                  <a:srgbClr val="FFFFFF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i="1">
                <a:solidFill>
                  <a:srgbClr val="FFFFFF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i="1">
                <a:solidFill>
                  <a:srgbClr val="FFFFFF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 i="1">
                <a:solidFill>
                  <a:srgbClr val="FFFFFF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 i="1">
                <a:solidFill>
                  <a:srgbClr val="FFFFFF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 i="1">
                <a:solidFill>
                  <a:srgbClr val="FFFFFF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000"/>
              <a:buChar char="■"/>
              <a:defRPr i="1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3458" name="Google Shape;3458;p82"/>
          <p:cNvCxnSpPr/>
          <p:nvPr/>
        </p:nvCxnSpPr>
        <p:spPr>
          <a:xfrm>
            <a:off x="423360" y="4058730"/>
            <a:ext cx="8297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ng Form">
  <p:cSld name="CUSTOM_5"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83"/>
          <p:cNvSpPr txBox="1"/>
          <p:nvPr>
            <p:ph type="title"/>
          </p:nvPr>
        </p:nvSpPr>
        <p:spPr>
          <a:xfrm>
            <a:off x="457200" y="205988"/>
            <a:ext cx="2391900" cy="4605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61" name="Google Shape;3461;p83"/>
          <p:cNvSpPr txBox="1"/>
          <p:nvPr>
            <p:ph idx="1" type="body"/>
          </p:nvPr>
        </p:nvSpPr>
        <p:spPr>
          <a:xfrm>
            <a:off x="3153510" y="205988"/>
            <a:ext cx="5454600" cy="37257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spTree>
      <p:nvGrpSpPr>
        <p:cNvPr id="3462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p84"/>
          <p:cNvSpPr txBox="1"/>
          <p:nvPr>
            <p:ph idx="1" type="body"/>
          </p:nvPr>
        </p:nvSpPr>
        <p:spPr>
          <a:xfrm>
            <a:off x="1424550" y="1708830"/>
            <a:ext cx="6294900" cy="1725900"/>
          </a:xfrm>
          <a:prstGeom prst="rect">
            <a:avLst/>
          </a:prstGeom>
        </p:spPr>
        <p:txBody>
          <a:bodyPr anchorCtr="0" anchor="ctr" bIns="76200" lIns="76200" spcFirstLastPara="1" rIns="76200" wrap="square" tIns="76200">
            <a:noAutofit/>
          </a:bodyPr>
          <a:lstStyle>
            <a:lvl1pPr indent="-342900" lvl="0" marL="457200" algn="ctr"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  <a:defRPr i="1">
                <a:solidFill>
                  <a:srgbClr val="B7B7B7"/>
                </a:solidFill>
              </a:defRPr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  <a:defRPr i="1">
                <a:solidFill>
                  <a:srgbClr val="B7B7B7"/>
                </a:solidFill>
              </a:defRPr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  <a:defRPr i="1">
                <a:solidFill>
                  <a:srgbClr val="B7B7B7"/>
                </a:solidFill>
              </a:defRPr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Char char="●"/>
              <a:defRPr i="1">
                <a:solidFill>
                  <a:srgbClr val="B7B7B7"/>
                </a:solidFill>
              </a:defRPr>
            </a:lvl4pPr>
            <a:lvl5pPr indent="-304800" lvl="4" marL="22860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200"/>
              <a:buChar char="○"/>
              <a:defRPr i="1">
                <a:solidFill>
                  <a:srgbClr val="B7B7B7"/>
                </a:solidFill>
              </a:defRPr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000"/>
              <a:buChar char="■"/>
              <a:defRPr i="1">
                <a:solidFill>
                  <a:srgbClr val="B7B7B7"/>
                </a:solidFill>
              </a:defRPr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000"/>
              <a:buChar char="●"/>
              <a:defRPr i="1">
                <a:solidFill>
                  <a:srgbClr val="B7B7B7"/>
                </a:solidFill>
              </a:defRPr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000"/>
              <a:buChar char="○"/>
              <a:defRPr i="1">
                <a:solidFill>
                  <a:srgbClr val="B7B7B7"/>
                </a:solidFill>
              </a:defRPr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1000"/>
              <a:buChar char="■"/>
              <a:defRPr i="1">
                <a:solidFill>
                  <a:srgbClr val="B7B7B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Title">
  <p:cSld name="CUSTOM_7"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85"/>
          <p:cNvSpPr txBox="1"/>
          <p:nvPr>
            <p:ph type="title"/>
          </p:nvPr>
        </p:nvSpPr>
        <p:spPr>
          <a:xfrm>
            <a:off x="1777710" y="278606"/>
            <a:ext cx="5588700" cy="853800"/>
          </a:xfrm>
          <a:prstGeom prst="rect">
            <a:avLst/>
          </a:prstGeom>
        </p:spPr>
        <p:txBody>
          <a:bodyPr anchorCtr="0" anchor="ctr" bIns="76200" lIns="76200" spcFirstLastPara="1" rIns="76200" wrap="square" tIns="7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466" name="Google Shape;3466;p85"/>
          <p:cNvCxnSpPr/>
          <p:nvPr/>
        </p:nvCxnSpPr>
        <p:spPr>
          <a:xfrm>
            <a:off x="1826490" y="237420"/>
            <a:ext cx="549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7" name="Google Shape;3467;p85"/>
          <p:cNvCxnSpPr/>
          <p:nvPr/>
        </p:nvCxnSpPr>
        <p:spPr>
          <a:xfrm>
            <a:off x="1826460" y="1178196"/>
            <a:ext cx="549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68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USTOM_8">
    <p:bg>
      <p:bgPr>
        <a:solidFill>
          <a:srgbClr val="808184"/>
        </a:solidFill>
      </p:bgPr>
    </p:bg>
    <p:spTree>
      <p:nvGrpSpPr>
        <p:cNvPr id="3469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0" name="Google Shape;3470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4660" y="4183107"/>
            <a:ext cx="2114675" cy="640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71" name="Google Shape;3471;p87"/>
          <p:cNvSpPr txBox="1"/>
          <p:nvPr>
            <p:ph type="title"/>
          </p:nvPr>
        </p:nvSpPr>
        <p:spPr>
          <a:xfrm>
            <a:off x="457200" y="560806"/>
            <a:ext cx="8229600" cy="1363200"/>
          </a:xfrm>
          <a:prstGeom prst="rect">
            <a:avLst/>
          </a:prstGeom>
        </p:spPr>
        <p:txBody>
          <a:bodyPr anchorCtr="0" anchor="b" bIns="76200" lIns="76200" spcFirstLastPara="1" rIns="76200" wrap="square" tIns="762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3472" name="Google Shape;3472;p87"/>
          <p:cNvCxnSpPr/>
          <p:nvPr/>
        </p:nvCxnSpPr>
        <p:spPr>
          <a:xfrm>
            <a:off x="1059300" y="1965815"/>
            <a:ext cx="7025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3" name="Google Shape;3473;p87"/>
          <p:cNvSpPr txBox="1"/>
          <p:nvPr>
            <p:ph idx="1" type="body"/>
          </p:nvPr>
        </p:nvSpPr>
        <p:spPr>
          <a:xfrm>
            <a:off x="1966320" y="2088630"/>
            <a:ext cx="5211300" cy="1732800"/>
          </a:xfrm>
          <a:prstGeom prst="rect">
            <a:avLst/>
          </a:prstGeom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 algn="ctr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i="1">
                <a:solidFill>
                  <a:srgbClr val="FFFFFF"/>
                </a:solidFill>
              </a:defRPr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i="1">
                <a:solidFill>
                  <a:srgbClr val="FFFFFF"/>
                </a:solidFill>
              </a:defRPr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i="1">
                <a:solidFill>
                  <a:srgbClr val="FFFFFF"/>
                </a:solidFill>
              </a:defRPr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i="1">
                <a:solidFill>
                  <a:srgbClr val="FFFFFF"/>
                </a:solidFill>
              </a:defRPr>
            </a:lvl4pPr>
            <a:lvl5pPr indent="-304800" lvl="4" marL="22860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i="1">
                <a:solidFill>
                  <a:srgbClr val="FFFFFF"/>
                </a:solidFill>
              </a:defRPr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 i="1">
                <a:solidFill>
                  <a:srgbClr val="FFFFFF"/>
                </a:solidFill>
              </a:defRPr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 i="1">
                <a:solidFill>
                  <a:srgbClr val="FFFFFF"/>
                </a:solidFill>
              </a:defRPr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 i="1">
                <a:solidFill>
                  <a:srgbClr val="FFFFFF"/>
                </a:solidFill>
              </a:defRPr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000"/>
              <a:buChar char="■"/>
              <a:defRPr i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89"/>
          <p:cNvSpPr txBox="1"/>
          <p:nvPr>
            <p:ph type="ctrTitle"/>
          </p:nvPr>
        </p:nvSpPr>
        <p:spPr>
          <a:xfrm>
            <a:off x="508000" y="497522"/>
            <a:ext cx="12864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2" name="Google Shape;3482;p89"/>
          <p:cNvSpPr txBox="1"/>
          <p:nvPr>
            <p:ph idx="1" type="subTitle"/>
          </p:nvPr>
        </p:nvSpPr>
        <p:spPr>
          <a:xfrm>
            <a:off x="1371600" y="2880360"/>
            <a:ext cx="64008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3" name="Google Shape;3483;p89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4" name="Google Shape;3484;p89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5" name="Google Shape;3485;p8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86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90"/>
          <p:cNvSpPr txBox="1"/>
          <p:nvPr>
            <p:ph type="title"/>
          </p:nvPr>
        </p:nvSpPr>
        <p:spPr>
          <a:xfrm>
            <a:off x="703640" y="769329"/>
            <a:ext cx="773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8" name="Google Shape;3488;p90"/>
          <p:cNvSpPr txBox="1"/>
          <p:nvPr>
            <p:ph idx="1" type="body"/>
          </p:nvPr>
        </p:nvSpPr>
        <p:spPr>
          <a:xfrm>
            <a:off x="803615" y="1650570"/>
            <a:ext cx="6088500" cy="2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9" name="Google Shape;3489;p90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0" name="Google Shape;3490;p90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1" name="Google Shape;3491;p90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91"/>
          <p:cNvSpPr txBox="1"/>
          <p:nvPr>
            <p:ph type="title"/>
          </p:nvPr>
        </p:nvSpPr>
        <p:spPr>
          <a:xfrm>
            <a:off x="703640" y="769329"/>
            <a:ext cx="773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4" name="Google Shape;3494;p91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5" name="Google Shape;3495;p91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6" name="Google Shape;3496;p9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97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92"/>
          <p:cNvSpPr txBox="1"/>
          <p:nvPr>
            <p:ph type="title"/>
          </p:nvPr>
        </p:nvSpPr>
        <p:spPr>
          <a:xfrm>
            <a:off x="703640" y="769329"/>
            <a:ext cx="773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9" name="Google Shape;3499;p92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0" name="Google Shape;3500;p92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1" name="Google Shape;3501;p92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2" name="Google Shape;3502;p92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3" name="Google Shape;3503;p92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93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6" name="Google Shape;3506;p93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07" name="Google Shape;3507;p9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12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14" name="Google Shape;3514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15" name="Google Shape;3515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16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18" name="Google Shape;3518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19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1" name="Google Shape;3521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22" name="Google Shape;3522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5" name="Google Shape;3525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26" name="Google Shape;3526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27" name="Google Shape;3527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28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30" name="Google Shape;3530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3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33" name="Google Shape;3533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34" name="Google Shape;3534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37" name="Google Shape;3537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0" name="Google Shape;3540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1" name="Google Shape;3541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42" name="Google Shape;3542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43" name="Google Shape;3543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546" name="Google Shape;3546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p10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9" name="Google Shape;3549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0" name="Google Shape;3550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5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theme" Target="../theme/theme7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7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5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7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2" Type="http://schemas.openxmlformats.org/officeDocument/2006/relationships/theme" Target="../theme/theme3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9.xml"/><Relationship Id="rId3" Type="http://schemas.openxmlformats.org/officeDocument/2006/relationships/slideLayout" Target="../slideLayouts/slideLayout90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7.xml"/><Relationship Id="rId1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50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46"/>
          <p:cNvSpPr txBox="1"/>
          <p:nvPr>
            <p:ph type="title"/>
          </p:nvPr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itter"/>
              <a:buNone/>
              <a:defRPr b="1" i="0" sz="28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8" name="Google Shape;3308;p46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b="0" i="0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09" name="Google Shape;330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32">
          <p15:clr>
            <a:srgbClr val="EA4335"/>
          </p15:clr>
        </p15:guide>
        <p15:guide id="2" orient="horz" pos="230">
          <p15:clr>
            <a:srgbClr val="EA4335"/>
          </p15:clr>
        </p15:guide>
        <p15:guide id="3" orient="horz" pos="3010">
          <p15:clr>
            <a:srgbClr val="EA4335"/>
          </p15:clr>
        </p15:guide>
        <p15:guide id="4" pos="5528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63"/>
          <p:cNvSpPr txBox="1"/>
          <p:nvPr>
            <p:ph type="title"/>
          </p:nvPr>
        </p:nvSpPr>
        <p:spPr>
          <a:xfrm>
            <a:off x="407430" y="251100"/>
            <a:ext cx="8277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3374" name="Google Shape;3374;p63"/>
          <p:cNvSpPr txBox="1"/>
          <p:nvPr>
            <p:ph idx="12" type="sldNum"/>
          </p:nvPr>
        </p:nvSpPr>
        <p:spPr>
          <a:xfrm>
            <a:off x="8607600" y="4882275"/>
            <a:ext cx="1317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25" lIns="26725" spcFirstLastPara="1" rIns="26725" wrap="square" tIns="26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None/>
              <a:defRPr b="0" i="1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5" name="Google Shape;3375;p63"/>
          <p:cNvSpPr/>
          <p:nvPr/>
        </p:nvSpPr>
        <p:spPr>
          <a:xfrm>
            <a:off x="2178360" y="830385"/>
            <a:ext cx="4734882" cy="1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55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76" name="Google Shape;3376;p63"/>
          <p:cNvSpPr/>
          <p:nvPr/>
        </p:nvSpPr>
        <p:spPr>
          <a:xfrm flipH="1" rot="10800000">
            <a:off x="2177955" y="193968"/>
            <a:ext cx="4734882" cy="1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55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77" name="Google Shape;3377;p63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76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ExtraBold"/>
              <a:buNone/>
              <a:defRPr sz="24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3428" name="Google Shape;3428;p76"/>
          <p:cNvSpPr txBox="1"/>
          <p:nvPr>
            <p:ph idx="1" type="body"/>
          </p:nvPr>
        </p:nvSpPr>
        <p:spPr>
          <a:xfrm>
            <a:off x="457200" y="762885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■"/>
              <a:def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  <a:def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○"/>
              <a:def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Open Sans"/>
              <a:buChar char="■"/>
              <a:def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p88"/>
          <p:cNvSpPr txBox="1"/>
          <p:nvPr>
            <p:ph type="title"/>
          </p:nvPr>
        </p:nvSpPr>
        <p:spPr>
          <a:xfrm>
            <a:off x="703640" y="769329"/>
            <a:ext cx="773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3476" name="Google Shape;3476;p88"/>
          <p:cNvSpPr txBox="1"/>
          <p:nvPr>
            <p:ph idx="1" type="body"/>
          </p:nvPr>
        </p:nvSpPr>
        <p:spPr>
          <a:xfrm>
            <a:off x="803615" y="1650570"/>
            <a:ext cx="6088500" cy="2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7" name="Google Shape;3477;p88"/>
          <p:cNvSpPr txBox="1"/>
          <p:nvPr>
            <p:ph idx="11" type="ftr"/>
          </p:nvPr>
        </p:nvSpPr>
        <p:spPr>
          <a:xfrm>
            <a:off x="6986505" y="4612953"/>
            <a:ext cx="1659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3478" name="Google Shape;3478;p88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3479" name="Google Shape;3479;p8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0" r:id="rId1"/>
    <p:sldLayoutId id="2147483731" r:id="rId2"/>
    <p:sldLayoutId id="2147483732" r:id="rId3"/>
    <p:sldLayoutId id="2147483733" r:id="rId4"/>
    <p:sldLayoutId id="214748373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08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0" name="Google Shape;3510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11" name="Google Shape;3511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9.png"/><Relationship Id="rId4" Type="http://schemas.openxmlformats.org/officeDocument/2006/relationships/hyperlink" Target="https://kentcdodds.com/blog/write-tests" TargetMode="Externa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6.png"/><Relationship Id="rId4" Type="http://schemas.openxmlformats.org/officeDocument/2006/relationships/image" Target="../media/image41.png"/><Relationship Id="rId5" Type="http://schemas.openxmlformats.org/officeDocument/2006/relationships/hyperlink" Target="https://stryker-mutator.io/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41.png"/><Relationship Id="rId4" Type="http://schemas.openxmlformats.org/officeDocument/2006/relationships/hyperlink" Target="https://stryker-mutator.io/" TargetMode="External"/><Relationship Id="rId5" Type="http://schemas.openxmlformats.org/officeDocument/2006/relationships/image" Target="../media/image3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7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6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0.gif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8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4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9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0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8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54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4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54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54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hyperlink" Target="https://testing-library.com/docs/guide-which-query" TargetMode="External"/><Relationship Id="rId6" Type="http://schemas.openxmlformats.org/officeDocument/2006/relationships/image" Target="../media/image52.png"/><Relationship Id="rId7" Type="http://schemas.openxmlformats.org/officeDocument/2006/relationships/image" Target="../media/image36.png"/><Relationship Id="rId8" Type="http://schemas.openxmlformats.org/officeDocument/2006/relationships/image" Target="../media/image31.png"/><Relationship Id="rId11" Type="http://schemas.openxmlformats.org/officeDocument/2006/relationships/image" Target="../media/image53.png"/><Relationship Id="rId10" Type="http://schemas.openxmlformats.org/officeDocument/2006/relationships/image" Target="../media/image55.png"/><Relationship Id="rId13" Type="http://schemas.openxmlformats.org/officeDocument/2006/relationships/image" Target="../media/image43.png"/><Relationship Id="rId12" Type="http://schemas.openxmlformats.org/officeDocument/2006/relationships/image" Target="../media/image35.png"/><Relationship Id="rId15" Type="http://schemas.openxmlformats.org/officeDocument/2006/relationships/image" Target="../media/image38.png"/><Relationship Id="rId14" Type="http://schemas.openxmlformats.org/officeDocument/2006/relationships/image" Target="../media/image44.png"/><Relationship Id="rId17" Type="http://schemas.openxmlformats.org/officeDocument/2006/relationships/image" Target="../media/image45.png"/><Relationship Id="rId16" Type="http://schemas.openxmlformats.org/officeDocument/2006/relationships/image" Target="../media/image47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4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6.png"/><Relationship Id="rId4" Type="http://schemas.openxmlformats.org/officeDocument/2006/relationships/hyperlink" Target="https://github.com/testing-library/user-event" TargetMode="External"/><Relationship Id="rId5" Type="http://schemas.openxmlformats.org/officeDocument/2006/relationships/image" Target="../media/image42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106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Testing</a:t>
            </a:r>
            <a:endParaRPr/>
          </a:p>
        </p:txBody>
      </p:sp>
      <p:sp>
        <p:nvSpPr>
          <p:cNvPr id="3558" name="Google Shape;3558;p106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3559" name="Google Shape;3559;p106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3560" name="Google Shape;3560;p106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106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106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106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106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106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106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106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106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106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106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106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106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106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106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106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106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106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106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106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106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106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106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106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106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106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106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106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106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106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106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106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106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106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106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106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106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106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106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106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106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106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106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106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106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106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106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106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106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106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106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106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106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106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106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106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106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106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106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106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106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106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106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106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106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106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106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106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106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106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106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106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106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106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34" name="Google Shape;363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5" name="Google Shape;3635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9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Google Shape;3640;p107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Esta clase asume que ya saben algo de Testing a partir de otros cursos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641" name="Google Shape;3641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p108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A partir de Entrega 3, el código realizado debe tener tests asociados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Su planificación en el proyecto debe considerar tests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647" name="Google Shape;3647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1" name="Shape 3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2" name="Google Shape;3652;p109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El contenido de estas clases es para guiar lo que es la materia de diseño de software y arquitecturas.</a:t>
            </a:r>
            <a:br>
              <a:rPr lang="es" sz="4000">
                <a:solidFill>
                  <a:schemeClr val="dk1"/>
                </a:solidFill>
              </a:rPr>
            </a:br>
            <a:br>
              <a:rPr lang="es" sz="4000">
                <a:solidFill>
                  <a:schemeClr val="dk1"/>
                </a:solidFill>
              </a:rPr>
            </a:br>
            <a:r>
              <a:rPr lang="es" sz="4000">
                <a:solidFill>
                  <a:schemeClr val="dk1"/>
                </a:solidFill>
              </a:rPr>
              <a:t>El enfoque es desarrollo basado en pruebas.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653" name="Google Shape;3653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11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¿Why write test? (Literature says)</a:t>
            </a:r>
            <a:endParaRPr/>
          </a:p>
        </p:txBody>
      </p:sp>
      <p:sp>
        <p:nvSpPr>
          <p:cNvPr id="3659" name="Google Shape;3659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60" name="Google Shape;3660;p110"/>
          <p:cNvSpPr txBox="1"/>
          <p:nvPr/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032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●"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Helps to catch bugs earlier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Code is </a:t>
            </a: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more reliable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so less headache for developers (no more whack-a-mole).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Better user experience which helps the brand.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Helps new features to be shipped faster.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95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Allows developers to safely refactor code.</a:t>
            </a:r>
            <a:endParaRPr b="1" sz="15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Open Sans"/>
              <a:buChar char="●"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Provides self-documentation for the developers.</a:t>
            </a:r>
            <a:endParaRPr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●"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Enforces code splitting and single responsibility.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●"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Found a bug?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Create a test for it and solve it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○"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Make sure that this bug never happens agains.</a:t>
            </a:r>
            <a:endParaRPr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p111"/>
          <p:cNvSpPr/>
          <p:nvPr/>
        </p:nvSpPr>
        <p:spPr>
          <a:xfrm>
            <a:off x="69675" y="1065300"/>
            <a:ext cx="10134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Software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6" name="Google Shape;3666;p111"/>
          <p:cNvSpPr/>
          <p:nvPr/>
        </p:nvSpPr>
        <p:spPr>
          <a:xfrm>
            <a:off x="1603350" y="1065300"/>
            <a:ext cx="8163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3 roles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7" name="Google Shape;3667;p111"/>
          <p:cNvSpPr/>
          <p:nvPr/>
        </p:nvSpPr>
        <p:spPr>
          <a:xfrm>
            <a:off x="2868300" y="137100"/>
            <a:ext cx="10638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Usuarios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8" name="Google Shape;3668;p111"/>
          <p:cNvSpPr/>
          <p:nvPr/>
        </p:nvSpPr>
        <p:spPr>
          <a:xfrm>
            <a:off x="2869288" y="1065300"/>
            <a:ext cx="10638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Clientes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9" name="Google Shape;3669;p111"/>
          <p:cNvSpPr/>
          <p:nvPr/>
        </p:nvSpPr>
        <p:spPr>
          <a:xfrm>
            <a:off x="2646450" y="2185400"/>
            <a:ext cx="12930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Developers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70" name="Google Shape;3670;p111"/>
          <p:cNvSpPr/>
          <p:nvPr/>
        </p:nvSpPr>
        <p:spPr>
          <a:xfrm>
            <a:off x="8053950" y="1065300"/>
            <a:ext cx="1063800" cy="601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Valor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71" name="Google Shape;3671;p111"/>
          <p:cNvSpPr/>
          <p:nvPr/>
        </p:nvSpPr>
        <p:spPr>
          <a:xfrm>
            <a:off x="2646450" y="325572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E40046"/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Valor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Negativo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72" name="Google Shape;3672;p111"/>
          <p:cNvSpPr/>
          <p:nvPr/>
        </p:nvSpPr>
        <p:spPr>
          <a:xfrm>
            <a:off x="5150575" y="2023425"/>
            <a:ext cx="1589100" cy="8616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</a:rPr>
              <a:t>Mantener la entrega de valor continua para clientes y usuarios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673" name="Google Shape;3673;p111"/>
          <p:cNvSpPr/>
          <p:nvPr/>
        </p:nvSpPr>
        <p:spPr>
          <a:xfrm>
            <a:off x="1138950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Bugs, Regressions, Defects 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674" name="Google Shape;3674;p111"/>
          <p:cNvSpPr/>
          <p:nvPr/>
        </p:nvSpPr>
        <p:spPr>
          <a:xfrm>
            <a:off x="2729275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Requerimientos e implementaciones incompletas 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675" name="Google Shape;3675;p111"/>
          <p:cNvSpPr/>
          <p:nvPr/>
        </p:nvSpPr>
        <p:spPr>
          <a:xfrm>
            <a:off x="4319600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Features toman demasiado tiempo en construcción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676" name="Google Shape;3676;p111"/>
          <p:cNvSpPr/>
          <p:nvPr/>
        </p:nvSpPr>
        <p:spPr>
          <a:xfrm>
            <a:off x="5199100" y="75750"/>
            <a:ext cx="1540500" cy="8616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</a:rPr>
              <a:t>Retorno a la inversión de su tiempo/dinero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677" name="Google Shape;3677;p111"/>
          <p:cNvSpPr/>
          <p:nvPr/>
        </p:nvSpPr>
        <p:spPr>
          <a:xfrm>
            <a:off x="5199100" y="1033125"/>
            <a:ext cx="1507500" cy="8616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</a:rPr>
              <a:t>Proteger y aumentar sus ganancias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678" name="Google Shape;3678;p111"/>
          <p:cNvSpPr txBox="1"/>
          <p:nvPr/>
        </p:nvSpPr>
        <p:spPr>
          <a:xfrm>
            <a:off x="836475" y="390475"/>
            <a:ext cx="101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Es usado por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9" name="Google Shape;3679;p111"/>
          <p:cNvSpPr txBox="1"/>
          <p:nvPr/>
        </p:nvSpPr>
        <p:spPr>
          <a:xfrm>
            <a:off x="3894550" y="75750"/>
            <a:ext cx="1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Su objetivo es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0" name="Google Shape;3680;p111"/>
          <p:cNvSpPr txBox="1"/>
          <p:nvPr/>
        </p:nvSpPr>
        <p:spPr>
          <a:xfrm>
            <a:off x="3871788" y="1130575"/>
            <a:ext cx="1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Su objetivo es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1" name="Google Shape;3681;p111"/>
          <p:cNvSpPr txBox="1"/>
          <p:nvPr/>
        </p:nvSpPr>
        <p:spPr>
          <a:xfrm>
            <a:off x="3941788" y="2117000"/>
            <a:ext cx="1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Su objetivo es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2" name="Google Shape;3682;p111"/>
          <p:cNvSpPr txBox="1"/>
          <p:nvPr/>
        </p:nvSpPr>
        <p:spPr>
          <a:xfrm>
            <a:off x="7701688" y="137100"/>
            <a:ext cx="124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Una vez alcanzado genera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3" name="Google Shape;3683;p111"/>
          <p:cNvSpPr txBox="1"/>
          <p:nvPr/>
        </p:nvSpPr>
        <p:spPr>
          <a:xfrm>
            <a:off x="4389675" y="3013725"/>
            <a:ext cx="158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Cuando los developers no logran su objetivo generan</a:t>
            </a:r>
            <a:endParaRPr b="1" sz="13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4" name="Google Shape;3684;p111"/>
          <p:cNvSpPr txBox="1"/>
          <p:nvPr/>
        </p:nvSpPr>
        <p:spPr>
          <a:xfrm>
            <a:off x="667725" y="3583425"/>
            <a:ext cx="174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Se manifiesta en</a:t>
            </a:r>
            <a:endParaRPr b="1" sz="15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85" name="Google Shape;3685;p111"/>
          <p:cNvCxnSpPr>
            <a:stCxn id="3665" idx="3"/>
            <a:endCxn id="3666" idx="1"/>
          </p:cNvCxnSpPr>
          <p:nvPr/>
        </p:nvCxnSpPr>
        <p:spPr>
          <a:xfrm>
            <a:off x="1083075" y="1366200"/>
            <a:ext cx="52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6" name="Google Shape;3686;p111"/>
          <p:cNvCxnSpPr>
            <a:stCxn id="3666" idx="0"/>
            <a:endCxn id="3667" idx="1"/>
          </p:cNvCxnSpPr>
          <p:nvPr/>
        </p:nvCxnSpPr>
        <p:spPr>
          <a:xfrm flipH="1" rot="10800000">
            <a:off x="2011500" y="438000"/>
            <a:ext cx="856800" cy="62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7" name="Google Shape;3687;p111"/>
          <p:cNvCxnSpPr/>
          <p:nvPr/>
        </p:nvCxnSpPr>
        <p:spPr>
          <a:xfrm flipH="1" rot="10800000">
            <a:off x="2448950" y="1365300"/>
            <a:ext cx="439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8" name="Google Shape;3688;p111"/>
          <p:cNvCxnSpPr>
            <a:endCxn id="3669" idx="1"/>
          </p:cNvCxnSpPr>
          <p:nvPr/>
        </p:nvCxnSpPr>
        <p:spPr>
          <a:xfrm>
            <a:off x="2011350" y="1716800"/>
            <a:ext cx="635100" cy="76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9" name="Google Shape;3689;p111"/>
          <p:cNvCxnSpPr/>
          <p:nvPr/>
        </p:nvCxnSpPr>
        <p:spPr>
          <a:xfrm flipH="1">
            <a:off x="4161775" y="2806125"/>
            <a:ext cx="1013400" cy="43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0" name="Google Shape;3690;p111"/>
          <p:cNvCxnSpPr/>
          <p:nvPr/>
        </p:nvCxnSpPr>
        <p:spPr>
          <a:xfrm>
            <a:off x="3947700" y="448075"/>
            <a:ext cx="1246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1" name="Google Shape;3691;p111"/>
          <p:cNvCxnSpPr/>
          <p:nvPr/>
        </p:nvCxnSpPr>
        <p:spPr>
          <a:xfrm>
            <a:off x="3942850" y="1463025"/>
            <a:ext cx="1246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2" name="Google Shape;3692;p111"/>
          <p:cNvCxnSpPr/>
          <p:nvPr/>
        </p:nvCxnSpPr>
        <p:spPr>
          <a:xfrm>
            <a:off x="3948750" y="2513450"/>
            <a:ext cx="1246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3" name="Google Shape;3693;p111"/>
          <p:cNvCxnSpPr>
            <a:endCxn id="3670" idx="1"/>
          </p:cNvCxnSpPr>
          <p:nvPr/>
        </p:nvCxnSpPr>
        <p:spPr>
          <a:xfrm>
            <a:off x="6706650" y="505500"/>
            <a:ext cx="1347300" cy="86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4" name="Google Shape;3694;p111"/>
          <p:cNvCxnSpPr/>
          <p:nvPr/>
        </p:nvCxnSpPr>
        <p:spPr>
          <a:xfrm>
            <a:off x="6706650" y="1448813"/>
            <a:ext cx="1246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5" name="Google Shape;3695;p111"/>
          <p:cNvCxnSpPr/>
          <p:nvPr/>
        </p:nvCxnSpPr>
        <p:spPr>
          <a:xfrm flipH="1" rot="10800000">
            <a:off x="6757050" y="1703888"/>
            <a:ext cx="1395300" cy="78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112"/>
          <p:cNvSpPr/>
          <p:nvPr/>
        </p:nvSpPr>
        <p:spPr>
          <a:xfrm>
            <a:off x="69675" y="1065300"/>
            <a:ext cx="10134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Software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1" name="Google Shape;3701;p112"/>
          <p:cNvSpPr/>
          <p:nvPr/>
        </p:nvSpPr>
        <p:spPr>
          <a:xfrm>
            <a:off x="1603350" y="1065300"/>
            <a:ext cx="8163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3 roles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2" name="Google Shape;3702;p112"/>
          <p:cNvSpPr/>
          <p:nvPr/>
        </p:nvSpPr>
        <p:spPr>
          <a:xfrm>
            <a:off x="2646450" y="2185400"/>
            <a:ext cx="12930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Developers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3" name="Google Shape;3703;p112"/>
          <p:cNvSpPr/>
          <p:nvPr/>
        </p:nvSpPr>
        <p:spPr>
          <a:xfrm>
            <a:off x="8053950" y="1065300"/>
            <a:ext cx="1063800" cy="601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Valor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4" name="Google Shape;3704;p112"/>
          <p:cNvSpPr/>
          <p:nvPr/>
        </p:nvSpPr>
        <p:spPr>
          <a:xfrm>
            <a:off x="2646450" y="325572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E40046"/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Valor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Negativo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5" name="Google Shape;3705;p112"/>
          <p:cNvSpPr/>
          <p:nvPr/>
        </p:nvSpPr>
        <p:spPr>
          <a:xfrm>
            <a:off x="5150575" y="2023425"/>
            <a:ext cx="1589100" cy="8616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</a:rPr>
              <a:t>Mantener la entrega de valor continua para clientes y usuarios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706" name="Google Shape;3706;p112"/>
          <p:cNvSpPr/>
          <p:nvPr/>
        </p:nvSpPr>
        <p:spPr>
          <a:xfrm>
            <a:off x="1138950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Bugs, Regressions, Defects 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707" name="Google Shape;3707;p112"/>
          <p:cNvSpPr/>
          <p:nvPr/>
        </p:nvSpPr>
        <p:spPr>
          <a:xfrm>
            <a:off x="2729275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Requerimientos e implementaciones incompletas 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708" name="Google Shape;3708;p112"/>
          <p:cNvSpPr/>
          <p:nvPr/>
        </p:nvSpPr>
        <p:spPr>
          <a:xfrm>
            <a:off x="4319600" y="4066875"/>
            <a:ext cx="1507500" cy="6018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Features toman demasiado tiempo en construcción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709" name="Google Shape;3709;p112"/>
          <p:cNvSpPr txBox="1"/>
          <p:nvPr/>
        </p:nvSpPr>
        <p:spPr>
          <a:xfrm>
            <a:off x="3348722" y="1485650"/>
            <a:ext cx="8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Utilizan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0" name="Google Shape;3710;p112"/>
          <p:cNvSpPr txBox="1"/>
          <p:nvPr/>
        </p:nvSpPr>
        <p:spPr>
          <a:xfrm>
            <a:off x="3941788" y="2117000"/>
            <a:ext cx="1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Su objetivo es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1" name="Google Shape;3711;p112"/>
          <p:cNvSpPr txBox="1"/>
          <p:nvPr/>
        </p:nvSpPr>
        <p:spPr>
          <a:xfrm>
            <a:off x="7701688" y="137100"/>
            <a:ext cx="124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Una vez alcanzado genera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2" name="Google Shape;3712;p112"/>
          <p:cNvSpPr txBox="1"/>
          <p:nvPr/>
        </p:nvSpPr>
        <p:spPr>
          <a:xfrm>
            <a:off x="4389675" y="3013725"/>
            <a:ext cx="158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Cuando los developers no logran su objetivo generan</a:t>
            </a:r>
            <a:endParaRPr b="1" sz="13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3" name="Google Shape;3713;p112"/>
          <p:cNvSpPr txBox="1"/>
          <p:nvPr/>
        </p:nvSpPr>
        <p:spPr>
          <a:xfrm>
            <a:off x="667725" y="3583425"/>
            <a:ext cx="174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Se manifiesta en</a:t>
            </a:r>
            <a:endParaRPr b="1" sz="15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14" name="Google Shape;3714;p112"/>
          <p:cNvCxnSpPr>
            <a:stCxn id="3700" idx="3"/>
            <a:endCxn id="3701" idx="1"/>
          </p:cNvCxnSpPr>
          <p:nvPr/>
        </p:nvCxnSpPr>
        <p:spPr>
          <a:xfrm>
            <a:off x="1083075" y="1366200"/>
            <a:ext cx="52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5" name="Google Shape;3715;p112"/>
          <p:cNvCxnSpPr>
            <a:endCxn id="3702" idx="1"/>
          </p:cNvCxnSpPr>
          <p:nvPr/>
        </p:nvCxnSpPr>
        <p:spPr>
          <a:xfrm>
            <a:off x="2011350" y="1716800"/>
            <a:ext cx="635100" cy="76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6" name="Google Shape;3716;p112"/>
          <p:cNvCxnSpPr/>
          <p:nvPr/>
        </p:nvCxnSpPr>
        <p:spPr>
          <a:xfrm flipH="1">
            <a:off x="4161775" y="2806125"/>
            <a:ext cx="1013400" cy="43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7" name="Google Shape;3717;p112"/>
          <p:cNvCxnSpPr/>
          <p:nvPr/>
        </p:nvCxnSpPr>
        <p:spPr>
          <a:xfrm>
            <a:off x="3948750" y="2513450"/>
            <a:ext cx="12465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8" name="Google Shape;3718;p112"/>
          <p:cNvCxnSpPr/>
          <p:nvPr/>
        </p:nvCxnSpPr>
        <p:spPr>
          <a:xfrm flipH="1" rot="10800000">
            <a:off x="6757050" y="1703888"/>
            <a:ext cx="1395300" cy="78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9" name="Google Shape;3719;p112"/>
          <p:cNvSpPr/>
          <p:nvPr/>
        </p:nvSpPr>
        <p:spPr>
          <a:xfrm>
            <a:off x="3203999" y="652700"/>
            <a:ext cx="12141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Hipótesis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20" name="Google Shape;3720;p112"/>
          <p:cNvCxnSpPr/>
          <p:nvPr/>
        </p:nvCxnSpPr>
        <p:spPr>
          <a:xfrm flipH="1" rot="10800000">
            <a:off x="2849425" y="1331150"/>
            <a:ext cx="444300" cy="780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1" name="Google Shape;3721;p112"/>
          <p:cNvSpPr txBox="1"/>
          <p:nvPr/>
        </p:nvSpPr>
        <p:spPr>
          <a:xfrm>
            <a:off x="988875" y="542875"/>
            <a:ext cx="101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Es usado por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2" name="Google Shape;3722;p112"/>
          <p:cNvSpPr/>
          <p:nvPr/>
        </p:nvSpPr>
        <p:spPr>
          <a:xfrm>
            <a:off x="5452849" y="652700"/>
            <a:ext cx="12141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Resolver problema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23" name="Google Shape;3723;p112"/>
          <p:cNvCxnSpPr/>
          <p:nvPr/>
        </p:nvCxnSpPr>
        <p:spPr>
          <a:xfrm>
            <a:off x="4572000" y="960025"/>
            <a:ext cx="740400" cy="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4" name="Google Shape;3724;p112"/>
          <p:cNvCxnSpPr>
            <a:endCxn id="3705" idx="0"/>
          </p:cNvCxnSpPr>
          <p:nvPr/>
        </p:nvCxnSpPr>
        <p:spPr>
          <a:xfrm>
            <a:off x="5856025" y="1325025"/>
            <a:ext cx="89100" cy="69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5" name="Google Shape;3725;p112"/>
          <p:cNvSpPr txBox="1"/>
          <p:nvPr/>
        </p:nvSpPr>
        <p:spPr>
          <a:xfrm>
            <a:off x="4571997" y="409825"/>
            <a:ext cx="85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Para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6" name="Google Shape;3726;p112"/>
          <p:cNvSpPr txBox="1"/>
          <p:nvPr/>
        </p:nvSpPr>
        <p:spPr>
          <a:xfrm>
            <a:off x="6051000" y="1366200"/>
            <a:ext cx="17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Con el objetivo de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0" name="Shape 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1" name="Google Shape;3731;p113"/>
          <p:cNvSpPr/>
          <p:nvPr/>
        </p:nvSpPr>
        <p:spPr>
          <a:xfrm>
            <a:off x="2646450" y="2185400"/>
            <a:ext cx="12930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Developers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32" name="Google Shape;3732;p113"/>
          <p:cNvSpPr/>
          <p:nvPr/>
        </p:nvSpPr>
        <p:spPr>
          <a:xfrm>
            <a:off x="5262675" y="1311675"/>
            <a:ext cx="1323900" cy="601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Validación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33" name="Google Shape;3733;p113"/>
          <p:cNvSpPr txBox="1"/>
          <p:nvPr/>
        </p:nvSpPr>
        <p:spPr>
          <a:xfrm>
            <a:off x="368300" y="2142850"/>
            <a:ext cx="15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Implementan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4" name="Google Shape;3734;p113"/>
          <p:cNvSpPr/>
          <p:nvPr/>
        </p:nvSpPr>
        <p:spPr>
          <a:xfrm>
            <a:off x="368299" y="876000"/>
            <a:ext cx="12141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Solución</a:t>
            </a:r>
            <a:br>
              <a:rPr b="1" lang="es">
                <a:solidFill>
                  <a:schemeClr val="lt1"/>
                </a:solidFill>
              </a:rPr>
            </a:br>
            <a:r>
              <a:rPr b="1" lang="es">
                <a:solidFill>
                  <a:schemeClr val="lt1"/>
                </a:solidFill>
              </a:rPr>
              <a:t>Hipótesis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35" name="Google Shape;3735;p113"/>
          <p:cNvCxnSpPr/>
          <p:nvPr/>
        </p:nvCxnSpPr>
        <p:spPr>
          <a:xfrm rot="10800000">
            <a:off x="1274825" y="1718725"/>
            <a:ext cx="1168800" cy="73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6" name="Google Shape;3736;p113"/>
          <p:cNvSpPr/>
          <p:nvPr/>
        </p:nvSpPr>
        <p:spPr>
          <a:xfrm>
            <a:off x="2533099" y="876000"/>
            <a:ext cx="12141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Resolver problema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37" name="Google Shape;3737;p113"/>
          <p:cNvCxnSpPr/>
          <p:nvPr/>
        </p:nvCxnSpPr>
        <p:spPr>
          <a:xfrm>
            <a:off x="1703225" y="1175700"/>
            <a:ext cx="740400" cy="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8" name="Google Shape;3738;p113"/>
          <p:cNvCxnSpPr/>
          <p:nvPr/>
        </p:nvCxnSpPr>
        <p:spPr>
          <a:xfrm flipH="1" rot="10800000">
            <a:off x="3791961" y="684800"/>
            <a:ext cx="629700" cy="43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9" name="Google Shape;3739;p113"/>
          <p:cNvSpPr txBox="1"/>
          <p:nvPr/>
        </p:nvSpPr>
        <p:spPr>
          <a:xfrm>
            <a:off x="1703222" y="578575"/>
            <a:ext cx="85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Para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0" name="Google Shape;3740;p113"/>
          <p:cNvSpPr/>
          <p:nvPr/>
        </p:nvSpPr>
        <p:spPr>
          <a:xfrm>
            <a:off x="4466411" y="76025"/>
            <a:ext cx="2676900" cy="9426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¿Cómo sabemos que efectivamente nuestra hipótesis resuelve el problema?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41" name="Google Shape;3741;p113"/>
          <p:cNvSpPr txBox="1"/>
          <p:nvPr/>
        </p:nvSpPr>
        <p:spPr>
          <a:xfrm>
            <a:off x="2627878" y="306450"/>
            <a:ext cx="171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Una vez resuelto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2" name="Google Shape;3742;p113"/>
          <p:cNvSpPr/>
          <p:nvPr/>
        </p:nvSpPr>
        <p:spPr>
          <a:xfrm>
            <a:off x="4533875" y="2643650"/>
            <a:ext cx="1323900" cy="601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Manual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43" name="Google Shape;3743;p113"/>
          <p:cNvSpPr/>
          <p:nvPr/>
        </p:nvSpPr>
        <p:spPr>
          <a:xfrm>
            <a:off x="6628450" y="2643650"/>
            <a:ext cx="1323900" cy="601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Automática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44" name="Google Shape;3744;p113"/>
          <p:cNvCxnSpPr>
            <a:stCxn id="3742" idx="1"/>
            <a:endCxn id="3731" idx="3"/>
          </p:cNvCxnSpPr>
          <p:nvPr/>
        </p:nvCxnSpPr>
        <p:spPr>
          <a:xfrm rot="10800000">
            <a:off x="3939575" y="2486450"/>
            <a:ext cx="594300" cy="45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5" name="Google Shape;3745;p113"/>
          <p:cNvSpPr txBox="1"/>
          <p:nvPr/>
        </p:nvSpPr>
        <p:spPr>
          <a:xfrm>
            <a:off x="2049900" y="3345175"/>
            <a:ext cx="324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Tradeoffs (Inversión vs Ganancia):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-"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Fáciles de realizar, pero toman demasiado tiempo (costo).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-"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Inversión de costo aumenta a medida que el software crece.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-"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Costo oportunidad: podría estar realizado otra cosa.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6" name="Google Shape;3746;p113"/>
          <p:cNvSpPr txBox="1"/>
          <p:nvPr/>
        </p:nvSpPr>
        <p:spPr>
          <a:xfrm>
            <a:off x="5587225" y="3370175"/>
            <a:ext cx="3363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Tradeoffs (Inversión vs Ganancia):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-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inversión inicial es costosa pero una vez que ya se realiza un test automatizado, el resto sigue el mismo patrón (costo disminuye en el tiempo).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7" name="Google Shape;3747;p113"/>
          <p:cNvSpPr/>
          <p:nvPr/>
        </p:nvSpPr>
        <p:spPr>
          <a:xfrm>
            <a:off x="7554850" y="1272300"/>
            <a:ext cx="1395600" cy="6018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Mismo</a:t>
            </a:r>
            <a:br>
              <a:rPr b="1" lang="es">
                <a:solidFill>
                  <a:schemeClr val="lt1"/>
                </a:solidFill>
              </a:rPr>
            </a:br>
            <a:r>
              <a:rPr b="1" lang="es">
                <a:solidFill>
                  <a:schemeClr val="lt1"/>
                </a:solidFill>
              </a:rPr>
              <a:t>software en construcción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48" name="Google Shape;3748;p113"/>
          <p:cNvSpPr txBox="1"/>
          <p:nvPr/>
        </p:nvSpPr>
        <p:spPr>
          <a:xfrm>
            <a:off x="4015488" y="1874100"/>
            <a:ext cx="111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Realizadas por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49" name="Google Shape;3749;p113"/>
          <p:cNvCxnSpPr/>
          <p:nvPr/>
        </p:nvCxnSpPr>
        <p:spPr>
          <a:xfrm flipH="1">
            <a:off x="5049700" y="1977300"/>
            <a:ext cx="637500" cy="56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0" name="Google Shape;3750;p113"/>
          <p:cNvCxnSpPr/>
          <p:nvPr/>
        </p:nvCxnSpPr>
        <p:spPr>
          <a:xfrm>
            <a:off x="6417875" y="1961913"/>
            <a:ext cx="569400" cy="63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1" name="Google Shape;3751;p113"/>
          <p:cNvSpPr txBox="1"/>
          <p:nvPr/>
        </p:nvSpPr>
        <p:spPr>
          <a:xfrm>
            <a:off x="6586575" y="1718725"/>
            <a:ext cx="111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Realizadas por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52" name="Google Shape;3752;p113"/>
          <p:cNvCxnSpPr/>
          <p:nvPr/>
        </p:nvCxnSpPr>
        <p:spPr>
          <a:xfrm flipH="1" rot="10800000">
            <a:off x="6628450" y="1610175"/>
            <a:ext cx="805200" cy="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3" name="Google Shape;3753;p113"/>
          <p:cNvCxnSpPr>
            <a:endCxn id="3732" idx="0"/>
          </p:cNvCxnSpPr>
          <p:nvPr/>
        </p:nvCxnSpPr>
        <p:spPr>
          <a:xfrm>
            <a:off x="5918925" y="1018575"/>
            <a:ext cx="5700" cy="293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7" name="Shape 3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8" name="Google Shape;375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4375" y="2770625"/>
            <a:ext cx="6029626" cy="2316651"/>
          </a:xfrm>
          <a:prstGeom prst="rect">
            <a:avLst/>
          </a:prstGeom>
          <a:noFill/>
          <a:ln>
            <a:noFill/>
          </a:ln>
        </p:spPr>
      </p:pic>
      <p:sp>
        <p:nvSpPr>
          <p:cNvPr id="3759" name="Google Shape;3759;p114"/>
          <p:cNvSpPr txBox="1"/>
          <p:nvPr/>
        </p:nvSpPr>
        <p:spPr>
          <a:xfrm>
            <a:off x="272625" y="-1"/>
            <a:ext cx="8039400" cy="3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647065" lvl="0" marL="12700" marR="88900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300">
                <a:latin typeface="Lexend"/>
                <a:ea typeface="Lexend"/>
                <a:cs typeface="Lexend"/>
                <a:sym typeface="Lexend"/>
              </a:rPr>
              <a:t>Why do we need to test?</a:t>
            </a:r>
            <a:endParaRPr sz="8300">
              <a:latin typeface="Lexend"/>
              <a:ea typeface="Lexend"/>
              <a:cs typeface="Lexend"/>
              <a:sym typeface="Lexend"/>
            </a:endParaRPr>
          </a:p>
          <a:p>
            <a:pPr indent="0" lvl="0" marL="5536565" marR="5080" rtl="0" algn="ctr">
              <a:lnSpc>
                <a:spcPct val="117391"/>
              </a:lnSpc>
              <a:spcBef>
                <a:spcPts val="4285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114"/>
          <p:cNvSpPr txBox="1"/>
          <p:nvPr/>
        </p:nvSpPr>
        <p:spPr>
          <a:xfrm>
            <a:off x="3306100" y="2862350"/>
            <a:ext cx="56247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Because we all make mistakes and mistakes can be expensive.</a:t>
            </a:r>
            <a:endParaRPr b="1" sz="3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1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Importancia de los tests</a:t>
            </a:r>
            <a:endParaRPr/>
          </a:p>
        </p:txBody>
      </p:sp>
      <p:sp>
        <p:nvSpPr>
          <p:cNvPr id="3766" name="Google Shape;3766;p115"/>
          <p:cNvSpPr txBox="1"/>
          <p:nvPr>
            <p:ph idx="2" type="subTitle"/>
          </p:nvPr>
        </p:nvSpPr>
        <p:spPr>
          <a:xfrm>
            <a:off x="374450" y="857600"/>
            <a:ext cx="84060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8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Página Scotiabank (Semana 6 Mayo/2024) -Producción-</a:t>
            </a:r>
            <a:endParaRPr b="1" sz="2800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id="3767" name="Google Shape;3767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00" y="1868900"/>
            <a:ext cx="7945500" cy="294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71" name="Shape 3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2" name="Google Shape;3772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3773" name="Google Shape;377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912" y="1732702"/>
            <a:ext cx="7464575" cy="16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4" name="Google Shape;3774;p116"/>
          <p:cNvSpPr txBox="1"/>
          <p:nvPr>
            <p:ph idx="4294967295"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chemeClr val="lt1"/>
                </a:solidFill>
              </a:rPr>
              <a:t>Testing Myths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78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3780" name="Google Shape;3780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025" y="72700"/>
            <a:ext cx="5661574" cy="4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p118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Los tests </a:t>
            </a:r>
            <a:r>
              <a:rPr lang="es" sz="4000">
                <a:solidFill>
                  <a:srgbClr val="980000"/>
                </a:solidFill>
              </a:rPr>
              <a:t>no deben verificar unidades de código</a:t>
            </a:r>
            <a:r>
              <a:rPr lang="es" sz="4000">
                <a:solidFill>
                  <a:schemeClr val="dk1"/>
                </a:solidFill>
              </a:rPr>
              <a:t>.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Los tests </a:t>
            </a:r>
            <a:r>
              <a:rPr lang="es" sz="4000">
                <a:solidFill>
                  <a:srgbClr val="38761D"/>
                </a:solidFill>
              </a:rPr>
              <a:t>verifican el comportamiento</a:t>
            </a:r>
            <a:r>
              <a:rPr lang="es" sz="4000">
                <a:solidFill>
                  <a:schemeClr val="dk1"/>
                </a:solidFill>
              </a:rPr>
              <a:t>.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786" name="Google Shape;3786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p119"/>
          <p:cNvSpPr txBox="1"/>
          <p:nvPr>
            <p:ph type="ctrTitle"/>
          </p:nvPr>
        </p:nvSpPr>
        <p:spPr>
          <a:xfrm>
            <a:off x="394000" y="646325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Anatomía de un test automatizado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Inter"/>
              <a:buChar char="-"/>
            </a:pPr>
            <a:r>
              <a:rPr b="0"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Precondiciones necesarias</a:t>
            </a:r>
            <a:endParaRPr b="0"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Inter"/>
              <a:buChar char="-"/>
            </a:pPr>
            <a:r>
              <a:rPr b="0"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de código</a:t>
            </a:r>
            <a:endParaRPr b="0"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Inter"/>
              <a:buChar char="-"/>
            </a:pPr>
            <a:r>
              <a:rPr b="0"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Verificación del resultado</a:t>
            </a:r>
            <a:endParaRPr b="0"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792" name="Google Shape;3792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96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120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s" sz="4000">
                <a:solidFill>
                  <a:schemeClr val="dk1"/>
                </a:solidFill>
              </a:rPr>
              <a:t>A test </a:t>
            </a:r>
            <a:r>
              <a:rPr lang="es" sz="4000">
                <a:solidFill>
                  <a:srgbClr val="38761D"/>
                </a:solidFill>
              </a:rPr>
              <a:t>should tell a story about the problem your code helps to solve</a:t>
            </a:r>
            <a:r>
              <a:rPr b="0" lang="es" sz="4000">
                <a:solidFill>
                  <a:schemeClr val="dk1"/>
                </a:solidFill>
              </a:rPr>
              <a:t>, and this story should be cohesive and meaningful to a non-programmer.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798" name="Google Shape;3798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121"/>
          <p:cNvSpPr txBox="1"/>
          <p:nvPr>
            <p:ph type="ctrTitle"/>
          </p:nvPr>
        </p:nvSpPr>
        <p:spPr>
          <a:xfrm>
            <a:off x="369000" y="365700"/>
            <a:ext cx="84633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s" sz="4000">
                <a:solidFill>
                  <a:schemeClr val="dk1"/>
                </a:solidFill>
              </a:rPr>
              <a:t> When I call my dog, </a:t>
            </a:r>
            <a:r>
              <a:rPr lang="es" sz="4000">
                <a:solidFill>
                  <a:srgbClr val="38761D"/>
                </a:solidFill>
              </a:rPr>
              <a:t>he comes right to me</a:t>
            </a:r>
            <a:r>
              <a:rPr b="0" lang="es" sz="4000">
                <a:solidFill>
                  <a:schemeClr val="dk1"/>
                </a:solidFill>
              </a:rPr>
              <a:t>.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804" name="Google Shape;3804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3805" name="Google Shape;380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076" y="1907400"/>
            <a:ext cx="3924900" cy="29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9" name="Shape 3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0" name="Google Shape;3810;p122"/>
          <p:cNvSpPr txBox="1"/>
          <p:nvPr>
            <p:ph type="ctrTitle"/>
          </p:nvPr>
        </p:nvSpPr>
        <p:spPr>
          <a:xfrm>
            <a:off x="459200" y="578325"/>
            <a:ext cx="84633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3500">
                <a:solidFill>
                  <a:schemeClr val="dk1"/>
                </a:solidFill>
              </a:rPr>
              <a:t>        When I call my dog, </a:t>
            </a:r>
            <a:r>
              <a:rPr lang="es" sz="3500">
                <a:solidFill>
                  <a:srgbClr val="990000"/>
                </a:solidFill>
              </a:rPr>
              <a:t>he moves his front left leg first, then the front right</a:t>
            </a:r>
            <a:endParaRPr sz="35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rgbClr val="990000"/>
                </a:solidFill>
              </a:rPr>
              <a:t>        leg, his head turns, the tail start wagging</a:t>
            </a:r>
            <a:r>
              <a:rPr b="0" lang="es" sz="3500">
                <a:solidFill>
                  <a:schemeClr val="dk1"/>
                </a:solidFill>
              </a:rPr>
              <a:t>...</a:t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3812" name="Google Shape;3812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487" y="2651725"/>
            <a:ext cx="3094725" cy="23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6" name="Shape 3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p123"/>
          <p:cNvSpPr txBox="1"/>
          <p:nvPr>
            <p:ph type="ctrTitle"/>
          </p:nvPr>
        </p:nvSpPr>
        <p:spPr>
          <a:xfrm>
            <a:off x="496125" y="1642725"/>
            <a:ext cx="84633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3500">
                <a:solidFill>
                  <a:schemeClr val="dk1"/>
                </a:solidFill>
              </a:rPr>
              <a:t>    Don’t do:</a:t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rgbClr val="990000"/>
                </a:solidFill>
              </a:rPr>
              <a:t>Over Specification</a:t>
            </a:r>
            <a:r>
              <a:rPr b="0" lang="es" sz="3500">
                <a:solidFill>
                  <a:schemeClr val="dk1"/>
                </a:solidFill>
              </a:rPr>
              <a:t>...</a:t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8" name="Google Shape;3818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2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p12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Básico: AAA Pattern</a:t>
            </a:r>
            <a:endParaRPr/>
          </a:p>
        </p:txBody>
      </p:sp>
      <p:sp>
        <p:nvSpPr>
          <p:cNvPr id="3824" name="Google Shape;3824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25" name="Google Shape;3825;p124"/>
          <p:cNvSpPr txBox="1"/>
          <p:nvPr/>
        </p:nvSpPr>
        <p:spPr>
          <a:xfrm>
            <a:off x="227650" y="1442875"/>
            <a:ext cx="3384000" cy="198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first,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30;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6" name="Google Shape;3826;p124"/>
          <p:cNvSpPr txBox="1"/>
          <p:nvPr/>
        </p:nvSpPr>
        <p:spPr>
          <a:xfrm>
            <a:off x="4120775" y="1246000"/>
            <a:ext cx="4609800" cy="3855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CalculatorTests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Sum_of_two_numbers()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result = calculator.Sum(first, second);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result);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0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Google Shape;3831;p12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Given-When-Then Pattern</a:t>
            </a:r>
            <a:endParaRPr/>
          </a:p>
        </p:txBody>
      </p:sp>
      <p:sp>
        <p:nvSpPr>
          <p:cNvPr id="3832" name="Google Shape;3832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33" name="Google Shape;3833;p125"/>
          <p:cNvSpPr txBox="1"/>
          <p:nvPr/>
        </p:nvSpPr>
        <p:spPr>
          <a:xfrm>
            <a:off x="227650" y="1442875"/>
            <a:ext cx="3708300" cy="198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first,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+ second;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4" name="Google Shape;3834;p125"/>
          <p:cNvSpPr txBox="1"/>
          <p:nvPr/>
        </p:nvSpPr>
        <p:spPr>
          <a:xfrm>
            <a:off x="4120775" y="1246000"/>
            <a:ext cx="4609800" cy="3855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CalculatorTests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Sum_of_two_numbers()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Given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When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result = calculator.Sum(first, second);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Then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result);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8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9" name="Google Shape;3839;p12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 Code</a:t>
            </a:r>
            <a:br>
              <a:rPr lang="es"/>
            </a:br>
            <a:r>
              <a:rPr lang="es"/>
              <a:t>SUT: System under Testing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0" name="Google Shape;3840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41" name="Google Shape;3841;p126"/>
          <p:cNvSpPr txBox="1"/>
          <p:nvPr/>
        </p:nvSpPr>
        <p:spPr>
          <a:xfrm>
            <a:off x="227650" y="1442875"/>
            <a:ext cx="3384000" cy="198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first,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+ second;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2" name="Google Shape;3842;p126"/>
          <p:cNvSpPr txBox="1"/>
          <p:nvPr/>
        </p:nvSpPr>
        <p:spPr>
          <a:xfrm>
            <a:off x="4120775" y="1246000"/>
            <a:ext cx="4609800" cy="3855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CalculatorTests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Sum_of_two_numbers()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Given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900">
                <a:solidFill>
                  <a:srgbClr val="99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 sut = new Calculator();</a:t>
            </a:r>
            <a:endParaRPr b="1" sz="900">
              <a:solidFill>
                <a:srgbClr val="99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When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result = </a:t>
            </a:r>
            <a:r>
              <a:rPr b="1" lang="es" sz="900">
                <a:solidFill>
                  <a:srgbClr val="99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.Sum(first, second);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Then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result);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12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 Code</a:t>
            </a:r>
            <a:br>
              <a:rPr lang="es"/>
            </a:br>
            <a:r>
              <a:rPr lang="es"/>
              <a:t>MUT: Method under Testing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8" name="Google Shape;3848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49" name="Google Shape;3849;p127"/>
          <p:cNvSpPr txBox="1"/>
          <p:nvPr/>
        </p:nvSpPr>
        <p:spPr>
          <a:xfrm>
            <a:off x="227650" y="1442875"/>
            <a:ext cx="3384000" cy="198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first,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+ second;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0" name="Google Shape;3850;p127"/>
          <p:cNvSpPr txBox="1"/>
          <p:nvPr/>
        </p:nvSpPr>
        <p:spPr>
          <a:xfrm>
            <a:off x="4120775" y="1246000"/>
            <a:ext cx="4609800" cy="3855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CalculatorTests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Sum_of_two_numbers()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Given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first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second =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900">
                <a:solidFill>
                  <a:srgbClr val="99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 mut = new Calculator().Sum;</a:t>
            </a:r>
            <a:endParaRPr b="1" sz="900">
              <a:solidFill>
                <a:srgbClr val="99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When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result = </a:t>
            </a:r>
            <a:r>
              <a:rPr b="1" lang="es" sz="900">
                <a:solidFill>
                  <a:srgbClr val="99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(first, second);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Then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result);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p128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Unit Testing</a:t>
            </a:r>
            <a:endParaRPr sz="4000"/>
          </a:p>
        </p:txBody>
      </p:sp>
      <p:sp>
        <p:nvSpPr>
          <p:cNvPr id="3856" name="Google Shape;3856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0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p12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3862" name="Google Shape;3862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63" name="Google Shape;3863;p129"/>
          <p:cNvSpPr txBox="1"/>
          <p:nvPr/>
        </p:nvSpPr>
        <p:spPr>
          <a:xfrm>
            <a:off x="1844925" y="863550"/>
            <a:ext cx="5298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857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700"/>
              <a:buFont typeface="Inter"/>
              <a:buChar char="●"/>
            </a:pPr>
            <a:r>
              <a:rPr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Verifies a </a:t>
            </a:r>
            <a:r>
              <a:rPr b="1"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small piece of code</a:t>
            </a:r>
            <a:r>
              <a:rPr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(also known as unit)</a:t>
            </a:r>
            <a:endParaRPr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700"/>
              <a:buFont typeface="Inter"/>
              <a:buChar char="●"/>
            </a:pPr>
            <a:r>
              <a:rPr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Does it </a:t>
            </a:r>
            <a:r>
              <a:rPr b="1" lang="es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quickly</a:t>
            </a:r>
            <a:endParaRPr b="1"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700"/>
              <a:buFont typeface="Open Sans"/>
              <a:buChar char="●"/>
            </a:pPr>
            <a:r>
              <a:rPr lang="es" sz="2700">
                <a:latin typeface="Inter"/>
                <a:ea typeface="Inter"/>
                <a:cs typeface="Inter"/>
                <a:sym typeface="Inter"/>
              </a:rPr>
              <a:t>Does isolated </a:t>
            </a:r>
            <a:r>
              <a:rPr b="1" lang="es" sz="2700">
                <a:latin typeface="Inter"/>
                <a:ea typeface="Inter"/>
                <a:cs typeface="Inter"/>
                <a:sym typeface="Inter"/>
              </a:rPr>
              <a:t>manner</a:t>
            </a:r>
            <a:endParaRPr b="1"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7" name="Shape 3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8" name="Google Shape;3868;p13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3869" name="Google Shape;3869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70" name="Google Shape;3870;p130"/>
          <p:cNvSpPr txBox="1"/>
          <p:nvPr/>
        </p:nvSpPr>
        <p:spPr>
          <a:xfrm>
            <a:off x="1888650" y="1102600"/>
            <a:ext cx="5925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857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Inter"/>
              <a:buChar char="●"/>
            </a:pPr>
            <a:r>
              <a:rPr lang="es" sz="27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Verifies a small piece of code (also known as unit)</a:t>
            </a:r>
            <a:endParaRPr sz="27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Inter"/>
              <a:buChar char="●"/>
            </a:pPr>
            <a:r>
              <a:rPr lang="es" sz="27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Does it quickly.</a:t>
            </a:r>
            <a:endParaRPr sz="27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155CC"/>
              </a:buClr>
              <a:buSzPts val="2700"/>
              <a:buFont typeface="Open Sans"/>
              <a:buChar char="●"/>
            </a:pPr>
            <a:r>
              <a:rPr lang="es" sz="2700">
                <a:solidFill>
                  <a:srgbClr val="1155CC"/>
                </a:solidFill>
                <a:latin typeface="Inter"/>
                <a:ea typeface="Inter"/>
                <a:cs typeface="Inter"/>
                <a:sym typeface="Inter"/>
              </a:rPr>
              <a:t>Does isolated manner.</a:t>
            </a:r>
            <a:endParaRPr sz="2700">
              <a:solidFill>
                <a:srgbClr val="1155C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4" name="Shape 3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5" name="Google Shape;3875;p13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 - Frameworks (xUnit frameworks)</a:t>
            </a:r>
            <a:endParaRPr/>
          </a:p>
        </p:txBody>
      </p:sp>
      <p:sp>
        <p:nvSpPr>
          <p:cNvPr id="3876" name="Google Shape;3876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77" name="Google Shape;3877;p131"/>
          <p:cNvSpPr txBox="1"/>
          <p:nvPr/>
        </p:nvSpPr>
        <p:spPr>
          <a:xfrm>
            <a:off x="1888650" y="1102600"/>
            <a:ext cx="5925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873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4300"/>
              <a:buFont typeface="Inter"/>
              <a:buChar char="●"/>
            </a:pPr>
            <a:r>
              <a:rPr lang="es" sz="4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Python: pytest</a:t>
            </a:r>
            <a:endParaRPr sz="4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4300"/>
              <a:buFont typeface="Inter"/>
              <a:buChar char="●"/>
            </a:pPr>
            <a:r>
              <a:rPr lang="es" sz="4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JS: Jest, Mocha, Chai</a:t>
            </a:r>
            <a:endParaRPr b="1" sz="4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4300"/>
              <a:buFont typeface="Open Sans"/>
              <a:buChar char="●"/>
            </a:pPr>
            <a:r>
              <a:rPr lang="es" sz="4300">
                <a:latin typeface="Inter"/>
                <a:ea typeface="Inter"/>
                <a:cs typeface="Inter"/>
                <a:sym typeface="Inter"/>
              </a:rPr>
              <a:t>Ruby</a:t>
            </a:r>
            <a:endParaRPr sz="43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81" name="Shape 3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2" name="Google Shape;3882;p132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Los ejemplos que revisaremos son agnósticos al lenguaje</a:t>
            </a:r>
            <a:endParaRPr sz="4000"/>
          </a:p>
        </p:txBody>
      </p:sp>
      <p:sp>
        <p:nvSpPr>
          <p:cNvPr id="3883" name="Google Shape;3883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7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p133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9" name="Google Shape;3889;p13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3890" name="Google Shape;3890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91" name="Google Shape;3891;p133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2" name="Google Shape;3892;p133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3" name="Google Shape;3893;p133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4" name="Google Shape;3894;p133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95" name="Google Shape;3895;p133"/>
          <p:cNvCxnSpPr>
            <a:endCxn id="3892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6" name="Google Shape;3896;p133"/>
          <p:cNvCxnSpPr>
            <a:stCxn id="3888" idx="3"/>
            <a:endCxn id="3893" idx="1"/>
          </p:cNvCxnSpPr>
          <p:nvPr/>
        </p:nvCxnSpPr>
        <p:spPr>
          <a:xfrm flipH="1" rot="10800000">
            <a:off x="4331275" y="1552788"/>
            <a:ext cx="9495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7" name="Google Shape;3897;p133"/>
          <p:cNvCxnSpPr>
            <a:endCxn id="3894" idx="1"/>
          </p:cNvCxnSpPr>
          <p:nvPr/>
        </p:nvCxnSpPr>
        <p:spPr>
          <a:xfrm>
            <a:off x="4331133" y="2710823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8" name="Google Shape;3898;p133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99" name="Google Shape;3899;p133"/>
          <p:cNvCxnSpPr>
            <a:stCxn id="3894" idx="3"/>
            <a:endCxn id="3898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0" name="Google Shape;3900;p133"/>
          <p:cNvSpPr txBox="1"/>
          <p:nvPr>
            <p:ph idx="4294967295" type="ctrTitle"/>
          </p:nvPr>
        </p:nvSpPr>
        <p:spPr>
          <a:xfrm>
            <a:off x="1605800" y="1738475"/>
            <a:ext cx="209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Unit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1" name="Google Shape;3901;p133"/>
          <p:cNvSpPr txBox="1"/>
          <p:nvPr>
            <p:ph idx="4294967295" type="ctrTitle"/>
          </p:nvPr>
        </p:nvSpPr>
        <p:spPr>
          <a:xfrm>
            <a:off x="1160100" y="3486200"/>
            <a:ext cx="3977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When unit testing class A, our focus is on testing A, as isolated as possible from the rest! </a:t>
            </a:r>
            <a:br>
              <a:rPr b="0" lang="es" sz="1400">
                <a:solidFill>
                  <a:schemeClr val="accent1"/>
                </a:solidFill>
              </a:rPr>
            </a:br>
            <a:r>
              <a:rPr b="0" lang="es" sz="1400">
                <a:solidFill>
                  <a:schemeClr val="accent1"/>
                </a:solidFill>
              </a:rPr>
              <a:t>If A depends on other classes, we have to decide whether to </a:t>
            </a:r>
            <a:r>
              <a:rPr lang="es" sz="1400">
                <a:solidFill>
                  <a:schemeClr val="accent1"/>
                </a:solidFill>
              </a:rPr>
              <a:t>simulate them</a:t>
            </a:r>
            <a:r>
              <a:rPr b="0" lang="es" sz="1400">
                <a:solidFill>
                  <a:schemeClr val="accent1"/>
                </a:solidFill>
              </a:rPr>
              <a:t> or </a:t>
            </a:r>
            <a:r>
              <a:rPr lang="es" sz="1400">
                <a:solidFill>
                  <a:schemeClr val="accent1"/>
                </a:solidFill>
              </a:rPr>
              <a:t>to make our unit test a bit bigger</a:t>
            </a:r>
            <a:r>
              <a:rPr b="0" lang="es" sz="1400">
                <a:solidFill>
                  <a:schemeClr val="accent1"/>
                </a:solidFill>
              </a:rPr>
              <a:t>.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5" name="Shape 3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6" name="Google Shape;3906;p134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7" name="Google Shape;3907;p13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3908" name="Google Shape;3908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09" name="Google Shape;3909;p134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0" name="Google Shape;3910;p134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1" name="Google Shape;3911;p134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2" name="Google Shape;3912;p134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13" name="Google Shape;3913;p134"/>
          <p:cNvCxnSpPr>
            <a:endCxn id="3910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4" name="Google Shape;3914;p134"/>
          <p:cNvCxnSpPr>
            <a:stCxn id="3906" idx="3"/>
            <a:endCxn id="3911" idx="1"/>
          </p:cNvCxnSpPr>
          <p:nvPr/>
        </p:nvCxnSpPr>
        <p:spPr>
          <a:xfrm flipH="1" rot="10800000">
            <a:off x="4331275" y="1552788"/>
            <a:ext cx="9495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5" name="Google Shape;3915;p134"/>
          <p:cNvCxnSpPr>
            <a:endCxn id="3912" idx="1"/>
          </p:cNvCxnSpPr>
          <p:nvPr/>
        </p:nvCxnSpPr>
        <p:spPr>
          <a:xfrm>
            <a:off x="4331133" y="2710823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6" name="Google Shape;3916;p134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17" name="Google Shape;3917;p134"/>
          <p:cNvCxnSpPr>
            <a:stCxn id="3912" idx="3"/>
            <a:endCxn id="3916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8" name="Google Shape;3918;p134"/>
          <p:cNvSpPr txBox="1"/>
          <p:nvPr>
            <p:ph idx="4294967295" type="ctrTitle"/>
          </p:nvPr>
        </p:nvSpPr>
        <p:spPr>
          <a:xfrm>
            <a:off x="1605800" y="1738475"/>
            <a:ext cx="209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Unit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134"/>
          <p:cNvSpPr txBox="1"/>
          <p:nvPr>
            <p:ph idx="4294967295" type="ctrTitle"/>
          </p:nvPr>
        </p:nvSpPr>
        <p:spPr>
          <a:xfrm>
            <a:off x="1160100" y="3486200"/>
            <a:ext cx="3977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For test Class A we can test all the behaviour of the class A in a isolated way.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925" name="Google Shape;3925;p13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135"/>
          <p:cNvSpPr txBox="1"/>
          <p:nvPr/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Classical School</a:t>
            </a:r>
            <a:endParaRPr b="1" sz="28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(Detroit Style)</a:t>
            </a:r>
            <a:endParaRPr b="1" sz="28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927" name="Google Shape;3927;p135"/>
          <p:cNvSpPr txBox="1"/>
          <p:nvPr/>
        </p:nvSpPr>
        <p:spPr>
          <a:xfrm>
            <a:off x="331375" y="1864125"/>
            <a:ext cx="4050000" cy="21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2700">
                <a:latin typeface="Inter"/>
                <a:ea typeface="Inter"/>
                <a:cs typeface="Inter"/>
                <a:sym typeface="Inter"/>
              </a:rPr>
              <a:t>Set all the real dependencies for the unit testing</a:t>
            </a:r>
            <a:endParaRPr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28" name="Google Shape;3928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750" y="877700"/>
            <a:ext cx="2837275" cy="35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2" name="Shape 3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Google Shape;3933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934" name="Google Shape;3934;p136"/>
          <p:cNvSpPr txBox="1"/>
          <p:nvPr/>
        </p:nvSpPr>
        <p:spPr>
          <a:xfrm>
            <a:off x="368300" y="118750"/>
            <a:ext cx="6906000" cy="51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Store, Product, Customer }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enough inventory'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store.addInventory(Product.Shampoo, </a:t>
            </a:r>
            <a:r>
              <a:rPr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customer.purchase(store, Product.Shampoo, </a:t>
            </a:r>
            <a:r>
              <a:rPr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expect(store.getInventory(Product.Shampoo)).toBe(</a:t>
            </a:r>
            <a:r>
              <a:rPr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5" name="Google Shape;3935;p136"/>
          <p:cNvSpPr/>
          <p:nvPr/>
        </p:nvSpPr>
        <p:spPr>
          <a:xfrm>
            <a:off x="437325" y="1368675"/>
            <a:ext cx="3843600" cy="119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p136"/>
          <p:cNvSpPr/>
          <p:nvPr/>
        </p:nvSpPr>
        <p:spPr>
          <a:xfrm>
            <a:off x="4470750" y="1405325"/>
            <a:ext cx="47850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CLASSICAL/DETROIT STYLE: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s" sz="2300"/>
              <a:t>Se realiza la llamada real a las dependencias.</a:t>
            </a:r>
            <a:endParaRPr b="1" sz="2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137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No sólo se prueba que funcione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También se prueba cuando NO debe funcionar junto con casos bordes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942" name="Google Shape;3942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6" name="Shape 3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3947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948" name="Google Shape;3948;p138"/>
          <p:cNvSpPr txBox="1"/>
          <p:nvPr/>
        </p:nvSpPr>
        <p:spPr>
          <a:xfrm>
            <a:off x="368300" y="118750"/>
            <a:ext cx="6906000" cy="51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Store, Product, Customer }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</a:t>
            </a:r>
            <a:r>
              <a:rPr b="1" lang="es" sz="1300" u="sng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enough inventory'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store.addInventory(Product.Shampoo, </a:t>
            </a:r>
            <a:r>
              <a:rPr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customer.purchase(store, Product.Shampoo, </a:t>
            </a:r>
            <a:r>
              <a:rPr b="1"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expect(store.getInventory(Product.Shampoo)).toBe(</a:t>
            </a:r>
            <a:r>
              <a:rPr lang="es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9" name="Google Shape;3949;p138"/>
          <p:cNvSpPr/>
          <p:nvPr/>
        </p:nvSpPr>
        <p:spPr>
          <a:xfrm>
            <a:off x="4158250" y="1755300"/>
            <a:ext cx="47850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Se debe escribir tests automatizados para todos los casos posibles de éxito y de fallo</a:t>
            </a:r>
            <a:endParaRPr b="1" sz="2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955" name="Google Shape;3955;p139"/>
          <p:cNvSpPr txBox="1"/>
          <p:nvPr/>
        </p:nvSpPr>
        <p:spPr>
          <a:xfrm>
            <a:off x="67675" y="792900"/>
            <a:ext cx="4202100" cy="3232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Purchase_succeeds_when_enough_inventory()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store.AddInventory(Product.Shampoo,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Assert.True(success);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store.GetInventory(Product.Shampoo));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6" name="Google Shape;3956;p139"/>
          <p:cNvSpPr txBox="1"/>
          <p:nvPr/>
        </p:nvSpPr>
        <p:spPr>
          <a:xfrm>
            <a:off x="4459150" y="792900"/>
            <a:ext cx="4441200" cy="3232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Purchase_fails_when_not_enough_inventory()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store.AddInventory(Product.Shampoo,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Assert.False(success);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Assert.Equal(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store.GetInventory(Product.Shampoo));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7" name="Google Shape;3957;p139"/>
          <p:cNvSpPr/>
          <p:nvPr/>
        </p:nvSpPr>
        <p:spPr>
          <a:xfrm>
            <a:off x="231100" y="1492200"/>
            <a:ext cx="2852400" cy="93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8" name="Google Shape;3958;p139"/>
          <p:cNvSpPr/>
          <p:nvPr/>
        </p:nvSpPr>
        <p:spPr>
          <a:xfrm>
            <a:off x="4626775" y="2497750"/>
            <a:ext cx="4026000" cy="123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9" name="Google Shape;3959;p139"/>
          <p:cNvSpPr txBox="1"/>
          <p:nvPr>
            <p:ph idx="4294967295" type="title"/>
          </p:nvPr>
        </p:nvSpPr>
        <p:spPr>
          <a:xfrm>
            <a:off x="369000" y="171975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Mismo ejemplo en C#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3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140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5" name="Google Shape;3965;p14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3966" name="Google Shape;3966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67" name="Google Shape;3967;p140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8" name="Google Shape;3968;p140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9" name="Google Shape;3969;p140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0" name="Google Shape;3970;p140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71" name="Google Shape;3971;p140"/>
          <p:cNvCxnSpPr>
            <a:endCxn id="3968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2" name="Google Shape;3972;p140"/>
          <p:cNvCxnSpPr>
            <a:stCxn id="3964" idx="3"/>
            <a:endCxn id="3969" idx="1"/>
          </p:cNvCxnSpPr>
          <p:nvPr/>
        </p:nvCxnSpPr>
        <p:spPr>
          <a:xfrm flipH="1" rot="10800000">
            <a:off x="4331275" y="1552788"/>
            <a:ext cx="9495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3" name="Google Shape;3973;p140"/>
          <p:cNvCxnSpPr>
            <a:endCxn id="3970" idx="1"/>
          </p:cNvCxnSpPr>
          <p:nvPr/>
        </p:nvCxnSpPr>
        <p:spPr>
          <a:xfrm>
            <a:off x="4331133" y="2710823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4" name="Google Shape;3974;p140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75" name="Google Shape;3975;p140"/>
          <p:cNvCxnSpPr>
            <a:stCxn id="3970" idx="3"/>
            <a:endCxn id="3974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6" name="Google Shape;3976;p140"/>
          <p:cNvSpPr txBox="1"/>
          <p:nvPr>
            <p:ph idx="4294967295" type="ctrTitle"/>
          </p:nvPr>
        </p:nvSpPr>
        <p:spPr>
          <a:xfrm>
            <a:off x="1605800" y="1738475"/>
            <a:ext cx="209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Unit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7" name="Google Shape;3977;p140"/>
          <p:cNvSpPr txBox="1"/>
          <p:nvPr>
            <p:ph idx="4294967295" type="ctrTitle"/>
          </p:nvPr>
        </p:nvSpPr>
        <p:spPr>
          <a:xfrm>
            <a:off x="1160100" y="3486200"/>
            <a:ext cx="3977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How do we write tests for A </a:t>
            </a:r>
            <a:r>
              <a:rPr lang="es" sz="1400">
                <a:solidFill>
                  <a:schemeClr val="accent1"/>
                </a:solidFill>
              </a:rPr>
              <a:t>without depending </a:t>
            </a:r>
            <a:r>
              <a:rPr b="0" lang="es" sz="1400">
                <a:solidFill>
                  <a:schemeClr val="accent1"/>
                </a:solidFill>
              </a:rPr>
              <a:t>on B, C, and all their transitive dependencies?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983" name="Google Shape;3983;p141"/>
          <p:cNvSpPr/>
          <p:nvPr/>
        </p:nvSpPr>
        <p:spPr>
          <a:xfrm>
            <a:off x="4029600" y="0"/>
            <a:ext cx="51144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p141"/>
          <p:cNvSpPr txBox="1"/>
          <p:nvPr/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London School</a:t>
            </a:r>
            <a:endParaRPr b="1" sz="28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(Mockists)</a:t>
            </a:r>
            <a:endParaRPr b="1" sz="28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985" name="Google Shape;3985;p141"/>
          <p:cNvSpPr txBox="1"/>
          <p:nvPr/>
        </p:nvSpPr>
        <p:spPr>
          <a:xfrm>
            <a:off x="331375" y="1864125"/>
            <a:ext cx="35448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2700">
                <a:latin typeface="Inter"/>
                <a:ea typeface="Inter"/>
                <a:cs typeface="Inter"/>
                <a:sym typeface="Inter"/>
              </a:rPr>
              <a:t>Isolate all dependencies with a </a:t>
            </a:r>
            <a:r>
              <a:rPr b="1" lang="es" sz="2700">
                <a:latin typeface="Inter"/>
                <a:ea typeface="Inter"/>
                <a:cs typeface="Inter"/>
                <a:sym typeface="Inter"/>
              </a:rPr>
              <a:t>Double or Mock</a:t>
            </a:r>
            <a:endParaRPr b="1"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6" name="Google Shape;3986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750" y="877700"/>
            <a:ext cx="2776326" cy="36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0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14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Mock Style</a:t>
            </a:r>
            <a:endParaRPr/>
          </a:p>
        </p:txBody>
      </p:sp>
      <p:sp>
        <p:nvSpPr>
          <p:cNvPr id="3992" name="Google Shape;3992;p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93" name="Google Shape;3993;p142"/>
          <p:cNvSpPr/>
          <p:nvPr/>
        </p:nvSpPr>
        <p:spPr>
          <a:xfrm>
            <a:off x="3082152" y="2320200"/>
            <a:ext cx="1151400" cy="9513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4" name="Google Shape;3994;p142"/>
          <p:cNvSpPr/>
          <p:nvPr/>
        </p:nvSpPr>
        <p:spPr>
          <a:xfrm>
            <a:off x="1337225" y="2388523"/>
            <a:ext cx="1039200" cy="8148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5" name="Google Shape;3995;p142"/>
          <p:cNvSpPr/>
          <p:nvPr/>
        </p:nvSpPr>
        <p:spPr>
          <a:xfrm>
            <a:off x="3235633" y="2493165"/>
            <a:ext cx="844500" cy="6054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6" name="Google Shape;3996;p142"/>
          <p:cNvSpPr/>
          <p:nvPr/>
        </p:nvSpPr>
        <p:spPr>
          <a:xfrm>
            <a:off x="5126581" y="1473200"/>
            <a:ext cx="844500" cy="60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MOCK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7" name="Google Shape;3997;p142"/>
          <p:cNvSpPr/>
          <p:nvPr/>
        </p:nvSpPr>
        <p:spPr>
          <a:xfrm>
            <a:off x="5126581" y="3203130"/>
            <a:ext cx="844500" cy="60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MOCK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98" name="Google Shape;3998;p142"/>
          <p:cNvCxnSpPr>
            <a:endCxn id="3995" idx="1"/>
          </p:cNvCxnSpPr>
          <p:nvPr/>
        </p:nvCxnSpPr>
        <p:spPr>
          <a:xfrm>
            <a:off x="2376133" y="2795865"/>
            <a:ext cx="85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9" name="Google Shape;3999;p142"/>
          <p:cNvCxnSpPr>
            <a:stCxn id="3993" idx="3"/>
            <a:endCxn id="3996" idx="1"/>
          </p:cNvCxnSpPr>
          <p:nvPr/>
        </p:nvCxnSpPr>
        <p:spPr>
          <a:xfrm flipH="1" rot="10800000">
            <a:off x="4233552" y="1775850"/>
            <a:ext cx="893100" cy="10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0" name="Google Shape;4000;p142"/>
          <p:cNvCxnSpPr>
            <a:endCxn id="3997" idx="1"/>
          </p:cNvCxnSpPr>
          <p:nvPr/>
        </p:nvCxnSpPr>
        <p:spPr>
          <a:xfrm>
            <a:off x="4233781" y="2795730"/>
            <a:ext cx="892800" cy="71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1" name="Google Shape;4001;p142"/>
          <p:cNvSpPr/>
          <p:nvPr/>
        </p:nvSpPr>
        <p:spPr>
          <a:xfrm>
            <a:off x="6809197" y="2286102"/>
            <a:ext cx="844500" cy="60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MOCK 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02" name="Google Shape;4002;p142"/>
          <p:cNvCxnSpPr>
            <a:stCxn id="3997" idx="3"/>
            <a:endCxn id="4001" idx="1"/>
          </p:cNvCxnSpPr>
          <p:nvPr/>
        </p:nvCxnSpPr>
        <p:spPr>
          <a:xfrm flipH="1" rot="10800000">
            <a:off x="5971081" y="2588730"/>
            <a:ext cx="838200" cy="9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06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008" name="Google Shape;4008;p143"/>
          <p:cNvSpPr txBox="1"/>
          <p:nvPr/>
        </p:nvSpPr>
        <p:spPr>
          <a:xfrm>
            <a:off x="87500" y="28100"/>
            <a:ext cx="60060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Product, Customer } = require(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enough inventory'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storeMock =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		hasEnoughInventory: jest.fn(),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removeInventory: jest.fn(),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storeMock.hasEnoughInventory.mockReturnValue(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customer.purchase(storeMock, Product.Shampoo, 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expect(storeMock.removeInventory).toHaveBeenCalledWith(Product.Shampoo, 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expect(storeMock.removeInventory).toHaveBeenCalledTimes(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9" name="Google Shape;4009;p143"/>
          <p:cNvSpPr/>
          <p:nvPr/>
        </p:nvSpPr>
        <p:spPr>
          <a:xfrm>
            <a:off x="412475" y="1006650"/>
            <a:ext cx="3906000" cy="147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Google Shape;4010;p143"/>
          <p:cNvSpPr/>
          <p:nvPr/>
        </p:nvSpPr>
        <p:spPr>
          <a:xfrm>
            <a:off x="2986525" y="3283975"/>
            <a:ext cx="669600" cy="24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Google Shape;4011;p143"/>
          <p:cNvSpPr/>
          <p:nvPr/>
        </p:nvSpPr>
        <p:spPr>
          <a:xfrm>
            <a:off x="4433225" y="1044150"/>
            <a:ext cx="41352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London School (Mocks):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Configuro un objeto Mock con comportamientos predefinidos. No hago la llamada real a la dependencia</a:t>
            </a:r>
            <a:endParaRPr b="1" sz="2300"/>
          </a:p>
        </p:txBody>
      </p:sp>
      <p:sp>
        <p:nvSpPr>
          <p:cNvPr id="4012" name="Google Shape;4012;p143"/>
          <p:cNvSpPr/>
          <p:nvPr/>
        </p:nvSpPr>
        <p:spPr>
          <a:xfrm>
            <a:off x="5416825" y="3002725"/>
            <a:ext cx="23952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Llamo al mock</a:t>
            </a:r>
            <a:endParaRPr b="1" sz="2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6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018" name="Google Shape;4018;p144"/>
          <p:cNvSpPr txBox="1"/>
          <p:nvPr/>
        </p:nvSpPr>
        <p:spPr>
          <a:xfrm>
            <a:off x="87500" y="28100"/>
            <a:ext cx="72309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Product, Customer } = require(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fails when </a:t>
            </a:r>
            <a:r>
              <a:rPr b="1" lang="es" sz="1000" u="sng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enough 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inventory'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storeMock =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hasEnoughInventory: jest.fn(),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removeInventory: jest.fn(),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storeMock.hasEnoughInventory.mockReturnValue(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customer.purchase(storeMock, Product.Shampoo, 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expect(storeMock.removeInventory).not.toHaveBeenCalledWith(Product.Shampoo, 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expect(storeMock.removeInventory).toHaveBeenCalledTimes(</a:t>
            </a:r>
            <a:r>
              <a:rPr lang="es" sz="10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9" name="Google Shape;4019;p144"/>
          <p:cNvSpPr/>
          <p:nvPr/>
        </p:nvSpPr>
        <p:spPr>
          <a:xfrm>
            <a:off x="412475" y="1006650"/>
            <a:ext cx="3906000" cy="1474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0" name="Google Shape;4020;p144"/>
          <p:cNvSpPr/>
          <p:nvPr/>
        </p:nvSpPr>
        <p:spPr>
          <a:xfrm>
            <a:off x="2986525" y="3283975"/>
            <a:ext cx="669600" cy="24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1" name="Google Shape;4021;p144"/>
          <p:cNvSpPr/>
          <p:nvPr/>
        </p:nvSpPr>
        <p:spPr>
          <a:xfrm>
            <a:off x="4433225" y="1044150"/>
            <a:ext cx="41352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London School (Mocks):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Configuro un objeto Mock con comportamientos predefinidos. No hago la llamada real a la dependencia</a:t>
            </a:r>
            <a:endParaRPr b="1" sz="2300"/>
          </a:p>
        </p:txBody>
      </p:sp>
      <p:sp>
        <p:nvSpPr>
          <p:cNvPr id="4022" name="Google Shape;4022;p144"/>
          <p:cNvSpPr/>
          <p:nvPr/>
        </p:nvSpPr>
        <p:spPr>
          <a:xfrm>
            <a:off x="5416825" y="3002725"/>
            <a:ext cx="23952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Llamo al mock</a:t>
            </a:r>
            <a:endParaRPr b="1" sz="2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26" name="Shape 4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Google Shape;4027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028" name="Google Shape;4028;p145"/>
          <p:cNvSpPr txBox="1"/>
          <p:nvPr/>
        </p:nvSpPr>
        <p:spPr>
          <a:xfrm>
            <a:off x="86150" y="602675"/>
            <a:ext cx="4202100" cy="4479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Purchase_succeeds_when_enough_inventory()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storeMock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Mock&lt;IStore&gt;();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storeMock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.Setup(x =&gt; x.HasEnoughInventory(Product.Shampoo,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.Returns(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customer.Purchase(storeMock.Object,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Assert.True(success);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storeMock.Verify(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x =&gt; x.RemoveInventory(Product.Shampoo,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Times.Once);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9" name="Google Shape;4029;p145"/>
          <p:cNvSpPr txBox="1"/>
          <p:nvPr/>
        </p:nvSpPr>
        <p:spPr>
          <a:xfrm>
            <a:off x="4440700" y="602675"/>
            <a:ext cx="4202100" cy="4479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Purchase_fails_when_not_enough_inventory()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storeMock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Mock&lt;IStore&gt;();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storeMock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.Setup(x =&gt; x.HasEnoughInventory(Product.Shampoo,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.Returns(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storeMock.Object,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Assert.False(success);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storeMock.Verify(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x =&gt; x.RemoveInventory(Product.Shampoo,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Times.Never);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0" name="Google Shape;4030;p145"/>
          <p:cNvSpPr/>
          <p:nvPr/>
        </p:nvSpPr>
        <p:spPr>
          <a:xfrm>
            <a:off x="217900" y="1294125"/>
            <a:ext cx="3921900" cy="124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1" name="Google Shape;4031;p145"/>
          <p:cNvSpPr/>
          <p:nvPr/>
        </p:nvSpPr>
        <p:spPr>
          <a:xfrm>
            <a:off x="4580800" y="1294125"/>
            <a:ext cx="3921900" cy="124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2" name="Google Shape;4032;p145"/>
          <p:cNvSpPr txBox="1"/>
          <p:nvPr>
            <p:ph idx="4294967295" type="title"/>
          </p:nvPr>
        </p:nvSpPr>
        <p:spPr>
          <a:xfrm>
            <a:off x="369000" y="171975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Mismo ejemplo en C#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6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Google Shape;4037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038" name="Google Shape;4038;p146"/>
          <p:cNvSpPr txBox="1"/>
          <p:nvPr/>
        </p:nvSpPr>
        <p:spPr>
          <a:xfrm>
            <a:off x="86150" y="395075"/>
            <a:ext cx="4113600" cy="468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Store, Product, Customer } = require(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enough inventory'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Arrange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store.addInventory(Product.Shampoo,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Act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Assert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expect(success).toBe(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expect(store.getInventory(Product.Shampoo)).toBe(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9" name="Google Shape;4039;p146"/>
          <p:cNvSpPr txBox="1"/>
          <p:nvPr/>
        </p:nvSpPr>
        <p:spPr>
          <a:xfrm>
            <a:off x="4288250" y="85775"/>
            <a:ext cx="4817400" cy="5102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 Product, Customer } = require(</a:t>
            </a:r>
            <a:r>
              <a:rPr lang="es" sz="9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'./pathToYourModels'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9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test(</a:t>
            </a:r>
            <a:r>
              <a:rPr lang="es" sz="9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enough inventory'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 Arrange</a:t>
            </a:r>
            <a:endParaRPr sz="90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storeMock =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		hasEnoughInventory: jest.fn(),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removeInventory: jest.fn(),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storeMock.hasEnoughInventory.mockReturnValue(</a:t>
            </a: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customer = </a:t>
            </a: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 Act</a:t>
            </a:r>
            <a:endParaRPr sz="90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success = customer.purchase(storeMock, Product.Shampoo, </a:t>
            </a:r>
            <a:r>
              <a:rPr lang="es" sz="9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 Assert</a:t>
            </a:r>
            <a:endParaRPr sz="90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9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expect(storeMock.removeInventory).toHaveBeenCalledWith(Product.Shampoo, </a:t>
            </a:r>
            <a:r>
              <a:rPr lang="es" sz="9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expect(storeMock.removeInventory).toHaveBeenCalledTimes(</a:t>
            </a:r>
            <a:r>
              <a:rPr lang="es" sz="9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0" name="Google Shape;4040;p146"/>
          <p:cNvSpPr txBox="1"/>
          <p:nvPr/>
        </p:nvSpPr>
        <p:spPr>
          <a:xfrm>
            <a:off x="873500" y="4130925"/>
            <a:ext cx="253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Bitter"/>
                <a:ea typeface="Bitter"/>
                <a:cs typeface="Bitter"/>
                <a:sym typeface="Bitter"/>
              </a:rPr>
              <a:t>Classical School</a:t>
            </a:r>
            <a:endParaRPr b="1" sz="2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Bitter"/>
                <a:ea typeface="Bitter"/>
                <a:cs typeface="Bitter"/>
                <a:sym typeface="Bitter"/>
              </a:rPr>
              <a:t>(Detroit Style)</a:t>
            </a:r>
            <a:endParaRPr b="1" sz="23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041" name="Google Shape;4041;p146"/>
          <p:cNvSpPr/>
          <p:nvPr/>
        </p:nvSpPr>
        <p:spPr>
          <a:xfrm>
            <a:off x="142900" y="1518650"/>
            <a:ext cx="3921900" cy="89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2" name="Google Shape;4042;p146"/>
          <p:cNvSpPr txBox="1"/>
          <p:nvPr/>
        </p:nvSpPr>
        <p:spPr>
          <a:xfrm>
            <a:off x="5225700" y="4492025"/>
            <a:ext cx="253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Bitter"/>
                <a:ea typeface="Bitter"/>
                <a:cs typeface="Bitter"/>
                <a:sym typeface="Bitter"/>
              </a:rPr>
              <a:t>London School</a:t>
            </a:r>
            <a:endParaRPr b="1" sz="2300">
              <a:latin typeface="Bitter"/>
              <a:ea typeface="Bitter"/>
              <a:cs typeface="Bitter"/>
              <a:sym typeface="Bit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Bitter"/>
                <a:ea typeface="Bitter"/>
                <a:cs typeface="Bitter"/>
                <a:sym typeface="Bitter"/>
              </a:rPr>
              <a:t>(Mock)</a:t>
            </a:r>
            <a:endParaRPr b="1" sz="23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043" name="Google Shape;4043;p146"/>
          <p:cNvSpPr/>
          <p:nvPr/>
        </p:nvSpPr>
        <p:spPr>
          <a:xfrm>
            <a:off x="4695100" y="983575"/>
            <a:ext cx="3921900" cy="134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7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14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Técnica: Test Fixture</a:t>
            </a:r>
            <a:endParaRPr/>
          </a:p>
        </p:txBody>
      </p:sp>
      <p:sp>
        <p:nvSpPr>
          <p:cNvPr id="4049" name="Google Shape;4049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50" name="Google Shape;4050;p147"/>
          <p:cNvSpPr txBox="1"/>
          <p:nvPr/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test fixture is an object  the test run against.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object can be a regular dependency - a argument passed to the SUT -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can also be data in the database or a file on the hard disk.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object needs to remain in a known state (fixed state) before each test run, so produce the same results each time that the test is executed.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why called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Fixture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54" name="Shape 4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" name="Google Shape;4055;p148"/>
          <p:cNvSpPr txBox="1"/>
          <p:nvPr>
            <p:ph type="title"/>
          </p:nvPr>
        </p:nvSpPr>
        <p:spPr>
          <a:xfrm>
            <a:off x="369700" y="165725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Fixture: preconfigurar respuestas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56" name="Google Shape;4056;p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57" name="Google Shape;4057;p148"/>
          <p:cNvSpPr txBox="1"/>
          <p:nvPr/>
        </p:nvSpPr>
        <p:spPr>
          <a:xfrm>
            <a:off x="133950" y="817050"/>
            <a:ext cx="3409800" cy="3509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CustomerTests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createStoreWithInventory(product, quantity)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	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store.addInventory(product, quantity);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static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createCustomer()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8" name="Google Shape;4058;p148"/>
          <p:cNvSpPr txBox="1"/>
          <p:nvPr/>
        </p:nvSpPr>
        <p:spPr>
          <a:xfrm>
            <a:off x="3615150" y="664200"/>
            <a:ext cx="5406000" cy="4479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'Customer Purchases'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tests =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CustomerTests();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test(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succeeds when enough inventory'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tests.createStoreWithInventory(Product.Shampoo,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sut = CustomerTests.createCustomer();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sut.purchase(store,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expect(store.getInventory(Product.Shampoo)).toBe(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test(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'Purchase fails when not enough inventory'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store = tests.createStoreWithInventory(Product.Shampoo,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sut = CustomerTests.createCustomer();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success = sut.purchase(store, Product.Shampoo, 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expect(success).toBe(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expect(store.getInventory(Product.Shampoo)).toBe(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9" name="Google Shape;4059;p148"/>
          <p:cNvSpPr/>
          <p:nvPr/>
        </p:nvSpPr>
        <p:spPr>
          <a:xfrm>
            <a:off x="4150700" y="1943650"/>
            <a:ext cx="4548900" cy="22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0" name="Google Shape;4060;p148"/>
          <p:cNvSpPr/>
          <p:nvPr/>
        </p:nvSpPr>
        <p:spPr>
          <a:xfrm>
            <a:off x="4081975" y="3793575"/>
            <a:ext cx="4246800" cy="275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64" name="Shape 4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" name="Google Shape;4065;p14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 Fixture Pattern: Object Mother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66" name="Google Shape;4066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67" name="Google Shape;4067;p149"/>
          <p:cNvSpPr txBox="1"/>
          <p:nvPr/>
        </p:nvSpPr>
        <p:spPr>
          <a:xfrm>
            <a:off x="621150" y="812225"/>
            <a:ext cx="7976100" cy="1623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AccountObjectMother 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1" lang="es" sz="11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es" sz="11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'./AccountObjectMother'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1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'should create an account using the builder'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1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 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1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1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1" lang="es" sz="1100">
                <a:solidFill>
                  <a:srgbClr val="248F8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 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AccountObjectMother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i="1" lang="es" sz="1100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validAccountWithEmptyTransactions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1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100">
                <a:solidFill>
                  <a:srgbClr val="248F8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1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getBalance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()).</a:t>
            </a:r>
            <a:r>
              <a:rPr b="1" lang="es" sz="11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100">
                <a:solidFill>
                  <a:srgbClr val="1750E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8" name="Google Shape;4068;p149"/>
          <p:cNvSpPr txBox="1"/>
          <p:nvPr/>
        </p:nvSpPr>
        <p:spPr>
          <a:xfrm>
            <a:off x="2033325" y="2470825"/>
            <a:ext cx="4917000" cy="258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export class </a:t>
            </a:r>
            <a:r>
              <a:rPr b="1" lang="es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AccountObjectMother 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2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 </a:t>
            </a:r>
            <a:r>
              <a:rPr b="1" i="1" lang="es" sz="1200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validAccountWithEmptyTransactions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(): </a:t>
            </a:r>
            <a:r>
              <a:rPr b="1" lang="es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 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2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 new </a:t>
            </a:r>
            <a:r>
              <a:rPr b="1" lang="es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AccountBuilder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2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'11.111.11-1'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2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setBank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2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'Banco de Chile'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2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setBranch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2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'Providencia'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2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setAccount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2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'123456-7'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2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0033B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72" name="Shape 4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3" name="Google Shape;4073;p150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Test Doubles and Mocks</a:t>
            </a:r>
            <a:endParaRPr sz="4000"/>
          </a:p>
        </p:txBody>
      </p:sp>
      <p:sp>
        <p:nvSpPr>
          <p:cNvPr id="4074" name="Google Shape;4074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78" name="Shape 4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9" name="Google Shape;4079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4080" name="Google Shape;4080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950" y="300075"/>
            <a:ext cx="6067825" cy="45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84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p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086" name="Google Shape;4086;p152"/>
          <p:cNvSpPr/>
          <p:nvPr/>
        </p:nvSpPr>
        <p:spPr>
          <a:xfrm>
            <a:off x="4029600" y="0"/>
            <a:ext cx="51144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7" name="Google Shape;4087;p152"/>
          <p:cNvSpPr txBox="1"/>
          <p:nvPr/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Doubles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088" name="Google Shape;4088;p152"/>
          <p:cNvSpPr txBox="1"/>
          <p:nvPr/>
        </p:nvSpPr>
        <p:spPr>
          <a:xfrm>
            <a:off x="283200" y="1139750"/>
            <a:ext cx="36552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18"/>
              <a:buNone/>
            </a:pPr>
            <a:r>
              <a:rPr lang="es" sz="2065">
                <a:latin typeface="Inter"/>
                <a:ea typeface="Inter"/>
                <a:cs typeface="Inter"/>
                <a:sym typeface="Inter"/>
              </a:rPr>
              <a:t>A test double is an object that can stand in for a real object in a test, similar to how a stunt double stands in for an actor in a movie.</a:t>
            </a:r>
            <a:endParaRPr sz="206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8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9" name="Google Shape;4089;p152"/>
          <p:cNvSpPr/>
          <p:nvPr/>
        </p:nvSpPr>
        <p:spPr>
          <a:xfrm>
            <a:off x="4247172" y="2517100"/>
            <a:ext cx="837900" cy="351000"/>
          </a:xfrm>
          <a:prstGeom prst="rect">
            <a:avLst/>
          </a:prstGeom>
          <a:solidFill>
            <a:srgbClr val="634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Dummy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0" name="Google Shape;4090;p152"/>
          <p:cNvSpPr/>
          <p:nvPr/>
        </p:nvSpPr>
        <p:spPr>
          <a:xfrm>
            <a:off x="5976826" y="1864129"/>
            <a:ext cx="1408200" cy="351000"/>
          </a:xfrm>
          <a:prstGeom prst="rect">
            <a:avLst/>
          </a:prstGeom>
          <a:solidFill>
            <a:srgbClr val="F261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Double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1" name="Google Shape;4091;p152"/>
          <p:cNvSpPr/>
          <p:nvPr/>
        </p:nvSpPr>
        <p:spPr>
          <a:xfrm>
            <a:off x="5193247" y="2517100"/>
            <a:ext cx="837900" cy="351000"/>
          </a:xfrm>
          <a:prstGeom prst="rect">
            <a:avLst/>
          </a:prstGeom>
          <a:solidFill>
            <a:srgbClr val="634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Fake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2" name="Google Shape;4092;p152"/>
          <p:cNvSpPr/>
          <p:nvPr/>
        </p:nvSpPr>
        <p:spPr>
          <a:xfrm>
            <a:off x="6139322" y="2517100"/>
            <a:ext cx="837900" cy="351000"/>
          </a:xfrm>
          <a:prstGeom prst="rect">
            <a:avLst/>
          </a:prstGeom>
          <a:solidFill>
            <a:srgbClr val="634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Stub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3" name="Google Shape;4093;p152"/>
          <p:cNvSpPr/>
          <p:nvPr/>
        </p:nvSpPr>
        <p:spPr>
          <a:xfrm>
            <a:off x="7085397" y="2517100"/>
            <a:ext cx="837900" cy="351000"/>
          </a:xfrm>
          <a:prstGeom prst="rect">
            <a:avLst/>
          </a:prstGeom>
          <a:solidFill>
            <a:srgbClr val="634F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Mock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94" name="Google Shape;4094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50" y="2898850"/>
            <a:ext cx="2916300" cy="21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8" name="Shape 4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Google Shape;4099;p15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Dummies</a:t>
            </a:r>
            <a:endParaRPr/>
          </a:p>
        </p:txBody>
      </p:sp>
      <p:sp>
        <p:nvSpPr>
          <p:cNvPr id="4100" name="Google Shape;4100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01" name="Google Shape;4101;p153"/>
          <p:cNvSpPr txBox="1"/>
          <p:nvPr/>
        </p:nvSpPr>
        <p:spPr>
          <a:xfrm>
            <a:off x="338025" y="1246825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Inter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Dummy objects are passed to the class under test but never used.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22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common in business applications where you need to fill a long list of parameters.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test exercises only a few of them</a:t>
            </a:r>
            <a:endParaRPr b="1"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59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Open Sans"/>
              <a:buChar char="●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Think of a unit test for a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Customer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 class.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○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Maybe this class depends on several other classes like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Address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,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Email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, and so on.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○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Maybe a specific test case A wants to exercise a behaviour, and this behaviour does not care which Address this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Customer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 has.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400"/>
              <a:buFont typeface="Inter"/>
              <a:buChar char="○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In this case, a tester can set up a dummy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Address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 object and pass it to the </a:t>
            </a:r>
            <a:r>
              <a:rPr i="1" lang="es" sz="1600">
                <a:latin typeface="Inter"/>
                <a:ea typeface="Inter"/>
                <a:cs typeface="Inter"/>
                <a:sym typeface="Inter"/>
              </a:rPr>
              <a:t>Customer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 class.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5" name="Shape 4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Google Shape;4106;p15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Fake</a:t>
            </a:r>
            <a:endParaRPr/>
          </a:p>
        </p:txBody>
      </p:sp>
      <p:sp>
        <p:nvSpPr>
          <p:cNvPr id="4107" name="Google Shape;4107;p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08" name="Google Shape;4108;p154"/>
          <p:cNvSpPr txBox="1"/>
          <p:nvPr/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Inter"/>
              <a:buChar char="●"/>
            </a:pPr>
            <a:r>
              <a:rPr b="1"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Fake objects have real working implementations of the class they simulate.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However, they usually do the same task in a much simpler way.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100"/>
              <a:buFont typeface="Inter"/>
              <a:buChar char="●"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Imagine a fake database class that uses an arraylist instead of a real database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100"/>
              <a:buFont typeface="Inter"/>
              <a:buChar char="○"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example, instead of PostgreSQL you can use a in-memory db for testing.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2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15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Fake</a:t>
            </a:r>
            <a:endParaRPr/>
          </a:p>
        </p:txBody>
      </p:sp>
      <p:sp>
        <p:nvSpPr>
          <p:cNvPr id="4114" name="Google Shape;4114;p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15" name="Google Shape;4115;p155"/>
          <p:cNvSpPr txBox="1"/>
          <p:nvPr/>
        </p:nvSpPr>
        <p:spPr>
          <a:xfrm>
            <a:off x="369000" y="985700"/>
            <a:ext cx="8406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Fake objects have real working implementations of the class they simulate.</a:t>
            </a:r>
            <a:endParaRPr b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However, they usually do the same task in a much simpler way.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16" name="Google Shape;411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900" y="1610600"/>
            <a:ext cx="4874225" cy="344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0" name="Shape 4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Google Shape;4121;p15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Fake</a:t>
            </a:r>
            <a:endParaRPr/>
          </a:p>
        </p:txBody>
      </p:sp>
      <p:sp>
        <p:nvSpPr>
          <p:cNvPr id="4122" name="Google Shape;4122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23" name="Google Shape;4123;p156"/>
          <p:cNvSpPr txBox="1"/>
          <p:nvPr/>
        </p:nvSpPr>
        <p:spPr>
          <a:xfrm>
            <a:off x="104700" y="1620200"/>
            <a:ext cx="5125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FakeAccountRepository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AccountRepository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Account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accounts =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FakeAccountRepository()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.accounts.put(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"john@email.com"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UserAccount());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.accounts.put(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"boby@email.com"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AdminAccount());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getPasswordHash(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accounts.get(user).getPasswordHash();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4" name="Google Shape;4124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600" y="1805375"/>
            <a:ext cx="4122550" cy="29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5" name="Google Shape;4125;p156"/>
          <p:cNvSpPr txBox="1"/>
          <p:nvPr/>
        </p:nvSpPr>
        <p:spPr>
          <a:xfrm>
            <a:off x="369000" y="835700"/>
            <a:ext cx="8406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Fake objects have real working implementations of the class they simulate.</a:t>
            </a:r>
            <a:endParaRPr b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However, they usually do the same task in a </a:t>
            </a:r>
            <a:r>
              <a:rPr b="1" lang="es" sz="17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much simpler way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6" name="Google Shape;4126;p156"/>
          <p:cNvSpPr/>
          <p:nvPr/>
        </p:nvSpPr>
        <p:spPr>
          <a:xfrm>
            <a:off x="6598975" y="3392000"/>
            <a:ext cx="2242200" cy="1252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7" name="Google Shape;4127;p156"/>
          <p:cNvSpPr/>
          <p:nvPr/>
        </p:nvSpPr>
        <p:spPr>
          <a:xfrm>
            <a:off x="156250" y="2481850"/>
            <a:ext cx="4415700" cy="148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1" name="Shape 4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Google Shape;4132;p15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Stubs</a:t>
            </a:r>
            <a:endParaRPr/>
          </a:p>
        </p:txBody>
      </p:sp>
      <p:sp>
        <p:nvSpPr>
          <p:cNvPr id="4133" name="Google Shape;4133;p1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34" name="Google Shape;4134;p157"/>
          <p:cNvSpPr txBox="1"/>
          <p:nvPr/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400"/>
              <a:buFont typeface="Inter"/>
              <a:buChar char="●"/>
            </a:pPr>
            <a:r>
              <a:rPr b="1" lang="es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Stubs provide hard-coded answers to the calls performed during the test.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400"/>
              <a:buFont typeface="Inter"/>
              <a:buChar char="●"/>
            </a:pPr>
            <a:r>
              <a:rPr lang="es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Unlike fake objects, stubs do not have a working implementation.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2200"/>
              <a:buFont typeface="Inter"/>
              <a:buChar char="○"/>
            </a:pPr>
            <a:r>
              <a:rPr lang="es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code calls a stubbed method getAllInvoices, the stub will return a </a:t>
            </a:r>
            <a:r>
              <a:rPr b="1" lang="es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hard-coded list</a:t>
            </a:r>
            <a:r>
              <a:rPr lang="es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of invoices</a:t>
            </a:r>
            <a:r>
              <a:rPr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8" name="Shape 4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9" name="Google Shape;4139;p15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Stubs</a:t>
            </a:r>
            <a:endParaRPr/>
          </a:p>
        </p:txBody>
      </p:sp>
      <p:sp>
        <p:nvSpPr>
          <p:cNvPr id="4140" name="Google Shape;4140;p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41" name="Google Shape;4141;p158"/>
          <p:cNvSpPr txBox="1"/>
          <p:nvPr/>
        </p:nvSpPr>
        <p:spPr>
          <a:xfrm>
            <a:off x="178475" y="1696000"/>
            <a:ext cx="4522200" cy="3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GradesService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Gradebook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gradebook;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GradesService(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Gradebook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gradebook)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.gradebook = gradebook;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averageGrades(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student)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average(gradebook.gradesFor(student));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2" name="Google Shape;4142;p158"/>
          <p:cNvSpPr txBox="1"/>
          <p:nvPr/>
        </p:nvSpPr>
        <p:spPr>
          <a:xfrm>
            <a:off x="369000" y="985700"/>
            <a:ext cx="8406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Stubs provide hard-coded answers to the calls performed during the test.</a:t>
            </a:r>
            <a:endParaRPr sz="1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43" name="Google Shape;4143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76" y="1770200"/>
            <a:ext cx="4065700" cy="28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7" name="Shape 4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Google Shape;4148;p15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Stubs</a:t>
            </a:r>
            <a:endParaRPr/>
          </a:p>
        </p:txBody>
      </p:sp>
      <p:sp>
        <p:nvSpPr>
          <p:cNvPr id="4149" name="Google Shape;4149;p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50" name="Google Shape;4150;p159"/>
          <p:cNvSpPr txBox="1"/>
          <p:nvPr/>
        </p:nvSpPr>
        <p:spPr>
          <a:xfrm>
            <a:off x="128900" y="1296125"/>
            <a:ext cx="6214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GradesServiceTest {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student;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Gradebook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gradebook;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@Before</a:t>
            </a:r>
            <a:endParaRPr b="1"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setUp()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Exception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gradebook = mock(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Gradebook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.class);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student =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1"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calculates_grades_average_for_student() {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when(gradebook.gradesFor(student)).thenReturn(grades(</a:t>
            </a:r>
            <a:r>
              <a:rPr b="1"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 </a:t>
            </a:r>
            <a:r>
              <a:rPr b="1"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//stubbing gradebook</a:t>
            </a:r>
            <a:endParaRPr b="1"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averageGrades =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GradesService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(gradebook).averageGrades(student);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assertThat(averageGrades).isEqualTo(</a:t>
            </a:r>
            <a:r>
              <a:rPr b="1"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8.0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51" name="Google Shape;4151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401" y="839725"/>
            <a:ext cx="4065700" cy="2874557"/>
          </a:xfrm>
          <a:prstGeom prst="rect">
            <a:avLst/>
          </a:prstGeom>
          <a:noFill/>
          <a:ln>
            <a:noFill/>
          </a:ln>
        </p:spPr>
      </p:pic>
      <p:sp>
        <p:nvSpPr>
          <p:cNvPr id="4152" name="Google Shape;4152;p159"/>
          <p:cNvSpPr/>
          <p:nvPr/>
        </p:nvSpPr>
        <p:spPr>
          <a:xfrm>
            <a:off x="598575" y="3830400"/>
            <a:ext cx="5482500" cy="640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6" name="Shape 4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" name="Google Shape;4157;p16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Mocks</a:t>
            </a:r>
            <a:endParaRPr/>
          </a:p>
        </p:txBody>
      </p:sp>
      <p:sp>
        <p:nvSpPr>
          <p:cNvPr id="4158" name="Google Shape;4158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59" name="Google Shape;4159;p160"/>
          <p:cNvSpPr txBox="1"/>
          <p:nvPr/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295"/>
              <a:buFont typeface="Inter"/>
              <a:buChar char="●"/>
            </a:pPr>
            <a:r>
              <a:rPr b="1" lang="es" sz="1295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Mock objects act like stubs in the sense that you can configure how they reply if a method is called.</a:t>
            </a:r>
            <a:endParaRPr sz="129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2406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388"/>
              <a:buFont typeface="Inter"/>
              <a:buChar char="●"/>
            </a:pPr>
            <a:r>
              <a:rPr lang="es" sz="1388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example, to return a list of invoices when getAllInvoices is called. However, mocks go beyond that.</a:t>
            </a:r>
            <a:endParaRPr sz="138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Inter"/>
              <a:buChar char="○"/>
            </a:pPr>
            <a:r>
              <a:rPr lang="es" sz="1388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They save all the interactions and allow you to make assertions afterward.</a:t>
            </a:r>
            <a:endParaRPr sz="138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388"/>
              <a:buFont typeface="Inter"/>
              <a:buChar char="○"/>
            </a:pPr>
            <a:r>
              <a:rPr lang="es" sz="1388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example, maybe we only want the getAllInvoices method to be called once.</a:t>
            </a:r>
            <a:endParaRPr sz="138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Inter"/>
              <a:buChar char="○"/>
            </a:pPr>
            <a:r>
              <a:rPr lang="es" sz="1388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method is called twice by the class under test, this is a bug, and the test should fail.</a:t>
            </a:r>
            <a:endParaRPr sz="138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Inter"/>
              <a:buChar char="○"/>
            </a:pPr>
            <a:r>
              <a:rPr lang="es" sz="1388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At the end of our test, we can write an assertion along the lines of “verify that getAllInvoices was called just once.”</a:t>
            </a:r>
            <a:endParaRPr sz="138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295"/>
              <a:buFont typeface="Open Sans"/>
              <a:buChar char="●"/>
            </a:pPr>
            <a:r>
              <a:rPr lang="es" sz="1295">
                <a:latin typeface="Inter"/>
                <a:ea typeface="Inter"/>
                <a:cs typeface="Inter"/>
                <a:sym typeface="Inter"/>
              </a:rPr>
              <a:t>Mocking frameworks let you assert all sorts of interactions, such as “the method was never called with this specific parameter” or “the method was called twice with parameter A and once with parameter B.” Mocks are also popular in industry since they can provide insight into how classes interact.</a:t>
            </a:r>
            <a:endParaRPr sz="129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3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p16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Mocks</a:t>
            </a:r>
            <a:endParaRPr/>
          </a:p>
        </p:txBody>
      </p:sp>
      <p:sp>
        <p:nvSpPr>
          <p:cNvPr id="4165" name="Google Shape;4165;p1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66" name="Google Shape;4166;p161"/>
          <p:cNvSpPr txBox="1"/>
          <p:nvPr/>
        </p:nvSpPr>
        <p:spPr>
          <a:xfrm>
            <a:off x="369000" y="1696000"/>
            <a:ext cx="4522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SecurityCentral {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window;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Door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door;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SecurityCentral(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window,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Door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door) {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.window = window;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.door = door;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securityOn() {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window.close();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door.close();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7" name="Google Shape;4167;p161"/>
          <p:cNvSpPr txBox="1"/>
          <p:nvPr/>
        </p:nvSpPr>
        <p:spPr>
          <a:xfrm>
            <a:off x="369000" y="985700"/>
            <a:ext cx="8406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Mock objects act like stubs in the sense that you can configure how they reply if a method is called.</a:t>
            </a:r>
            <a:endParaRPr b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68" name="Google Shape;4168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550" y="1789175"/>
            <a:ext cx="4011950" cy="283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2" name="Shape 4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3" name="Google Shape;4173;p16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Mocks</a:t>
            </a:r>
            <a:endParaRPr/>
          </a:p>
        </p:txBody>
      </p:sp>
      <p:sp>
        <p:nvSpPr>
          <p:cNvPr id="4174" name="Google Shape;4174;p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75" name="Google Shape;4175;p162"/>
          <p:cNvSpPr txBox="1"/>
          <p:nvPr/>
        </p:nvSpPr>
        <p:spPr>
          <a:xfrm>
            <a:off x="79800" y="809200"/>
            <a:ext cx="57897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SecurityCentralTest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windowMock = mock(Window.class);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Door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doorMock = mock(Door.class);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@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enabling_security_locks_windows_and_doors()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SecurityCentral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securityCentral =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SecurityCentral(windowMock, doorMock);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securityCentral.securityOn();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verify(doorMock).close();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verify(windowMock).close();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D73A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76" name="Google Shape;4176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625" y="2394175"/>
            <a:ext cx="3852700" cy="27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77" name="Google Shape;4177;p162"/>
          <p:cNvSpPr/>
          <p:nvPr/>
        </p:nvSpPr>
        <p:spPr>
          <a:xfrm>
            <a:off x="117400" y="1082850"/>
            <a:ext cx="3520800" cy="488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8" name="Google Shape;4178;p162"/>
          <p:cNvSpPr/>
          <p:nvPr/>
        </p:nvSpPr>
        <p:spPr>
          <a:xfrm>
            <a:off x="526425" y="2960275"/>
            <a:ext cx="2450400" cy="39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82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p163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Integration Testing</a:t>
            </a:r>
            <a:endParaRPr sz="4000"/>
          </a:p>
        </p:txBody>
      </p:sp>
      <p:sp>
        <p:nvSpPr>
          <p:cNvPr id="4184" name="Google Shape;4184;p1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8" name="Shape 4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9" name="Google Shape;4189;p164"/>
          <p:cNvSpPr/>
          <p:nvPr/>
        </p:nvSpPr>
        <p:spPr>
          <a:xfrm>
            <a:off x="5192675" y="2067250"/>
            <a:ext cx="3021000" cy="19035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0" name="Google Shape;4190;p16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</a:t>
            </a:r>
            <a:endParaRPr/>
          </a:p>
        </p:txBody>
      </p:sp>
      <p:sp>
        <p:nvSpPr>
          <p:cNvPr id="4191" name="Google Shape;4191;p1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92" name="Google Shape;4192;p164"/>
          <p:cNvSpPr/>
          <p:nvPr/>
        </p:nvSpPr>
        <p:spPr>
          <a:xfrm>
            <a:off x="4137275" y="4041488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 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3" name="Google Shape;4193;p164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4" name="Google Shape;4194;p164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5" name="Google Shape;4195;p164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96" name="Google Shape;4196;p164"/>
          <p:cNvCxnSpPr>
            <a:stCxn id="4193" idx="3"/>
            <a:endCxn id="4194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7" name="Google Shape;4197;p164"/>
          <p:cNvCxnSpPr>
            <a:endCxn id="4195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8" name="Google Shape;4198;p164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99" name="Google Shape;4199;p164"/>
          <p:cNvCxnSpPr>
            <a:stCxn id="4195" idx="3"/>
            <a:endCxn id="4198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0" name="Google Shape;4200;p164"/>
          <p:cNvSpPr txBox="1"/>
          <p:nvPr>
            <p:ph idx="4294967295" type="ctrTitle"/>
          </p:nvPr>
        </p:nvSpPr>
        <p:spPr>
          <a:xfrm>
            <a:off x="5586475" y="4206350"/>
            <a:ext cx="3285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Integration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1" name="Google Shape;4201;p164"/>
          <p:cNvSpPr txBox="1"/>
          <p:nvPr>
            <p:ph idx="4294967295" type="ctrTitle"/>
          </p:nvPr>
        </p:nvSpPr>
        <p:spPr>
          <a:xfrm>
            <a:off x="1160100" y="3486200"/>
            <a:ext cx="3977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Test the integration of your system with a external component (e.g database)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2" name="Google Shape;4202;p164"/>
          <p:cNvCxnSpPr>
            <a:endCxn id="4195" idx="2"/>
          </p:cNvCxnSpPr>
          <p:nvPr/>
        </p:nvCxnSpPr>
        <p:spPr>
          <a:xfrm flipH="1" rot="10800000">
            <a:off x="5248083" y="3860573"/>
            <a:ext cx="481500" cy="9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6" name="Shape 4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7" name="Google Shape;4207;p165"/>
          <p:cNvSpPr/>
          <p:nvPr/>
        </p:nvSpPr>
        <p:spPr>
          <a:xfrm>
            <a:off x="3205450" y="2167100"/>
            <a:ext cx="3408600" cy="18036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8" name="Google Shape;4208;p16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</a:t>
            </a:r>
            <a:endParaRPr/>
          </a:p>
        </p:txBody>
      </p:sp>
      <p:sp>
        <p:nvSpPr>
          <p:cNvPr id="4209" name="Google Shape;4209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10" name="Google Shape;4210;p165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 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1" name="Google Shape;4211;p165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2" name="Google Shape;4212;p165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3" name="Google Shape;4213;p165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14" name="Google Shape;4214;p165"/>
          <p:cNvCxnSpPr>
            <a:endCxn id="4211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5" name="Google Shape;4215;p165"/>
          <p:cNvCxnSpPr>
            <a:stCxn id="4211" idx="3"/>
            <a:endCxn id="4212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6" name="Google Shape;4216;p165"/>
          <p:cNvCxnSpPr>
            <a:endCxn id="4213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7" name="Google Shape;4217;p165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18" name="Google Shape;4218;p165"/>
          <p:cNvCxnSpPr>
            <a:stCxn id="4213" idx="3"/>
            <a:endCxn id="4217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9" name="Google Shape;4219;p165"/>
          <p:cNvSpPr txBox="1"/>
          <p:nvPr>
            <p:ph idx="4294967295" type="ctrTitle"/>
          </p:nvPr>
        </p:nvSpPr>
        <p:spPr>
          <a:xfrm>
            <a:off x="6798525" y="4206350"/>
            <a:ext cx="20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Integration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0" name="Google Shape;4220;p165"/>
          <p:cNvSpPr txBox="1"/>
          <p:nvPr>
            <p:ph idx="4294967295" type="ctrTitle"/>
          </p:nvPr>
        </p:nvSpPr>
        <p:spPr>
          <a:xfrm>
            <a:off x="3171700" y="4145900"/>
            <a:ext cx="3476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Test the integration of the internal components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4" name="Shape 4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Google Shape;4225;p166"/>
          <p:cNvSpPr/>
          <p:nvPr/>
        </p:nvSpPr>
        <p:spPr>
          <a:xfrm>
            <a:off x="3205450" y="1045925"/>
            <a:ext cx="3408600" cy="29247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6" name="Google Shape;4226;p16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</a:t>
            </a:r>
            <a:endParaRPr/>
          </a:p>
        </p:txBody>
      </p:sp>
      <p:sp>
        <p:nvSpPr>
          <p:cNvPr id="4227" name="Google Shape;4227;p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28" name="Google Shape;4228;p166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 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9" name="Google Shape;4229;p166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0" name="Google Shape;4230;p166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1" name="Google Shape;4231;p166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32" name="Google Shape;4232;p166"/>
          <p:cNvCxnSpPr>
            <a:endCxn id="4229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3" name="Google Shape;4233;p166"/>
          <p:cNvCxnSpPr>
            <a:stCxn id="4229" idx="3"/>
            <a:endCxn id="4230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4" name="Google Shape;4234;p166"/>
          <p:cNvCxnSpPr>
            <a:endCxn id="4231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5" name="Google Shape;4235;p166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36" name="Google Shape;4236;p166"/>
          <p:cNvCxnSpPr>
            <a:stCxn id="4231" idx="3"/>
            <a:endCxn id="4235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7" name="Google Shape;4237;p166"/>
          <p:cNvSpPr txBox="1"/>
          <p:nvPr>
            <p:ph idx="4294967295" type="ctrTitle"/>
          </p:nvPr>
        </p:nvSpPr>
        <p:spPr>
          <a:xfrm>
            <a:off x="6798525" y="4206350"/>
            <a:ext cx="20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Integration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8" name="Google Shape;4238;p166"/>
          <p:cNvSpPr txBox="1"/>
          <p:nvPr>
            <p:ph idx="4294967295" type="ctrTitle"/>
          </p:nvPr>
        </p:nvSpPr>
        <p:spPr>
          <a:xfrm>
            <a:off x="3171700" y="4145900"/>
            <a:ext cx="3476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Test the integration of the internal components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2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3" name="Google Shape;4243;p167"/>
          <p:cNvSpPr/>
          <p:nvPr/>
        </p:nvSpPr>
        <p:spPr>
          <a:xfrm>
            <a:off x="3205450" y="1045925"/>
            <a:ext cx="3408600" cy="292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4" name="Google Shape;4244;p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45" name="Google Shape;4245;p167"/>
          <p:cNvSpPr/>
          <p:nvPr/>
        </p:nvSpPr>
        <p:spPr>
          <a:xfrm>
            <a:off x="1639350" y="3454388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SMTP Service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(unmanaged dependency)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6" name="Google Shape;4246;p167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7" name="Google Shape;4247;p167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8" name="Google Shape;4248;p167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49" name="Google Shape;4249;p167"/>
          <p:cNvCxnSpPr>
            <a:stCxn id="4246" idx="3"/>
            <a:endCxn id="4247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0" name="Google Shape;4250;p167"/>
          <p:cNvCxnSpPr>
            <a:endCxn id="4248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1" name="Google Shape;4251;p167"/>
          <p:cNvSpPr/>
          <p:nvPr/>
        </p:nvSpPr>
        <p:spPr>
          <a:xfrm>
            <a:off x="1693300" y="485438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Third Party Service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(external client)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2" name="Google Shape;4252;p167"/>
          <p:cNvSpPr/>
          <p:nvPr/>
        </p:nvSpPr>
        <p:spPr>
          <a:xfrm>
            <a:off x="6952275" y="404063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Database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(managed dependency)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53" name="Google Shape;4253;p167"/>
          <p:cNvCxnSpPr>
            <a:stCxn id="4246" idx="1"/>
            <a:endCxn id="4245" idx="3"/>
          </p:cNvCxnSpPr>
          <p:nvPr/>
        </p:nvCxnSpPr>
        <p:spPr>
          <a:xfrm flipH="1">
            <a:off x="2743958" y="2710823"/>
            <a:ext cx="526200" cy="120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4" name="Google Shape;4254;p167"/>
          <p:cNvCxnSpPr>
            <a:stCxn id="4251" idx="2"/>
            <a:endCxn id="4246" idx="0"/>
          </p:cNvCxnSpPr>
          <p:nvPr/>
        </p:nvCxnSpPr>
        <p:spPr>
          <a:xfrm>
            <a:off x="2245600" y="1410338"/>
            <a:ext cx="1473600" cy="9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5" name="Google Shape;4255;p167"/>
          <p:cNvCxnSpPr>
            <a:stCxn id="4247" idx="3"/>
            <a:endCxn id="4252" idx="1"/>
          </p:cNvCxnSpPr>
          <p:nvPr/>
        </p:nvCxnSpPr>
        <p:spPr>
          <a:xfrm flipH="1" rot="10800000">
            <a:off x="6178533" y="866648"/>
            <a:ext cx="773700" cy="6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6" name="Google Shape;4256;p167"/>
          <p:cNvSpPr txBox="1"/>
          <p:nvPr>
            <p:ph idx="4294967295" type="ctrTitle"/>
          </p:nvPr>
        </p:nvSpPr>
        <p:spPr>
          <a:xfrm>
            <a:off x="5016400" y="4379300"/>
            <a:ext cx="37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Implementation Details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7" name="Google Shape;4257;p167"/>
          <p:cNvSpPr/>
          <p:nvPr/>
        </p:nvSpPr>
        <p:spPr>
          <a:xfrm>
            <a:off x="5752600" y="2658974"/>
            <a:ext cx="1966625" cy="1592400"/>
          </a:xfrm>
          <a:custGeom>
            <a:rect b="b" l="l" r="r" t="t"/>
            <a:pathLst>
              <a:path extrusionOk="0" h="63696" w="78665">
                <a:moveTo>
                  <a:pt x="76291" y="63696"/>
                </a:moveTo>
                <a:cubicBezTo>
                  <a:pt x="78589" y="62547"/>
                  <a:pt x="78916" y="58849"/>
                  <a:pt x="78506" y="56313"/>
                </a:cubicBezTo>
                <a:cubicBezTo>
                  <a:pt x="76702" y="45158"/>
                  <a:pt x="71515" y="33997"/>
                  <a:pt x="63740" y="25797"/>
                </a:cubicBezTo>
                <a:cubicBezTo>
                  <a:pt x="48048" y="9249"/>
                  <a:pt x="22362" y="-3531"/>
                  <a:pt x="0" y="94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258" name="Google Shape;4258;p167"/>
          <p:cNvSpPr txBox="1"/>
          <p:nvPr>
            <p:ph idx="4294967295" type="ctrTitle"/>
          </p:nvPr>
        </p:nvSpPr>
        <p:spPr>
          <a:xfrm>
            <a:off x="535275" y="2828900"/>
            <a:ext cx="2547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000">
                <a:solidFill>
                  <a:schemeClr val="accent1"/>
                </a:solidFill>
              </a:rPr>
              <a:t>Observable Behaviour(Contract)</a:t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2" name="Shape 4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3" name="Google Shape;4263;p168"/>
          <p:cNvSpPr/>
          <p:nvPr/>
        </p:nvSpPr>
        <p:spPr>
          <a:xfrm>
            <a:off x="3205450" y="1045925"/>
            <a:ext cx="3408600" cy="292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4" name="Google Shape;4264;p1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65" name="Google Shape;4265;p168"/>
          <p:cNvSpPr/>
          <p:nvPr/>
        </p:nvSpPr>
        <p:spPr>
          <a:xfrm>
            <a:off x="1639350" y="3454388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SMTP Service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(unmanaged dependency)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6" name="Google Shape;4266;p168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7" name="Google Shape;4267;p168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8" name="Google Shape;4268;p168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69" name="Google Shape;4269;p168"/>
          <p:cNvCxnSpPr>
            <a:stCxn id="4266" idx="3"/>
            <a:endCxn id="4267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0" name="Google Shape;4270;p168"/>
          <p:cNvCxnSpPr>
            <a:endCxn id="4268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1" name="Google Shape;4271;p168"/>
          <p:cNvSpPr/>
          <p:nvPr/>
        </p:nvSpPr>
        <p:spPr>
          <a:xfrm>
            <a:off x="1693300" y="485438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Third Party Service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(external client)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2" name="Google Shape;4272;p168"/>
          <p:cNvSpPr/>
          <p:nvPr/>
        </p:nvSpPr>
        <p:spPr>
          <a:xfrm>
            <a:off x="6952275" y="404063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Database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(managed dependency)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73" name="Google Shape;4273;p168"/>
          <p:cNvCxnSpPr>
            <a:stCxn id="4266" idx="1"/>
            <a:endCxn id="4265" idx="3"/>
          </p:cNvCxnSpPr>
          <p:nvPr/>
        </p:nvCxnSpPr>
        <p:spPr>
          <a:xfrm flipH="1">
            <a:off x="2743958" y="2710823"/>
            <a:ext cx="526200" cy="120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4" name="Google Shape;4274;p168"/>
          <p:cNvCxnSpPr>
            <a:stCxn id="4271" idx="2"/>
            <a:endCxn id="4266" idx="0"/>
          </p:cNvCxnSpPr>
          <p:nvPr/>
        </p:nvCxnSpPr>
        <p:spPr>
          <a:xfrm>
            <a:off x="2245600" y="1410338"/>
            <a:ext cx="1473600" cy="9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5" name="Google Shape;4275;p168"/>
          <p:cNvCxnSpPr>
            <a:stCxn id="4267" idx="3"/>
            <a:endCxn id="4272" idx="1"/>
          </p:cNvCxnSpPr>
          <p:nvPr/>
        </p:nvCxnSpPr>
        <p:spPr>
          <a:xfrm flipH="1" rot="10800000">
            <a:off x="6178533" y="866648"/>
            <a:ext cx="773700" cy="6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6" name="Google Shape;4276;p168"/>
          <p:cNvSpPr txBox="1"/>
          <p:nvPr>
            <p:ph idx="4294967295" type="ctrTitle"/>
          </p:nvPr>
        </p:nvSpPr>
        <p:spPr>
          <a:xfrm>
            <a:off x="5016400" y="4379300"/>
            <a:ext cx="37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Implementation Details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7" name="Google Shape;4277;p168"/>
          <p:cNvSpPr/>
          <p:nvPr/>
        </p:nvSpPr>
        <p:spPr>
          <a:xfrm>
            <a:off x="5752600" y="2658975"/>
            <a:ext cx="1445863" cy="1445262"/>
          </a:xfrm>
          <a:custGeom>
            <a:rect b="b" l="l" r="r" t="t"/>
            <a:pathLst>
              <a:path extrusionOk="0" h="63696" w="78665">
                <a:moveTo>
                  <a:pt x="76291" y="63696"/>
                </a:moveTo>
                <a:cubicBezTo>
                  <a:pt x="78589" y="62547"/>
                  <a:pt x="78916" y="58849"/>
                  <a:pt x="78506" y="56313"/>
                </a:cubicBezTo>
                <a:cubicBezTo>
                  <a:pt x="76702" y="45158"/>
                  <a:pt x="71515" y="33997"/>
                  <a:pt x="63740" y="25797"/>
                </a:cubicBezTo>
                <a:cubicBezTo>
                  <a:pt x="48048" y="9249"/>
                  <a:pt x="22362" y="-3531"/>
                  <a:pt x="0" y="94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278" name="Google Shape;4278;p168"/>
          <p:cNvSpPr txBox="1"/>
          <p:nvPr>
            <p:ph idx="4294967295" type="ctrTitle"/>
          </p:nvPr>
        </p:nvSpPr>
        <p:spPr>
          <a:xfrm>
            <a:off x="535275" y="2828900"/>
            <a:ext cx="2547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800">
                <a:solidFill>
                  <a:schemeClr val="accent1"/>
                </a:solidFill>
              </a:rPr>
              <a:t>Observable Behaviour(Contract)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4279" name="Google Shape;4279;p168"/>
          <p:cNvSpPr txBox="1"/>
          <p:nvPr/>
        </p:nvSpPr>
        <p:spPr>
          <a:xfrm>
            <a:off x="1814125" y="1521938"/>
            <a:ext cx="133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31515"/>
                </a:solidFill>
                <a:latin typeface="Bitter"/>
                <a:ea typeface="Bitter"/>
                <a:cs typeface="Bitter"/>
                <a:sym typeface="Bitter"/>
              </a:rPr>
              <a:t>Replace with mocks</a:t>
            </a:r>
            <a:endParaRPr sz="1800">
              <a:solidFill>
                <a:srgbClr val="A31515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280" name="Google Shape;4280;p168"/>
          <p:cNvSpPr txBox="1"/>
          <p:nvPr/>
        </p:nvSpPr>
        <p:spPr>
          <a:xfrm>
            <a:off x="2797900" y="3970613"/>
            <a:ext cx="133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31515"/>
                </a:solidFill>
                <a:latin typeface="Bitter"/>
                <a:ea typeface="Bitter"/>
                <a:cs typeface="Bitter"/>
                <a:sym typeface="Bitter"/>
              </a:rPr>
              <a:t>Replace with mocks</a:t>
            </a:r>
            <a:endParaRPr sz="1800">
              <a:solidFill>
                <a:srgbClr val="A31515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281" name="Google Shape;4281;p168"/>
          <p:cNvSpPr txBox="1"/>
          <p:nvPr/>
        </p:nvSpPr>
        <p:spPr>
          <a:xfrm>
            <a:off x="6669475" y="1380800"/>
            <a:ext cx="232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31515"/>
                </a:solidFill>
                <a:latin typeface="Bitter"/>
                <a:ea typeface="Bitter"/>
                <a:cs typeface="Bitter"/>
                <a:sym typeface="Bitter"/>
              </a:rPr>
              <a:t>Maybe you can Replace with mocks or test directly</a:t>
            </a:r>
            <a:endParaRPr sz="1800">
              <a:solidFill>
                <a:srgbClr val="A31515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282" name="Google Shape;4282;p168"/>
          <p:cNvSpPr txBox="1"/>
          <p:nvPr/>
        </p:nvSpPr>
        <p:spPr>
          <a:xfrm>
            <a:off x="7226200" y="2303900"/>
            <a:ext cx="185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31515"/>
                </a:solidFill>
                <a:latin typeface="Bitter"/>
                <a:ea typeface="Bitter"/>
                <a:cs typeface="Bitter"/>
                <a:sym typeface="Bitter"/>
              </a:rPr>
              <a:t>Verify final state not interactions with it</a:t>
            </a:r>
            <a:endParaRPr b="1" sz="1800">
              <a:solidFill>
                <a:srgbClr val="A31515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6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Testing</a:t>
            </a:r>
            <a:endParaRPr/>
          </a:p>
        </p:txBody>
      </p:sp>
      <p:sp>
        <p:nvSpPr>
          <p:cNvPr id="4288" name="Google Shape;4288;p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89" name="Google Shape;4289;p169"/>
          <p:cNvSpPr/>
          <p:nvPr/>
        </p:nvSpPr>
        <p:spPr>
          <a:xfrm>
            <a:off x="2208125" y="2178950"/>
            <a:ext cx="5621400" cy="572700"/>
          </a:xfrm>
          <a:prstGeom prst="rect">
            <a:avLst/>
          </a:prstGeom>
          <a:solidFill>
            <a:srgbClr val="003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0" name="Google Shape;4290;p169"/>
          <p:cNvSpPr/>
          <p:nvPr/>
        </p:nvSpPr>
        <p:spPr>
          <a:xfrm>
            <a:off x="2208125" y="2858175"/>
            <a:ext cx="5621400" cy="572700"/>
          </a:xfrm>
          <a:prstGeom prst="rect">
            <a:avLst/>
          </a:prstGeom>
          <a:solidFill>
            <a:srgbClr val="47A1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Domain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1" name="Google Shape;4291;p169"/>
          <p:cNvSpPr/>
          <p:nvPr/>
        </p:nvSpPr>
        <p:spPr>
          <a:xfrm>
            <a:off x="2208125" y="3537400"/>
            <a:ext cx="56214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Infrastructure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92" name="Google Shape;4292;p169"/>
          <p:cNvCxnSpPr/>
          <p:nvPr/>
        </p:nvCxnSpPr>
        <p:spPr>
          <a:xfrm>
            <a:off x="1610250" y="2178950"/>
            <a:ext cx="1800" cy="232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3" name="Google Shape;4293;p169"/>
          <p:cNvSpPr txBox="1"/>
          <p:nvPr/>
        </p:nvSpPr>
        <p:spPr>
          <a:xfrm>
            <a:off x="788100" y="4578275"/>
            <a:ext cx="1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Integration Test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4" name="Google Shape;4294;p169"/>
          <p:cNvSpPr/>
          <p:nvPr/>
        </p:nvSpPr>
        <p:spPr>
          <a:xfrm>
            <a:off x="3683125" y="1630425"/>
            <a:ext cx="1086900" cy="27819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Changing User Mail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5" name="Google Shape;4295;p169"/>
          <p:cNvSpPr/>
          <p:nvPr/>
        </p:nvSpPr>
        <p:spPr>
          <a:xfrm>
            <a:off x="5035675" y="1630300"/>
            <a:ext cx="1086900" cy="27819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Order Checkout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6" name="Google Shape;4296;p169"/>
          <p:cNvSpPr/>
          <p:nvPr/>
        </p:nvSpPr>
        <p:spPr>
          <a:xfrm>
            <a:off x="6449450" y="1630300"/>
            <a:ext cx="1086900" cy="27819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Resetting Password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7" name="Google Shape;4297;p169"/>
          <p:cNvSpPr txBox="1"/>
          <p:nvPr/>
        </p:nvSpPr>
        <p:spPr>
          <a:xfrm>
            <a:off x="82450" y="1194650"/>
            <a:ext cx="325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Cada interacción entre las capas puede ser Detroit School (llamadas reales) o Mocks (London School)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" name="Google Shape;4302;p17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Testing</a:t>
            </a:r>
            <a:endParaRPr/>
          </a:p>
        </p:txBody>
      </p:sp>
      <p:sp>
        <p:nvSpPr>
          <p:cNvPr id="4303" name="Google Shape;4303;p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04" name="Google Shape;4304;p170"/>
          <p:cNvSpPr/>
          <p:nvPr/>
        </p:nvSpPr>
        <p:spPr>
          <a:xfrm>
            <a:off x="1671275" y="1377650"/>
            <a:ext cx="1086900" cy="2781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Database</a:t>
            </a:r>
            <a:endParaRPr b="1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5" name="Google Shape;4305;p170"/>
          <p:cNvSpPr/>
          <p:nvPr/>
        </p:nvSpPr>
        <p:spPr>
          <a:xfrm>
            <a:off x="4321625" y="1377650"/>
            <a:ext cx="1086900" cy="2781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Application Service (Controller)</a:t>
            </a:r>
            <a:endParaRPr b="1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6" name="Google Shape;4306;p170"/>
          <p:cNvSpPr/>
          <p:nvPr/>
        </p:nvSpPr>
        <p:spPr>
          <a:xfrm>
            <a:off x="6970075" y="1377650"/>
            <a:ext cx="1086900" cy="2781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Logic</a:t>
            </a:r>
            <a:b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(Domain Model)</a:t>
            </a:r>
            <a:endParaRPr b="1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07" name="Google Shape;4307;p170"/>
          <p:cNvCxnSpPr/>
          <p:nvPr/>
        </p:nvCxnSpPr>
        <p:spPr>
          <a:xfrm flipH="1" rot="10800000">
            <a:off x="2787100" y="2184300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8" name="Google Shape;4308;p170"/>
          <p:cNvCxnSpPr/>
          <p:nvPr/>
        </p:nvCxnSpPr>
        <p:spPr>
          <a:xfrm flipH="1" rot="10800000">
            <a:off x="2786150" y="2693550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9" name="Google Shape;4309;p170"/>
          <p:cNvCxnSpPr/>
          <p:nvPr/>
        </p:nvCxnSpPr>
        <p:spPr>
          <a:xfrm flipH="1" rot="10800000">
            <a:off x="5435550" y="2184300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0" name="Google Shape;4310;p170"/>
          <p:cNvCxnSpPr/>
          <p:nvPr/>
        </p:nvCxnSpPr>
        <p:spPr>
          <a:xfrm flipH="1" rot="10800000">
            <a:off x="5435550" y="2693550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1" name="Google Shape;4311;p170"/>
          <p:cNvCxnSpPr/>
          <p:nvPr/>
        </p:nvCxnSpPr>
        <p:spPr>
          <a:xfrm flipH="1" rot="10800000">
            <a:off x="2786150" y="3436200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12" name="Google Shape;4312;p170"/>
          <p:cNvCxnSpPr/>
          <p:nvPr/>
        </p:nvCxnSpPr>
        <p:spPr>
          <a:xfrm flipH="1" rot="10800000">
            <a:off x="2786150" y="3883925"/>
            <a:ext cx="15075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13" name="Google Shape;4313;p170"/>
          <p:cNvSpPr txBox="1"/>
          <p:nvPr>
            <p:ph idx="4294967295" type="ctrTitle"/>
          </p:nvPr>
        </p:nvSpPr>
        <p:spPr>
          <a:xfrm>
            <a:off x="2816925" y="1733775"/>
            <a:ext cx="142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GetUserById</a:t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4314" name="Google Shape;4314;p170"/>
          <p:cNvSpPr txBox="1"/>
          <p:nvPr>
            <p:ph idx="4294967295" type="ctrTitle"/>
          </p:nvPr>
        </p:nvSpPr>
        <p:spPr>
          <a:xfrm>
            <a:off x="2787100" y="2245125"/>
            <a:ext cx="142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GetCompany</a:t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4315" name="Google Shape;4315;p170"/>
          <p:cNvSpPr txBox="1"/>
          <p:nvPr>
            <p:ph idx="4294967295" type="ctrTitle"/>
          </p:nvPr>
        </p:nvSpPr>
        <p:spPr>
          <a:xfrm>
            <a:off x="2787100" y="2994300"/>
            <a:ext cx="1575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SaveCompany</a:t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4316" name="Google Shape;4316;p170"/>
          <p:cNvSpPr txBox="1"/>
          <p:nvPr>
            <p:ph idx="4294967295" type="ctrTitle"/>
          </p:nvPr>
        </p:nvSpPr>
        <p:spPr>
          <a:xfrm>
            <a:off x="2816925" y="3490500"/>
            <a:ext cx="102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SaveUser</a:t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4317" name="Google Shape;4317;p170"/>
          <p:cNvSpPr txBox="1"/>
          <p:nvPr>
            <p:ph idx="4294967295" type="ctrTitle"/>
          </p:nvPr>
        </p:nvSpPr>
        <p:spPr>
          <a:xfrm>
            <a:off x="5475300" y="1733775"/>
            <a:ext cx="142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CanChangeEmail</a:t>
            </a:r>
            <a:endParaRPr b="0" sz="1400">
              <a:solidFill>
                <a:schemeClr val="dk1"/>
              </a:solidFill>
            </a:endParaRPr>
          </a:p>
        </p:txBody>
      </p:sp>
      <p:sp>
        <p:nvSpPr>
          <p:cNvPr id="4318" name="Google Shape;4318;p170"/>
          <p:cNvSpPr txBox="1"/>
          <p:nvPr>
            <p:ph idx="4294967295" type="ctrTitle"/>
          </p:nvPr>
        </p:nvSpPr>
        <p:spPr>
          <a:xfrm>
            <a:off x="5475300" y="2305950"/>
            <a:ext cx="142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ChangeEmail</a:t>
            </a:r>
            <a:endParaRPr b="0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2" name="Shape 4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Google Shape;4323;p17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Testing</a:t>
            </a:r>
            <a:endParaRPr/>
          </a:p>
        </p:txBody>
      </p:sp>
      <p:sp>
        <p:nvSpPr>
          <p:cNvPr id="4324" name="Google Shape;4324;p1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25" name="Google Shape;4325;p171"/>
          <p:cNvSpPr/>
          <p:nvPr/>
        </p:nvSpPr>
        <p:spPr>
          <a:xfrm>
            <a:off x="2208125" y="2178950"/>
            <a:ext cx="5621400" cy="572700"/>
          </a:xfrm>
          <a:prstGeom prst="rect">
            <a:avLst/>
          </a:prstGeom>
          <a:solidFill>
            <a:srgbClr val="003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6" name="Google Shape;4326;p171"/>
          <p:cNvSpPr/>
          <p:nvPr/>
        </p:nvSpPr>
        <p:spPr>
          <a:xfrm>
            <a:off x="2208125" y="2858175"/>
            <a:ext cx="5621400" cy="572700"/>
          </a:xfrm>
          <a:prstGeom prst="rect">
            <a:avLst/>
          </a:prstGeom>
          <a:solidFill>
            <a:srgbClr val="47A1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Domain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7" name="Google Shape;4327;p171"/>
          <p:cNvSpPr/>
          <p:nvPr/>
        </p:nvSpPr>
        <p:spPr>
          <a:xfrm>
            <a:off x="2208125" y="3537400"/>
            <a:ext cx="56214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Infrastructure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28" name="Google Shape;4328;p171"/>
          <p:cNvCxnSpPr/>
          <p:nvPr/>
        </p:nvCxnSpPr>
        <p:spPr>
          <a:xfrm>
            <a:off x="1610250" y="2178950"/>
            <a:ext cx="1800" cy="232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9" name="Google Shape;4329;p171"/>
          <p:cNvSpPr txBox="1"/>
          <p:nvPr/>
        </p:nvSpPr>
        <p:spPr>
          <a:xfrm>
            <a:off x="788100" y="4578275"/>
            <a:ext cx="1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Integration Test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0" name="Google Shape;4330;p171"/>
          <p:cNvSpPr/>
          <p:nvPr/>
        </p:nvSpPr>
        <p:spPr>
          <a:xfrm>
            <a:off x="3683125" y="1630425"/>
            <a:ext cx="1086900" cy="27819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getUserById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1" name="Google Shape;4331;p171"/>
          <p:cNvSpPr txBox="1"/>
          <p:nvPr/>
        </p:nvSpPr>
        <p:spPr>
          <a:xfrm>
            <a:off x="82450" y="1194650"/>
            <a:ext cx="325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Cada interacción entre las capas puede ser Detroit School (llamadas reales) o Mocks (London School)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5" name="Shape 4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p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37" name="Google Shape;4337;p172"/>
          <p:cNvSpPr txBox="1"/>
          <p:nvPr/>
        </p:nvSpPr>
        <p:spPr>
          <a:xfrm>
            <a:off x="121400" y="651475"/>
            <a:ext cx="3831000" cy="310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express = require(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'express'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app = express();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getUserFromDb = (id)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// doSomething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app.get(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'/user/:id'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(req, res)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 = getUserFromDb(req.params.id);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res.json(user);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module.exports = { app, getUserFromDb 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8" name="Google Shape;4338;p172"/>
          <p:cNvSpPr txBox="1"/>
          <p:nvPr>
            <p:ph type="title"/>
          </p:nvPr>
        </p:nvSpPr>
        <p:spPr>
          <a:xfrm>
            <a:off x="0" y="47525"/>
            <a:ext cx="165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app.js</a:t>
            </a:r>
            <a:endParaRPr sz="2400"/>
          </a:p>
        </p:txBody>
      </p:sp>
      <p:sp>
        <p:nvSpPr>
          <p:cNvPr id="4339" name="Google Shape;4339;p172"/>
          <p:cNvSpPr txBox="1"/>
          <p:nvPr/>
        </p:nvSpPr>
        <p:spPr>
          <a:xfrm>
            <a:off x="4056025" y="365125"/>
            <a:ext cx="4912200" cy="468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request = require(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'supertest'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app, getUserFromDb } = require(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jest.mock(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'User Route Integration Test'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beforeEach(()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Mock la función para este test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getUserFromDb.mockImplementation((id)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	return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id: id, name: 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'Jane Smith'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test(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'should get user details'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response = </a:t>
            </a:r>
            <a:r>
              <a:rPr b="1"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request(app).get(</a:t>
            </a:r>
            <a:r>
              <a:rPr b="1"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'/user/123'</a:t>
            </a:r>
            <a:r>
              <a:rPr b="1"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expect(response.statusCode).toBe(</a:t>
            </a:r>
            <a:r>
              <a:rPr lang="es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expect(response.body).toEqual({ id: 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'123'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name: </a:t>
            </a:r>
            <a:r>
              <a:rPr lang="es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'Jane Smith'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afterEach(() </a:t>
            </a:r>
            <a:r>
              <a:rPr lang="es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Limpiamos los mocks después de cada test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jest.clearAllMocks();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0" name="Google Shape;4340;p172"/>
          <p:cNvSpPr txBox="1"/>
          <p:nvPr>
            <p:ph type="title"/>
          </p:nvPr>
        </p:nvSpPr>
        <p:spPr>
          <a:xfrm>
            <a:off x="7429725" y="0"/>
            <a:ext cx="165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app.test.js</a:t>
            </a:r>
            <a:endParaRPr sz="2400"/>
          </a:p>
        </p:txBody>
      </p:sp>
      <p:sp>
        <p:nvSpPr>
          <p:cNvPr id="4341" name="Google Shape;4341;p172"/>
          <p:cNvSpPr txBox="1"/>
          <p:nvPr>
            <p:ph type="title"/>
          </p:nvPr>
        </p:nvSpPr>
        <p:spPr>
          <a:xfrm>
            <a:off x="177400" y="4043475"/>
            <a:ext cx="30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Integration test with mocks (London School)</a:t>
            </a:r>
            <a:endParaRPr sz="2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5" name="Shape 4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6" name="Google Shape;4346;p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47" name="Google Shape;4347;p173"/>
          <p:cNvSpPr txBox="1"/>
          <p:nvPr/>
        </p:nvSpPr>
        <p:spPr>
          <a:xfrm>
            <a:off x="121400" y="651475"/>
            <a:ext cx="3831000" cy="310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express = require(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'express'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app = express();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getUserFromDb = (id)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// doSomething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app.get(</a:t>
            </a:r>
            <a:r>
              <a:rPr lang="es" sz="10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'/user/:id'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(req, res) </a:t>
            </a: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const</a:t>
            </a: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user = getUserFromDb(req.params.id);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res.json(user);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module.exports = { app, getUserFromDb };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8" name="Google Shape;4348;p173"/>
          <p:cNvSpPr txBox="1"/>
          <p:nvPr>
            <p:ph type="title"/>
          </p:nvPr>
        </p:nvSpPr>
        <p:spPr>
          <a:xfrm>
            <a:off x="0" y="47525"/>
            <a:ext cx="165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app.js</a:t>
            </a:r>
            <a:endParaRPr sz="2400"/>
          </a:p>
        </p:txBody>
      </p:sp>
      <p:sp>
        <p:nvSpPr>
          <p:cNvPr id="4349" name="Google Shape;4349;p173"/>
          <p:cNvSpPr txBox="1"/>
          <p:nvPr/>
        </p:nvSpPr>
        <p:spPr>
          <a:xfrm>
            <a:off x="4006025" y="527625"/>
            <a:ext cx="4912200" cy="431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request = require(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'supertest'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app = require(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describe(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'User Route Integration Test'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test(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'should get user details'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response = 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request(app).get(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'/user/123'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expect(response.statusCode).toBe(</a:t>
            </a:r>
            <a:r>
              <a:rPr lang="es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expect(response.body).toEqual({ id: 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'123'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name: </a:t>
            </a:r>
            <a:r>
              <a:rPr lang="es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'John Doe'</a:t>
            </a: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0" name="Google Shape;4350;p173"/>
          <p:cNvSpPr txBox="1"/>
          <p:nvPr>
            <p:ph type="title"/>
          </p:nvPr>
        </p:nvSpPr>
        <p:spPr>
          <a:xfrm>
            <a:off x="7429725" y="0"/>
            <a:ext cx="165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app.test.js</a:t>
            </a:r>
            <a:endParaRPr sz="2400"/>
          </a:p>
        </p:txBody>
      </p:sp>
      <p:sp>
        <p:nvSpPr>
          <p:cNvPr id="4351" name="Google Shape;4351;p173"/>
          <p:cNvSpPr txBox="1"/>
          <p:nvPr>
            <p:ph type="title"/>
          </p:nvPr>
        </p:nvSpPr>
        <p:spPr>
          <a:xfrm>
            <a:off x="177400" y="4043475"/>
            <a:ext cx="309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400"/>
              <a:t>Integration test without mocks (Detroit School)</a:t>
            </a:r>
            <a:endParaRPr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5" name="Shape 4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6" name="Google Shape;4356;p17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Testing</a:t>
            </a:r>
            <a:endParaRPr/>
          </a:p>
        </p:txBody>
      </p:sp>
      <p:sp>
        <p:nvSpPr>
          <p:cNvPr id="4357" name="Google Shape;4357;p1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58" name="Google Shape;4358;p174"/>
          <p:cNvSpPr/>
          <p:nvPr/>
        </p:nvSpPr>
        <p:spPr>
          <a:xfrm>
            <a:off x="2208125" y="2178950"/>
            <a:ext cx="5621400" cy="572700"/>
          </a:xfrm>
          <a:prstGeom prst="rect">
            <a:avLst/>
          </a:prstGeom>
          <a:solidFill>
            <a:srgbClr val="003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9" name="Google Shape;4359;p174"/>
          <p:cNvSpPr/>
          <p:nvPr/>
        </p:nvSpPr>
        <p:spPr>
          <a:xfrm>
            <a:off x="2208125" y="2858175"/>
            <a:ext cx="5621400" cy="572700"/>
          </a:xfrm>
          <a:prstGeom prst="rect">
            <a:avLst/>
          </a:prstGeom>
          <a:solidFill>
            <a:srgbClr val="47A1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Domain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0" name="Google Shape;4360;p174"/>
          <p:cNvSpPr/>
          <p:nvPr/>
        </p:nvSpPr>
        <p:spPr>
          <a:xfrm>
            <a:off x="2208125" y="3537400"/>
            <a:ext cx="56214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Infrastructure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61" name="Google Shape;4361;p174"/>
          <p:cNvCxnSpPr/>
          <p:nvPr/>
        </p:nvCxnSpPr>
        <p:spPr>
          <a:xfrm>
            <a:off x="1610250" y="2178950"/>
            <a:ext cx="1800" cy="232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2" name="Google Shape;4362;p174"/>
          <p:cNvSpPr txBox="1"/>
          <p:nvPr/>
        </p:nvSpPr>
        <p:spPr>
          <a:xfrm>
            <a:off x="788100" y="4578275"/>
            <a:ext cx="1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Integration Test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3" name="Google Shape;4363;p174"/>
          <p:cNvSpPr/>
          <p:nvPr/>
        </p:nvSpPr>
        <p:spPr>
          <a:xfrm>
            <a:off x="3683125" y="1630425"/>
            <a:ext cx="1086900" cy="27819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getUserById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4" name="Google Shape;4364;p174"/>
          <p:cNvSpPr txBox="1"/>
          <p:nvPr/>
        </p:nvSpPr>
        <p:spPr>
          <a:xfrm>
            <a:off x="82450" y="1194650"/>
            <a:ext cx="325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Cada interacción entre las capas puede ser Detroit School (llamadas reales) o Mocks (London School)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8" name="Shape 4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9" name="Google Shape;4369;p17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Testing (Testcontainers)</a:t>
            </a:r>
            <a:endParaRPr/>
          </a:p>
        </p:txBody>
      </p:sp>
      <p:sp>
        <p:nvSpPr>
          <p:cNvPr id="4370" name="Google Shape;4370;p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71" name="Google Shape;4371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0800"/>
            <a:ext cx="8636493" cy="342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5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6" name="Google Shape;4376;p17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Integration Test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Controller - Nodejs Supertest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377" name="Google Shape;4377;p1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78" name="Google Shape;4378;p176"/>
          <p:cNvSpPr txBox="1"/>
          <p:nvPr/>
        </p:nvSpPr>
        <p:spPr>
          <a:xfrm>
            <a:off x="2583025" y="1391975"/>
            <a:ext cx="5114100" cy="3386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'/my-endpoint (GET)'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b="1" lang="es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6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getHttpServer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'/my-endpoint'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HttpStatus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6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'Content-Type'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s" sz="160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/json/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.</a:t>
            </a:r>
            <a:r>
              <a:rPr b="1" lang="es" sz="16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6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data: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1" lang="es" sz="16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expected data */</a:t>
            </a: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9" name="Google Shape;4379;p176"/>
          <p:cNvSpPr txBox="1"/>
          <p:nvPr>
            <p:ph type="title"/>
          </p:nvPr>
        </p:nvSpPr>
        <p:spPr>
          <a:xfrm>
            <a:off x="-101775" y="1855300"/>
            <a:ext cx="250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También puede ser un test e2e del backend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3" name="Shape 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4" name="Google Shape;4384;p177"/>
          <p:cNvSpPr/>
          <p:nvPr/>
        </p:nvSpPr>
        <p:spPr>
          <a:xfrm>
            <a:off x="1808850" y="1045925"/>
            <a:ext cx="6607800" cy="29247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5" name="Google Shape;4385;p17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System Test</a:t>
            </a:r>
            <a:endParaRPr/>
          </a:p>
        </p:txBody>
      </p:sp>
      <p:sp>
        <p:nvSpPr>
          <p:cNvPr id="4386" name="Google Shape;4386;p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87" name="Google Shape;4387;p177"/>
          <p:cNvSpPr/>
          <p:nvPr/>
        </p:nvSpPr>
        <p:spPr>
          <a:xfrm>
            <a:off x="85750" y="2199138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System(E2E) 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8" name="Google Shape;4388;p177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9" name="Google Shape;4389;p177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0" name="Google Shape;4390;p177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91" name="Google Shape;4391;p177"/>
          <p:cNvCxnSpPr>
            <a:endCxn id="4388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2" name="Google Shape;4392;p177"/>
          <p:cNvCxnSpPr>
            <a:stCxn id="4388" idx="3"/>
            <a:endCxn id="4389" idx="1"/>
          </p:cNvCxnSpPr>
          <p:nvPr/>
        </p:nvCxnSpPr>
        <p:spPr>
          <a:xfrm flipH="1" rot="10800000">
            <a:off x="4168058" y="1552823"/>
            <a:ext cx="11127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3" name="Google Shape;4393;p177"/>
          <p:cNvCxnSpPr>
            <a:endCxn id="4390" idx="1"/>
          </p:cNvCxnSpPr>
          <p:nvPr/>
        </p:nvCxnSpPr>
        <p:spPr>
          <a:xfrm>
            <a:off x="4167933" y="2710823"/>
            <a:ext cx="11127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4" name="Google Shape;4394;p177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95" name="Google Shape;4395;p177"/>
          <p:cNvCxnSpPr>
            <a:stCxn id="4390" idx="3"/>
            <a:endCxn id="4394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6" name="Google Shape;4396;p177"/>
          <p:cNvSpPr txBox="1"/>
          <p:nvPr>
            <p:ph idx="4294967295" type="ctrTitle"/>
          </p:nvPr>
        </p:nvSpPr>
        <p:spPr>
          <a:xfrm>
            <a:off x="6798525" y="4206350"/>
            <a:ext cx="20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E2E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7" name="Google Shape;4397;p177"/>
          <p:cNvSpPr txBox="1"/>
          <p:nvPr>
            <p:ph idx="4294967295" type="ctrTitle"/>
          </p:nvPr>
        </p:nvSpPr>
        <p:spPr>
          <a:xfrm>
            <a:off x="3171700" y="4145900"/>
            <a:ext cx="3476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Test all the system together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8" name="Google Shape;4398;p177"/>
          <p:cNvSpPr/>
          <p:nvPr/>
        </p:nvSpPr>
        <p:spPr>
          <a:xfrm>
            <a:off x="2001333" y="231794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Controller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99" name="Google Shape;4399;p177"/>
          <p:cNvCxnSpPr>
            <a:stCxn id="4387" idx="3"/>
            <a:endCxn id="4398" idx="1"/>
          </p:cNvCxnSpPr>
          <p:nvPr/>
        </p:nvCxnSpPr>
        <p:spPr>
          <a:xfrm>
            <a:off x="1190350" y="2661588"/>
            <a:ext cx="81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0" name="Google Shape;4400;p177"/>
          <p:cNvCxnSpPr/>
          <p:nvPr/>
        </p:nvCxnSpPr>
        <p:spPr>
          <a:xfrm>
            <a:off x="1190350" y="2879375"/>
            <a:ext cx="849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401" name="Google Shape;4401;p177"/>
          <p:cNvSpPr txBox="1"/>
          <p:nvPr>
            <p:ph idx="4294967295" type="ctrTitle"/>
          </p:nvPr>
        </p:nvSpPr>
        <p:spPr>
          <a:xfrm>
            <a:off x="1246048" y="2968325"/>
            <a:ext cx="593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000">
                <a:solidFill>
                  <a:schemeClr val="accent1"/>
                </a:solidFill>
              </a:rPr>
              <a:t>Response</a:t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2" name="Google Shape;4402;p177"/>
          <p:cNvSpPr txBox="1"/>
          <p:nvPr>
            <p:ph idx="4294967295" type="ctrTitle"/>
          </p:nvPr>
        </p:nvSpPr>
        <p:spPr>
          <a:xfrm>
            <a:off x="1265350" y="2057250"/>
            <a:ext cx="69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000">
                <a:solidFill>
                  <a:schemeClr val="accent1"/>
                </a:solidFill>
              </a:rPr>
              <a:t>Request</a:t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3" name="Google Shape;4403;p177"/>
          <p:cNvSpPr/>
          <p:nvPr/>
        </p:nvSpPr>
        <p:spPr>
          <a:xfrm>
            <a:off x="69528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 Service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04" name="Google Shape;4404;p177"/>
          <p:cNvCxnSpPr>
            <a:stCxn id="4389" idx="3"/>
            <a:endCxn id="4403" idx="1"/>
          </p:cNvCxnSpPr>
          <p:nvPr/>
        </p:nvCxnSpPr>
        <p:spPr>
          <a:xfrm>
            <a:off x="6178533" y="1552748"/>
            <a:ext cx="77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8" name="Shape 4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9" name="Google Shape;4409;p17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E2E Testing</a:t>
            </a:r>
            <a:endParaRPr/>
          </a:p>
        </p:txBody>
      </p:sp>
      <p:sp>
        <p:nvSpPr>
          <p:cNvPr id="4410" name="Google Shape;4410;p1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411" name="Google Shape;4411;p178"/>
          <p:cNvSpPr/>
          <p:nvPr/>
        </p:nvSpPr>
        <p:spPr>
          <a:xfrm>
            <a:off x="2208125" y="2178950"/>
            <a:ext cx="5621400" cy="572700"/>
          </a:xfrm>
          <a:prstGeom prst="rect">
            <a:avLst/>
          </a:prstGeom>
          <a:solidFill>
            <a:srgbClr val="003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2" name="Google Shape;4412;p178"/>
          <p:cNvSpPr/>
          <p:nvPr/>
        </p:nvSpPr>
        <p:spPr>
          <a:xfrm>
            <a:off x="2208124" y="1472850"/>
            <a:ext cx="56214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Presentation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3" name="Google Shape;4413;p178"/>
          <p:cNvSpPr/>
          <p:nvPr/>
        </p:nvSpPr>
        <p:spPr>
          <a:xfrm>
            <a:off x="2208125" y="2858175"/>
            <a:ext cx="5621400" cy="572700"/>
          </a:xfrm>
          <a:prstGeom prst="rect">
            <a:avLst/>
          </a:prstGeom>
          <a:solidFill>
            <a:srgbClr val="47A1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Domain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4" name="Google Shape;4414;p178"/>
          <p:cNvSpPr/>
          <p:nvPr/>
        </p:nvSpPr>
        <p:spPr>
          <a:xfrm>
            <a:off x="2208125" y="3537400"/>
            <a:ext cx="56214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Infrastructure Layer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15" name="Google Shape;4415;p178"/>
          <p:cNvCxnSpPr/>
          <p:nvPr/>
        </p:nvCxnSpPr>
        <p:spPr>
          <a:xfrm>
            <a:off x="1610250" y="2178950"/>
            <a:ext cx="1800" cy="232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6" name="Google Shape;4416;p178"/>
          <p:cNvSpPr txBox="1"/>
          <p:nvPr/>
        </p:nvSpPr>
        <p:spPr>
          <a:xfrm>
            <a:off x="788100" y="4578275"/>
            <a:ext cx="1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E2E Test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7" name="Google Shape;4417;p178"/>
          <p:cNvSpPr/>
          <p:nvPr/>
        </p:nvSpPr>
        <p:spPr>
          <a:xfrm>
            <a:off x="3683125" y="1000600"/>
            <a:ext cx="1086900" cy="34116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Changing User Mail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8" name="Google Shape;4418;p178"/>
          <p:cNvSpPr/>
          <p:nvPr/>
        </p:nvSpPr>
        <p:spPr>
          <a:xfrm>
            <a:off x="5035675" y="1000600"/>
            <a:ext cx="1086900" cy="34116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Order Checkout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9" name="Google Shape;4419;p178"/>
          <p:cNvSpPr/>
          <p:nvPr/>
        </p:nvSpPr>
        <p:spPr>
          <a:xfrm>
            <a:off x="6449450" y="1000600"/>
            <a:ext cx="1086900" cy="34116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Resetting Password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3" name="Shape 4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Google Shape;4424;p179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Parameterized Testing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(Property Testing)</a:t>
            </a:r>
            <a:endParaRPr sz="4000"/>
          </a:p>
        </p:txBody>
      </p:sp>
      <p:sp>
        <p:nvSpPr>
          <p:cNvPr id="4425" name="Google Shape;4425;p1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9" name="Shape 4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0" name="Google Shape;4430;p1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431" name="Google Shape;4431;p180"/>
          <p:cNvSpPr/>
          <p:nvPr/>
        </p:nvSpPr>
        <p:spPr>
          <a:xfrm>
            <a:off x="4572000" y="0"/>
            <a:ext cx="45723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2" name="Google Shape;4432;p180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Property Testing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433" name="Google Shape;4433;p180"/>
          <p:cNvSpPr txBox="1"/>
          <p:nvPr/>
        </p:nvSpPr>
        <p:spPr>
          <a:xfrm>
            <a:off x="473275" y="2210450"/>
            <a:ext cx="3999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Test the method/SUT with a fixture of scenarios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34" name="Google Shape;4434;p180"/>
          <p:cNvGrpSpPr/>
          <p:nvPr/>
        </p:nvGrpSpPr>
        <p:grpSpPr>
          <a:xfrm>
            <a:off x="4971513" y="1704417"/>
            <a:ext cx="3773279" cy="1734665"/>
            <a:chOff x="3552113" y="896098"/>
            <a:chExt cx="3773279" cy="1912530"/>
          </a:xfrm>
        </p:grpSpPr>
        <p:sp>
          <p:nvSpPr>
            <p:cNvPr id="4435" name="Google Shape;4435;p180"/>
            <p:cNvSpPr/>
            <p:nvPr/>
          </p:nvSpPr>
          <p:spPr>
            <a:xfrm>
              <a:off x="4701426" y="896098"/>
              <a:ext cx="1408200" cy="387000"/>
            </a:xfrm>
            <a:prstGeom prst="rect">
              <a:avLst/>
            </a:prstGeom>
            <a:solidFill>
              <a:srgbClr val="F261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Application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6" name="Google Shape;4436;p180"/>
            <p:cNvSpPr/>
            <p:nvPr/>
          </p:nvSpPr>
          <p:spPr>
            <a:xfrm>
              <a:off x="3552113" y="1658331"/>
              <a:ext cx="1146900" cy="387000"/>
            </a:xfrm>
            <a:prstGeom prst="rect">
              <a:avLst/>
            </a:prstGeom>
            <a:solidFill>
              <a:srgbClr val="634F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Behaviour 1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7" name="Google Shape;4437;p180"/>
            <p:cNvSpPr/>
            <p:nvPr/>
          </p:nvSpPr>
          <p:spPr>
            <a:xfrm>
              <a:off x="4895828" y="1658331"/>
              <a:ext cx="1146900" cy="387000"/>
            </a:xfrm>
            <a:prstGeom prst="rect">
              <a:avLst/>
            </a:prstGeom>
            <a:solidFill>
              <a:srgbClr val="634F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Behaviour 2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8" name="Google Shape;4438;p180"/>
            <p:cNvSpPr/>
            <p:nvPr/>
          </p:nvSpPr>
          <p:spPr>
            <a:xfrm>
              <a:off x="6178492" y="1658863"/>
              <a:ext cx="1146900" cy="387000"/>
            </a:xfrm>
            <a:prstGeom prst="rect">
              <a:avLst/>
            </a:prstGeom>
            <a:solidFill>
              <a:srgbClr val="634F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Behaviour N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439" name="Google Shape;4439;p180"/>
            <p:cNvCxnSpPr>
              <a:stCxn id="4435" idx="2"/>
              <a:endCxn id="4436" idx="0"/>
            </p:cNvCxnSpPr>
            <p:nvPr/>
          </p:nvCxnSpPr>
          <p:spPr>
            <a:xfrm flipH="1">
              <a:off x="4125426" y="1283098"/>
              <a:ext cx="1280100" cy="3753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40" name="Google Shape;4440;p180"/>
            <p:cNvCxnSpPr>
              <a:stCxn id="4435" idx="2"/>
              <a:endCxn id="4437" idx="0"/>
            </p:cNvCxnSpPr>
            <p:nvPr/>
          </p:nvCxnSpPr>
          <p:spPr>
            <a:xfrm>
              <a:off x="5405526" y="1283098"/>
              <a:ext cx="63900" cy="3753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41" name="Google Shape;4441;p180"/>
            <p:cNvCxnSpPr>
              <a:stCxn id="4435" idx="2"/>
              <a:endCxn id="4438" idx="0"/>
            </p:cNvCxnSpPr>
            <p:nvPr/>
          </p:nvCxnSpPr>
          <p:spPr>
            <a:xfrm>
              <a:off x="5405526" y="1283098"/>
              <a:ext cx="1346400" cy="3759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2" name="Google Shape;4442;p180"/>
            <p:cNvSpPr/>
            <p:nvPr/>
          </p:nvSpPr>
          <p:spPr>
            <a:xfrm>
              <a:off x="4269625" y="2420911"/>
              <a:ext cx="1153200" cy="387000"/>
            </a:xfrm>
            <a:prstGeom prst="rect">
              <a:avLst/>
            </a:prstGeom>
            <a:solidFill>
              <a:srgbClr val="CC85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Fact 1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43" name="Google Shape;4443;p180"/>
            <p:cNvSpPr/>
            <p:nvPr/>
          </p:nvSpPr>
          <p:spPr>
            <a:xfrm>
              <a:off x="5598607" y="2421628"/>
              <a:ext cx="1153200" cy="387000"/>
            </a:xfrm>
            <a:prstGeom prst="rect">
              <a:avLst/>
            </a:prstGeom>
            <a:solidFill>
              <a:srgbClr val="CC85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Fact 2</a:t>
              </a:r>
              <a:endParaRPr b="0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444" name="Google Shape;4444;p180"/>
            <p:cNvCxnSpPr>
              <a:stCxn id="4437" idx="2"/>
              <a:endCxn id="4442" idx="0"/>
            </p:cNvCxnSpPr>
            <p:nvPr/>
          </p:nvCxnSpPr>
          <p:spPr>
            <a:xfrm flipH="1">
              <a:off x="4846178" y="2045331"/>
              <a:ext cx="623100" cy="3756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45" name="Google Shape;4445;p180"/>
            <p:cNvCxnSpPr>
              <a:stCxn id="4437" idx="2"/>
              <a:endCxn id="4443" idx="0"/>
            </p:cNvCxnSpPr>
            <p:nvPr/>
          </p:nvCxnSpPr>
          <p:spPr>
            <a:xfrm>
              <a:off x="5469278" y="2045331"/>
              <a:ext cx="705900" cy="3762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1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451" name="Google Shape;4451;p181"/>
          <p:cNvSpPr txBox="1"/>
          <p:nvPr/>
        </p:nvSpPr>
        <p:spPr>
          <a:xfrm>
            <a:off x="452800" y="1015225"/>
            <a:ext cx="8154000" cy="3463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83009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&lt;{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 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}&gt;([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'hello'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 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'bob'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 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'101'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 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'102'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7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s" sz="17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 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])(</a:t>
            </a:r>
            <a:r>
              <a:rPr b="1" lang="es" sz="170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'Test a lot of inputs'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({ input, expected }) =&gt; {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700">
                <a:solidFill>
                  <a:srgbClr val="248F8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palindromeChecker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7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isAPalindrome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(input)).</a:t>
            </a:r>
            <a:r>
              <a:rPr b="1" lang="es" sz="1700">
                <a:solidFill>
                  <a:srgbClr val="7A7A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</a:t>
            </a: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(expected);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1" sz="1700">
              <a:solidFill>
                <a:srgbClr val="08080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2" name="Google Shape;4452;p181"/>
          <p:cNvSpPr txBox="1"/>
          <p:nvPr/>
        </p:nvSpPr>
        <p:spPr>
          <a:xfrm>
            <a:off x="369000" y="365700"/>
            <a:ext cx="815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Property Testing</a:t>
            </a: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 - Jest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56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182"/>
          <p:cNvSpPr txBox="1"/>
          <p:nvPr/>
        </p:nvSpPr>
        <p:spPr>
          <a:xfrm>
            <a:off x="407430" y="254340"/>
            <a:ext cx="8277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B56E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Test stack driven</a:t>
            </a:r>
            <a:endParaRPr sz="2800">
              <a:solidFill>
                <a:srgbClr val="00B56E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458" name="Google Shape;4458;p182"/>
          <p:cNvSpPr txBox="1"/>
          <p:nvPr/>
        </p:nvSpPr>
        <p:spPr>
          <a:xfrm>
            <a:off x="8644320" y="4882275"/>
            <a:ext cx="95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25" lIns="26725" spcFirstLastPara="1" rIns="26725" wrap="square" tIns="26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1" lang="es" sz="500" u="none" cap="none" strike="noStrike">
                <a:solidFill>
                  <a:srgbClr val="929396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59" name="Google Shape;4459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820" y="855200"/>
            <a:ext cx="7481882" cy="423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3" name="Shape 4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" name="Google Shape;4464;p183"/>
          <p:cNvSpPr txBox="1"/>
          <p:nvPr>
            <p:ph type="title"/>
          </p:nvPr>
        </p:nvSpPr>
        <p:spPr>
          <a:xfrm>
            <a:off x="1777710" y="278606"/>
            <a:ext cx="5588700" cy="853800"/>
          </a:xfrm>
          <a:prstGeom prst="rect">
            <a:avLst/>
          </a:prstGeom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¿Cuándo implementar testing?</a:t>
            </a:r>
            <a:endParaRPr/>
          </a:p>
        </p:txBody>
      </p:sp>
      <p:sp>
        <p:nvSpPr>
          <p:cNvPr id="4465" name="Google Shape;4465;p183"/>
          <p:cNvSpPr txBox="1"/>
          <p:nvPr/>
        </p:nvSpPr>
        <p:spPr>
          <a:xfrm>
            <a:off x="781113" y="1170213"/>
            <a:ext cx="30252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11111"/>
                </a:solidFill>
              </a:rPr>
              <a:t>Test Last Development</a:t>
            </a:r>
            <a:endParaRPr sz="2400">
              <a:solidFill>
                <a:srgbClr val="111111"/>
              </a:solidFill>
            </a:endParaRPr>
          </a:p>
        </p:txBody>
      </p:sp>
      <p:sp>
        <p:nvSpPr>
          <p:cNvPr id="4466" name="Google Shape;4466;p183"/>
          <p:cNvSpPr txBox="1"/>
          <p:nvPr/>
        </p:nvSpPr>
        <p:spPr>
          <a:xfrm>
            <a:off x="7521388" y="2309688"/>
            <a:ext cx="841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Tiempo</a:t>
            </a:r>
            <a:endParaRPr/>
          </a:p>
        </p:txBody>
      </p:sp>
      <p:grpSp>
        <p:nvGrpSpPr>
          <p:cNvPr id="4467" name="Google Shape;4467;p183"/>
          <p:cNvGrpSpPr/>
          <p:nvPr/>
        </p:nvGrpSpPr>
        <p:grpSpPr>
          <a:xfrm>
            <a:off x="4571098" y="3525376"/>
            <a:ext cx="3811592" cy="952500"/>
            <a:chOff x="3014" y="2051"/>
            <a:chExt cx="2400" cy="600"/>
          </a:xfrm>
        </p:grpSpPr>
        <p:cxnSp>
          <p:nvCxnSpPr>
            <p:cNvPr id="4468" name="Google Shape;4468;p183"/>
            <p:cNvCxnSpPr/>
            <p:nvPr/>
          </p:nvCxnSpPr>
          <p:spPr>
            <a:xfrm>
              <a:off x="3014" y="2650"/>
              <a:ext cx="2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69" name="Google Shape;4469;p183"/>
            <p:cNvSpPr/>
            <p:nvPr/>
          </p:nvSpPr>
          <p:spPr>
            <a:xfrm>
              <a:off x="3052" y="2351"/>
              <a:ext cx="1800" cy="300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"/>
                <a:buFont typeface="Tahoma"/>
                <a:buNone/>
              </a:pPr>
              <a:r>
                <a:rPr lang="es" sz="12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código funcional</a:t>
              </a:r>
              <a:endParaRPr/>
            </a:p>
          </p:txBody>
        </p:sp>
        <p:sp>
          <p:nvSpPr>
            <p:cNvPr id="4470" name="Google Shape;4470;p183"/>
            <p:cNvSpPr/>
            <p:nvPr/>
          </p:nvSpPr>
          <p:spPr>
            <a:xfrm>
              <a:off x="3052" y="2051"/>
              <a:ext cx="1800" cy="300"/>
            </a:xfrm>
            <a:prstGeom prst="rect">
              <a:avLst/>
            </a:prstGeom>
            <a:solidFill>
              <a:srgbClr val="808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"/>
                <a:buFont typeface="Tahoma"/>
                <a:buNone/>
              </a:pPr>
              <a:r>
                <a:rPr lang="es" sz="12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prueba unitaria</a:t>
              </a:r>
              <a:endParaRPr/>
            </a:p>
          </p:txBody>
        </p:sp>
      </p:grpSp>
      <p:sp>
        <p:nvSpPr>
          <p:cNvPr id="4471" name="Google Shape;4471;p183"/>
          <p:cNvSpPr txBox="1"/>
          <p:nvPr/>
        </p:nvSpPr>
        <p:spPr>
          <a:xfrm>
            <a:off x="7508788" y="4477875"/>
            <a:ext cx="841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Tiempo</a:t>
            </a:r>
            <a:endParaRPr/>
          </a:p>
        </p:txBody>
      </p:sp>
      <p:grpSp>
        <p:nvGrpSpPr>
          <p:cNvPr id="4472" name="Google Shape;4472;p183"/>
          <p:cNvGrpSpPr/>
          <p:nvPr/>
        </p:nvGrpSpPr>
        <p:grpSpPr>
          <a:xfrm>
            <a:off x="4583698" y="1833438"/>
            <a:ext cx="3811592" cy="476250"/>
            <a:chOff x="3014" y="2166"/>
            <a:chExt cx="2400" cy="300"/>
          </a:xfrm>
        </p:grpSpPr>
        <p:cxnSp>
          <p:nvCxnSpPr>
            <p:cNvPr id="4473" name="Google Shape;4473;p183"/>
            <p:cNvCxnSpPr/>
            <p:nvPr/>
          </p:nvCxnSpPr>
          <p:spPr>
            <a:xfrm>
              <a:off x="3014" y="2466"/>
              <a:ext cx="2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74" name="Google Shape;4474;p183"/>
            <p:cNvSpPr/>
            <p:nvPr/>
          </p:nvSpPr>
          <p:spPr>
            <a:xfrm>
              <a:off x="3047" y="2166"/>
              <a:ext cx="900" cy="300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"/>
                <a:buFont typeface="Tahoma"/>
                <a:buNone/>
              </a:pPr>
              <a:r>
                <a:rPr lang="es" sz="12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código funcional</a:t>
              </a:r>
              <a:endParaRPr/>
            </a:p>
          </p:txBody>
        </p:sp>
        <p:sp>
          <p:nvSpPr>
            <p:cNvPr id="4475" name="Google Shape;4475;p183"/>
            <p:cNvSpPr/>
            <p:nvPr/>
          </p:nvSpPr>
          <p:spPr>
            <a:xfrm>
              <a:off x="3947" y="2166"/>
              <a:ext cx="900" cy="300"/>
            </a:xfrm>
            <a:prstGeom prst="rect">
              <a:avLst/>
            </a:prstGeom>
            <a:solidFill>
              <a:srgbClr val="808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"/>
                <a:buFont typeface="Tahoma"/>
                <a:buNone/>
              </a:pPr>
              <a:r>
                <a:rPr lang="es" sz="12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prueba unitaria</a:t>
              </a:r>
              <a:endParaRPr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476" name="Google Shape;4476;p183"/>
          <p:cNvSpPr txBox="1"/>
          <p:nvPr/>
        </p:nvSpPr>
        <p:spPr>
          <a:xfrm>
            <a:off x="781113" y="3060825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11111"/>
                </a:solidFill>
              </a:rPr>
              <a:t>Test First Development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80" name="Shape 4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" name="Google Shape;4481;p184"/>
          <p:cNvSpPr txBox="1"/>
          <p:nvPr/>
        </p:nvSpPr>
        <p:spPr>
          <a:xfrm>
            <a:off x="508000" y="497522"/>
            <a:ext cx="12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How Google Tests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2" name="Google Shape;4482;p184"/>
          <p:cNvSpPr txBox="1"/>
          <p:nvPr>
            <p:ph type="title"/>
          </p:nvPr>
        </p:nvSpPr>
        <p:spPr>
          <a:xfrm>
            <a:off x="1794188" y="877025"/>
            <a:ext cx="5104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rgbClr val="EFB408"/>
                </a:solidFill>
                <a:latin typeface="Lexend"/>
                <a:ea typeface="Lexend"/>
                <a:cs typeface="Lexend"/>
                <a:sym typeface="Lexend"/>
              </a:rPr>
              <a:t>Unit Testing: Best practices</a:t>
            </a:r>
            <a:endParaRPr b="0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3" name="Google Shape;4483;p184"/>
          <p:cNvSpPr txBox="1"/>
          <p:nvPr>
            <p:ph idx="1" type="body"/>
          </p:nvPr>
        </p:nvSpPr>
        <p:spPr>
          <a:xfrm>
            <a:off x="803615" y="1650570"/>
            <a:ext cx="6088500" cy="25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175">
            <a:spAutoFit/>
          </a:bodyPr>
          <a:lstStyle/>
          <a:p>
            <a:pPr indent="0" lvl="0" marL="469900" marR="81280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Focussed: One behaviour at a time, not one function at a time. 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81280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Tests should focus on public APIs.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106680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Tests names should summarize the behavior and outcome. 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106680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Follow this flow in your tests: setup -&gt; act -&gt; assert.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Create class constants if some values are referred in more than one test.</a:t>
            </a:r>
            <a:r>
              <a:rPr b="0" lang="es" sz="1400">
                <a:latin typeface="Arial"/>
                <a:ea typeface="Arial"/>
                <a:cs typeface="Arial"/>
                <a:sym typeface="Arial"/>
              </a:rPr>
              <a:t> 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Assume your dependencies are tested!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s" sz="1400">
                <a:latin typeface="Arial"/>
                <a:ea typeface="Arial"/>
                <a:cs typeface="Arial"/>
                <a:sym typeface="Arial"/>
              </a:rPr>
              <a:t>Fast: No one run slow tests.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4" name="Google Shape;4484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06" y="1788652"/>
            <a:ext cx="142875" cy="1558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85" name="Google Shape;4485;p184"/>
          <p:cNvSpPr txBox="1"/>
          <p:nvPr>
            <p:ph idx="11" type="ftr"/>
          </p:nvPr>
        </p:nvSpPr>
        <p:spPr>
          <a:xfrm>
            <a:off x="6986505" y="4612953"/>
            <a:ext cx="165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Felipe Garay // Software Engineer - Google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89" name="Shape 4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0" name="Google Shape;4490;p185"/>
          <p:cNvSpPr txBox="1"/>
          <p:nvPr/>
        </p:nvSpPr>
        <p:spPr>
          <a:xfrm>
            <a:off x="508000" y="497522"/>
            <a:ext cx="12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How Google Tests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1" name="Google Shape;4491;p185"/>
          <p:cNvSpPr txBox="1"/>
          <p:nvPr>
            <p:ph type="title"/>
          </p:nvPr>
        </p:nvSpPr>
        <p:spPr>
          <a:xfrm>
            <a:off x="703640" y="769329"/>
            <a:ext cx="77367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7300">
            <a:spAutoFit/>
          </a:bodyPr>
          <a:lstStyle/>
          <a:p>
            <a:pPr indent="0" lvl="0" marL="2273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rgbClr val="42C366"/>
                </a:solidFill>
                <a:latin typeface="Lexend"/>
                <a:ea typeface="Lexend"/>
                <a:cs typeface="Lexend"/>
                <a:sym typeface="Lexend"/>
              </a:rPr>
              <a:t>Integration Testing</a:t>
            </a:r>
            <a:endParaRPr b="0" sz="2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92" name="Google Shape;4492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838" y="2400587"/>
            <a:ext cx="47625" cy="4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3" name="Google Shape;4493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838" y="2629187"/>
            <a:ext cx="47625" cy="476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4" name="Google Shape;4494;p185"/>
          <p:cNvSpPr txBox="1"/>
          <p:nvPr/>
        </p:nvSpPr>
        <p:spPr>
          <a:xfrm>
            <a:off x="2652699" y="2270088"/>
            <a:ext cx="6441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latin typeface="Arial"/>
                <a:ea typeface="Arial"/>
                <a:cs typeface="Arial"/>
                <a:sym typeface="Arial"/>
              </a:rPr>
              <a:t>It is not focussed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: can touch multiple behaviors.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s" sz="1400">
                <a:latin typeface="Arial"/>
                <a:ea typeface="Arial"/>
                <a:cs typeface="Arial"/>
                <a:sym typeface="Arial"/>
              </a:rPr>
              <a:t>It is not hermetic: 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Needs to bring up other dependencies (other services).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5" name="Google Shape;4495;p185"/>
          <p:cNvGrpSpPr/>
          <p:nvPr/>
        </p:nvGrpSpPr>
        <p:grpSpPr>
          <a:xfrm>
            <a:off x="906242" y="1954159"/>
            <a:ext cx="1185863" cy="1185545"/>
            <a:chOff x="1812483" y="3908318"/>
            <a:chExt cx="2371725" cy="2371090"/>
          </a:xfrm>
        </p:grpSpPr>
        <p:sp>
          <p:nvSpPr>
            <p:cNvPr id="4496" name="Google Shape;4496;p185"/>
            <p:cNvSpPr/>
            <p:nvPr/>
          </p:nvSpPr>
          <p:spPr>
            <a:xfrm>
              <a:off x="1812483" y="3908318"/>
              <a:ext cx="2371725" cy="2371090"/>
            </a:xfrm>
            <a:custGeom>
              <a:rect b="b" l="l" r="r" t="t"/>
              <a:pathLst>
                <a:path extrusionOk="0" h="2371090" w="2371725">
                  <a:moveTo>
                    <a:pt x="1185414" y="2370828"/>
                  </a:moveTo>
                  <a:lnTo>
                    <a:pt x="1137744" y="2369886"/>
                  </a:lnTo>
                  <a:lnTo>
                    <a:pt x="1090552" y="2367085"/>
                  </a:lnTo>
                  <a:lnTo>
                    <a:pt x="1043873" y="2362461"/>
                  </a:lnTo>
                  <a:lnTo>
                    <a:pt x="997741" y="2356048"/>
                  </a:lnTo>
                  <a:lnTo>
                    <a:pt x="952193" y="2347882"/>
                  </a:lnTo>
                  <a:lnTo>
                    <a:pt x="907264" y="2337998"/>
                  </a:lnTo>
                  <a:lnTo>
                    <a:pt x="862989" y="2326433"/>
                  </a:lnTo>
                  <a:lnTo>
                    <a:pt x="819404" y="2313221"/>
                  </a:lnTo>
                  <a:lnTo>
                    <a:pt x="776544" y="2298398"/>
                  </a:lnTo>
                  <a:lnTo>
                    <a:pt x="734444" y="2281998"/>
                  </a:lnTo>
                  <a:lnTo>
                    <a:pt x="693141" y="2264059"/>
                  </a:lnTo>
                  <a:lnTo>
                    <a:pt x="652669" y="2244615"/>
                  </a:lnTo>
                  <a:lnTo>
                    <a:pt x="613064" y="2223701"/>
                  </a:lnTo>
                  <a:lnTo>
                    <a:pt x="574362" y="2201353"/>
                  </a:lnTo>
                  <a:lnTo>
                    <a:pt x="536597" y="2177607"/>
                  </a:lnTo>
                  <a:lnTo>
                    <a:pt x="499806" y="2152498"/>
                  </a:lnTo>
                  <a:lnTo>
                    <a:pt x="464024" y="2126061"/>
                  </a:lnTo>
                  <a:lnTo>
                    <a:pt x="429285" y="2098331"/>
                  </a:lnTo>
                  <a:lnTo>
                    <a:pt x="395626" y="2069345"/>
                  </a:lnTo>
                  <a:lnTo>
                    <a:pt x="363082" y="2039138"/>
                  </a:lnTo>
                  <a:lnTo>
                    <a:pt x="331689" y="2007745"/>
                  </a:lnTo>
                  <a:lnTo>
                    <a:pt x="301482" y="1975201"/>
                  </a:lnTo>
                  <a:lnTo>
                    <a:pt x="272496" y="1941542"/>
                  </a:lnTo>
                  <a:lnTo>
                    <a:pt x="244766" y="1906804"/>
                  </a:lnTo>
                  <a:lnTo>
                    <a:pt x="218329" y="1871021"/>
                  </a:lnTo>
                  <a:lnTo>
                    <a:pt x="193220" y="1834230"/>
                  </a:lnTo>
                  <a:lnTo>
                    <a:pt x="169474" y="1796465"/>
                  </a:lnTo>
                  <a:lnTo>
                    <a:pt x="147126" y="1757763"/>
                  </a:lnTo>
                  <a:lnTo>
                    <a:pt x="126212" y="1718158"/>
                  </a:lnTo>
                  <a:lnTo>
                    <a:pt x="106768" y="1677686"/>
                  </a:lnTo>
                  <a:lnTo>
                    <a:pt x="88829" y="1636383"/>
                  </a:lnTo>
                  <a:lnTo>
                    <a:pt x="72429" y="1594283"/>
                  </a:lnTo>
                  <a:lnTo>
                    <a:pt x="57606" y="1551423"/>
                  </a:lnTo>
                  <a:lnTo>
                    <a:pt x="44394" y="1507838"/>
                  </a:lnTo>
                  <a:lnTo>
                    <a:pt x="32829" y="1463563"/>
                  </a:lnTo>
                  <a:lnTo>
                    <a:pt x="22945" y="1418634"/>
                  </a:lnTo>
                  <a:lnTo>
                    <a:pt x="14779" y="1373086"/>
                  </a:lnTo>
                  <a:lnTo>
                    <a:pt x="8366" y="1326954"/>
                  </a:lnTo>
                  <a:lnTo>
                    <a:pt x="3742" y="1280275"/>
                  </a:lnTo>
                  <a:lnTo>
                    <a:pt x="941" y="1233083"/>
                  </a:lnTo>
                  <a:lnTo>
                    <a:pt x="0" y="1185414"/>
                  </a:lnTo>
                  <a:lnTo>
                    <a:pt x="941" y="1137744"/>
                  </a:lnTo>
                  <a:lnTo>
                    <a:pt x="3742" y="1090552"/>
                  </a:lnTo>
                  <a:lnTo>
                    <a:pt x="8366" y="1043873"/>
                  </a:lnTo>
                  <a:lnTo>
                    <a:pt x="14779" y="997741"/>
                  </a:lnTo>
                  <a:lnTo>
                    <a:pt x="22945" y="952193"/>
                  </a:lnTo>
                  <a:lnTo>
                    <a:pt x="32829" y="907264"/>
                  </a:lnTo>
                  <a:lnTo>
                    <a:pt x="44394" y="862989"/>
                  </a:lnTo>
                  <a:lnTo>
                    <a:pt x="57606" y="819404"/>
                  </a:lnTo>
                  <a:lnTo>
                    <a:pt x="72429" y="776544"/>
                  </a:lnTo>
                  <a:lnTo>
                    <a:pt x="88829" y="734444"/>
                  </a:lnTo>
                  <a:lnTo>
                    <a:pt x="106768" y="693141"/>
                  </a:lnTo>
                  <a:lnTo>
                    <a:pt x="126212" y="652669"/>
                  </a:lnTo>
                  <a:lnTo>
                    <a:pt x="147126" y="613064"/>
                  </a:lnTo>
                  <a:lnTo>
                    <a:pt x="169474" y="574362"/>
                  </a:lnTo>
                  <a:lnTo>
                    <a:pt x="193220" y="536597"/>
                  </a:lnTo>
                  <a:lnTo>
                    <a:pt x="218329" y="499806"/>
                  </a:lnTo>
                  <a:lnTo>
                    <a:pt x="244766" y="464024"/>
                  </a:lnTo>
                  <a:lnTo>
                    <a:pt x="272496" y="429285"/>
                  </a:lnTo>
                  <a:lnTo>
                    <a:pt x="301482" y="395626"/>
                  </a:lnTo>
                  <a:lnTo>
                    <a:pt x="331689" y="363082"/>
                  </a:lnTo>
                  <a:lnTo>
                    <a:pt x="363082" y="331689"/>
                  </a:lnTo>
                  <a:lnTo>
                    <a:pt x="395626" y="301482"/>
                  </a:lnTo>
                  <a:lnTo>
                    <a:pt x="429285" y="272496"/>
                  </a:lnTo>
                  <a:lnTo>
                    <a:pt x="464024" y="244766"/>
                  </a:lnTo>
                  <a:lnTo>
                    <a:pt x="499806" y="218329"/>
                  </a:lnTo>
                  <a:lnTo>
                    <a:pt x="536597" y="193220"/>
                  </a:lnTo>
                  <a:lnTo>
                    <a:pt x="574362" y="169474"/>
                  </a:lnTo>
                  <a:lnTo>
                    <a:pt x="613064" y="147126"/>
                  </a:lnTo>
                  <a:lnTo>
                    <a:pt x="652669" y="126212"/>
                  </a:lnTo>
                  <a:lnTo>
                    <a:pt x="693141" y="106768"/>
                  </a:lnTo>
                  <a:lnTo>
                    <a:pt x="734444" y="88829"/>
                  </a:lnTo>
                  <a:lnTo>
                    <a:pt x="776544" y="72429"/>
                  </a:lnTo>
                  <a:lnTo>
                    <a:pt x="819404" y="57606"/>
                  </a:lnTo>
                  <a:lnTo>
                    <a:pt x="862989" y="44394"/>
                  </a:lnTo>
                  <a:lnTo>
                    <a:pt x="907264" y="32829"/>
                  </a:lnTo>
                  <a:lnTo>
                    <a:pt x="952193" y="22945"/>
                  </a:lnTo>
                  <a:lnTo>
                    <a:pt x="997741" y="14779"/>
                  </a:lnTo>
                  <a:lnTo>
                    <a:pt x="1043873" y="8366"/>
                  </a:lnTo>
                  <a:lnTo>
                    <a:pt x="1090552" y="3742"/>
                  </a:lnTo>
                  <a:lnTo>
                    <a:pt x="1137744" y="941"/>
                  </a:lnTo>
                  <a:lnTo>
                    <a:pt x="1185414" y="0"/>
                  </a:lnTo>
                  <a:lnTo>
                    <a:pt x="1233147" y="941"/>
                  </a:lnTo>
                  <a:lnTo>
                    <a:pt x="1280400" y="3742"/>
                  </a:lnTo>
                  <a:lnTo>
                    <a:pt x="1327137" y="8366"/>
                  </a:lnTo>
                  <a:lnTo>
                    <a:pt x="1373324" y="14779"/>
                  </a:lnTo>
                  <a:lnTo>
                    <a:pt x="1418924" y="22945"/>
                  </a:lnTo>
                  <a:lnTo>
                    <a:pt x="1463902" y="32829"/>
                  </a:lnTo>
                  <a:lnTo>
                    <a:pt x="1508224" y="44394"/>
                  </a:lnTo>
                  <a:lnTo>
                    <a:pt x="1551853" y="57606"/>
                  </a:lnTo>
                  <a:lnTo>
                    <a:pt x="1594754" y="72429"/>
                  </a:lnTo>
                  <a:lnTo>
                    <a:pt x="1636892" y="88829"/>
                  </a:lnTo>
                  <a:lnTo>
                    <a:pt x="1678231" y="106768"/>
                  </a:lnTo>
                  <a:lnTo>
                    <a:pt x="1718737" y="126212"/>
                  </a:lnTo>
                  <a:lnTo>
                    <a:pt x="1758374" y="147126"/>
                  </a:lnTo>
                  <a:lnTo>
                    <a:pt x="1797106" y="169474"/>
                  </a:lnTo>
                  <a:lnTo>
                    <a:pt x="1834898" y="193220"/>
                  </a:lnTo>
                  <a:lnTo>
                    <a:pt x="1871714" y="218329"/>
                  </a:lnTo>
                  <a:lnTo>
                    <a:pt x="1907520" y="244766"/>
                  </a:lnTo>
                  <a:lnTo>
                    <a:pt x="1942280" y="272496"/>
                  </a:lnTo>
                  <a:lnTo>
                    <a:pt x="1975959" y="301482"/>
                  </a:lnTo>
                  <a:lnTo>
                    <a:pt x="2008521" y="331689"/>
                  </a:lnTo>
                  <a:lnTo>
                    <a:pt x="2039931" y="363082"/>
                  </a:lnTo>
                  <a:lnTo>
                    <a:pt x="2070153" y="395626"/>
                  </a:lnTo>
                  <a:lnTo>
                    <a:pt x="2099152" y="429285"/>
                  </a:lnTo>
                  <a:lnTo>
                    <a:pt x="2126894" y="464024"/>
                  </a:lnTo>
                  <a:lnTo>
                    <a:pt x="2153341" y="499806"/>
                  </a:lnTo>
                  <a:lnTo>
                    <a:pt x="2178460" y="536597"/>
                  </a:lnTo>
                  <a:lnTo>
                    <a:pt x="2202214" y="574362"/>
                  </a:lnTo>
                  <a:lnTo>
                    <a:pt x="2224569" y="613064"/>
                  </a:lnTo>
                  <a:lnTo>
                    <a:pt x="2245489" y="652669"/>
                  </a:lnTo>
                  <a:lnTo>
                    <a:pt x="2264938" y="693141"/>
                  </a:lnTo>
                  <a:lnTo>
                    <a:pt x="2282882" y="734444"/>
                  </a:lnTo>
                  <a:lnTo>
                    <a:pt x="2299285" y="776544"/>
                  </a:lnTo>
                  <a:lnTo>
                    <a:pt x="2314111" y="819404"/>
                  </a:lnTo>
                  <a:lnTo>
                    <a:pt x="2327325" y="862989"/>
                  </a:lnTo>
                  <a:lnTo>
                    <a:pt x="2338892" y="907264"/>
                  </a:lnTo>
                  <a:lnTo>
                    <a:pt x="2348777" y="952193"/>
                  </a:lnTo>
                  <a:lnTo>
                    <a:pt x="2356944" y="997741"/>
                  </a:lnTo>
                  <a:lnTo>
                    <a:pt x="2363357" y="1043873"/>
                  </a:lnTo>
                  <a:lnTo>
                    <a:pt x="2367982" y="1090552"/>
                  </a:lnTo>
                  <a:lnTo>
                    <a:pt x="2370783" y="1137744"/>
                  </a:lnTo>
                  <a:lnTo>
                    <a:pt x="2371724" y="1185414"/>
                  </a:lnTo>
                  <a:lnTo>
                    <a:pt x="2371374" y="1216853"/>
                  </a:lnTo>
                  <a:lnTo>
                    <a:pt x="2370267" y="1247957"/>
                  </a:lnTo>
                  <a:lnTo>
                    <a:pt x="2368320" y="1278725"/>
                  </a:lnTo>
                  <a:lnTo>
                    <a:pt x="2365447" y="1309156"/>
                  </a:lnTo>
                  <a:lnTo>
                    <a:pt x="2316619" y="1315211"/>
                  </a:lnTo>
                  <a:lnTo>
                    <a:pt x="2268428" y="1323221"/>
                  </a:lnTo>
                  <a:lnTo>
                    <a:pt x="2220915" y="1333145"/>
                  </a:lnTo>
                  <a:lnTo>
                    <a:pt x="2174121" y="1344942"/>
                  </a:lnTo>
                  <a:lnTo>
                    <a:pt x="2128088" y="1358570"/>
                  </a:lnTo>
                  <a:lnTo>
                    <a:pt x="2082856" y="1373988"/>
                  </a:lnTo>
                  <a:lnTo>
                    <a:pt x="2038468" y="1391154"/>
                  </a:lnTo>
                  <a:lnTo>
                    <a:pt x="1994963" y="1410028"/>
                  </a:lnTo>
                  <a:lnTo>
                    <a:pt x="1952384" y="1430567"/>
                  </a:lnTo>
                  <a:lnTo>
                    <a:pt x="1910771" y="1452731"/>
                  </a:lnTo>
                  <a:lnTo>
                    <a:pt x="1870166" y="1476479"/>
                  </a:lnTo>
                  <a:lnTo>
                    <a:pt x="1830610" y="1501768"/>
                  </a:lnTo>
                  <a:lnTo>
                    <a:pt x="1792145" y="1528558"/>
                  </a:lnTo>
                  <a:lnTo>
                    <a:pt x="1754810" y="1556806"/>
                  </a:lnTo>
                  <a:lnTo>
                    <a:pt x="1718648" y="1586473"/>
                  </a:lnTo>
                  <a:lnTo>
                    <a:pt x="1683700" y="1617516"/>
                  </a:lnTo>
                  <a:lnTo>
                    <a:pt x="1650007" y="1649895"/>
                  </a:lnTo>
                  <a:lnTo>
                    <a:pt x="1617610" y="1683567"/>
                  </a:lnTo>
                  <a:lnTo>
                    <a:pt x="1586550" y="1718492"/>
                  </a:lnTo>
                  <a:lnTo>
                    <a:pt x="1556869" y="1754628"/>
                  </a:lnTo>
                  <a:lnTo>
                    <a:pt x="1528608" y="1791933"/>
                  </a:lnTo>
                  <a:lnTo>
                    <a:pt x="1501808" y="1830367"/>
                  </a:lnTo>
                  <a:lnTo>
                    <a:pt x="1476509" y="1869889"/>
                  </a:lnTo>
                  <a:lnTo>
                    <a:pt x="1452754" y="1910456"/>
                  </a:lnTo>
                  <a:lnTo>
                    <a:pt x="1430584" y="1952027"/>
                  </a:lnTo>
                  <a:lnTo>
                    <a:pt x="1410040" y="1994562"/>
                  </a:lnTo>
                  <a:lnTo>
                    <a:pt x="1391162" y="2038018"/>
                  </a:lnTo>
                  <a:lnTo>
                    <a:pt x="1373993" y="2082355"/>
                  </a:lnTo>
                  <a:lnTo>
                    <a:pt x="1358573" y="2127531"/>
                  </a:lnTo>
                  <a:lnTo>
                    <a:pt x="1344943" y="2173505"/>
                  </a:lnTo>
                  <a:lnTo>
                    <a:pt x="1333146" y="2220235"/>
                  </a:lnTo>
                  <a:lnTo>
                    <a:pt x="1323221" y="2267680"/>
                  </a:lnTo>
                  <a:lnTo>
                    <a:pt x="1315211" y="2315799"/>
                  </a:lnTo>
                  <a:lnTo>
                    <a:pt x="1309156" y="2364551"/>
                  </a:lnTo>
                  <a:lnTo>
                    <a:pt x="1278220" y="2367423"/>
                  </a:lnTo>
                  <a:lnTo>
                    <a:pt x="1247285" y="2369370"/>
                  </a:lnTo>
                  <a:lnTo>
                    <a:pt x="1216349" y="2370477"/>
                  </a:lnTo>
                  <a:lnTo>
                    <a:pt x="1185414" y="2370828"/>
                  </a:lnTo>
                  <a:close/>
                </a:path>
              </a:pathLst>
            </a:custGeom>
            <a:solidFill>
              <a:srgbClr val="34A1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497" name="Google Shape;4497;p185"/>
            <p:cNvSpPr/>
            <p:nvPr/>
          </p:nvSpPr>
          <p:spPr>
            <a:xfrm>
              <a:off x="3121639" y="5217474"/>
              <a:ext cx="1056639" cy="1056639"/>
            </a:xfrm>
            <a:custGeom>
              <a:rect b="b" l="l" r="r" t="t"/>
              <a:pathLst>
                <a:path extrusionOk="0" h="1056639" w="1056639">
                  <a:moveTo>
                    <a:pt x="0" y="1056291"/>
                  </a:moveTo>
                  <a:lnTo>
                    <a:pt x="6057" y="1007463"/>
                  </a:lnTo>
                  <a:lnTo>
                    <a:pt x="14074" y="959272"/>
                  </a:lnTo>
                  <a:lnTo>
                    <a:pt x="24009" y="911759"/>
                  </a:lnTo>
                  <a:lnTo>
                    <a:pt x="35820" y="864965"/>
                  </a:lnTo>
                  <a:lnTo>
                    <a:pt x="49466" y="818932"/>
                  </a:lnTo>
                  <a:lnTo>
                    <a:pt x="64906" y="773700"/>
                  </a:lnTo>
                  <a:lnTo>
                    <a:pt x="82097" y="729311"/>
                  </a:lnTo>
                  <a:lnTo>
                    <a:pt x="100997" y="685807"/>
                  </a:lnTo>
                  <a:lnTo>
                    <a:pt x="121567" y="643228"/>
                  </a:lnTo>
                  <a:lnTo>
                    <a:pt x="143763" y="601615"/>
                  </a:lnTo>
                  <a:lnTo>
                    <a:pt x="167544" y="561010"/>
                  </a:lnTo>
                  <a:lnTo>
                    <a:pt x="192868" y="521454"/>
                  </a:lnTo>
                  <a:lnTo>
                    <a:pt x="219695" y="482988"/>
                  </a:lnTo>
                  <a:lnTo>
                    <a:pt x="247981" y="445654"/>
                  </a:lnTo>
                  <a:lnTo>
                    <a:pt x="277687" y="409492"/>
                  </a:lnTo>
                  <a:lnTo>
                    <a:pt x="308769" y="374544"/>
                  </a:lnTo>
                  <a:lnTo>
                    <a:pt x="341187" y="340851"/>
                  </a:lnTo>
                  <a:lnTo>
                    <a:pt x="374899" y="308454"/>
                  </a:lnTo>
                  <a:lnTo>
                    <a:pt x="409863" y="277394"/>
                  </a:lnTo>
                  <a:lnTo>
                    <a:pt x="446037" y="247713"/>
                  </a:lnTo>
                  <a:lnTo>
                    <a:pt x="483381" y="219452"/>
                  </a:lnTo>
                  <a:lnTo>
                    <a:pt x="521852" y="192651"/>
                  </a:lnTo>
                  <a:lnTo>
                    <a:pt x="561409" y="167353"/>
                  </a:lnTo>
                  <a:lnTo>
                    <a:pt x="602009" y="143598"/>
                  </a:lnTo>
                  <a:lnTo>
                    <a:pt x="643613" y="121428"/>
                  </a:lnTo>
                  <a:lnTo>
                    <a:pt x="686177" y="100883"/>
                  </a:lnTo>
                  <a:lnTo>
                    <a:pt x="729661" y="82006"/>
                  </a:lnTo>
                  <a:lnTo>
                    <a:pt x="774022" y="64837"/>
                  </a:lnTo>
                  <a:lnTo>
                    <a:pt x="819219" y="49417"/>
                  </a:lnTo>
                  <a:lnTo>
                    <a:pt x="865211" y="35787"/>
                  </a:lnTo>
                  <a:lnTo>
                    <a:pt x="911956" y="23990"/>
                  </a:lnTo>
                  <a:lnTo>
                    <a:pt x="959412" y="14065"/>
                  </a:lnTo>
                  <a:lnTo>
                    <a:pt x="1007538" y="6055"/>
                  </a:lnTo>
                  <a:lnTo>
                    <a:pt x="1056291" y="0"/>
                  </a:lnTo>
                  <a:lnTo>
                    <a:pt x="0" y="1056291"/>
                  </a:lnTo>
                  <a:close/>
                </a:path>
              </a:pathLst>
            </a:custGeom>
            <a:solidFill>
              <a:srgbClr val="A8D9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498" name="Google Shape;4498;p185"/>
          <p:cNvSpPr txBox="1"/>
          <p:nvPr/>
        </p:nvSpPr>
        <p:spPr>
          <a:xfrm>
            <a:off x="1048363" y="2411610"/>
            <a:ext cx="901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focussed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9" name="Google Shape;4499;p185"/>
          <p:cNvGrpSpPr/>
          <p:nvPr/>
        </p:nvGrpSpPr>
        <p:grpSpPr>
          <a:xfrm>
            <a:off x="1855222" y="2946240"/>
            <a:ext cx="1185863" cy="1185545"/>
            <a:chOff x="3710445" y="5892480"/>
            <a:chExt cx="2371725" cy="2371090"/>
          </a:xfrm>
        </p:grpSpPr>
        <p:sp>
          <p:nvSpPr>
            <p:cNvPr id="4500" name="Google Shape;4500;p185"/>
            <p:cNvSpPr/>
            <p:nvPr/>
          </p:nvSpPr>
          <p:spPr>
            <a:xfrm>
              <a:off x="3710445" y="5892480"/>
              <a:ext cx="2371725" cy="2371090"/>
            </a:xfrm>
            <a:custGeom>
              <a:rect b="b" l="l" r="r" t="t"/>
              <a:pathLst>
                <a:path extrusionOk="0" h="2371090" w="2371725">
                  <a:moveTo>
                    <a:pt x="1185414" y="2370828"/>
                  </a:moveTo>
                  <a:lnTo>
                    <a:pt x="1137744" y="2369886"/>
                  </a:lnTo>
                  <a:lnTo>
                    <a:pt x="1090552" y="2367085"/>
                  </a:lnTo>
                  <a:lnTo>
                    <a:pt x="1043873" y="2362461"/>
                  </a:lnTo>
                  <a:lnTo>
                    <a:pt x="997741" y="2356048"/>
                  </a:lnTo>
                  <a:lnTo>
                    <a:pt x="952193" y="2347882"/>
                  </a:lnTo>
                  <a:lnTo>
                    <a:pt x="907264" y="2337998"/>
                  </a:lnTo>
                  <a:lnTo>
                    <a:pt x="862989" y="2326433"/>
                  </a:lnTo>
                  <a:lnTo>
                    <a:pt x="819404" y="2313221"/>
                  </a:lnTo>
                  <a:lnTo>
                    <a:pt x="776544" y="2298398"/>
                  </a:lnTo>
                  <a:lnTo>
                    <a:pt x="734444" y="2281998"/>
                  </a:lnTo>
                  <a:lnTo>
                    <a:pt x="693141" y="2264059"/>
                  </a:lnTo>
                  <a:lnTo>
                    <a:pt x="652669" y="2244615"/>
                  </a:lnTo>
                  <a:lnTo>
                    <a:pt x="613064" y="2223701"/>
                  </a:lnTo>
                  <a:lnTo>
                    <a:pt x="574362" y="2201353"/>
                  </a:lnTo>
                  <a:lnTo>
                    <a:pt x="536597" y="2177607"/>
                  </a:lnTo>
                  <a:lnTo>
                    <a:pt x="499806" y="2152498"/>
                  </a:lnTo>
                  <a:lnTo>
                    <a:pt x="464024" y="2126061"/>
                  </a:lnTo>
                  <a:lnTo>
                    <a:pt x="429285" y="2098331"/>
                  </a:lnTo>
                  <a:lnTo>
                    <a:pt x="395626" y="2069345"/>
                  </a:lnTo>
                  <a:lnTo>
                    <a:pt x="363082" y="2039138"/>
                  </a:lnTo>
                  <a:lnTo>
                    <a:pt x="331689" y="2007745"/>
                  </a:lnTo>
                  <a:lnTo>
                    <a:pt x="301482" y="1975201"/>
                  </a:lnTo>
                  <a:lnTo>
                    <a:pt x="272496" y="1941542"/>
                  </a:lnTo>
                  <a:lnTo>
                    <a:pt x="244766" y="1906804"/>
                  </a:lnTo>
                  <a:lnTo>
                    <a:pt x="218329" y="1871021"/>
                  </a:lnTo>
                  <a:lnTo>
                    <a:pt x="193220" y="1834230"/>
                  </a:lnTo>
                  <a:lnTo>
                    <a:pt x="169474" y="1796465"/>
                  </a:lnTo>
                  <a:lnTo>
                    <a:pt x="147126" y="1757763"/>
                  </a:lnTo>
                  <a:lnTo>
                    <a:pt x="126212" y="1718158"/>
                  </a:lnTo>
                  <a:lnTo>
                    <a:pt x="106768" y="1677686"/>
                  </a:lnTo>
                  <a:lnTo>
                    <a:pt x="88829" y="1636383"/>
                  </a:lnTo>
                  <a:lnTo>
                    <a:pt x="72429" y="1594283"/>
                  </a:lnTo>
                  <a:lnTo>
                    <a:pt x="57606" y="1551423"/>
                  </a:lnTo>
                  <a:lnTo>
                    <a:pt x="44394" y="1507838"/>
                  </a:lnTo>
                  <a:lnTo>
                    <a:pt x="32829" y="1463563"/>
                  </a:lnTo>
                  <a:lnTo>
                    <a:pt x="22945" y="1418634"/>
                  </a:lnTo>
                  <a:lnTo>
                    <a:pt x="14779" y="1373086"/>
                  </a:lnTo>
                  <a:lnTo>
                    <a:pt x="8366" y="1326954"/>
                  </a:lnTo>
                  <a:lnTo>
                    <a:pt x="3742" y="1280275"/>
                  </a:lnTo>
                  <a:lnTo>
                    <a:pt x="941" y="1233083"/>
                  </a:lnTo>
                  <a:lnTo>
                    <a:pt x="0" y="1185414"/>
                  </a:lnTo>
                  <a:lnTo>
                    <a:pt x="941" y="1137744"/>
                  </a:lnTo>
                  <a:lnTo>
                    <a:pt x="3742" y="1090552"/>
                  </a:lnTo>
                  <a:lnTo>
                    <a:pt x="8366" y="1043873"/>
                  </a:lnTo>
                  <a:lnTo>
                    <a:pt x="14779" y="997741"/>
                  </a:lnTo>
                  <a:lnTo>
                    <a:pt x="22945" y="952193"/>
                  </a:lnTo>
                  <a:lnTo>
                    <a:pt x="32829" y="907264"/>
                  </a:lnTo>
                  <a:lnTo>
                    <a:pt x="44394" y="862989"/>
                  </a:lnTo>
                  <a:lnTo>
                    <a:pt x="57606" y="819404"/>
                  </a:lnTo>
                  <a:lnTo>
                    <a:pt x="72429" y="776544"/>
                  </a:lnTo>
                  <a:lnTo>
                    <a:pt x="88829" y="734444"/>
                  </a:lnTo>
                  <a:lnTo>
                    <a:pt x="106768" y="693141"/>
                  </a:lnTo>
                  <a:lnTo>
                    <a:pt x="126212" y="652669"/>
                  </a:lnTo>
                  <a:lnTo>
                    <a:pt x="147126" y="613064"/>
                  </a:lnTo>
                  <a:lnTo>
                    <a:pt x="169474" y="574362"/>
                  </a:lnTo>
                  <a:lnTo>
                    <a:pt x="193220" y="536597"/>
                  </a:lnTo>
                  <a:lnTo>
                    <a:pt x="218329" y="499806"/>
                  </a:lnTo>
                  <a:lnTo>
                    <a:pt x="244766" y="464024"/>
                  </a:lnTo>
                  <a:lnTo>
                    <a:pt x="272496" y="429285"/>
                  </a:lnTo>
                  <a:lnTo>
                    <a:pt x="301482" y="395626"/>
                  </a:lnTo>
                  <a:lnTo>
                    <a:pt x="331689" y="363082"/>
                  </a:lnTo>
                  <a:lnTo>
                    <a:pt x="363082" y="331689"/>
                  </a:lnTo>
                  <a:lnTo>
                    <a:pt x="395626" y="301482"/>
                  </a:lnTo>
                  <a:lnTo>
                    <a:pt x="429285" y="272496"/>
                  </a:lnTo>
                  <a:lnTo>
                    <a:pt x="464024" y="244766"/>
                  </a:lnTo>
                  <a:lnTo>
                    <a:pt x="499806" y="218329"/>
                  </a:lnTo>
                  <a:lnTo>
                    <a:pt x="536597" y="193220"/>
                  </a:lnTo>
                  <a:lnTo>
                    <a:pt x="574362" y="169474"/>
                  </a:lnTo>
                  <a:lnTo>
                    <a:pt x="613064" y="147126"/>
                  </a:lnTo>
                  <a:lnTo>
                    <a:pt x="652669" y="126212"/>
                  </a:lnTo>
                  <a:lnTo>
                    <a:pt x="693141" y="106768"/>
                  </a:lnTo>
                  <a:lnTo>
                    <a:pt x="734444" y="88829"/>
                  </a:lnTo>
                  <a:lnTo>
                    <a:pt x="776544" y="72429"/>
                  </a:lnTo>
                  <a:lnTo>
                    <a:pt x="819404" y="57606"/>
                  </a:lnTo>
                  <a:lnTo>
                    <a:pt x="862989" y="44394"/>
                  </a:lnTo>
                  <a:lnTo>
                    <a:pt x="907264" y="32829"/>
                  </a:lnTo>
                  <a:lnTo>
                    <a:pt x="952193" y="22945"/>
                  </a:lnTo>
                  <a:lnTo>
                    <a:pt x="997741" y="14779"/>
                  </a:lnTo>
                  <a:lnTo>
                    <a:pt x="1043873" y="8366"/>
                  </a:lnTo>
                  <a:lnTo>
                    <a:pt x="1090552" y="3742"/>
                  </a:lnTo>
                  <a:lnTo>
                    <a:pt x="1137744" y="941"/>
                  </a:lnTo>
                  <a:lnTo>
                    <a:pt x="1185414" y="0"/>
                  </a:lnTo>
                  <a:lnTo>
                    <a:pt x="1233147" y="941"/>
                  </a:lnTo>
                  <a:lnTo>
                    <a:pt x="1280400" y="3742"/>
                  </a:lnTo>
                  <a:lnTo>
                    <a:pt x="1327137" y="8366"/>
                  </a:lnTo>
                  <a:lnTo>
                    <a:pt x="1373324" y="14779"/>
                  </a:lnTo>
                  <a:lnTo>
                    <a:pt x="1418924" y="22945"/>
                  </a:lnTo>
                  <a:lnTo>
                    <a:pt x="1463902" y="32829"/>
                  </a:lnTo>
                  <a:lnTo>
                    <a:pt x="1508224" y="44394"/>
                  </a:lnTo>
                  <a:lnTo>
                    <a:pt x="1551853" y="57606"/>
                  </a:lnTo>
                  <a:lnTo>
                    <a:pt x="1594754" y="72429"/>
                  </a:lnTo>
                  <a:lnTo>
                    <a:pt x="1636892" y="88829"/>
                  </a:lnTo>
                  <a:lnTo>
                    <a:pt x="1678231" y="106768"/>
                  </a:lnTo>
                  <a:lnTo>
                    <a:pt x="1718737" y="126212"/>
                  </a:lnTo>
                  <a:lnTo>
                    <a:pt x="1758374" y="147126"/>
                  </a:lnTo>
                  <a:lnTo>
                    <a:pt x="1797106" y="169474"/>
                  </a:lnTo>
                  <a:lnTo>
                    <a:pt x="1834898" y="193220"/>
                  </a:lnTo>
                  <a:lnTo>
                    <a:pt x="1871714" y="218329"/>
                  </a:lnTo>
                  <a:lnTo>
                    <a:pt x="1907520" y="244766"/>
                  </a:lnTo>
                  <a:lnTo>
                    <a:pt x="1942280" y="272496"/>
                  </a:lnTo>
                  <a:lnTo>
                    <a:pt x="1975959" y="301482"/>
                  </a:lnTo>
                  <a:lnTo>
                    <a:pt x="2008521" y="331689"/>
                  </a:lnTo>
                  <a:lnTo>
                    <a:pt x="2039931" y="363082"/>
                  </a:lnTo>
                  <a:lnTo>
                    <a:pt x="2070153" y="395626"/>
                  </a:lnTo>
                  <a:lnTo>
                    <a:pt x="2099152" y="429285"/>
                  </a:lnTo>
                  <a:lnTo>
                    <a:pt x="2126894" y="464024"/>
                  </a:lnTo>
                  <a:lnTo>
                    <a:pt x="2153341" y="499806"/>
                  </a:lnTo>
                  <a:lnTo>
                    <a:pt x="2178460" y="536597"/>
                  </a:lnTo>
                  <a:lnTo>
                    <a:pt x="2202214" y="574362"/>
                  </a:lnTo>
                  <a:lnTo>
                    <a:pt x="2224569" y="613064"/>
                  </a:lnTo>
                  <a:lnTo>
                    <a:pt x="2245489" y="652669"/>
                  </a:lnTo>
                  <a:lnTo>
                    <a:pt x="2264938" y="693141"/>
                  </a:lnTo>
                  <a:lnTo>
                    <a:pt x="2282882" y="734444"/>
                  </a:lnTo>
                  <a:lnTo>
                    <a:pt x="2299285" y="776544"/>
                  </a:lnTo>
                  <a:lnTo>
                    <a:pt x="2314111" y="819404"/>
                  </a:lnTo>
                  <a:lnTo>
                    <a:pt x="2327325" y="862989"/>
                  </a:lnTo>
                  <a:lnTo>
                    <a:pt x="2338892" y="907264"/>
                  </a:lnTo>
                  <a:lnTo>
                    <a:pt x="2348777" y="952193"/>
                  </a:lnTo>
                  <a:lnTo>
                    <a:pt x="2356944" y="997741"/>
                  </a:lnTo>
                  <a:lnTo>
                    <a:pt x="2363357" y="1043873"/>
                  </a:lnTo>
                  <a:lnTo>
                    <a:pt x="2367982" y="1090552"/>
                  </a:lnTo>
                  <a:lnTo>
                    <a:pt x="2370783" y="1137744"/>
                  </a:lnTo>
                  <a:lnTo>
                    <a:pt x="2371724" y="1185414"/>
                  </a:lnTo>
                  <a:lnTo>
                    <a:pt x="2371374" y="1216853"/>
                  </a:lnTo>
                  <a:lnTo>
                    <a:pt x="2370267" y="1247957"/>
                  </a:lnTo>
                  <a:lnTo>
                    <a:pt x="2368320" y="1278725"/>
                  </a:lnTo>
                  <a:lnTo>
                    <a:pt x="2365447" y="1309156"/>
                  </a:lnTo>
                  <a:lnTo>
                    <a:pt x="2316619" y="1315211"/>
                  </a:lnTo>
                  <a:lnTo>
                    <a:pt x="2268428" y="1323221"/>
                  </a:lnTo>
                  <a:lnTo>
                    <a:pt x="2220915" y="1333145"/>
                  </a:lnTo>
                  <a:lnTo>
                    <a:pt x="2174121" y="1344942"/>
                  </a:lnTo>
                  <a:lnTo>
                    <a:pt x="2128088" y="1358570"/>
                  </a:lnTo>
                  <a:lnTo>
                    <a:pt x="2082856" y="1373988"/>
                  </a:lnTo>
                  <a:lnTo>
                    <a:pt x="2038468" y="1391154"/>
                  </a:lnTo>
                  <a:lnTo>
                    <a:pt x="1994963" y="1410028"/>
                  </a:lnTo>
                  <a:lnTo>
                    <a:pt x="1952384" y="1430567"/>
                  </a:lnTo>
                  <a:lnTo>
                    <a:pt x="1910771" y="1452731"/>
                  </a:lnTo>
                  <a:lnTo>
                    <a:pt x="1870166" y="1476479"/>
                  </a:lnTo>
                  <a:lnTo>
                    <a:pt x="1830610" y="1501768"/>
                  </a:lnTo>
                  <a:lnTo>
                    <a:pt x="1792145" y="1528558"/>
                  </a:lnTo>
                  <a:lnTo>
                    <a:pt x="1754810" y="1556806"/>
                  </a:lnTo>
                  <a:lnTo>
                    <a:pt x="1718648" y="1586473"/>
                  </a:lnTo>
                  <a:lnTo>
                    <a:pt x="1683700" y="1617516"/>
                  </a:lnTo>
                  <a:lnTo>
                    <a:pt x="1650007" y="1649895"/>
                  </a:lnTo>
                  <a:lnTo>
                    <a:pt x="1617610" y="1683567"/>
                  </a:lnTo>
                  <a:lnTo>
                    <a:pt x="1586550" y="1718492"/>
                  </a:lnTo>
                  <a:lnTo>
                    <a:pt x="1556869" y="1754628"/>
                  </a:lnTo>
                  <a:lnTo>
                    <a:pt x="1528608" y="1791933"/>
                  </a:lnTo>
                  <a:lnTo>
                    <a:pt x="1501808" y="1830367"/>
                  </a:lnTo>
                  <a:lnTo>
                    <a:pt x="1476509" y="1869889"/>
                  </a:lnTo>
                  <a:lnTo>
                    <a:pt x="1452754" y="1910456"/>
                  </a:lnTo>
                  <a:lnTo>
                    <a:pt x="1430584" y="1952027"/>
                  </a:lnTo>
                  <a:lnTo>
                    <a:pt x="1410040" y="1994562"/>
                  </a:lnTo>
                  <a:lnTo>
                    <a:pt x="1391162" y="2038018"/>
                  </a:lnTo>
                  <a:lnTo>
                    <a:pt x="1373993" y="2082355"/>
                  </a:lnTo>
                  <a:lnTo>
                    <a:pt x="1358573" y="2127531"/>
                  </a:lnTo>
                  <a:lnTo>
                    <a:pt x="1344943" y="2173505"/>
                  </a:lnTo>
                  <a:lnTo>
                    <a:pt x="1333146" y="2220235"/>
                  </a:lnTo>
                  <a:lnTo>
                    <a:pt x="1323221" y="2267680"/>
                  </a:lnTo>
                  <a:lnTo>
                    <a:pt x="1315211" y="2315799"/>
                  </a:lnTo>
                  <a:lnTo>
                    <a:pt x="1309156" y="2364551"/>
                  </a:lnTo>
                  <a:lnTo>
                    <a:pt x="1278220" y="2367423"/>
                  </a:lnTo>
                  <a:lnTo>
                    <a:pt x="1247285" y="2369370"/>
                  </a:lnTo>
                  <a:lnTo>
                    <a:pt x="1216349" y="2370477"/>
                  </a:lnTo>
                  <a:lnTo>
                    <a:pt x="1185414" y="2370828"/>
                  </a:lnTo>
                  <a:close/>
                </a:path>
              </a:pathLst>
            </a:custGeom>
            <a:solidFill>
              <a:srgbClr val="7EB9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01" name="Google Shape;4501;p185"/>
            <p:cNvSpPr/>
            <p:nvPr/>
          </p:nvSpPr>
          <p:spPr>
            <a:xfrm>
              <a:off x="5019601" y="7201636"/>
              <a:ext cx="1056639" cy="1056640"/>
            </a:xfrm>
            <a:custGeom>
              <a:rect b="b" l="l" r="r" t="t"/>
              <a:pathLst>
                <a:path extrusionOk="0" h="1056640" w="1056639">
                  <a:moveTo>
                    <a:pt x="0" y="1056291"/>
                  </a:moveTo>
                  <a:lnTo>
                    <a:pt x="6057" y="1007463"/>
                  </a:lnTo>
                  <a:lnTo>
                    <a:pt x="14074" y="959272"/>
                  </a:lnTo>
                  <a:lnTo>
                    <a:pt x="24009" y="911759"/>
                  </a:lnTo>
                  <a:lnTo>
                    <a:pt x="35820" y="864965"/>
                  </a:lnTo>
                  <a:lnTo>
                    <a:pt x="49466" y="818932"/>
                  </a:lnTo>
                  <a:lnTo>
                    <a:pt x="64906" y="773700"/>
                  </a:lnTo>
                  <a:lnTo>
                    <a:pt x="82097" y="729311"/>
                  </a:lnTo>
                  <a:lnTo>
                    <a:pt x="100997" y="685807"/>
                  </a:lnTo>
                  <a:lnTo>
                    <a:pt x="121567" y="643228"/>
                  </a:lnTo>
                  <a:lnTo>
                    <a:pt x="143763" y="601615"/>
                  </a:lnTo>
                  <a:lnTo>
                    <a:pt x="167544" y="561010"/>
                  </a:lnTo>
                  <a:lnTo>
                    <a:pt x="192868" y="521454"/>
                  </a:lnTo>
                  <a:lnTo>
                    <a:pt x="219695" y="482988"/>
                  </a:lnTo>
                  <a:lnTo>
                    <a:pt x="247981" y="445654"/>
                  </a:lnTo>
                  <a:lnTo>
                    <a:pt x="277687" y="409492"/>
                  </a:lnTo>
                  <a:lnTo>
                    <a:pt x="308769" y="374544"/>
                  </a:lnTo>
                  <a:lnTo>
                    <a:pt x="341187" y="340851"/>
                  </a:lnTo>
                  <a:lnTo>
                    <a:pt x="374899" y="308454"/>
                  </a:lnTo>
                  <a:lnTo>
                    <a:pt x="409863" y="277394"/>
                  </a:lnTo>
                  <a:lnTo>
                    <a:pt x="446037" y="247713"/>
                  </a:lnTo>
                  <a:lnTo>
                    <a:pt x="483381" y="219452"/>
                  </a:lnTo>
                  <a:lnTo>
                    <a:pt x="521852" y="192651"/>
                  </a:lnTo>
                  <a:lnTo>
                    <a:pt x="561409" y="167353"/>
                  </a:lnTo>
                  <a:lnTo>
                    <a:pt x="602009" y="143598"/>
                  </a:lnTo>
                  <a:lnTo>
                    <a:pt x="643613" y="121428"/>
                  </a:lnTo>
                  <a:lnTo>
                    <a:pt x="686177" y="100883"/>
                  </a:lnTo>
                  <a:lnTo>
                    <a:pt x="729661" y="82006"/>
                  </a:lnTo>
                  <a:lnTo>
                    <a:pt x="774022" y="64837"/>
                  </a:lnTo>
                  <a:lnTo>
                    <a:pt x="819219" y="49417"/>
                  </a:lnTo>
                  <a:lnTo>
                    <a:pt x="865211" y="35787"/>
                  </a:lnTo>
                  <a:lnTo>
                    <a:pt x="911956" y="23990"/>
                  </a:lnTo>
                  <a:lnTo>
                    <a:pt x="959412" y="14065"/>
                  </a:lnTo>
                  <a:lnTo>
                    <a:pt x="1007538" y="6055"/>
                  </a:lnTo>
                  <a:lnTo>
                    <a:pt x="1056291" y="0"/>
                  </a:lnTo>
                  <a:lnTo>
                    <a:pt x="0" y="1056291"/>
                  </a:lnTo>
                  <a:close/>
                </a:path>
              </a:pathLst>
            </a:custGeom>
            <a:solidFill>
              <a:srgbClr val="97ECA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02" name="Google Shape;4502;p185"/>
          <p:cNvSpPr txBox="1"/>
          <p:nvPr/>
        </p:nvSpPr>
        <p:spPr>
          <a:xfrm>
            <a:off x="1908047" y="3388018"/>
            <a:ext cx="1080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hermetic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3" name="Google Shape;4503;p185"/>
          <p:cNvSpPr txBox="1"/>
          <p:nvPr>
            <p:ph idx="11" type="ftr"/>
          </p:nvPr>
        </p:nvSpPr>
        <p:spPr>
          <a:xfrm>
            <a:off x="6986505" y="4612953"/>
            <a:ext cx="165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Felipe Garay // Software Engineer - Google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07" name="Shape 4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8" name="Google Shape;4508;p186"/>
          <p:cNvSpPr txBox="1"/>
          <p:nvPr/>
        </p:nvSpPr>
        <p:spPr>
          <a:xfrm>
            <a:off x="508000" y="497523"/>
            <a:ext cx="12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How Google Tests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9" name="Google Shape;4509;p186"/>
          <p:cNvSpPr txBox="1"/>
          <p:nvPr>
            <p:ph type="title"/>
          </p:nvPr>
        </p:nvSpPr>
        <p:spPr>
          <a:xfrm>
            <a:off x="703640" y="769329"/>
            <a:ext cx="77367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25">
            <a:sp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700">
                <a:solidFill>
                  <a:srgbClr val="42C366"/>
                </a:solidFill>
                <a:latin typeface="Lexend"/>
                <a:ea typeface="Lexend"/>
                <a:cs typeface="Lexend"/>
                <a:sym typeface="Lexend"/>
              </a:rPr>
              <a:t>Integration Testing</a:t>
            </a:r>
            <a:r>
              <a:rPr b="0" lang="es" sz="2800">
                <a:solidFill>
                  <a:srgbClr val="42C366"/>
                </a:solidFill>
                <a:latin typeface="Lexend"/>
                <a:ea typeface="Lexend"/>
                <a:cs typeface="Lexend"/>
                <a:sym typeface="Lexend"/>
              </a:rPr>
              <a:t>: SUT (System Under Test)</a:t>
            </a:r>
            <a:endParaRPr b="0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0" name="Google Shape;4510;p186"/>
          <p:cNvSpPr txBox="1"/>
          <p:nvPr/>
        </p:nvSpPr>
        <p:spPr>
          <a:xfrm>
            <a:off x="7298322" y="2114920"/>
            <a:ext cx="358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DB1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1" name="Google Shape;4511;p186"/>
          <p:cNvGrpSpPr/>
          <p:nvPr/>
        </p:nvGrpSpPr>
        <p:grpSpPr>
          <a:xfrm>
            <a:off x="7174002" y="1851380"/>
            <a:ext cx="607060" cy="830898"/>
            <a:chOff x="14348004" y="3702760"/>
            <a:chExt cx="1214119" cy="1661795"/>
          </a:xfrm>
        </p:grpSpPr>
        <p:sp>
          <p:nvSpPr>
            <p:cNvPr id="4512" name="Google Shape;4512;p186"/>
            <p:cNvSpPr/>
            <p:nvPr/>
          </p:nvSpPr>
          <p:spPr>
            <a:xfrm>
              <a:off x="14356150" y="3710904"/>
              <a:ext cx="1198244" cy="1645920"/>
            </a:xfrm>
            <a:custGeom>
              <a:rect b="b" l="l" r="r" t="t"/>
              <a:pathLst>
                <a:path extrusionOk="0" h="1645920" w="1198244">
                  <a:moveTo>
                    <a:pt x="599043" y="1645535"/>
                  </a:moveTo>
                  <a:lnTo>
                    <a:pt x="533778" y="1643926"/>
                  </a:lnTo>
                  <a:lnTo>
                    <a:pt x="470546" y="1639211"/>
                  </a:lnTo>
                  <a:lnTo>
                    <a:pt x="409715" y="1631556"/>
                  </a:lnTo>
                  <a:lnTo>
                    <a:pt x="351648" y="1621129"/>
                  </a:lnTo>
                  <a:lnTo>
                    <a:pt x="296712" y="1608098"/>
                  </a:lnTo>
                  <a:lnTo>
                    <a:pt x="245273" y="1592628"/>
                  </a:lnTo>
                  <a:lnTo>
                    <a:pt x="197696" y="1574887"/>
                  </a:lnTo>
                  <a:lnTo>
                    <a:pt x="154347" y="1555043"/>
                  </a:lnTo>
                  <a:lnTo>
                    <a:pt x="115592" y="1533262"/>
                  </a:lnTo>
                  <a:lnTo>
                    <a:pt x="81796" y="1509711"/>
                  </a:lnTo>
                  <a:lnTo>
                    <a:pt x="30543" y="1457970"/>
                  </a:lnTo>
                  <a:lnTo>
                    <a:pt x="3515" y="1401157"/>
                  </a:lnTo>
                  <a:lnTo>
                    <a:pt x="0" y="1371266"/>
                  </a:lnTo>
                  <a:lnTo>
                    <a:pt x="0" y="274269"/>
                  </a:lnTo>
                  <a:lnTo>
                    <a:pt x="13818" y="215421"/>
                  </a:lnTo>
                  <a:lnTo>
                    <a:pt x="53324" y="160976"/>
                  </a:lnTo>
                  <a:lnTo>
                    <a:pt x="115592" y="112273"/>
                  </a:lnTo>
                  <a:lnTo>
                    <a:pt x="154347" y="90492"/>
                  </a:lnTo>
                  <a:lnTo>
                    <a:pt x="197696" y="70648"/>
                  </a:lnTo>
                  <a:lnTo>
                    <a:pt x="245273" y="52907"/>
                  </a:lnTo>
                  <a:lnTo>
                    <a:pt x="296712" y="37437"/>
                  </a:lnTo>
                  <a:lnTo>
                    <a:pt x="351648" y="24405"/>
                  </a:lnTo>
                  <a:lnTo>
                    <a:pt x="409715" y="13978"/>
                  </a:lnTo>
                  <a:lnTo>
                    <a:pt x="470546" y="6324"/>
                  </a:lnTo>
                  <a:lnTo>
                    <a:pt x="533778" y="1608"/>
                  </a:lnTo>
                  <a:lnTo>
                    <a:pt x="599043" y="0"/>
                  </a:lnTo>
                  <a:lnTo>
                    <a:pt x="664308" y="1608"/>
                  </a:lnTo>
                  <a:lnTo>
                    <a:pt x="727540" y="6324"/>
                  </a:lnTo>
                  <a:lnTo>
                    <a:pt x="788371" y="13978"/>
                  </a:lnTo>
                  <a:lnTo>
                    <a:pt x="846438" y="24405"/>
                  </a:lnTo>
                  <a:lnTo>
                    <a:pt x="901374" y="37437"/>
                  </a:lnTo>
                  <a:lnTo>
                    <a:pt x="952813" y="52907"/>
                  </a:lnTo>
                  <a:lnTo>
                    <a:pt x="1000390" y="70648"/>
                  </a:lnTo>
                  <a:lnTo>
                    <a:pt x="1043739" y="90492"/>
                  </a:lnTo>
                  <a:lnTo>
                    <a:pt x="1082494" y="112273"/>
                  </a:lnTo>
                  <a:lnTo>
                    <a:pt x="1116290" y="135823"/>
                  </a:lnTo>
                  <a:lnTo>
                    <a:pt x="1167543" y="187564"/>
                  </a:lnTo>
                  <a:lnTo>
                    <a:pt x="1194571" y="244378"/>
                  </a:lnTo>
                  <a:lnTo>
                    <a:pt x="1198087" y="274269"/>
                  </a:lnTo>
                  <a:lnTo>
                    <a:pt x="1198087" y="1371266"/>
                  </a:lnTo>
                  <a:lnTo>
                    <a:pt x="1184268" y="1430090"/>
                  </a:lnTo>
                  <a:lnTo>
                    <a:pt x="1144762" y="1484523"/>
                  </a:lnTo>
                  <a:lnTo>
                    <a:pt x="1082494" y="1533227"/>
                  </a:lnTo>
                  <a:lnTo>
                    <a:pt x="1043739" y="1555010"/>
                  </a:lnTo>
                  <a:lnTo>
                    <a:pt x="1000390" y="1574859"/>
                  </a:lnTo>
                  <a:lnTo>
                    <a:pt x="952813" y="1592604"/>
                  </a:lnTo>
                  <a:lnTo>
                    <a:pt x="901374" y="1608079"/>
                  </a:lnTo>
                  <a:lnTo>
                    <a:pt x="846438" y="1621117"/>
                  </a:lnTo>
                  <a:lnTo>
                    <a:pt x="788371" y="1631548"/>
                  </a:lnTo>
                  <a:lnTo>
                    <a:pt x="727540" y="1639207"/>
                  </a:lnTo>
                  <a:lnTo>
                    <a:pt x="664308" y="1643925"/>
                  </a:lnTo>
                  <a:lnTo>
                    <a:pt x="599043" y="1645535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13" name="Google Shape;4513;p186"/>
            <p:cNvSpPr/>
            <p:nvPr/>
          </p:nvSpPr>
          <p:spPr>
            <a:xfrm>
              <a:off x="14348004" y="3702760"/>
              <a:ext cx="1214119" cy="1661795"/>
            </a:xfrm>
            <a:custGeom>
              <a:rect b="b" l="l" r="r" t="t"/>
              <a:pathLst>
                <a:path extrusionOk="0" h="1661795" w="1214119">
                  <a:moveTo>
                    <a:pt x="1213713" y="276377"/>
                  </a:moveTo>
                  <a:lnTo>
                    <a:pt x="1211173" y="252818"/>
                  </a:lnTo>
                  <a:lnTo>
                    <a:pt x="1201775" y="224231"/>
                  </a:lnTo>
                  <a:lnTo>
                    <a:pt x="1198079" y="217589"/>
                  </a:lnTo>
                  <a:lnTo>
                    <a:pt x="1198079" y="282422"/>
                  </a:lnTo>
                  <a:lnTo>
                    <a:pt x="1198079" y="347256"/>
                  </a:lnTo>
                  <a:lnTo>
                    <a:pt x="1198079" y="1379410"/>
                  </a:lnTo>
                  <a:lnTo>
                    <a:pt x="1194689" y="1407642"/>
                  </a:lnTo>
                  <a:lnTo>
                    <a:pt x="1168565" y="1461833"/>
                  </a:lnTo>
                  <a:lnTo>
                    <a:pt x="1118819" y="1511769"/>
                  </a:lnTo>
                  <a:lnTo>
                    <a:pt x="1085900" y="1534668"/>
                  </a:lnTo>
                  <a:lnTo>
                    <a:pt x="1048054" y="1555953"/>
                  </a:lnTo>
                  <a:lnTo>
                    <a:pt x="1005611" y="1575435"/>
                  </a:lnTo>
                  <a:lnTo>
                    <a:pt x="958900" y="1592922"/>
                  </a:lnTo>
                  <a:lnTo>
                    <a:pt x="908240" y="1608226"/>
                  </a:lnTo>
                  <a:lnTo>
                    <a:pt x="853960" y="1621155"/>
                  </a:lnTo>
                  <a:lnTo>
                    <a:pt x="796378" y="1631543"/>
                  </a:lnTo>
                  <a:lnTo>
                    <a:pt x="735850" y="1639201"/>
                  </a:lnTo>
                  <a:lnTo>
                    <a:pt x="672668" y="1643926"/>
                  </a:lnTo>
                  <a:lnTo>
                    <a:pt x="607187" y="1645539"/>
                  </a:lnTo>
                  <a:lnTo>
                    <a:pt x="541693" y="1643926"/>
                  </a:lnTo>
                  <a:lnTo>
                    <a:pt x="478523" y="1639201"/>
                  </a:lnTo>
                  <a:lnTo>
                    <a:pt x="417982" y="1631543"/>
                  </a:lnTo>
                  <a:lnTo>
                    <a:pt x="360413" y="1621155"/>
                  </a:lnTo>
                  <a:lnTo>
                    <a:pt x="306133" y="1608226"/>
                  </a:lnTo>
                  <a:lnTo>
                    <a:pt x="255473" y="1592922"/>
                  </a:lnTo>
                  <a:lnTo>
                    <a:pt x="208762" y="1575435"/>
                  </a:lnTo>
                  <a:lnTo>
                    <a:pt x="166319" y="1555953"/>
                  </a:lnTo>
                  <a:lnTo>
                    <a:pt x="128473" y="1534668"/>
                  </a:lnTo>
                  <a:lnTo>
                    <a:pt x="95554" y="1511769"/>
                  </a:lnTo>
                  <a:lnTo>
                    <a:pt x="45808" y="1461833"/>
                  </a:lnTo>
                  <a:lnTo>
                    <a:pt x="19672" y="1407642"/>
                  </a:lnTo>
                  <a:lnTo>
                    <a:pt x="16281" y="1379410"/>
                  </a:lnTo>
                  <a:lnTo>
                    <a:pt x="16281" y="347205"/>
                  </a:lnTo>
                  <a:lnTo>
                    <a:pt x="27838" y="368007"/>
                  </a:lnTo>
                  <a:lnTo>
                    <a:pt x="48615" y="394182"/>
                  </a:lnTo>
                  <a:lnTo>
                    <a:pt x="105371" y="442226"/>
                  </a:lnTo>
                  <a:lnTo>
                    <a:pt x="140703" y="463867"/>
                  </a:lnTo>
                  <a:lnTo>
                    <a:pt x="180225" y="483743"/>
                  </a:lnTo>
                  <a:lnTo>
                    <a:pt x="223596" y="501751"/>
                  </a:lnTo>
                  <a:lnTo>
                    <a:pt x="270497" y="517740"/>
                  </a:lnTo>
                  <a:lnTo>
                    <a:pt x="320586" y="531622"/>
                  </a:lnTo>
                  <a:lnTo>
                    <a:pt x="373532" y="543255"/>
                  </a:lnTo>
                  <a:lnTo>
                    <a:pt x="428993" y="552513"/>
                  </a:lnTo>
                  <a:lnTo>
                    <a:pt x="486651" y="559269"/>
                  </a:lnTo>
                  <a:lnTo>
                    <a:pt x="546176" y="563422"/>
                  </a:lnTo>
                  <a:lnTo>
                    <a:pt x="607187" y="564832"/>
                  </a:lnTo>
                  <a:lnTo>
                    <a:pt x="668197" y="563422"/>
                  </a:lnTo>
                  <a:lnTo>
                    <a:pt x="727722" y="559282"/>
                  </a:lnTo>
                  <a:lnTo>
                    <a:pt x="749808" y="556691"/>
                  </a:lnTo>
                  <a:lnTo>
                    <a:pt x="785380" y="552513"/>
                  </a:lnTo>
                  <a:lnTo>
                    <a:pt x="809205" y="548538"/>
                  </a:lnTo>
                  <a:lnTo>
                    <a:pt x="840841" y="543267"/>
                  </a:lnTo>
                  <a:lnTo>
                    <a:pt x="893787" y="531634"/>
                  </a:lnTo>
                  <a:lnTo>
                    <a:pt x="943876" y="517766"/>
                  </a:lnTo>
                  <a:lnTo>
                    <a:pt x="990765" y="501777"/>
                  </a:lnTo>
                  <a:lnTo>
                    <a:pt x="1034148" y="483768"/>
                  </a:lnTo>
                  <a:lnTo>
                    <a:pt x="1073658" y="463892"/>
                  </a:lnTo>
                  <a:lnTo>
                    <a:pt x="1108989" y="442264"/>
                  </a:lnTo>
                  <a:lnTo>
                    <a:pt x="1139799" y="418998"/>
                  </a:lnTo>
                  <a:lnTo>
                    <a:pt x="1186522" y="368046"/>
                  </a:lnTo>
                  <a:lnTo>
                    <a:pt x="1198079" y="347256"/>
                  </a:lnTo>
                  <a:lnTo>
                    <a:pt x="1198079" y="282422"/>
                  </a:lnTo>
                  <a:lnTo>
                    <a:pt x="1194689" y="310642"/>
                  </a:lnTo>
                  <a:lnTo>
                    <a:pt x="1184744" y="338175"/>
                  </a:lnTo>
                  <a:lnTo>
                    <a:pt x="1146479" y="390423"/>
                  </a:lnTo>
                  <a:lnTo>
                    <a:pt x="1085900" y="437680"/>
                  </a:lnTo>
                  <a:lnTo>
                    <a:pt x="1048054" y="458965"/>
                  </a:lnTo>
                  <a:lnTo>
                    <a:pt x="1005611" y="478434"/>
                  </a:lnTo>
                  <a:lnTo>
                    <a:pt x="958900" y="495922"/>
                  </a:lnTo>
                  <a:lnTo>
                    <a:pt x="908240" y="511225"/>
                  </a:lnTo>
                  <a:lnTo>
                    <a:pt x="853960" y="524167"/>
                  </a:lnTo>
                  <a:lnTo>
                    <a:pt x="796378" y="534555"/>
                  </a:lnTo>
                  <a:lnTo>
                    <a:pt x="735850" y="542201"/>
                  </a:lnTo>
                  <a:lnTo>
                    <a:pt x="672668" y="546925"/>
                  </a:lnTo>
                  <a:lnTo>
                    <a:pt x="607187" y="548538"/>
                  </a:lnTo>
                  <a:lnTo>
                    <a:pt x="541693" y="546925"/>
                  </a:lnTo>
                  <a:lnTo>
                    <a:pt x="478523" y="542201"/>
                  </a:lnTo>
                  <a:lnTo>
                    <a:pt x="417982" y="534555"/>
                  </a:lnTo>
                  <a:lnTo>
                    <a:pt x="360413" y="524167"/>
                  </a:lnTo>
                  <a:lnTo>
                    <a:pt x="306133" y="511225"/>
                  </a:lnTo>
                  <a:lnTo>
                    <a:pt x="255473" y="495922"/>
                  </a:lnTo>
                  <a:lnTo>
                    <a:pt x="208762" y="478434"/>
                  </a:lnTo>
                  <a:lnTo>
                    <a:pt x="166319" y="458965"/>
                  </a:lnTo>
                  <a:lnTo>
                    <a:pt x="128473" y="437680"/>
                  </a:lnTo>
                  <a:lnTo>
                    <a:pt x="95554" y="414769"/>
                  </a:lnTo>
                  <a:lnTo>
                    <a:pt x="45808" y="364832"/>
                  </a:lnTo>
                  <a:lnTo>
                    <a:pt x="19672" y="310642"/>
                  </a:lnTo>
                  <a:lnTo>
                    <a:pt x="16281" y="282422"/>
                  </a:lnTo>
                  <a:lnTo>
                    <a:pt x="19672" y="254190"/>
                  </a:lnTo>
                  <a:lnTo>
                    <a:pt x="45808" y="199999"/>
                  </a:lnTo>
                  <a:lnTo>
                    <a:pt x="95554" y="150063"/>
                  </a:lnTo>
                  <a:lnTo>
                    <a:pt x="128473" y="127165"/>
                  </a:lnTo>
                  <a:lnTo>
                    <a:pt x="166319" y="105879"/>
                  </a:lnTo>
                  <a:lnTo>
                    <a:pt x="208762" y="86398"/>
                  </a:lnTo>
                  <a:lnTo>
                    <a:pt x="255473" y="68910"/>
                  </a:lnTo>
                  <a:lnTo>
                    <a:pt x="306133" y="53606"/>
                  </a:lnTo>
                  <a:lnTo>
                    <a:pt x="360413" y="40678"/>
                  </a:lnTo>
                  <a:lnTo>
                    <a:pt x="417982" y="30289"/>
                  </a:lnTo>
                  <a:lnTo>
                    <a:pt x="478523" y="22644"/>
                  </a:lnTo>
                  <a:lnTo>
                    <a:pt x="541693" y="17907"/>
                  </a:lnTo>
                  <a:lnTo>
                    <a:pt x="607187" y="16294"/>
                  </a:lnTo>
                  <a:lnTo>
                    <a:pt x="672668" y="17907"/>
                  </a:lnTo>
                  <a:lnTo>
                    <a:pt x="735850" y="22644"/>
                  </a:lnTo>
                  <a:lnTo>
                    <a:pt x="796378" y="30289"/>
                  </a:lnTo>
                  <a:lnTo>
                    <a:pt x="853960" y="40678"/>
                  </a:lnTo>
                  <a:lnTo>
                    <a:pt x="908240" y="53606"/>
                  </a:lnTo>
                  <a:lnTo>
                    <a:pt x="958900" y="68910"/>
                  </a:lnTo>
                  <a:lnTo>
                    <a:pt x="1005611" y="86398"/>
                  </a:lnTo>
                  <a:lnTo>
                    <a:pt x="1048054" y="105879"/>
                  </a:lnTo>
                  <a:lnTo>
                    <a:pt x="1085900" y="127165"/>
                  </a:lnTo>
                  <a:lnTo>
                    <a:pt x="1118819" y="150063"/>
                  </a:lnTo>
                  <a:lnTo>
                    <a:pt x="1168565" y="199999"/>
                  </a:lnTo>
                  <a:lnTo>
                    <a:pt x="1194689" y="254190"/>
                  </a:lnTo>
                  <a:lnTo>
                    <a:pt x="1198079" y="282422"/>
                  </a:lnTo>
                  <a:lnTo>
                    <a:pt x="1198079" y="217589"/>
                  </a:lnTo>
                  <a:lnTo>
                    <a:pt x="1165771" y="170624"/>
                  </a:lnTo>
                  <a:lnTo>
                    <a:pt x="1109002" y="122580"/>
                  </a:lnTo>
                  <a:lnTo>
                    <a:pt x="1073670" y="100939"/>
                  </a:lnTo>
                  <a:lnTo>
                    <a:pt x="1034161" y="81064"/>
                  </a:lnTo>
                  <a:lnTo>
                    <a:pt x="990777" y="63068"/>
                  </a:lnTo>
                  <a:lnTo>
                    <a:pt x="943889" y="47066"/>
                  </a:lnTo>
                  <a:lnTo>
                    <a:pt x="893800" y="33197"/>
                  </a:lnTo>
                  <a:lnTo>
                    <a:pt x="840854" y="21577"/>
                  </a:lnTo>
                  <a:lnTo>
                    <a:pt x="785393" y="12319"/>
                  </a:lnTo>
                  <a:lnTo>
                    <a:pt x="749808" y="8153"/>
                  </a:lnTo>
                  <a:lnTo>
                    <a:pt x="727735" y="5562"/>
                  </a:lnTo>
                  <a:lnTo>
                    <a:pt x="668223" y="1409"/>
                  </a:lnTo>
                  <a:lnTo>
                    <a:pt x="607187" y="0"/>
                  </a:lnTo>
                  <a:lnTo>
                    <a:pt x="546150" y="1409"/>
                  </a:lnTo>
                  <a:lnTo>
                    <a:pt x="486625" y="5562"/>
                  </a:lnTo>
                  <a:lnTo>
                    <a:pt x="428980" y="12319"/>
                  </a:lnTo>
                  <a:lnTo>
                    <a:pt x="373507" y="21577"/>
                  </a:lnTo>
                  <a:lnTo>
                    <a:pt x="320573" y="33197"/>
                  </a:lnTo>
                  <a:lnTo>
                    <a:pt x="270484" y="47066"/>
                  </a:lnTo>
                  <a:lnTo>
                    <a:pt x="223583" y="63068"/>
                  </a:lnTo>
                  <a:lnTo>
                    <a:pt x="180213" y="81064"/>
                  </a:lnTo>
                  <a:lnTo>
                    <a:pt x="140690" y="100939"/>
                  </a:lnTo>
                  <a:lnTo>
                    <a:pt x="105359" y="122580"/>
                  </a:lnTo>
                  <a:lnTo>
                    <a:pt x="74549" y="145846"/>
                  </a:lnTo>
                  <a:lnTo>
                    <a:pt x="27838" y="196799"/>
                  </a:lnTo>
                  <a:lnTo>
                    <a:pt x="3200" y="252818"/>
                  </a:lnTo>
                  <a:lnTo>
                    <a:pt x="0" y="282422"/>
                  </a:lnTo>
                  <a:lnTo>
                    <a:pt x="0" y="1379410"/>
                  </a:lnTo>
                  <a:lnTo>
                    <a:pt x="12585" y="1437601"/>
                  </a:lnTo>
                  <a:lnTo>
                    <a:pt x="48602" y="1491208"/>
                  </a:lnTo>
                  <a:lnTo>
                    <a:pt x="105359" y="1539252"/>
                  </a:lnTo>
                  <a:lnTo>
                    <a:pt x="140690" y="1560893"/>
                  </a:lnTo>
                  <a:lnTo>
                    <a:pt x="180213" y="1580769"/>
                  </a:lnTo>
                  <a:lnTo>
                    <a:pt x="223583" y="1598764"/>
                  </a:lnTo>
                  <a:lnTo>
                    <a:pt x="270484" y="1614766"/>
                  </a:lnTo>
                  <a:lnTo>
                    <a:pt x="320573" y="1628635"/>
                  </a:lnTo>
                  <a:lnTo>
                    <a:pt x="373507" y="1640255"/>
                  </a:lnTo>
                  <a:lnTo>
                    <a:pt x="428980" y="1649514"/>
                  </a:lnTo>
                  <a:lnTo>
                    <a:pt x="486625" y="1656270"/>
                  </a:lnTo>
                  <a:lnTo>
                    <a:pt x="546150" y="1660423"/>
                  </a:lnTo>
                  <a:lnTo>
                    <a:pt x="603643" y="1661744"/>
                  </a:lnTo>
                  <a:lnTo>
                    <a:pt x="607187" y="1661744"/>
                  </a:lnTo>
                  <a:lnTo>
                    <a:pt x="610717" y="1661744"/>
                  </a:lnTo>
                  <a:lnTo>
                    <a:pt x="668223" y="1660423"/>
                  </a:lnTo>
                  <a:lnTo>
                    <a:pt x="727735" y="1656270"/>
                  </a:lnTo>
                  <a:lnTo>
                    <a:pt x="749820" y="1653679"/>
                  </a:lnTo>
                  <a:lnTo>
                    <a:pt x="785393" y="1649514"/>
                  </a:lnTo>
                  <a:lnTo>
                    <a:pt x="840854" y="1640255"/>
                  </a:lnTo>
                  <a:lnTo>
                    <a:pt x="893800" y="1628635"/>
                  </a:lnTo>
                  <a:lnTo>
                    <a:pt x="943889" y="1614766"/>
                  </a:lnTo>
                  <a:lnTo>
                    <a:pt x="990777" y="1598764"/>
                  </a:lnTo>
                  <a:lnTo>
                    <a:pt x="1034161" y="1580769"/>
                  </a:lnTo>
                  <a:lnTo>
                    <a:pt x="1073670" y="1560893"/>
                  </a:lnTo>
                  <a:lnTo>
                    <a:pt x="1109002" y="1539252"/>
                  </a:lnTo>
                  <a:lnTo>
                    <a:pt x="1139812" y="1515986"/>
                  </a:lnTo>
                  <a:lnTo>
                    <a:pt x="1186535" y="1465033"/>
                  </a:lnTo>
                  <a:lnTo>
                    <a:pt x="1211173" y="1409014"/>
                  </a:lnTo>
                  <a:lnTo>
                    <a:pt x="1213713" y="1385455"/>
                  </a:lnTo>
                  <a:lnTo>
                    <a:pt x="1213713" y="288455"/>
                  </a:lnTo>
                  <a:lnTo>
                    <a:pt x="1213713" y="282422"/>
                  </a:lnTo>
                  <a:lnTo>
                    <a:pt x="1213713" y="276377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14" name="Google Shape;4514;p186"/>
          <p:cNvSpPr txBox="1"/>
          <p:nvPr>
            <p:ph idx="11" type="ftr"/>
          </p:nvPr>
        </p:nvSpPr>
        <p:spPr>
          <a:xfrm>
            <a:off x="6986505" y="4612953"/>
            <a:ext cx="165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Felipe Garay // Software Engineer - Google</a:t>
            </a:r>
            <a:endParaRPr/>
          </a:p>
        </p:txBody>
      </p:sp>
      <p:grpSp>
        <p:nvGrpSpPr>
          <p:cNvPr id="4515" name="Google Shape;4515;p186"/>
          <p:cNvGrpSpPr/>
          <p:nvPr/>
        </p:nvGrpSpPr>
        <p:grpSpPr>
          <a:xfrm>
            <a:off x="858325" y="2674149"/>
            <a:ext cx="1403350" cy="581025"/>
            <a:chOff x="1716649" y="5348297"/>
            <a:chExt cx="2806700" cy="1162050"/>
          </a:xfrm>
        </p:grpSpPr>
        <p:sp>
          <p:nvSpPr>
            <p:cNvPr id="4516" name="Google Shape;4516;p186"/>
            <p:cNvSpPr/>
            <p:nvPr/>
          </p:nvSpPr>
          <p:spPr>
            <a:xfrm>
              <a:off x="1724794" y="5356443"/>
              <a:ext cx="2790190" cy="1147445"/>
            </a:xfrm>
            <a:custGeom>
              <a:rect b="b" l="l" r="r" t="t"/>
              <a:pathLst>
                <a:path extrusionOk="0" h="1147445" w="2790190">
                  <a:moveTo>
                    <a:pt x="2789859" y="1146848"/>
                  </a:moveTo>
                  <a:lnTo>
                    <a:pt x="0" y="1146848"/>
                  </a:lnTo>
                  <a:lnTo>
                    <a:pt x="0" y="0"/>
                  </a:lnTo>
                  <a:lnTo>
                    <a:pt x="2789859" y="0"/>
                  </a:lnTo>
                  <a:lnTo>
                    <a:pt x="2789859" y="1146848"/>
                  </a:lnTo>
                  <a:close/>
                </a:path>
              </a:pathLst>
            </a:custGeom>
            <a:solidFill>
              <a:srgbClr val="6F73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17" name="Google Shape;4517;p186"/>
            <p:cNvSpPr/>
            <p:nvPr/>
          </p:nvSpPr>
          <p:spPr>
            <a:xfrm>
              <a:off x="1716649" y="5348297"/>
              <a:ext cx="2806700" cy="1162050"/>
            </a:xfrm>
            <a:custGeom>
              <a:rect b="b" l="l" r="r" t="t"/>
              <a:pathLst>
                <a:path extrusionOk="0" h="1162050" w="2806700">
                  <a:moveTo>
                    <a:pt x="2803579" y="1162049"/>
                  </a:moveTo>
                  <a:lnTo>
                    <a:pt x="2572" y="1162049"/>
                  </a:lnTo>
                  <a:lnTo>
                    <a:pt x="0" y="1159475"/>
                  </a:lnTo>
                  <a:lnTo>
                    <a:pt x="0" y="3665"/>
                  </a:lnTo>
                  <a:lnTo>
                    <a:pt x="3665" y="0"/>
                  </a:lnTo>
                  <a:lnTo>
                    <a:pt x="2802485" y="0"/>
                  </a:lnTo>
                  <a:lnTo>
                    <a:pt x="2806153" y="3665"/>
                  </a:lnTo>
                  <a:lnTo>
                    <a:pt x="2806153" y="8145"/>
                  </a:lnTo>
                  <a:lnTo>
                    <a:pt x="8145" y="8145"/>
                  </a:lnTo>
                  <a:lnTo>
                    <a:pt x="8145" y="16291"/>
                  </a:lnTo>
                  <a:lnTo>
                    <a:pt x="16291" y="16291"/>
                  </a:lnTo>
                  <a:lnTo>
                    <a:pt x="16291" y="1146848"/>
                  </a:lnTo>
                  <a:lnTo>
                    <a:pt x="8145" y="1146848"/>
                  </a:lnTo>
                  <a:lnTo>
                    <a:pt x="8145" y="1154994"/>
                  </a:lnTo>
                  <a:lnTo>
                    <a:pt x="2806153" y="1154994"/>
                  </a:lnTo>
                  <a:lnTo>
                    <a:pt x="2806153" y="1159475"/>
                  </a:lnTo>
                  <a:lnTo>
                    <a:pt x="2803579" y="1162049"/>
                  </a:lnTo>
                  <a:close/>
                </a:path>
                <a:path extrusionOk="0" h="1162050" w="2806700">
                  <a:moveTo>
                    <a:pt x="16291" y="16291"/>
                  </a:moveTo>
                  <a:lnTo>
                    <a:pt x="8145" y="16291"/>
                  </a:lnTo>
                  <a:lnTo>
                    <a:pt x="8145" y="8145"/>
                  </a:lnTo>
                  <a:lnTo>
                    <a:pt x="16291" y="8145"/>
                  </a:lnTo>
                  <a:lnTo>
                    <a:pt x="16291" y="16291"/>
                  </a:lnTo>
                  <a:close/>
                </a:path>
                <a:path extrusionOk="0" h="1162050" w="2806700">
                  <a:moveTo>
                    <a:pt x="2789858" y="16291"/>
                  </a:moveTo>
                  <a:lnTo>
                    <a:pt x="16291" y="16291"/>
                  </a:lnTo>
                  <a:lnTo>
                    <a:pt x="16291" y="8145"/>
                  </a:lnTo>
                  <a:lnTo>
                    <a:pt x="2789858" y="8145"/>
                  </a:lnTo>
                  <a:lnTo>
                    <a:pt x="2789858" y="16291"/>
                  </a:lnTo>
                  <a:close/>
                </a:path>
                <a:path extrusionOk="0" h="1162050" w="2806700">
                  <a:moveTo>
                    <a:pt x="2798005" y="1154994"/>
                  </a:moveTo>
                  <a:lnTo>
                    <a:pt x="2789858" y="1154994"/>
                  </a:lnTo>
                  <a:lnTo>
                    <a:pt x="2789858" y="8145"/>
                  </a:lnTo>
                  <a:lnTo>
                    <a:pt x="2798005" y="8145"/>
                  </a:lnTo>
                  <a:lnTo>
                    <a:pt x="2798005" y="16291"/>
                  </a:lnTo>
                  <a:lnTo>
                    <a:pt x="2806153" y="16291"/>
                  </a:lnTo>
                  <a:lnTo>
                    <a:pt x="2806153" y="1146848"/>
                  </a:lnTo>
                  <a:lnTo>
                    <a:pt x="2798005" y="1146848"/>
                  </a:lnTo>
                  <a:lnTo>
                    <a:pt x="2798005" y="1154994"/>
                  </a:lnTo>
                  <a:close/>
                </a:path>
                <a:path extrusionOk="0" h="1162050" w="2806700">
                  <a:moveTo>
                    <a:pt x="2806153" y="16291"/>
                  </a:moveTo>
                  <a:lnTo>
                    <a:pt x="2798005" y="16291"/>
                  </a:lnTo>
                  <a:lnTo>
                    <a:pt x="2798005" y="8145"/>
                  </a:lnTo>
                  <a:lnTo>
                    <a:pt x="2806153" y="8145"/>
                  </a:lnTo>
                  <a:lnTo>
                    <a:pt x="2806153" y="16291"/>
                  </a:lnTo>
                  <a:close/>
                </a:path>
                <a:path extrusionOk="0" h="1162050" w="2806700">
                  <a:moveTo>
                    <a:pt x="16291" y="1154994"/>
                  </a:moveTo>
                  <a:lnTo>
                    <a:pt x="8145" y="1154994"/>
                  </a:lnTo>
                  <a:lnTo>
                    <a:pt x="8145" y="1146848"/>
                  </a:lnTo>
                  <a:lnTo>
                    <a:pt x="16291" y="1146848"/>
                  </a:lnTo>
                  <a:lnTo>
                    <a:pt x="16291" y="1154994"/>
                  </a:lnTo>
                  <a:close/>
                </a:path>
                <a:path extrusionOk="0" h="1162050" w="2806700">
                  <a:moveTo>
                    <a:pt x="2789858" y="1154994"/>
                  </a:moveTo>
                  <a:lnTo>
                    <a:pt x="16291" y="1154994"/>
                  </a:lnTo>
                  <a:lnTo>
                    <a:pt x="16291" y="1146848"/>
                  </a:lnTo>
                  <a:lnTo>
                    <a:pt x="2789858" y="1146848"/>
                  </a:lnTo>
                  <a:lnTo>
                    <a:pt x="2789858" y="1154994"/>
                  </a:lnTo>
                  <a:close/>
                </a:path>
                <a:path extrusionOk="0" h="1162050" w="2806700">
                  <a:moveTo>
                    <a:pt x="2806153" y="1154994"/>
                  </a:moveTo>
                  <a:lnTo>
                    <a:pt x="2798005" y="1154994"/>
                  </a:lnTo>
                  <a:lnTo>
                    <a:pt x="2798005" y="1146848"/>
                  </a:lnTo>
                  <a:lnTo>
                    <a:pt x="2806153" y="1146848"/>
                  </a:lnTo>
                  <a:lnTo>
                    <a:pt x="2806153" y="1154994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18" name="Google Shape;4518;p186"/>
          <p:cNvSpPr txBox="1"/>
          <p:nvPr/>
        </p:nvSpPr>
        <p:spPr>
          <a:xfrm>
            <a:off x="1326290" y="2813865"/>
            <a:ext cx="4674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9" name="Google Shape;4519;p186"/>
          <p:cNvGrpSpPr/>
          <p:nvPr/>
        </p:nvGrpSpPr>
        <p:grpSpPr>
          <a:xfrm>
            <a:off x="2860890" y="2674149"/>
            <a:ext cx="1317625" cy="581025"/>
            <a:chOff x="5721780" y="5348297"/>
            <a:chExt cx="2635250" cy="1162050"/>
          </a:xfrm>
        </p:grpSpPr>
        <p:sp>
          <p:nvSpPr>
            <p:cNvPr id="4520" name="Google Shape;4520;p186"/>
            <p:cNvSpPr/>
            <p:nvPr/>
          </p:nvSpPr>
          <p:spPr>
            <a:xfrm>
              <a:off x="5729925" y="5356443"/>
              <a:ext cx="2619375" cy="1147445"/>
            </a:xfrm>
            <a:custGeom>
              <a:rect b="b" l="l" r="r" t="t"/>
              <a:pathLst>
                <a:path extrusionOk="0" h="1147445" w="2619375">
                  <a:moveTo>
                    <a:pt x="2618959" y="1146848"/>
                  </a:moveTo>
                  <a:lnTo>
                    <a:pt x="0" y="1146848"/>
                  </a:lnTo>
                  <a:lnTo>
                    <a:pt x="0" y="0"/>
                  </a:lnTo>
                  <a:lnTo>
                    <a:pt x="2618959" y="0"/>
                  </a:lnTo>
                  <a:lnTo>
                    <a:pt x="2618959" y="1146848"/>
                  </a:lnTo>
                  <a:close/>
                </a:path>
              </a:pathLst>
            </a:custGeom>
            <a:solidFill>
              <a:srgbClr val="64FF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21" name="Google Shape;4521;p186"/>
            <p:cNvSpPr/>
            <p:nvPr/>
          </p:nvSpPr>
          <p:spPr>
            <a:xfrm>
              <a:off x="5721780" y="5348297"/>
              <a:ext cx="2635250" cy="1162050"/>
            </a:xfrm>
            <a:custGeom>
              <a:rect b="b" l="l" r="r" t="t"/>
              <a:pathLst>
                <a:path extrusionOk="0" h="1162050" w="2635250">
                  <a:moveTo>
                    <a:pt x="2632678" y="1162049"/>
                  </a:moveTo>
                  <a:lnTo>
                    <a:pt x="2572" y="1162049"/>
                  </a:lnTo>
                  <a:lnTo>
                    <a:pt x="0" y="1159475"/>
                  </a:lnTo>
                  <a:lnTo>
                    <a:pt x="0" y="3665"/>
                  </a:lnTo>
                  <a:lnTo>
                    <a:pt x="3665" y="0"/>
                  </a:lnTo>
                  <a:lnTo>
                    <a:pt x="2631585" y="0"/>
                  </a:lnTo>
                  <a:lnTo>
                    <a:pt x="2635250" y="3665"/>
                  </a:lnTo>
                  <a:lnTo>
                    <a:pt x="2635251" y="8145"/>
                  </a:lnTo>
                  <a:lnTo>
                    <a:pt x="8145" y="8145"/>
                  </a:lnTo>
                  <a:lnTo>
                    <a:pt x="8145" y="16291"/>
                  </a:lnTo>
                  <a:lnTo>
                    <a:pt x="16291" y="16291"/>
                  </a:lnTo>
                  <a:lnTo>
                    <a:pt x="16291" y="1146848"/>
                  </a:lnTo>
                  <a:lnTo>
                    <a:pt x="8145" y="1146848"/>
                  </a:lnTo>
                  <a:lnTo>
                    <a:pt x="8145" y="1154994"/>
                  </a:lnTo>
                  <a:lnTo>
                    <a:pt x="2635251" y="1154994"/>
                  </a:lnTo>
                  <a:lnTo>
                    <a:pt x="2635250" y="1159475"/>
                  </a:lnTo>
                  <a:lnTo>
                    <a:pt x="2632678" y="1162049"/>
                  </a:lnTo>
                  <a:close/>
                </a:path>
                <a:path extrusionOk="0" h="1162050" w="2635250">
                  <a:moveTo>
                    <a:pt x="16291" y="16291"/>
                  </a:moveTo>
                  <a:lnTo>
                    <a:pt x="8145" y="16291"/>
                  </a:lnTo>
                  <a:lnTo>
                    <a:pt x="8145" y="8145"/>
                  </a:lnTo>
                  <a:lnTo>
                    <a:pt x="16291" y="8145"/>
                  </a:lnTo>
                  <a:lnTo>
                    <a:pt x="16291" y="16291"/>
                  </a:lnTo>
                  <a:close/>
                </a:path>
                <a:path extrusionOk="0" h="1162050" w="2635250">
                  <a:moveTo>
                    <a:pt x="2618959" y="16291"/>
                  </a:moveTo>
                  <a:lnTo>
                    <a:pt x="16291" y="16291"/>
                  </a:lnTo>
                  <a:lnTo>
                    <a:pt x="16291" y="8145"/>
                  </a:lnTo>
                  <a:lnTo>
                    <a:pt x="2618959" y="8145"/>
                  </a:lnTo>
                  <a:lnTo>
                    <a:pt x="2618959" y="16291"/>
                  </a:lnTo>
                  <a:close/>
                </a:path>
                <a:path extrusionOk="0" h="1162050" w="2635250">
                  <a:moveTo>
                    <a:pt x="2627105" y="1154994"/>
                  </a:moveTo>
                  <a:lnTo>
                    <a:pt x="2618959" y="1154994"/>
                  </a:lnTo>
                  <a:lnTo>
                    <a:pt x="2618959" y="8145"/>
                  </a:lnTo>
                  <a:lnTo>
                    <a:pt x="2627105" y="8145"/>
                  </a:lnTo>
                  <a:lnTo>
                    <a:pt x="2627105" y="16291"/>
                  </a:lnTo>
                  <a:lnTo>
                    <a:pt x="2635251" y="16291"/>
                  </a:lnTo>
                  <a:lnTo>
                    <a:pt x="2635251" y="1146848"/>
                  </a:lnTo>
                  <a:lnTo>
                    <a:pt x="2627105" y="1146848"/>
                  </a:lnTo>
                  <a:lnTo>
                    <a:pt x="2627105" y="1154994"/>
                  </a:lnTo>
                  <a:close/>
                </a:path>
                <a:path extrusionOk="0" h="1162050" w="2635250">
                  <a:moveTo>
                    <a:pt x="2635251" y="16291"/>
                  </a:moveTo>
                  <a:lnTo>
                    <a:pt x="2627105" y="16291"/>
                  </a:lnTo>
                  <a:lnTo>
                    <a:pt x="2627105" y="8145"/>
                  </a:lnTo>
                  <a:lnTo>
                    <a:pt x="2635251" y="8145"/>
                  </a:lnTo>
                  <a:lnTo>
                    <a:pt x="2635251" y="16291"/>
                  </a:lnTo>
                  <a:close/>
                </a:path>
                <a:path extrusionOk="0" h="1162050" w="2635250">
                  <a:moveTo>
                    <a:pt x="16291" y="1154994"/>
                  </a:moveTo>
                  <a:lnTo>
                    <a:pt x="8145" y="1154994"/>
                  </a:lnTo>
                  <a:lnTo>
                    <a:pt x="8145" y="1146848"/>
                  </a:lnTo>
                  <a:lnTo>
                    <a:pt x="16291" y="1146848"/>
                  </a:lnTo>
                  <a:lnTo>
                    <a:pt x="16291" y="1154994"/>
                  </a:lnTo>
                  <a:close/>
                </a:path>
                <a:path extrusionOk="0" h="1162050" w="2635250">
                  <a:moveTo>
                    <a:pt x="2618959" y="1154994"/>
                  </a:moveTo>
                  <a:lnTo>
                    <a:pt x="16291" y="1154994"/>
                  </a:lnTo>
                  <a:lnTo>
                    <a:pt x="16291" y="1146848"/>
                  </a:lnTo>
                  <a:lnTo>
                    <a:pt x="2618959" y="1146848"/>
                  </a:lnTo>
                  <a:lnTo>
                    <a:pt x="2618959" y="1154994"/>
                  </a:lnTo>
                  <a:close/>
                </a:path>
                <a:path extrusionOk="0" h="1162050" w="2635250">
                  <a:moveTo>
                    <a:pt x="2635251" y="1154994"/>
                  </a:moveTo>
                  <a:lnTo>
                    <a:pt x="2627105" y="1154994"/>
                  </a:lnTo>
                  <a:lnTo>
                    <a:pt x="2627105" y="1146848"/>
                  </a:lnTo>
                  <a:lnTo>
                    <a:pt x="2635251" y="1146848"/>
                  </a:lnTo>
                  <a:lnTo>
                    <a:pt x="2635251" y="1154994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22" name="Google Shape;4522;p186"/>
          <p:cNvSpPr txBox="1"/>
          <p:nvPr/>
        </p:nvSpPr>
        <p:spPr>
          <a:xfrm>
            <a:off x="3335553" y="2813865"/>
            <a:ext cx="3684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SUT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3" name="Google Shape;4523;p186"/>
          <p:cNvGrpSpPr/>
          <p:nvPr/>
        </p:nvGrpSpPr>
        <p:grpSpPr>
          <a:xfrm>
            <a:off x="4846288" y="2017878"/>
            <a:ext cx="1213167" cy="498157"/>
            <a:chOff x="9692575" y="4035755"/>
            <a:chExt cx="2426334" cy="996314"/>
          </a:xfrm>
        </p:grpSpPr>
        <p:sp>
          <p:nvSpPr>
            <p:cNvPr id="4524" name="Google Shape;4524;p186"/>
            <p:cNvSpPr/>
            <p:nvPr/>
          </p:nvSpPr>
          <p:spPr>
            <a:xfrm>
              <a:off x="9700721" y="4043901"/>
              <a:ext cx="2409825" cy="979804"/>
            </a:xfrm>
            <a:custGeom>
              <a:rect b="b" l="l" r="r" t="t"/>
              <a:pathLst>
                <a:path extrusionOk="0" h="979804" w="2409825">
                  <a:moveTo>
                    <a:pt x="2409612" y="979533"/>
                  </a:moveTo>
                  <a:lnTo>
                    <a:pt x="0" y="979533"/>
                  </a:lnTo>
                  <a:lnTo>
                    <a:pt x="0" y="0"/>
                  </a:lnTo>
                  <a:lnTo>
                    <a:pt x="2409612" y="0"/>
                  </a:lnTo>
                  <a:lnTo>
                    <a:pt x="2409612" y="979533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25" name="Google Shape;4525;p186"/>
            <p:cNvSpPr/>
            <p:nvPr/>
          </p:nvSpPr>
          <p:spPr>
            <a:xfrm>
              <a:off x="9692575" y="4035755"/>
              <a:ext cx="2426334" cy="996314"/>
            </a:xfrm>
            <a:custGeom>
              <a:rect b="b" l="l" r="r" t="t"/>
              <a:pathLst>
                <a:path extrusionOk="0" h="996314" w="2426334">
                  <a:moveTo>
                    <a:pt x="2422238" y="995825"/>
                  </a:moveTo>
                  <a:lnTo>
                    <a:pt x="3665" y="995825"/>
                  </a:lnTo>
                  <a:lnTo>
                    <a:pt x="0" y="992159"/>
                  </a:lnTo>
                  <a:lnTo>
                    <a:pt x="0" y="3665"/>
                  </a:lnTo>
                  <a:lnTo>
                    <a:pt x="3665" y="0"/>
                  </a:lnTo>
                  <a:lnTo>
                    <a:pt x="2422238" y="0"/>
                  </a:lnTo>
                  <a:lnTo>
                    <a:pt x="2425904" y="3665"/>
                  </a:lnTo>
                  <a:lnTo>
                    <a:pt x="2425904" y="8145"/>
                  </a:lnTo>
                  <a:lnTo>
                    <a:pt x="8146" y="8145"/>
                  </a:lnTo>
                  <a:lnTo>
                    <a:pt x="8146" y="16291"/>
                  </a:lnTo>
                  <a:lnTo>
                    <a:pt x="16291" y="16291"/>
                  </a:lnTo>
                  <a:lnTo>
                    <a:pt x="16291" y="979533"/>
                  </a:lnTo>
                  <a:lnTo>
                    <a:pt x="8146" y="979533"/>
                  </a:lnTo>
                  <a:lnTo>
                    <a:pt x="8146" y="987679"/>
                  </a:lnTo>
                  <a:lnTo>
                    <a:pt x="2425904" y="987679"/>
                  </a:lnTo>
                  <a:lnTo>
                    <a:pt x="2425904" y="992159"/>
                  </a:lnTo>
                  <a:lnTo>
                    <a:pt x="2422238" y="995825"/>
                  </a:lnTo>
                  <a:close/>
                </a:path>
                <a:path extrusionOk="0" h="996314" w="2426334">
                  <a:moveTo>
                    <a:pt x="16291" y="16291"/>
                  </a:moveTo>
                  <a:lnTo>
                    <a:pt x="8146" y="16291"/>
                  </a:lnTo>
                  <a:lnTo>
                    <a:pt x="8146" y="8145"/>
                  </a:lnTo>
                  <a:lnTo>
                    <a:pt x="16291" y="8145"/>
                  </a:lnTo>
                  <a:lnTo>
                    <a:pt x="16291" y="16291"/>
                  </a:lnTo>
                  <a:close/>
                </a:path>
                <a:path extrusionOk="0" h="996314" w="2426334">
                  <a:moveTo>
                    <a:pt x="2409612" y="16291"/>
                  </a:moveTo>
                  <a:lnTo>
                    <a:pt x="16291" y="16291"/>
                  </a:lnTo>
                  <a:lnTo>
                    <a:pt x="16291" y="8145"/>
                  </a:lnTo>
                  <a:lnTo>
                    <a:pt x="2409612" y="8145"/>
                  </a:lnTo>
                  <a:lnTo>
                    <a:pt x="2409612" y="16291"/>
                  </a:lnTo>
                  <a:close/>
                </a:path>
                <a:path extrusionOk="0" h="996314" w="2426334">
                  <a:moveTo>
                    <a:pt x="2417757" y="987679"/>
                  </a:moveTo>
                  <a:lnTo>
                    <a:pt x="2409612" y="987679"/>
                  </a:lnTo>
                  <a:lnTo>
                    <a:pt x="2409612" y="8145"/>
                  </a:lnTo>
                  <a:lnTo>
                    <a:pt x="2417757" y="8145"/>
                  </a:lnTo>
                  <a:lnTo>
                    <a:pt x="2417757" y="16291"/>
                  </a:lnTo>
                  <a:lnTo>
                    <a:pt x="2425904" y="16291"/>
                  </a:lnTo>
                  <a:lnTo>
                    <a:pt x="2425904" y="979533"/>
                  </a:lnTo>
                  <a:lnTo>
                    <a:pt x="2417757" y="979533"/>
                  </a:lnTo>
                  <a:lnTo>
                    <a:pt x="2417757" y="987679"/>
                  </a:lnTo>
                  <a:close/>
                </a:path>
                <a:path extrusionOk="0" h="996314" w="2426334">
                  <a:moveTo>
                    <a:pt x="2425904" y="16291"/>
                  </a:moveTo>
                  <a:lnTo>
                    <a:pt x="2417757" y="16291"/>
                  </a:lnTo>
                  <a:lnTo>
                    <a:pt x="2417757" y="8145"/>
                  </a:lnTo>
                  <a:lnTo>
                    <a:pt x="2425904" y="8145"/>
                  </a:lnTo>
                  <a:lnTo>
                    <a:pt x="2425904" y="16291"/>
                  </a:lnTo>
                  <a:close/>
                </a:path>
                <a:path extrusionOk="0" h="996314" w="2426334">
                  <a:moveTo>
                    <a:pt x="16291" y="987679"/>
                  </a:moveTo>
                  <a:lnTo>
                    <a:pt x="8146" y="987679"/>
                  </a:lnTo>
                  <a:lnTo>
                    <a:pt x="8146" y="979533"/>
                  </a:lnTo>
                  <a:lnTo>
                    <a:pt x="16291" y="979533"/>
                  </a:lnTo>
                  <a:lnTo>
                    <a:pt x="16291" y="987679"/>
                  </a:lnTo>
                  <a:close/>
                </a:path>
                <a:path extrusionOk="0" h="996314" w="2426334">
                  <a:moveTo>
                    <a:pt x="2409612" y="987679"/>
                  </a:moveTo>
                  <a:lnTo>
                    <a:pt x="16291" y="987679"/>
                  </a:lnTo>
                  <a:lnTo>
                    <a:pt x="16291" y="979533"/>
                  </a:lnTo>
                  <a:lnTo>
                    <a:pt x="2409612" y="979533"/>
                  </a:lnTo>
                  <a:lnTo>
                    <a:pt x="2409612" y="987679"/>
                  </a:lnTo>
                  <a:close/>
                </a:path>
                <a:path extrusionOk="0" h="996314" w="2426334">
                  <a:moveTo>
                    <a:pt x="2425904" y="987679"/>
                  </a:moveTo>
                  <a:lnTo>
                    <a:pt x="2417757" y="987679"/>
                  </a:lnTo>
                  <a:lnTo>
                    <a:pt x="2417757" y="979533"/>
                  </a:lnTo>
                  <a:lnTo>
                    <a:pt x="2425904" y="979533"/>
                  </a:lnTo>
                  <a:lnTo>
                    <a:pt x="2425904" y="987679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26" name="Google Shape;4526;p186"/>
          <p:cNvSpPr txBox="1"/>
          <p:nvPr/>
        </p:nvSpPr>
        <p:spPr>
          <a:xfrm>
            <a:off x="4873275" y="2114731"/>
            <a:ext cx="1159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Dependency 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7" name="Google Shape;4527;p186"/>
          <p:cNvGrpSpPr/>
          <p:nvPr/>
        </p:nvGrpSpPr>
        <p:grpSpPr>
          <a:xfrm>
            <a:off x="4846288" y="3414071"/>
            <a:ext cx="1213167" cy="498157"/>
            <a:chOff x="9692575" y="6828143"/>
            <a:chExt cx="2426334" cy="996315"/>
          </a:xfrm>
        </p:grpSpPr>
        <p:sp>
          <p:nvSpPr>
            <p:cNvPr id="4528" name="Google Shape;4528;p186"/>
            <p:cNvSpPr/>
            <p:nvPr/>
          </p:nvSpPr>
          <p:spPr>
            <a:xfrm>
              <a:off x="9700721" y="6836289"/>
              <a:ext cx="2409825" cy="979804"/>
            </a:xfrm>
            <a:custGeom>
              <a:rect b="b" l="l" r="r" t="t"/>
              <a:pathLst>
                <a:path extrusionOk="0" h="979804" w="2409825">
                  <a:moveTo>
                    <a:pt x="2409612" y="979533"/>
                  </a:moveTo>
                  <a:lnTo>
                    <a:pt x="0" y="979533"/>
                  </a:lnTo>
                  <a:lnTo>
                    <a:pt x="0" y="0"/>
                  </a:lnTo>
                  <a:lnTo>
                    <a:pt x="2409612" y="0"/>
                  </a:lnTo>
                  <a:lnTo>
                    <a:pt x="2409612" y="979533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29" name="Google Shape;4529;p186"/>
            <p:cNvSpPr/>
            <p:nvPr/>
          </p:nvSpPr>
          <p:spPr>
            <a:xfrm>
              <a:off x="9692575" y="6828143"/>
              <a:ext cx="2426334" cy="996315"/>
            </a:xfrm>
            <a:custGeom>
              <a:rect b="b" l="l" r="r" t="t"/>
              <a:pathLst>
                <a:path extrusionOk="0" h="996315" w="2426334">
                  <a:moveTo>
                    <a:pt x="2422238" y="995825"/>
                  </a:moveTo>
                  <a:lnTo>
                    <a:pt x="3665" y="995825"/>
                  </a:lnTo>
                  <a:lnTo>
                    <a:pt x="0" y="992159"/>
                  </a:lnTo>
                  <a:lnTo>
                    <a:pt x="0" y="3665"/>
                  </a:lnTo>
                  <a:lnTo>
                    <a:pt x="3665" y="0"/>
                  </a:lnTo>
                  <a:lnTo>
                    <a:pt x="2422238" y="0"/>
                  </a:lnTo>
                  <a:lnTo>
                    <a:pt x="2425904" y="3665"/>
                  </a:lnTo>
                  <a:lnTo>
                    <a:pt x="2425904" y="8146"/>
                  </a:lnTo>
                  <a:lnTo>
                    <a:pt x="8146" y="8146"/>
                  </a:lnTo>
                  <a:lnTo>
                    <a:pt x="8146" y="16291"/>
                  </a:lnTo>
                  <a:lnTo>
                    <a:pt x="16291" y="16291"/>
                  </a:lnTo>
                  <a:lnTo>
                    <a:pt x="16291" y="979533"/>
                  </a:lnTo>
                  <a:lnTo>
                    <a:pt x="8146" y="979533"/>
                  </a:lnTo>
                  <a:lnTo>
                    <a:pt x="8146" y="987679"/>
                  </a:lnTo>
                  <a:lnTo>
                    <a:pt x="2425904" y="987679"/>
                  </a:lnTo>
                  <a:lnTo>
                    <a:pt x="2425904" y="992159"/>
                  </a:lnTo>
                  <a:lnTo>
                    <a:pt x="2422238" y="995825"/>
                  </a:lnTo>
                  <a:close/>
                </a:path>
                <a:path extrusionOk="0" h="996315" w="2426334">
                  <a:moveTo>
                    <a:pt x="16291" y="16291"/>
                  </a:moveTo>
                  <a:lnTo>
                    <a:pt x="8146" y="16291"/>
                  </a:lnTo>
                  <a:lnTo>
                    <a:pt x="8146" y="8146"/>
                  </a:lnTo>
                  <a:lnTo>
                    <a:pt x="16291" y="8146"/>
                  </a:lnTo>
                  <a:lnTo>
                    <a:pt x="16291" y="16291"/>
                  </a:lnTo>
                  <a:close/>
                </a:path>
                <a:path extrusionOk="0" h="996315" w="2426334">
                  <a:moveTo>
                    <a:pt x="2409612" y="16291"/>
                  </a:moveTo>
                  <a:lnTo>
                    <a:pt x="16291" y="16291"/>
                  </a:lnTo>
                  <a:lnTo>
                    <a:pt x="16291" y="8146"/>
                  </a:lnTo>
                  <a:lnTo>
                    <a:pt x="2409612" y="8146"/>
                  </a:lnTo>
                  <a:lnTo>
                    <a:pt x="2409612" y="16291"/>
                  </a:lnTo>
                  <a:close/>
                </a:path>
                <a:path extrusionOk="0" h="996315" w="2426334">
                  <a:moveTo>
                    <a:pt x="2417757" y="987679"/>
                  </a:moveTo>
                  <a:lnTo>
                    <a:pt x="2409612" y="987679"/>
                  </a:lnTo>
                  <a:lnTo>
                    <a:pt x="2409612" y="8146"/>
                  </a:lnTo>
                  <a:lnTo>
                    <a:pt x="2417757" y="8146"/>
                  </a:lnTo>
                  <a:lnTo>
                    <a:pt x="2417757" y="16291"/>
                  </a:lnTo>
                  <a:lnTo>
                    <a:pt x="2425904" y="16291"/>
                  </a:lnTo>
                  <a:lnTo>
                    <a:pt x="2425904" y="979533"/>
                  </a:lnTo>
                  <a:lnTo>
                    <a:pt x="2417757" y="979533"/>
                  </a:lnTo>
                  <a:lnTo>
                    <a:pt x="2417757" y="987679"/>
                  </a:lnTo>
                  <a:close/>
                </a:path>
                <a:path extrusionOk="0" h="996315" w="2426334">
                  <a:moveTo>
                    <a:pt x="2425904" y="16291"/>
                  </a:moveTo>
                  <a:lnTo>
                    <a:pt x="2417757" y="16291"/>
                  </a:lnTo>
                  <a:lnTo>
                    <a:pt x="2417757" y="8146"/>
                  </a:lnTo>
                  <a:lnTo>
                    <a:pt x="2425904" y="8146"/>
                  </a:lnTo>
                  <a:lnTo>
                    <a:pt x="2425904" y="16291"/>
                  </a:lnTo>
                  <a:close/>
                </a:path>
                <a:path extrusionOk="0" h="996315" w="2426334">
                  <a:moveTo>
                    <a:pt x="16291" y="987679"/>
                  </a:moveTo>
                  <a:lnTo>
                    <a:pt x="8146" y="987679"/>
                  </a:lnTo>
                  <a:lnTo>
                    <a:pt x="8146" y="979533"/>
                  </a:lnTo>
                  <a:lnTo>
                    <a:pt x="16291" y="979533"/>
                  </a:lnTo>
                  <a:lnTo>
                    <a:pt x="16291" y="987679"/>
                  </a:lnTo>
                  <a:close/>
                </a:path>
                <a:path extrusionOk="0" h="996315" w="2426334">
                  <a:moveTo>
                    <a:pt x="2409612" y="987679"/>
                  </a:moveTo>
                  <a:lnTo>
                    <a:pt x="16291" y="987679"/>
                  </a:lnTo>
                  <a:lnTo>
                    <a:pt x="16291" y="979533"/>
                  </a:lnTo>
                  <a:lnTo>
                    <a:pt x="2409612" y="979533"/>
                  </a:lnTo>
                  <a:lnTo>
                    <a:pt x="2409612" y="987679"/>
                  </a:lnTo>
                  <a:close/>
                </a:path>
                <a:path extrusionOk="0" h="996315" w="2426334">
                  <a:moveTo>
                    <a:pt x="2425904" y="987679"/>
                  </a:moveTo>
                  <a:lnTo>
                    <a:pt x="2417757" y="987679"/>
                  </a:lnTo>
                  <a:lnTo>
                    <a:pt x="2417757" y="979533"/>
                  </a:lnTo>
                  <a:lnTo>
                    <a:pt x="2425904" y="979533"/>
                  </a:lnTo>
                  <a:lnTo>
                    <a:pt x="2425904" y="987679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30" name="Google Shape;4530;p186"/>
          <p:cNvSpPr txBox="1"/>
          <p:nvPr/>
        </p:nvSpPr>
        <p:spPr>
          <a:xfrm>
            <a:off x="4873275" y="3510925"/>
            <a:ext cx="1159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Dependency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1" name="Google Shape;4531;p186"/>
          <p:cNvCxnSpPr/>
          <p:nvPr/>
        </p:nvCxnSpPr>
        <p:spPr>
          <a:xfrm flipH="1" rot="10800000">
            <a:off x="2256375" y="2954738"/>
            <a:ext cx="615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2" name="Google Shape;4532;p186"/>
          <p:cNvCxnSpPr/>
          <p:nvPr/>
        </p:nvCxnSpPr>
        <p:spPr>
          <a:xfrm flipH="1" rot="10800000">
            <a:off x="4181775" y="2257306"/>
            <a:ext cx="67020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3" name="Google Shape;4533;p186"/>
          <p:cNvCxnSpPr/>
          <p:nvPr/>
        </p:nvCxnSpPr>
        <p:spPr>
          <a:xfrm>
            <a:off x="4181713" y="3043350"/>
            <a:ext cx="668100" cy="6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4" name="Google Shape;4534;p186"/>
          <p:cNvSpPr txBox="1"/>
          <p:nvPr/>
        </p:nvSpPr>
        <p:spPr>
          <a:xfrm>
            <a:off x="7298325" y="2257150"/>
            <a:ext cx="44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DB1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5" name="Google Shape;4535;p186"/>
          <p:cNvSpPr txBox="1"/>
          <p:nvPr/>
        </p:nvSpPr>
        <p:spPr>
          <a:xfrm>
            <a:off x="7339840" y="3511245"/>
            <a:ext cx="358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DB1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6" name="Google Shape;4536;p186"/>
          <p:cNvGrpSpPr/>
          <p:nvPr/>
        </p:nvGrpSpPr>
        <p:grpSpPr>
          <a:xfrm>
            <a:off x="7132721" y="3232167"/>
            <a:ext cx="607060" cy="830898"/>
            <a:chOff x="14348004" y="3702760"/>
            <a:chExt cx="1214119" cy="1661795"/>
          </a:xfrm>
        </p:grpSpPr>
        <p:sp>
          <p:nvSpPr>
            <p:cNvPr id="4537" name="Google Shape;4537;p186"/>
            <p:cNvSpPr/>
            <p:nvPr/>
          </p:nvSpPr>
          <p:spPr>
            <a:xfrm>
              <a:off x="14356150" y="3710904"/>
              <a:ext cx="1198244" cy="1645920"/>
            </a:xfrm>
            <a:custGeom>
              <a:rect b="b" l="l" r="r" t="t"/>
              <a:pathLst>
                <a:path extrusionOk="0" h="1645920" w="1198244">
                  <a:moveTo>
                    <a:pt x="599043" y="1645535"/>
                  </a:moveTo>
                  <a:lnTo>
                    <a:pt x="533778" y="1643926"/>
                  </a:lnTo>
                  <a:lnTo>
                    <a:pt x="470546" y="1639211"/>
                  </a:lnTo>
                  <a:lnTo>
                    <a:pt x="409715" y="1631556"/>
                  </a:lnTo>
                  <a:lnTo>
                    <a:pt x="351648" y="1621129"/>
                  </a:lnTo>
                  <a:lnTo>
                    <a:pt x="296712" y="1608098"/>
                  </a:lnTo>
                  <a:lnTo>
                    <a:pt x="245273" y="1592628"/>
                  </a:lnTo>
                  <a:lnTo>
                    <a:pt x="197696" y="1574887"/>
                  </a:lnTo>
                  <a:lnTo>
                    <a:pt x="154347" y="1555043"/>
                  </a:lnTo>
                  <a:lnTo>
                    <a:pt x="115592" y="1533262"/>
                  </a:lnTo>
                  <a:lnTo>
                    <a:pt x="81796" y="1509711"/>
                  </a:lnTo>
                  <a:lnTo>
                    <a:pt x="30543" y="1457970"/>
                  </a:lnTo>
                  <a:lnTo>
                    <a:pt x="3515" y="1401157"/>
                  </a:lnTo>
                  <a:lnTo>
                    <a:pt x="0" y="1371266"/>
                  </a:lnTo>
                  <a:lnTo>
                    <a:pt x="0" y="274269"/>
                  </a:lnTo>
                  <a:lnTo>
                    <a:pt x="13818" y="215421"/>
                  </a:lnTo>
                  <a:lnTo>
                    <a:pt x="53324" y="160976"/>
                  </a:lnTo>
                  <a:lnTo>
                    <a:pt x="115592" y="112273"/>
                  </a:lnTo>
                  <a:lnTo>
                    <a:pt x="154347" y="90492"/>
                  </a:lnTo>
                  <a:lnTo>
                    <a:pt x="197696" y="70648"/>
                  </a:lnTo>
                  <a:lnTo>
                    <a:pt x="245273" y="52907"/>
                  </a:lnTo>
                  <a:lnTo>
                    <a:pt x="296712" y="37437"/>
                  </a:lnTo>
                  <a:lnTo>
                    <a:pt x="351648" y="24405"/>
                  </a:lnTo>
                  <a:lnTo>
                    <a:pt x="409715" y="13978"/>
                  </a:lnTo>
                  <a:lnTo>
                    <a:pt x="470546" y="6324"/>
                  </a:lnTo>
                  <a:lnTo>
                    <a:pt x="533778" y="1608"/>
                  </a:lnTo>
                  <a:lnTo>
                    <a:pt x="599043" y="0"/>
                  </a:lnTo>
                  <a:lnTo>
                    <a:pt x="664308" y="1608"/>
                  </a:lnTo>
                  <a:lnTo>
                    <a:pt x="727540" y="6324"/>
                  </a:lnTo>
                  <a:lnTo>
                    <a:pt x="788371" y="13978"/>
                  </a:lnTo>
                  <a:lnTo>
                    <a:pt x="846438" y="24405"/>
                  </a:lnTo>
                  <a:lnTo>
                    <a:pt x="901374" y="37437"/>
                  </a:lnTo>
                  <a:lnTo>
                    <a:pt x="952813" y="52907"/>
                  </a:lnTo>
                  <a:lnTo>
                    <a:pt x="1000390" y="70648"/>
                  </a:lnTo>
                  <a:lnTo>
                    <a:pt x="1043739" y="90492"/>
                  </a:lnTo>
                  <a:lnTo>
                    <a:pt x="1082494" y="112273"/>
                  </a:lnTo>
                  <a:lnTo>
                    <a:pt x="1116290" y="135823"/>
                  </a:lnTo>
                  <a:lnTo>
                    <a:pt x="1167543" y="187564"/>
                  </a:lnTo>
                  <a:lnTo>
                    <a:pt x="1194571" y="244378"/>
                  </a:lnTo>
                  <a:lnTo>
                    <a:pt x="1198087" y="274269"/>
                  </a:lnTo>
                  <a:lnTo>
                    <a:pt x="1198087" y="1371266"/>
                  </a:lnTo>
                  <a:lnTo>
                    <a:pt x="1184268" y="1430090"/>
                  </a:lnTo>
                  <a:lnTo>
                    <a:pt x="1144762" y="1484523"/>
                  </a:lnTo>
                  <a:lnTo>
                    <a:pt x="1082494" y="1533227"/>
                  </a:lnTo>
                  <a:lnTo>
                    <a:pt x="1043739" y="1555010"/>
                  </a:lnTo>
                  <a:lnTo>
                    <a:pt x="1000390" y="1574859"/>
                  </a:lnTo>
                  <a:lnTo>
                    <a:pt x="952813" y="1592604"/>
                  </a:lnTo>
                  <a:lnTo>
                    <a:pt x="901374" y="1608079"/>
                  </a:lnTo>
                  <a:lnTo>
                    <a:pt x="846438" y="1621117"/>
                  </a:lnTo>
                  <a:lnTo>
                    <a:pt x="788371" y="1631548"/>
                  </a:lnTo>
                  <a:lnTo>
                    <a:pt x="727540" y="1639207"/>
                  </a:lnTo>
                  <a:lnTo>
                    <a:pt x="664308" y="1643925"/>
                  </a:lnTo>
                  <a:lnTo>
                    <a:pt x="599043" y="1645535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4538" name="Google Shape;4538;p186"/>
            <p:cNvSpPr/>
            <p:nvPr/>
          </p:nvSpPr>
          <p:spPr>
            <a:xfrm>
              <a:off x="14348004" y="3702760"/>
              <a:ext cx="1214119" cy="1661795"/>
            </a:xfrm>
            <a:custGeom>
              <a:rect b="b" l="l" r="r" t="t"/>
              <a:pathLst>
                <a:path extrusionOk="0" h="1661795" w="1214119">
                  <a:moveTo>
                    <a:pt x="1213713" y="276377"/>
                  </a:moveTo>
                  <a:lnTo>
                    <a:pt x="1211173" y="252818"/>
                  </a:lnTo>
                  <a:lnTo>
                    <a:pt x="1201775" y="224231"/>
                  </a:lnTo>
                  <a:lnTo>
                    <a:pt x="1198079" y="217589"/>
                  </a:lnTo>
                  <a:lnTo>
                    <a:pt x="1198079" y="282422"/>
                  </a:lnTo>
                  <a:lnTo>
                    <a:pt x="1198079" y="347256"/>
                  </a:lnTo>
                  <a:lnTo>
                    <a:pt x="1198079" y="1379410"/>
                  </a:lnTo>
                  <a:lnTo>
                    <a:pt x="1194689" y="1407642"/>
                  </a:lnTo>
                  <a:lnTo>
                    <a:pt x="1168565" y="1461833"/>
                  </a:lnTo>
                  <a:lnTo>
                    <a:pt x="1118819" y="1511769"/>
                  </a:lnTo>
                  <a:lnTo>
                    <a:pt x="1085900" y="1534668"/>
                  </a:lnTo>
                  <a:lnTo>
                    <a:pt x="1048054" y="1555953"/>
                  </a:lnTo>
                  <a:lnTo>
                    <a:pt x="1005611" y="1575435"/>
                  </a:lnTo>
                  <a:lnTo>
                    <a:pt x="958900" y="1592922"/>
                  </a:lnTo>
                  <a:lnTo>
                    <a:pt x="908240" y="1608226"/>
                  </a:lnTo>
                  <a:lnTo>
                    <a:pt x="853960" y="1621155"/>
                  </a:lnTo>
                  <a:lnTo>
                    <a:pt x="796378" y="1631543"/>
                  </a:lnTo>
                  <a:lnTo>
                    <a:pt x="735850" y="1639201"/>
                  </a:lnTo>
                  <a:lnTo>
                    <a:pt x="672668" y="1643926"/>
                  </a:lnTo>
                  <a:lnTo>
                    <a:pt x="607187" y="1645539"/>
                  </a:lnTo>
                  <a:lnTo>
                    <a:pt x="541693" y="1643926"/>
                  </a:lnTo>
                  <a:lnTo>
                    <a:pt x="478523" y="1639201"/>
                  </a:lnTo>
                  <a:lnTo>
                    <a:pt x="417982" y="1631543"/>
                  </a:lnTo>
                  <a:lnTo>
                    <a:pt x="360413" y="1621155"/>
                  </a:lnTo>
                  <a:lnTo>
                    <a:pt x="306133" y="1608226"/>
                  </a:lnTo>
                  <a:lnTo>
                    <a:pt x="255473" y="1592922"/>
                  </a:lnTo>
                  <a:lnTo>
                    <a:pt x="208762" y="1575435"/>
                  </a:lnTo>
                  <a:lnTo>
                    <a:pt x="166319" y="1555953"/>
                  </a:lnTo>
                  <a:lnTo>
                    <a:pt x="128473" y="1534668"/>
                  </a:lnTo>
                  <a:lnTo>
                    <a:pt x="95554" y="1511769"/>
                  </a:lnTo>
                  <a:lnTo>
                    <a:pt x="45808" y="1461833"/>
                  </a:lnTo>
                  <a:lnTo>
                    <a:pt x="19672" y="1407642"/>
                  </a:lnTo>
                  <a:lnTo>
                    <a:pt x="16281" y="1379410"/>
                  </a:lnTo>
                  <a:lnTo>
                    <a:pt x="16281" y="347205"/>
                  </a:lnTo>
                  <a:lnTo>
                    <a:pt x="27838" y="368007"/>
                  </a:lnTo>
                  <a:lnTo>
                    <a:pt x="48615" y="394182"/>
                  </a:lnTo>
                  <a:lnTo>
                    <a:pt x="105371" y="442226"/>
                  </a:lnTo>
                  <a:lnTo>
                    <a:pt x="140703" y="463867"/>
                  </a:lnTo>
                  <a:lnTo>
                    <a:pt x="180225" y="483743"/>
                  </a:lnTo>
                  <a:lnTo>
                    <a:pt x="223596" y="501751"/>
                  </a:lnTo>
                  <a:lnTo>
                    <a:pt x="270497" y="517740"/>
                  </a:lnTo>
                  <a:lnTo>
                    <a:pt x="320586" y="531622"/>
                  </a:lnTo>
                  <a:lnTo>
                    <a:pt x="373532" y="543255"/>
                  </a:lnTo>
                  <a:lnTo>
                    <a:pt x="428993" y="552513"/>
                  </a:lnTo>
                  <a:lnTo>
                    <a:pt x="486651" y="559269"/>
                  </a:lnTo>
                  <a:lnTo>
                    <a:pt x="546176" y="563422"/>
                  </a:lnTo>
                  <a:lnTo>
                    <a:pt x="607187" y="564832"/>
                  </a:lnTo>
                  <a:lnTo>
                    <a:pt x="668197" y="563422"/>
                  </a:lnTo>
                  <a:lnTo>
                    <a:pt x="727722" y="559282"/>
                  </a:lnTo>
                  <a:lnTo>
                    <a:pt x="749808" y="556691"/>
                  </a:lnTo>
                  <a:lnTo>
                    <a:pt x="785380" y="552513"/>
                  </a:lnTo>
                  <a:lnTo>
                    <a:pt x="809205" y="548538"/>
                  </a:lnTo>
                  <a:lnTo>
                    <a:pt x="840841" y="543267"/>
                  </a:lnTo>
                  <a:lnTo>
                    <a:pt x="893787" y="531634"/>
                  </a:lnTo>
                  <a:lnTo>
                    <a:pt x="943876" y="517766"/>
                  </a:lnTo>
                  <a:lnTo>
                    <a:pt x="990765" y="501777"/>
                  </a:lnTo>
                  <a:lnTo>
                    <a:pt x="1034148" y="483768"/>
                  </a:lnTo>
                  <a:lnTo>
                    <a:pt x="1073658" y="463892"/>
                  </a:lnTo>
                  <a:lnTo>
                    <a:pt x="1108989" y="442264"/>
                  </a:lnTo>
                  <a:lnTo>
                    <a:pt x="1139799" y="418998"/>
                  </a:lnTo>
                  <a:lnTo>
                    <a:pt x="1186522" y="368046"/>
                  </a:lnTo>
                  <a:lnTo>
                    <a:pt x="1198079" y="347256"/>
                  </a:lnTo>
                  <a:lnTo>
                    <a:pt x="1198079" y="282422"/>
                  </a:lnTo>
                  <a:lnTo>
                    <a:pt x="1194689" y="310642"/>
                  </a:lnTo>
                  <a:lnTo>
                    <a:pt x="1184744" y="338175"/>
                  </a:lnTo>
                  <a:lnTo>
                    <a:pt x="1146479" y="390423"/>
                  </a:lnTo>
                  <a:lnTo>
                    <a:pt x="1085900" y="437680"/>
                  </a:lnTo>
                  <a:lnTo>
                    <a:pt x="1048054" y="458965"/>
                  </a:lnTo>
                  <a:lnTo>
                    <a:pt x="1005611" y="478434"/>
                  </a:lnTo>
                  <a:lnTo>
                    <a:pt x="958900" y="495922"/>
                  </a:lnTo>
                  <a:lnTo>
                    <a:pt x="908240" y="511225"/>
                  </a:lnTo>
                  <a:lnTo>
                    <a:pt x="853960" y="524167"/>
                  </a:lnTo>
                  <a:lnTo>
                    <a:pt x="796378" y="534555"/>
                  </a:lnTo>
                  <a:lnTo>
                    <a:pt x="735850" y="542201"/>
                  </a:lnTo>
                  <a:lnTo>
                    <a:pt x="672668" y="546925"/>
                  </a:lnTo>
                  <a:lnTo>
                    <a:pt x="607187" y="548538"/>
                  </a:lnTo>
                  <a:lnTo>
                    <a:pt x="541693" y="546925"/>
                  </a:lnTo>
                  <a:lnTo>
                    <a:pt x="478523" y="542201"/>
                  </a:lnTo>
                  <a:lnTo>
                    <a:pt x="417982" y="534555"/>
                  </a:lnTo>
                  <a:lnTo>
                    <a:pt x="360413" y="524167"/>
                  </a:lnTo>
                  <a:lnTo>
                    <a:pt x="306133" y="511225"/>
                  </a:lnTo>
                  <a:lnTo>
                    <a:pt x="255473" y="495922"/>
                  </a:lnTo>
                  <a:lnTo>
                    <a:pt x="208762" y="478434"/>
                  </a:lnTo>
                  <a:lnTo>
                    <a:pt x="166319" y="458965"/>
                  </a:lnTo>
                  <a:lnTo>
                    <a:pt x="128473" y="437680"/>
                  </a:lnTo>
                  <a:lnTo>
                    <a:pt x="95554" y="414769"/>
                  </a:lnTo>
                  <a:lnTo>
                    <a:pt x="45808" y="364832"/>
                  </a:lnTo>
                  <a:lnTo>
                    <a:pt x="19672" y="310642"/>
                  </a:lnTo>
                  <a:lnTo>
                    <a:pt x="16281" y="282422"/>
                  </a:lnTo>
                  <a:lnTo>
                    <a:pt x="19672" y="254190"/>
                  </a:lnTo>
                  <a:lnTo>
                    <a:pt x="45808" y="199999"/>
                  </a:lnTo>
                  <a:lnTo>
                    <a:pt x="95554" y="150063"/>
                  </a:lnTo>
                  <a:lnTo>
                    <a:pt x="128473" y="127165"/>
                  </a:lnTo>
                  <a:lnTo>
                    <a:pt x="166319" y="105879"/>
                  </a:lnTo>
                  <a:lnTo>
                    <a:pt x="208762" y="86398"/>
                  </a:lnTo>
                  <a:lnTo>
                    <a:pt x="255473" y="68910"/>
                  </a:lnTo>
                  <a:lnTo>
                    <a:pt x="306133" y="53606"/>
                  </a:lnTo>
                  <a:lnTo>
                    <a:pt x="360413" y="40678"/>
                  </a:lnTo>
                  <a:lnTo>
                    <a:pt x="417982" y="30289"/>
                  </a:lnTo>
                  <a:lnTo>
                    <a:pt x="478523" y="22644"/>
                  </a:lnTo>
                  <a:lnTo>
                    <a:pt x="541693" y="17907"/>
                  </a:lnTo>
                  <a:lnTo>
                    <a:pt x="607187" y="16294"/>
                  </a:lnTo>
                  <a:lnTo>
                    <a:pt x="672668" y="17907"/>
                  </a:lnTo>
                  <a:lnTo>
                    <a:pt x="735850" y="22644"/>
                  </a:lnTo>
                  <a:lnTo>
                    <a:pt x="796378" y="30289"/>
                  </a:lnTo>
                  <a:lnTo>
                    <a:pt x="853960" y="40678"/>
                  </a:lnTo>
                  <a:lnTo>
                    <a:pt x="908240" y="53606"/>
                  </a:lnTo>
                  <a:lnTo>
                    <a:pt x="958900" y="68910"/>
                  </a:lnTo>
                  <a:lnTo>
                    <a:pt x="1005611" y="86398"/>
                  </a:lnTo>
                  <a:lnTo>
                    <a:pt x="1048054" y="105879"/>
                  </a:lnTo>
                  <a:lnTo>
                    <a:pt x="1085900" y="127165"/>
                  </a:lnTo>
                  <a:lnTo>
                    <a:pt x="1118819" y="150063"/>
                  </a:lnTo>
                  <a:lnTo>
                    <a:pt x="1168565" y="199999"/>
                  </a:lnTo>
                  <a:lnTo>
                    <a:pt x="1194689" y="254190"/>
                  </a:lnTo>
                  <a:lnTo>
                    <a:pt x="1198079" y="282422"/>
                  </a:lnTo>
                  <a:lnTo>
                    <a:pt x="1198079" y="217589"/>
                  </a:lnTo>
                  <a:lnTo>
                    <a:pt x="1165771" y="170624"/>
                  </a:lnTo>
                  <a:lnTo>
                    <a:pt x="1109002" y="122580"/>
                  </a:lnTo>
                  <a:lnTo>
                    <a:pt x="1073670" y="100939"/>
                  </a:lnTo>
                  <a:lnTo>
                    <a:pt x="1034161" y="81064"/>
                  </a:lnTo>
                  <a:lnTo>
                    <a:pt x="990777" y="63068"/>
                  </a:lnTo>
                  <a:lnTo>
                    <a:pt x="943889" y="47066"/>
                  </a:lnTo>
                  <a:lnTo>
                    <a:pt x="893800" y="33197"/>
                  </a:lnTo>
                  <a:lnTo>
                    <a:pt x="840854" y="21577"/>
                  </a:lnTo>
                  <a:lnTo>
                    <a:pt x="785393" y="12319"/>
                  </a:lnTo>
                  <a:lnTo>
                    <a:pt x="749808" y="8153"/>
                  </a:lnTo>
                  <a:lnTo>
                    <a:pt x="727735" y="5562"/>
                  </a:lnTo>
                  <a:lnTo>
                    <a:pt x="668223" y="1409"/>
                  </a:lnTo>
                  <a:lnTo>
                    <a:pt x="607187" y="0"/>
                  </a:lnTo>
                  <a:lnTo>
                    <a:pt x="546150" y="1409"/>
                  </a:lnTo>
                  <a:lnTo>
                    <a:pt x="486625" y="5562"/>
                  </a:lnTo>
                  <a:lnTo>
                    <a:pt x="428980" y="12319"/>
                  </a:lnTo>
                  <a:lnTo>
                    <a:pt x="373507" y="21577"/>
                  </a:lnTo>
                  <a:lnTo>
                    <a:pt x="320573" y="33197"/>
                  </a:lnTo>
                  <a:lnTo>
                    <a:pt x="270484" y="47066"/>
                  </a:lnTo>
                  <a:lnTo>
                    <a:pt x="223583" y="63068"/>
                  </a:lnTo>
                  <a:lnTo>
                    <a:pt x="180213" y="81064"/>
                  </a:lnTo>
                  <a:lnTo>
                    <a:pt x="140690" y="100939"/>
                  </a:lnTo>
                  <a:lnTo>
                    <a:pt x="105359" y="122580"/>
                  </a:lnTo>
                  <a:lnTo>
                    <a:pt x="74549" y="145846"/>
                  </a:lnTo>
                  <a:lnTo>
                    <a:pt x="27838" y="196799"/>
                  </a:lnTo>
                  <a:lnTo>
                    <a:pt x="3200" y="252818"/>
                  </a:lnTo>
                  <a:lnTo>
                    <a:pt x="0" y="282422"/>
                  </a:lnTo>
                  <a:lnTo>
                    <a:pt x="0" y="1379410"/>
                  </a:lnTo>
                  <a:lnTo>
                    <a:pt x="12585" y="1437601"/>
                  </a:lnTo>
                  <a:lnTo>
                    <a:pt x="48602" y="1491208"/>
                  </a:lnTo>
                  <a:lnTo>
                    <a:pt x="105359" y="1539252"/>
                  </a:lnTo>
                  <a:lnTo>
                    <a:pt x="140690" y="1560893"/>
                  </a:lnTo>
                  <a:lnTo>
                    <a:pt x="180213" y="1580769"/>
                  </a:lnTo>
                  <a:lnTo>
                    <a:pt x="223583" y="1598764"/>
                  </a:lnTo>
                  <a:lnTo>
                    <a:pt x="270484" y="1614766"/>
                  </a:lnTo>
                  <a:lnTo>
                    <a:pt x="320573" y="1628635"/>
                  </a:lnTo>
                  <a:lnTo>
                    <a:pt x="373507" y="1640255"/>
                  </a:lnTo>
                  <a:lnTo>
                    <a:pt x="428980" y="1649514"/>
                  </a:lnTo>
                  <a:lnTo>
                    <a:pt x="486625" y="1656270"/>
                  </a:lnTo>
                  <a:lnTo>
                    <a:pt x="546150" y="1660423"/>
                  </a:lnTo>
                  <a:lnTo>
                    <a:pt x="603643" y="1661744"/>
                  </a:lnTo>
                  <a:lnTo>
                    <a:pt x="607187" y="1661744"/>
                  </a:lnTo>
                  <a:lnTo>
                    <a:pt x="610717" y="1661744"/>
                  </a:lnTo>
                  <a:lnTo>
                    <a:pt x="668223" y="1660423"/>
                  </a:lnTo>
                  <a:lnTo>
                    <a:pt x="727735" y="1656270"/>
                  </a:lnTo>
                  <a:lnTo>
                    <a:pt x="749820" y="1653679"/>
                  </a:lnTo>
                  <a:lnTo>
                    <a:pt x="785393" y="1649514"/>
                  </a:lnTo>
                  <a:lnTo>
                    <a:pt x="840854" y="1640255"/>
                  </a:lnTo>
                  <a:lnTo>
                    <a:pt x="893800" y="1628635"/>
                  </a:lnTo>
                  <a:lnTo>
                    <a:pt x="943889" y="1614766"/>
                  </a:lnTo>
                  <a:lnTo>
                    <a:pt x="990777" y="1598764"/>
                  </a:lnTo>
                  <a:lnTo>
                    <a:pt x="1034161" y="1580769"/>
                  </a:lnTo>
                  <a:lnTo>
                    <a:pt x="1073670" y="1560893"/>
                  </a:lnTo>
                  <a:lnTo>
                    <a:pt x="1109002" y="1539252"/>
                  </a:lnTo>
                  <a:lnTo>
                    <a:pt x="1139812" y="1515986"/>
                  </a:lnTo>
                  <a:lnTo>
                    <a:pt x="1186535" y="1465033"/>
                  </a:lnTo>
                  <a:lnTo>
                    <a:pt x="1211173" y="1409014"/>
                  </a:lnTo>
                  <a:lnTo>
                    <a:pt x="1213713" y="1385455"/>
                  </a:lnTo>
                  <a:lnTo>
                    <a:pt x="1213713" y="288455"/>
                  </a:lnTo>
                  <a:lnTo>
                    <a:pt x="1213713" y="282422"/>
                  </a:lnTo>
                  <a:lnTo>
                    <a:pt x="1213713" y="276377"/>
                  </a:lnTo>
                  <a:close/>
                </a:path>
              </a:pathLst>
            </a:custGeom>
            <a:solidFill>
              <a:srgbClr val="1B171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</p:grpSp>
      <p:sp>
        <p:nvSpPr>
          <p:cNvPr id="4539" name="Google Shape;4539;p186"/>
          <p:cNvSpPr txBox="1"/>
          <p:nvPr/>
        </p:nvSpPr>
        <p:spPr>
          <a:xfrm>
            <a:off x="7256800" y="3619725"/>
            <a:ext cx="44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DB2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0" name="Google Shape;4540;p186"/>
          <p:cNvCxnSpPr/>
          <p:nvPr/>
        </p:nvCxnSpPr>
        <p:spPr>
          <a:xfrm>
            <a:off x="6056938" y="2283963"/>
            <a:ext cx="1122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1" name="Google Shape;4541;p186"/>
          <p:cNvCxnSpPr/>
          <p:nvPr/>
        </p:nvCxnSpPr>
        <p:spPr>
          <a:xfrm>
            <a:off x="6056213" y="3669163"/>
            <a:ext cx="10833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5" name="Shape 4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" name="Google Shape;4546;p187"/>
          <p:cNvSpPr txBox="1"/>
          <p:nvPr/>
        </p:nvSpPr>
        <p:spPr>
          <a:xfrm>
            <a:off x="508000" y="497522"/>
            <a:ext cx="12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How Google Tests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7" name="Google Shape;4547;p187"/>
          <p:cNvSpPr/>
          <p:nvPr/>
        </p:nvSpPr>
        <p:spPr>
          <a:xfrm>
            <a:off x="5223802" y="1088025"/>
            <a:ext cx="2090738" cy="423227"/>
          </a:xfrm>
          <a:custGeom>
            <a:rect b="b" l="l" r="r" t="t"/>
            <a:pathLst>
              <a:path extrusionOk="0" h="846455" w="4181475">
                <a:moveTo>
                  <a:pt x="196429" y="846092"/>
                </a:moveTo>
                <a:lnTo>
                  <a:pt x="157971" y="840404"/>
                </a:lnTo>
                <a:lnTo>
                  <a:pt x="103025" y="807250"/>
                </a:lnTo>
                <a:lnTo>
                  <a:pt x="75840" y="765406"/>
                </a:lnTo>
                <a:lnTo>
                  <a:pt x="66586" y="716294"/>
                </a:lnTo>
                <a:lnTo>
                  <a:pt x="77308" y="665761"/>
                </a:lnTo>
                <a:lnTo>
                  <a:pt x="85539" y="649987"/>
                </a:lnTo>
                <a:lnTo>
                  <a:pt x="95344" y="635635"/>
                </a:lnTo>
                <a:lnTo>
                  <a:pt x="107036" y="622863"/>
                </a:lnTo>
                <a:lnTo>
                  <a:pt x="120930" y="611830"/>
                </a:lnTo>
                <a:lnTo>
                  <a:pt x="102395" y="608064"/>
                </a:lnTo>
                <a:lnTo>
                  <a:pt x="52141" y="583179"/>
                </a:lnTo>
                <a:lnTo>
                  <a:pt x="24275" y="554160"/>
                </a:lnTo>
                <a:lnTo>
                  <a:pt x="6632" y="519136"/>
                </a:lnTo>
                <a:lnTo>
                  <a:pt x="0" y="480321"/>
                </a:lnTo>
                <a:lnTo>
                  <a:pt x="5164" y="439925"/>
                </a:lnTo>
                <a:lnTo>
                  <a:pt x="25481" y="397134"/>
                </a:lnTo>
                <a:lnTo>
                  <a:pt x="61264" y="363822"/>
                </a:lnTo>
                <a:lnTo>
                  <a:pt x="107507" y="340490"/>
                </a:lnTo>
                <a:lnTo>
                  <a:pt x="112541" y="337120"/>
                </a:lnTo>
                <a:lnTo>
                  <a:pt x="149452" y="310154"/>
                </a:lnTo>
                <a:lnTo>
                  <a:pt x="134981" y="261201"/>
                </a:lnTo>
                <a:lnTo>
                  <a:pt x="140643" y="211773"/>
                </a:lnTo>
                <a:lnTo>
                  <a:pt x="164551" y="167717"/>
                </a:lnTo>
                <a:lnTo>
                  <a:pt x="204818" y="134879"/>
                </a:lnTo>
                <a:lnTo>
                  <a:pt x="249174" y="120659"/>
                </a:lnTo>
                <a:lnTo>
                  <a:pt x="265217" y="119711"/>
                </a:lnTo>
                <a:lnTo>
                  <a:pt x="273606" y="119711"/>
                </a:lnTo>
                <a:lnTo>
                  <a:pt x="343679" y="114497"/>
                </a:lnTo>
                <a:lnTo>
                  <a:pt x="400015" y="110731"/>
                </a:lnTo>
                <a:lnTo>
                  <a:pt x="464294" y="107519"/>
                </a:lnTo>
                <a:lnTo>
                  <a:pt x="529465" y="105228"/>
                </a:lnTo>
                <a:lnTo>
                  <a:pt x="594898" y="103858"/>
                </a:lnTo>
                <a:lnTo>
                  <a:pt x="728870" y="100134"/>
                </a:lnTo>
                <a:lnTo>
                  <a:pt x="984629" y="90171"/>
                </a:lnTo>
                <a:lnTo>
                  <a:pt x="1139961" y="82844"/>
                </a:lnTo>
                <a:lnTo>
                  <a:pt x="1243281" y="77219"/>
                </a:lnTo>
                <a:lnTo>
                  <a:pt x="1346319" y="70905"/>
                </a:lnTo>
                <a:lnTo>
                  <a:pt x="1696685" y="49628"/>
                </a:lnTo>
                <a:lnTo>
                  <a:pt x="1947168" y="35970"/>
                </a:lnTo>
                <a:lnTo>
                  <a:pt x="2048935" y="31170"/>
                </a:lnTo>
                <a:lnTo>
                  <a:pt x="2151023" y="27018"/>
                </a:lnTo>
                <a:lnTo>
                  <a:pt x="2416110" y="21962"/>
                </a:lnTo>
                <a:lnTo>
                  <a:pt x="2716174" y="19292"/>
                </a:lnTo>
                <a:lnTo>
                  <a:pt x="2816250" y="17701"/>
                </a:lnTo>
                <a:lnTo>
                  <a:pt x="2916083" y="15220"/>
                </a:lnTo>
                <a:lnTo>
                  <a:pt x="3275460" y="3859"/>
                </a:lnTo>
                <a:lnTo>
                  <a:pt x="3429479" y="52"/>
                </a:lnTo>
                <a:lnTo>
                  <a:pt x="3800920" y="0"/>
                </a:lnTo>
                <a:lnTo>
                  <a:pt x="3849208" y="4318"/>
                </a:lnTo>
                <a:lnTo>
                  <a:pt x="3905256" y="31731"/>
                </a:lnTo>
                <a:lnTo>
                  <a:pt x="3945785" y="93615"/>
                </a:lnTo>
                <a:lnTo>
                  <a:pt x="3951264" y="131509"/>
                </a:lnTo>
                <a:lnTo>
                  <a:pt x="3950923" y="141594"/>
                </a:lnTo>
                <a:lnTo>
                  <a:pt x="3949795" y="151522"/>
                </a:lnTo>
                <a:lnTo>
                  <a:pt x="3947724" y="161134"/>
                </a:lnTo>
                <a:lnTo>
                  <a:pt x="3944552" y="170271"/>
                </a:lnTo>
                <a:lnTo>
                  <a:pt x="3971004" y="166795"/>
                </a:lnTo>
                <a:lnTo>
                  <a:pt x="3997612" y="163951"/>
                </a:lnTo>
                <a:lnTo>
                  <a:pt x="4024535" y="161739"/>
                </a:lnTo>
                <a:lnTo>
                  <a:pt x="4051929" y="160159"/>
                </a:lnTo>
                <a:lnTo>
                  <a:pt x="4102551" y="170482"/>
                </a:lnTo>
                <a:lnTo>
                  <a:pt x="4143577" y="198501"/>
                </a:lnTo>
                <a:lnTo>
                  <a:pt x="4171077" y="239791"/>
                </a:lnTo>
                <a:lnTo>
                  <a:pt x="4181117" y="289930"/>
                </a:lnTo>
                <a:lnTo>
                  <a:pt x="4178627" y="315079"/>
                </a:lnTo>
                <a:lnTo>
                  <a:pt x="4159175" y="362215"/>
                </a:lnTo>
                <a:lnTo>
                  <a:pt x="4128661" y="394764"/>
                </a:lnTo>
                <a:lnTo>
                  <a:pt x="4085484" y="416331"/>
                </a:lnTo>
                <a:lnTo>
                  <a:pt x="4093716" y="421413"/>
                </a:lnTo>
                <a:lnTo>
                  <a:pt x="4142292" y="482111"/>
                </a:lnTo>
                <a:lnTo>
                  <a:pt x="4151546" y="531355"/>
                </a:lnTo>
                <a:lnTo>
                  <a:pt x="4141611" y="579966"/>
                </a:lnTo>
                <a:lnTo>
                  <a:pt x="4112329" y="621942"/>
                </a:lnTo>
                <a:lnTo>
                  <a:pt x="4071853" y="649329"/>
                </a:lnTo>
                <a:lnTo>
                  <a:pt x="4025085" y="659019"/>
                </a:lnTo>
                <a:lnTo>
                  <a:pt x="3973396" y="657644"/>
                </a:lnTo>
                <a:lnTo>
                  <a:pt x="3747258" y="647670"/>
                </a:lnTo>
                <a:lnTo>
                  <a:pt x="3685495" y="645826"/>
                </a:lnTo>
                <a:lnTo>
                  <a:pt x="3530145" y="645537"/>
                </a:lnTo>
                <a:lnTo>
                  <a:pt x="2778507" y="645537"/>
                </a:lnTo>
                <a:lnTo>
                  <a:pt x="2727704" y="645186"/>
                </a:lnTo>
                <a:lnTo>
                  <a:pt x="2578517" y="642516"/>
                </a:lnTo>
                <a:lnTo>
                  <a:pt x="2528520" y="642166"/>
                </a:lnTo>
                <a:lnTo>
                  <a:pt x="2376434" y="641802"/>
                </a:lnTo>
                <a:lnTo>
                  <a:pt x="2275178" y="640481"/>
                </a:lnTo>
                <a:lnTo>
                  <a:pt x="2121642" y="637811"/>
                </a:lnTo>
                <a:lnTo>
                  <a:pt x="2018480" y="637110"/>
                </a:lnTo>
                <a:lnTo>
                  <a:pt x="1917089" y="637811"/>
                </a:lnTo>
                <a:lnTo>
                  <a:pt x="1766815" y="640481"/>
                </a:lnTo>
                <a:lnTo>
                  <a:pt x="1564625" y="646036"/>
                </a:lnTo>
                <a:lnTo>
                  <a:pt x="1465657" y="648170"/>
                </a:lnTo>
                <a:lnTo>
                  <a:pt x="1417841" y="648486"/>
                </a:lnTo>
                <a:lnTo>
                  <a:pt x="1370024" y="648170"/>
                </a:lnTo>
                <a:lnTo>
                  <a:pt x="1322208" y="647222"/>
                </a:lnTo>
                <a:lnTo>
                  <a:pt x="1278429" y="653832"/>
                </a:lnTo>
                <a:lnTo>
                  <a:pt x="1191500" y="668315"/>
                </a:lnTo>
                <a:lnTo>
                  <a:pt x="904445" y="716321"/>
                </a:lnTo>
                <a:lnTo>
                  <a:pt x="417894" y="795532"/>
                </a:lnTo>
                <a:lnTo>
                  <a:pt x="307161" y="814070"/>
                </a:lnTo>
                <a:lnTo>
                  <a:pt x="293739" y="817441"/>
                </a:lnTo>
                <a:lnTo>
                  <a:pt x="277669" y="823182"/>
                </a:lnTo>
                <a:lnTo>
                  <a:pt x="246762" y="835980"/>
                </a:lnTo>
                <a:lnTo>
                  <a:pt x="234886" y="840404"/>
                </a:lnTo>
                <a:lnTo>
                  <a:pt x="222224" y="843564"/>
                </a:lnTo>
                <a:lnTo>
                  <a:pt x="209248" y="845460"/>
                </a:lnTo>
                <a:lnTo>
                  <a:pt x="196429" y="846092"/>
                </a:lnTo>
                <a:close/>
              </a:path>
            </a:pathLst>
          </a:custGeom>
          <a:solidFill>
            <a:srgbClr val="FFDB5C">
              <a:alpha val="6941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48" name="Google Shape;4548;p187"/>
          <p:cNvSpPr txBox="1"/>
          <p:nvPr>
            <p:ph type="title"/>
          </p:nvPr>
        </p:nvSpPr>
        <p:spPr>
          <a:xfrm>
            <a:off x="1714500" y="1013075"/>
            <a:ext cx="5472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rgbClr val="42C366"/>
                </a:solidFill>
                <a:latin typeface="Lexend"/>
                <a:ea typeface="Lexend"/>
                <a:cs typeface="Lexend"/>
                <a:sym typeface="Lexend"/>
              </a:rPr>
              <a:t>Integration Testing: Challenges</a:t>
            </a:r>
            <a:endParaRPr b="0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9" name="Google Shape;4549;p187"/>
          <p:cNvSpPr txBox="1"/>
          <p:nvPr/>
        </p:nvSpPr>
        <p:spPr>
          <a:xfrm>
            <a:off x="670375" y="2226863"/>
            <a:ext cx="81039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209550" lvl="0" marL="228600" marR="3759200" rtl="0"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Flaky tests. Slower.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marR="3136900" rtl="0"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Who owns the test?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marR="3136900" rtl="0"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Test Data: Seeding.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marR="2743200" rtl="0"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Backends dependencies.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marR="2743200" rtl="0"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How to scale it.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095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Requires knowledge of how the SUT AND dependencies work.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0" name="Google Shape;4550;p187"/>
          <p:cNvSpPr txBox="1"/>
          <p:nvPr>
            <p:ph idx="11" type="ftr"/>
          </p:nvPr>
        </p:nvSpPr>
        <p:spPr>
          <a:xfrm>
            <a:off x="6986505" y="4612953"/>
            <a:ext cx="165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Felipe Garay // Software Engineer - Google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54" name="Shape 4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5" name="Google Shape;4555;p188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No tenemos recursos ilimitados, nuestro trabajo como ingenieros requiere implementar una </a:t>
            </a:r>
            <a:r>
              <a:rPr lang="es" sz="4000" u="sng">
                <a:solidFill>
                  <a:schemeClr val="dk1"/>
                </a:solidFill>
              </a:rPr>
              <a:t>estrategia de testing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4556" name="Google Shape;4556;p1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0" name="Shape 4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1" name="Google Shape;4561;p18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Automate most of the Ideal Test Pyramid</a:t>
            </a:r>
            <a:endParaRPr/>
          </a:p>
        </p:txBody>
      </p:sp>
      <p:sp>
        <p:nvSpPr>
          <p:cNvPr id="4562" name="Google Shape;4562;p1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63" name="Google Shape;4563;p189"/>
          <p:cNvSpPr txBox="1"/>
          <p:nvPr/>
        </p:nvSpPr>
        <p:spPr>
          <a:xfrm>
            <a:off x="363725" y="2417971"/>
            <a:ext cx="29481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Backward compatibility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Regressive data validation tests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 have dB interactions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Contract tests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Quick service-level feedback on functionality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4" name="Google Shape;4564;p189"/>
          <p:cNvSpPr txBox="1"/>
          <p:nvPr/>
        </p:nvSpPr>
        <p:spPr>
          <a:xfrm>
            <a:off x="363726" y="3453106"/>
            <a:ext cx="2901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Unit tests for both functional and UI classes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Boundary values and edge cases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Immediate feedback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Safety net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Lowest cost of implementation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5" name="Google Shape;4565;p189"/>
          <p:cNvSpPr txBox="1"/>
          <p:nvPr/>
        </p:nvSpPr>
        <p:spPr>
          <a:xfrm>
            <a:off x="363726" y="1811835"/>
            <a:ext cx="35055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Integration between APIs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Regressive end-to-end tests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Quick feedback on interactions among APIs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6" name="Google Shape;4566;p189"/>
          <p:cNvSpPr txBox="1"/>
          <p:nvPr/>
        </p:nvSpPr>
        <p:spPr>
          <a:xfrm>
            <a:off x="363726" y="1205700"/>
            <a:ext cx="26643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End-to-end user journeys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Tests from a User Point of View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399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Inter"/>
              <a:buChar char="•"/>
            </a:pPr>
            <a:r>
              <a:rPr b="0" i="0" lang="e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Expensive to Maintain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567" name="Google Shape;4567;p189"/>
          <p:cNvGrpSpPr/>
          <p:nvPr/>
        </p:nvGrpSpPr>
        <p:grpSpPr>
          <a:xfrm>
            <a:off x="3592028" y="868657"/>
            <a:ext cx="5494934" cy="3724717"/>
            <a:chOff x="1524000" y="539750"/>
            <a:chExt cx="6096000" cy="4064067"/>
          </a:xfrm>
        </p:grpSpPr>
        <p:sp>
          <p:nvSpPr>
            <p:cNvPr id="4568" name="Google Shape;4568;p189"/>
            <p:cNvSpPr/>
            <p:nvPr/>
          </p:nvSpPr>
          <p:spPr>
            <a:xfrm>
              <a:off x="4064000" y="539750"/>
              <a:ext cx="1016100" cy="677400"/>
            </a:xfrm>
            <a:prstGeom prst="trapezoid">
              <a:avLst>
                <a:gd fmla="val 75000" name="adj"/>
              </a:avLst>
            </a:prstGeom>
            <a:solidFill>
              <a:schemeClr val="accent6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69" name="Google Shape;4569;p189"/>
            <p:cNvSpPr/>
            <p:nvPr/>
          </p:nvSpPr>
          <p:spPr>
            <a:xfrm>
              <a:off x="3556000" y="1217084"/>
              <a:ext cx="2031900" cy="677400"/>
            </a:xfrm>
            <a:prstGeom prst="trapezoid">
              <a:avLst>
                <a:gd fmla="val 75000" name="adj"/>
              </a:avLst>
            </a:pr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E2E via GUI</a:t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0" name="Google Shape;4570;p189"/>
            <p:cNvSpPr/>
            <p:nvPr/>
          </p:nvSpPr>
          <p:spPr>
            <a:xfrm>
              <a:off x="3048000" y="1894417"/>
              <a:ext cx="3048000" cy="677400"/>
            </a:xfrm>
            <a:prstGeom prst="trapezoid">
              <a:avLst>
                <a:gd fmla="val 75000" name="adj"/>
              </a:avLst>
            </a:pr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E2E subcutaneous</a:t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1" name="Google Shape;4571;p189"/>
            <p:cNvSpPr/>
            <p:nvPr/>
          </p:nvSpPr>
          <p:spPr>
            <a:xfrm>
              <a:off x="2540000" y="2571750"/>
              <a:ext cx="4064100" cy="677400"/>
            </a:xfrm>
            <a:prstGeom prst="trapezoid">
              <a:avLst>
                <a:gd fmla="val 75000" name="adj"/>
              </a:avLst>
            </a:prstGeom>
            <a:solidFill>
              <a:schemeClr val="accent4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Integration with platform</a:t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2" name="Google Shape;4572;p189"/>
            <p:cNvSpPr/>
            <p:nvPr/>
          </p:nvSpPr>
          <p:spPr>
            <a:xfrm>
              <a:off x="2032000" y="3249083"/>
              <a:ext cx="5079900" cy="677400"/>
            </a:xfrm>
            <a:prstGeom prst="trapezoid">
              <a:avLst>
                <a:gd fmla="val 75000" name="adj"/>
              </a:avLst>
            </a:prstGeom>
            <a:solidFill>
              <a:schemeClr val="accent4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Other integration categories</a:t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3" name="Google Shape;4573;p189"/>
            <p:cNvSpPr/>
            <p:nvPr/>
          </p:nvSpPr>
          <p:spPr>
            <a:xfrm>
              <a:off x="1524000" y="3926417"/>
              <a:ext cx="6096000" cy="677400"/>
            </a:xfrm>
            <a:prstGeom prst="trapezoid">
              <a:avLst>
                <a:gd fmla="val 75000" name="adj"/>
              </a:avLst>
            </a:prstGeom>
            <a:solidFill>
              <a:schemeClr val="accent3"/>
            </a:solidFill>
            <a:ln cap="flat" cmpd="sng" w="190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Unit tests</a:t>
              </a:r>
              <a:endParaRPr b="1" i="0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574" name="Google Shape;4574;p189"/>
          <p:cNvSpPr txBox="1"/>
          <p:nvPr/>
        </p:nvSpPr>
        <p:spPr>
          <a:xfrm>
            <a:off x="5097717" y="1015140"/>
            <a:ext cx="9774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900" u="none" cap="none" strike="noStrike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Exploratory</a:t>
            </a:r>
            <a:endParaRPr b="1" i="0" sz="900" u="none" cap="none" strike="noStrike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900" u="none" cap="none" strike="noStrike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(manual)</a:t>
            </a:r>
            <a:endParaRPr b="1" i="0" sz="900" u="none" cap="none" strike="noStrike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5" name="Google Shape;4575;p189"/>
          <p:cNvSpPr txBox="1"/>
          <p:nvPr/>
        </p:nvSpPr>
        <p:spPr>
          <a:xfrm>
            <a:off x="5565568" y="4529207"/>
            <a:ext cx="1309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Pyramid tuning</a:t>
            </a:r>
            <a:endParaRPr b="1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576" name="Google Shape;4576;p189"/>
          <p:cNvGrpSpPr/>
          <p:nvPr/>
        </p:nvGrpSpPr>
        <p:grpSpPr>
          <a:xfrm>
            <a:off x="3356118" y="1339533"/>
            <a:ext cx="2025328" cy="679694"/>
            <a:chOff x="3265625" y="1701550"/>
            <a:chExt cx="1883150" cy="621463"/>
          </a:xfrm>
        </p:grpSpPr>
        <p:sp>
          <p:nvSpPr>
            <p:cNvPr id="4577" name="Google Shape;4577;p189"/>
            <p:cNvSpPr txBox="1"/>
            <p:nvPr/>
          </p:nvSpPr>
          <p:spPr>
            <a:xfrm>
              <a:off x="3377875" y="2013413"/>
              <a:ext cx="17709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Maintenance costs</a:t>
              </a:r>
              <a:endParaRPr b="1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8" name="Google Shape;4578;p189"/>
            <p:cNvSpPr txBox="1"/>
            <p:nvPr/>
          </p:nvSpPr>
          <p:spPr>
            <a:xfrm>
              <a:off x="3377875" y="1701550"/>
              <a:ext cx="17709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" sz="1000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Business value</a:t>
              </a:r>
              <a:endParaRPr b="1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9" name="Google Shape;4579;p189"/>
            <p:cNvSpPr/>
            <p:nvPr/>
          </p:nvSpPr>
          <p:spPr>
            <a:xfrm>
              <a:off x="3265625" y="1794250"/>
              <a:ext cx="141900" cy="1533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0" name="Google Shape;4580;p189"/>
            <p:cNvSpPr/>
            <p:nvPr/>
          </p:nvSpPr>
          <p:spPr>
            <a:xfrm rot="10800000">
              <a:off x="3265625" y="2106113"/>
              <a:ext cx="141900" cy="1533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4" name="Shape 4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5" name="Google Shape;4585;p19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Antipatrones:</a:t>
            </a:r>
            <a:br>
              <a:rPr lang="es"/>
            </a:br>
            <a:r>
              <a:rPr lang="es"/>
              <a:t>Ice Cream Cone y Cupcake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586" name="Google Shape;4586;p1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87" name="Google Shape;4587;p190"/>
          <p:cNvSpPr/>
          <p:nvPr/>
        </p:nvSpPr>
        <p:spPr>
          <a:xfrm rot="10800000">
            <a:off x="1107311" y="2533342"/>
            <a:ext cx="2602200" cy="2472600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8" name="Google Shape;4588;p190"/>
          <p:cNvGrpSpPr/>
          <p:nvPr/>
        </p:nvGrpSpPr>
        <p:grpSpPr>
          <a:xfrm>
            <a:off x="933157" y="1294625"/>
            <a:ext cx="2863277" cy="2147402"/>
            <a:chOff x="-440100" y="506075"/>
            <a:chExt cx="2301300" cy="1725930"/>
          </a:xfrm>
        </p:grpSpPr>
        <p:sp>
          <p:nvSpPr>
            <p:cNvPr id="4589" name="Google Shape;4589;p190"/>
            <p:cNvSpPr/>
            <p:nvPr/>
          </p:nvSpPr>
          <p:spPr>
            <a:xfrm>
              <a:off x="0" y="50607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90"/>
            <p:cNvSpPr/>
            <p:nvPr/>
          </p:nvSpPr>
          <p:spPr>
            <a:xfrm>
              <a:off x="522600" y="50607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90"/>
            <p:cNvSpPr/>
            <p:nvPr/>
          </p:nvSpPr>
          <p:spPr>
            <a:xfrm>
              <a:off x="0" y="126930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90"/>
            <p:cNvSpPr/>
            <p:nvPr/>
          </p:nvSpPr>
          <p:spPr>
            <a:xfrm>
              <a:off x="522600" y="126930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90"/>
            <p:cNvSpPr/>
            <p:nvPr/>
          </p:nvSpPr>
          <p:spPr>
            <a:xfrm>
              <a:off x="898500" y="90767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90"/>
            <p:cNvSpPr/>
            <p:nvPr/>
          </p:nvSpPr>
          <p:spPr>
            <a:xfrm>
              <a:off x="-440100" y="907675"/>
              <a:ext cx="962700" cy="962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5" name="Google Shape;4595;p190"/>
          <p:cNvSpPr/>
          <p:nvPr/>
        </p:nvSpPr>
        <p:spPr>
          <a:xfrm>
            <a:off x="1480100" y="3851310"/>
            <a:ext cx="1769400" cy="4593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6" name="Google Shape;4596;p190"/>
          <p:cNvSpPr txBox="1"/>
          <p:nvPr/>
        </p:nvSpPr>
        <p:spPr>
          <a:xfrm>
            <a:off x="1956300" y="4423135"/>
            <a:ext cx="90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Unit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7" name="Google Shape;4597;p190"/>
          <p:cNvSpPr txBox="1"/>
          <p:nvPr/>
        </p:nvSpPr>
        <p:spPr>
          <a:xfrm>
            <a:off x="1956300" y="3973885"/>
            <a:ext cx="90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8" name="Google Shape;4598;p190"/>
          <p:cNvSpPr txBox="1"/>
          <p:nvPr/>
        </p:nvSpPr>
        <p:spPr>
          <a:xfrm>
            <a:off x="1956300" y="3533222"/>
            <a:ext cx="90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GUI tests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9" name="Google Shape;4599;p190"/>
          <p:cNvSpPr txBox="1"/>
          <p:nvPr/>
        </p:nvSpPr>
        <p:spPr>
          <a:xfrm>
            <a:off x="228775" y="3772275"/>
            <a:ext cx="11829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Software testing ice-cream cone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anti-pattern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0" name="Google Shape;4600;p190"/>
          <p:cNvSpPr txBox="1"/>
          <p:nvPr/>
        </p:nvSpPr>
        <p:spPr>
          <a:xfrm>
            <a:off x="1718009" y="2056538"/>
            <a:ext cx="1293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Manual tests</a:t>
            </a:r>
            <a:endParaRPr b="1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1" name="Google Shape;4601;p190"/>
          <p:cNvSpPr txBox="1"/>
          <p:nvPr/>
        </p:nvSpPr>
        <p:spPr>
          <a:xfrm>
            <a:off x="5741500" y="4557575"/>
            <a:ext cx="1629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unit tests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2" name="Google Shape;4602;p190"/>
          <p:cNvSpPr txBox="1"/>
          <p:nvPr/>
        </p:nvSpPr>
        <p:spPr>
          <a:xfrm>
            <a:off x="5539900" y="3839488"/>
            <a:ext cx="2032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integration tests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03" name="Google Shape;4603;p190"/>
          <p:cNvCxnSpPr/>
          <p:nvPr/>
        </p:nvCxnSpPr>
        <p:spPr>
          <a:xfrm>
            <a:off x="5231350" y="4103375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04" name="Google Shape;4604;p190"/>
          <p:cNvCxnSpPr/>
          <p:nvPr/>
        </p:nvCxnSpPr>
        <p:spPr>
          <a:xfrm>
            <a:off x="5231350" y="3788600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05" name="Google Shape;4605;p190"/>
          <p:cNvCxnSpPr/>
          <p:nvPr/>
        </p:nvCxnSpPr>
        <p:spPr>
          <a:xfrm>
            <a:off x="5231350" y="4418150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06" name="Google Shape;4606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1299" y="1696389"/>
            <a:ext cx="4689849" cy="2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0" name="Shape 4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" name="Google Shape;4611;p19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Otro patrón:</a:t>
            </a:r>
            <a:br>
              <a:rPr lang="es"/>
            </a:br>
            <a:r>
              <a:rPr lang="es"/>
              <a:t>The Testing Trophy</a:t>
            </a:r>
            <a:endParaRPr/>
          </a:p>
        </p:txBody>
      </p:sp>
      <p:sp>
        <p:nvSpPr>
          <p:cNvPr id="4612" name="Google Shape;4612;p1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613" name="Google Shape;4613;p191"/>
          <p:cNvSpPr txBox="1"/>
          <p:nvPr/>
        </p:nvSpPr>
        <p:spPr>
          <a:xfrm>
            <a:off x="5741500" y="4557575"/>
            <a:ext cx="1629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unit tests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4" name="Google Shape;4614;p191"/>
          <p:cNvSpPr txBox="1"/>
          <p:nvPr/>
        </p:nvSpPr>
        <p:spPr>
          <a:xfrm>
            <a:off x="5539900" y="3839488"/>
            <a:ext cx="2032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integration tests</a:t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15" name="Google Shape;4615;p191"/>
          <p:cNvCxnSpPr/>
          <p:nvPr/>
        </p:nvCxnSpPr>
        <p:spPr>
          <a:xfrm>
            <a:off x="5231350" y="4103375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16" name="Google Shape;4616;p191"/>
          <p:cNvCxnSpPr/>
          <p:nvPr/>
        </p:nvCxnSpPr>
        <p:spPr>
          <a:xfrm>
            <a:off x="5231350" y="3788600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17" name="Google Shape;4617;p191"/>
          <p:cNvCxnSpPr/>
          <p:nvPr/>
        </p:nvCxnSpPr>
        <p:spPr>
          <a:xfrm>
            <a:off x="5231350" y="4418150"/>
            <a:ext cx="264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18" name="Google Shape;4618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22" y="1358700"/>
            <a:ext cx="3649729" cy="36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19" name="Google Shape;4619;p191"/>
          <p:cNvSpPr txBox="1"/>
          <p:nvPr/>
        </p:nvSpPr>
        <p:spPr>
          <a:xfrm>
            <a:off x="247500" y="1571375"/>
            <a:ext cx="4489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The Testing Trophy (</a:t>
            </a:r>
            <a:r>
              <a:rPr lang="es" sz="24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Kent C. Dodds blog</a:t>
            </a:r>
            <a:r>
              <a:rPr lang="es" sz="2400"/>
              <a:t>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</a:rPr>
              <a:t>Write tests but no so many tests</a:t>
            </a:r>
            <a:br>
              <a:rPr lang="es" sz="2400"/>
            </a:br>
            <a:br>
              <a:rPr lang="es" sz="2400"/>
            </a:br>
            <a:r>
              <a:rPr lang="es" sz="2400"/>
              <a:t>Se privilegia las integraciones entre componentes.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3" name="Shape 4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4" name="Google Shape;4624;p19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Contract Test (Pruebas de Contrato)</a:t>
            </a:r>
            <a:endParaRPr/>
          </a:p>
        </p:txBody>
      </p:sp>
      <p:sp>
        <p:nvSpPr>
          <p:cNvPr id="4625" name="Google Shape;4625;p192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Verifica si el servicio externo funciona y entrega lo que se necesita.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Se ejecuta de forma periódica.</a:t>
            </a:r>
            <a:endParaRPr/>
          </a:p>
        </p:txBody>
      </p:sp>
      <p:pic>
        <p:nvPicPr>
          <p:cNvPr id="4626" name="Google Shape;4626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903" y="2179850"/>
            <a:ext cx="3554075" cy="23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0" name="Shape 4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1" name="Google Shape;4631;p193"/>
          <p:cNvCxnSpPr/>
          <p:nvPr/>
        </p:nvCxnSpPr>
        <p:spPr>
          <a:xfrm flipH="1">
            <a:off x="4503708" y="1193321"/>
            <a:ext cx="16200" cy="3647700"/>
          </a:xfrm>
          <a:prstGeom prst="straightConnector1">
            <a:avLst/>
          </a:prstGeom>
          <a:noFill/>
          <a:ln cap="flat" cmpd="sng" w="476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32" name="Google Shape;4632;p193"/>
          <p:cNvSpPr/>
          <p:nvPr/>
        </p:nvSpPr>
        <p:spPr>
          <a:xfrm>
            <a:off x="1469984" y="1193325"/>
            <a:ext cx="1648500" cy="5667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 </a:t>
            </a:r>
            <a:endParaRPr b="1" sz="3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3" name="Google Shape;4633;p193"/>
          <p:cNvSpPr/>
          <p:nvPr/>
        </p:nvSpPr>
        <p:spPr>
          <a:xfrm>
            <a:off x="5937363" y="1093100"/>
            <a:ext cx="1648500" cy="6633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Modify 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34" name="Google Shape;4634;p193"/>
          <p:cNvPicPr preferRelativeResize="0"/>
          <p:nvPr/>
        </p:nvPicPr>
        <p:blipFill rotWithShape="1">
          <a:blip r:embed="rId3">
            <a:alphaModFix/>
          </a:blip>
          <a:srcRect b="4402" l="12097" r="12437" t="14679"/>
          <a:stretch/>
        </p:blipFill>
        <p:spPr>
          <a:xfrm>
            <a:off x="864470" y="2105275"/>
            <a:ext cx="2726720" cy="29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5" name="Google Shape;4635;p193"/>
          <p:cNvPicPr preferRelativeResize="0"/>
          <p:nvPr/>
        </p:nvPicPr>
        <p:blipFill rotWithShape="1">
          <a:blip r:embed="rId4">
            <a:alphaModFix/>
          </a:blip>
          <a:srcRect b="13512" l="10634" r="11119" t="6012"/>
          <a:stretch/>
        </p:blipFill>
        <p:spPr>
          <a:xfrm>
            <a:off x="5334702" y="1999785"/>
            <a:ext cx="2843123" cy="29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6" name="Google Shape;4636;p193"/>
          <p:cNvSpPr txBox="1"/>
          <p:nvPr>
            <p:ph idx="4294967295" type="title"/>
          </p:nvPr>
        </p:nvSpPr>
        <p:spPr>
          <a:xfrm>
            <a:off x="369000" y="1686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Modificar el código puede ser: crear algo nuevo o modificar lo que ya existe</a:t>
            </a:r>
            <a:br>
              <a:rPr lang="es"/>
            </a:b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40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p194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Intelligent Testing: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Testing the tests</a:t>
            </a:r>
            <a:endParaRPr sz="4000"/>
          </a:p>
        </p:txBody>
      </p:sp>
      <p:sp>
        <p:nvSpPr>
          <p:cNvPr id="4642" name="Google Shape;4642;p1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46" name="Shape 4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7" name="Google Shape;4647;p1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648" name="Google Shape;4648;p195"/>
          <p:cNvSpPr/>
          <p:nvPr/>
        </p:nvSpPr>
        <p:spPr>
          <a:xfrm>
            <a:off x="4572000" y="0"/>
            <a:ext cx="45723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9" name="Google Shape;4649;p195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Mutation</a:t>
            </a:r>
            <a:r>
              <a:rPr b="1" lang="es" sz="28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Testing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650" name="Google Shape;4650;p195"/>
          <p:cNvSpPr txBox="1"/>
          <p:nvPr/>
        </p:nvSpPr>
        <p:spPr>
          <a:xfrm>
            <a:off x="4745025" y="3834700"/>
            <a:ext cx="3999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Reference:</a:t>
            </a:r>
            <a:br>
              <a:rPr lang="es" sz="1600">
                <a:latin typeface="Inter"/>
                <a:ea typeface="Inter"/>
                <a:cs typeface="Inter"/>
                <a:sym typeface="Inter"/>
              </a:rPr>
            </a:br>
            <a:r>
              <a:rPr lang="es" sz="1600">
                <a:latin typeface="Inter"/>
                <a:ea typeface="Inter"/>
                <a:cs typeface="Inter"/>
                <a:sym typeface="Inter"/>
              </a:rPr>
              <a:t>https://csl.ucd.ie/index.php/mutation-testing/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51" name="Google Shape;4651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025" y="1631400"/>
            <a:ext cx="4276124" cy="191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2" name="Google Shape;4652;p1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25" y="938400"/>
            <a:ext cx="3868626" cy="3235827"/>
          </a:xfrm>
          <a:prstGeom prst="rect">
            <a:avLst/>
          </a:prstGeom>
          <a:noFill/>
          <a:ln>
            <a:noFill/>
          </a:ln>
        </p:spPr>
      </p:pic>
      <p:sp>
        <p:nvSpPr>
          <p:cNvPr id="4653" name="Google Shape;4653;p195"/>
          <p:cNvSpPr txBox="1"/>
          <p:nvPr/>
        </p:nvSpPr>
        <p:spPr>
          <a:xfrm>
            <a:off x="552875" y="4174225"/>
            <a:ext cx="321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https://stryker-mutator.io/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7" name="Shape 4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8" name="Google Shape;4658;p1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659" name="Google Shape;4659;p196"/>
          <p:cNvSpPr/>
          <p:nvPr/>
        </p:nvSpPr>
        <p:spPr>
          <a:xfrm>
            <a:off x="4572000" y="0"/>
            <a:ext cx="45723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0" name="Google Shape;4660;p196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Stryker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id="4661" name="Google Shape;4661;p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25" y="938400"/>
            <a:ext cx="3868626" cy="3235827"/>
          </a:xfrm>
          <a:prstGeom prst="rect">
            <a:avLst/>
          </a:prstGeom>
          <a:noFill/>
          <a:ln>
            <a:noFill/>
          </a:ln>
        </p:spPr>
      </p:pic>
      <p:sp>
        <p:nvSpPr>
          <p:cNvPr id="4662" name="Google Shape;4662;p196"/>
          <p:cNvSpPr txBox="1"/>
          <p:nvPr/>
        </p:nvSpPr>
        <p:spPr>
          <a:xfrm>
            <a:off x="552875" y="4174225"/>
            <a:ext cx="321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https://stryker-mutator.io/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63" name="Google Shape;4663;p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5300" y="1560800"/>
            <a:ext cx="4305850" cy="18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67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p1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669" name="Google Shape;4669;p197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Stryker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id="4670" name="Google Shape;4670;p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25" y="1031375"/>
            <a:ext cx="7818120" cy="342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74" name="Shape 4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5" name="Google Shape;4675;p1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676" name="Google Shape;4676;p198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Stryker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id="4677" name="Google Shape;4677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950" y="878075"/>
            <a:ext cx="6656289" cy="41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81" name="Shape 4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2" name="Google Shape;4682;p1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4683" name="Google Shape;4683;p199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Stryker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id="4684" name="Google Shape;4684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25" y="1356376"/>
            <a:ext cx="8316550" cy="27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p20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on Frontend</a:t>
            </a:r>
            <a:endParaRPr/>
          </a:p>
        </p:txBody>
      </p:sp>
      <p:sp>
        <p:nvSpPr>
          <p:cNvPr id="4690" name="Google Shape;4690;p2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691" name="Google Shape;4691;p200"/>
          <p:cNvSpPr txBox="1"/>
          <p:nvPr/>
        </p:nvSpPr>
        <p:spPr>
          <a:xfrm>
            <a:off x="1888650" y="1102600"/>
            <a:ext cx="5925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900"/>
              <a:buFont typeface="Inter"/>
              <a:buChar char="●"/>
            </a:pPr>
            <a:r>
              <a:rPr lang="es" sz="1900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You want your tests to avoid including implementation details of your components and rather </a:t>
            </a:r>
            <a:r>
              <a:rPr b="1" lang="es" sz="1900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focus on making your tests give you the confidence for which they are intended</a:t>
            </a:r>
            <a:r>
              <a:rPr lang="es" sz="1900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900"/>
              <a:buFont typeface="Inter"/>
              <a:buChar char="○"/>
            </a:pPr>
            <a:r>
              <a:rPr lang="e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Referencia: 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2617A"/>
              </a:buClr>
              <a:buSzPts val="1900"/>
              <a:buFont typeface="Inter"/>
              <a:buChar char="■"/>
            </a:pPr>
            <a:r>
              <a:rPr lang="e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 Testing Library documentation</a:t>
            </a:r>
            <a:endParaRPr sz="1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5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p201"/>
          <p:cNvSpPr/>
          <p:nvPr/>
        </p:nvSpPr>
        <p:spPr>
          <a:xfrm>
            <a:off x="1276275" y="483875"/>
            <a:ext cx="2903400" cy="17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Frontend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7" name="Google Shape;4697;p201"/>
          <p:cNvSpPr/>
          <p:nvPr/>
        </p:nvSpPr>
        <p:spPr>
          <a:xfrm>
            <a:off x="1193700" y="2653000"/>
            <a:ext cx="2903400" cy="17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Backend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8" name="Google Shape;4698;p201"/>
          <p:cNvSpPr/>
          <p:nvPr/>
        </p:nvSpPr>
        <p:spPr>
          <a:xfrm>
            <a:off x="687475" y="2893600"/>
            <a:ext cx="4168500" cy="48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9" name="Google Shape;4699;p201"/>
          <p:cNvSpPr/>
          <p:nvPr/>
        </p:nvSpPr>
        <p:spPr>
          <a:xfrm rot="10800000">
            <a:off x="643725" y="3745950"/>
            <a:ext cx="4168500" cy="48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0" name="Google Shape;4700;p201"/>
          <p:cNvSpPr txBox="1"/>
          <p:nvPr/>
        </p:nvSpPr>
        <p:spPr>
          <a:xfrm>
            <a:off x="5345900" y="537100"/>
            <a:ext cx="31599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Reactivo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Espera input del usuario y reacciona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acción tiene su reacción inmediata</a:t>
            </a:r>
            <a:endParaRPr b="1"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1" name="Google Shape;4701;p201"/>
          <p:cNvSpPr txBox="1"/>
          <p:nvPr/>
        </p:nvSpPr>
        <p:spPr>
          <a:xfrm>
            <a:off x="5345900" y="2826900"/>
            <a:ext cx="31599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Lineal</a:t>
            </a:r>
            <a:endParaRPr b="1"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2" name="Google Shape;4702;p201"/>
          <p:cNvSpPr/>
          <p:nvPr/>
        </p:nvSpPr>
        <p:spPr>
          <a:xfrm>
            <a:off x="952350" y="6871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3" name="Google Shape;4703;p201"/>
          <p:cNvSpPr/>
          <p:nvPr/>
        </p:nvSpPr>
        <p:spPr>
          <a:xfrm>
            <a:off x="952350" y="11216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4" name="Google Shape;4704;p201"/>
          <p:cNvSpPr/>
          <p:nvPr/>
        </p:nvSpPr>
        <p:spPr>
          <a:xfrm>
            <a:off x="952350" y="153025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08" name="Shape 4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9" name="Google Shape;4709;p2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10" name="Google Shape;4710;p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20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14" name="Shape 4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5" name="Google Shape;4715;p2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4716" name="Google Shape;4716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613" y="152400"/>
            <a:ext cx="723332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p204"/>
          <p:cNvSpPr txBox="1"/>
          <p:nvPr>
            <p:ph type="title"/>
          </p:nvPr>
        </p:nvSpPr>
        <p:spPr>
          <a:xfrm>
            <a:off x="457200" y="205988"/>
            <a:ext cx="82296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Browser Architecture</a:t>
            </a:r>
            <a:endParaRPr/>
          </a:p>
        </p:txBody>
      </p:sp>
      <p:pic>
        <p:nvPicPr>
          <p:cNvPr id="4722" name="Google Shape;4722;p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525" y="818863"/>
            <a:ext cx="4556747" cy="4172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6" name="Shape 4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7" name="Google Shape;4727;p205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8" name="Google Shape;4728;p20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Unit Test</a:t>
            </a:r>
            <a:endParaRPr/>
          </a:p>
        </p:txBody>
      </p:sp>
      <p:sp>
        <p:nvSpPr>
          <p:cNvPr id="4729" name="Google Shape;4729;p2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730" name="Google Shape;4730;p205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ATest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1" name="Google Shape;4731;p205"/>
          <p:cNvSpPr/>
          <p:nvPr/>
        </p:nvSpPr>
        <p:spPr>
          <a:xfrm>
            <a:off x="3270158" y="23671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2" name="Google Shape;4732;p205"/>
          <p:cNvSpPr/>
          <p:nvPr/>
        </p:nvSpPr>
        <p:spPr>
          <a:xfrm>
            <a:off x="5280633" y="1209098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3" name="Google Shape;4733;p205"/>
          <p:cNvSpPr/>
          <p:nvPr/>
        </p:nvSpPr>
        <p:spPr>
          <a:xfrm>
            <a:off x="5280633" y="31732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b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34" name="Google Shape;4734;p205"/>
          <p:cNvCxnSpPr>
            <a:endCxn id="4731" idx="1"/>
          </p:cNvCxnSpPr>
          <p:nvPr/>
        </p:nvCxnSpPr>
        <p:spPr>
          <a:xfrm>
            <a:off x="2356358" y="2710823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5" name="Google Shape;4735;p205"/>
          <p:cNvCxnSpPr>
            <a:stCxn id="4727" idx="3"/>
            <a:endCxn id="4732" idx="1"/>
          </p:cNvCxnSpPr>
          <p:nvPr/>
        </p:nvCxnSpPr>
        <p:spPr>
          <a:xfrm flipH="1" rot="10800000">
            <a:off x="4331275" y="1552788"/>
            <a:ext cx="949500" cy="11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6" name="Google Shape;4736;p205"/>
          <p:cNvCxnSpPr>
            <a:endCxn id="4733" idx="1"/>
          </p:cNvCxnSpPr>
          <p:nvPr/>
        </p:nvCxnSpPr>
        <p:spPr>
          <a:xfrm>
            <a:off x="4331133" y="2710823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7" name="Google Shape;4737;p205"/>
          <p:cNvSpPr/>
          <p:nvPr/>
        </p:nvSpPr>
        <p:spPr>
          <a:xfrm>
            <a:off x="7069608" y="2132073"/>
            <a:ext cx="8979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DB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38" name="Google Shape;4738;p205"/>
          <p:cNvCxnSpPr>
            <a:stCxn id="4733" idx="3"/>
            <a:endCxn id="4737" idx="1"/>
          </p:cNvCxnSpPr>
          <p:nvPr/>
        </p:nvCxnSpPr>
        <p:spPr>
          <a:xfrm flipH="1" rot="10800000">
            <a:off x="6178533" y="2475623"/>
            <a:ext cx="891000" cy="10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9" name="Google Shape;4739;p205"/>
          <p:cNvSpPr txBox="1"/>
          <p:nvPr>
            <p:ph idx="4294967295" type="ctrTitle"/>
          </p:nvPr>
        </p:nvSpPr>
        <p:spPr>
          <a:xfrm>
            <a:off x="1605800" y="1738475"/>
            <a:ext cx="209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900">
                <a:solidFill>
                  <a:schemeClr val="accent1"/>
                </a:solidFill>
              </a:rPr>
              <a:t>    </a:t>
            </a:r>
            <a:r>
              <a:rPr lang="es" sz="2900">
                <a:solidFill>
                  <a:schemeClr val="accent1"/>
                </a:solidFill>
              </a:rPr>
              <a:t>Unit Test</a:t>
            </a:r>
            <a:endParaRPr b="0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0" name="Google Shape;4740;p205"/>
          <p:cNvSpPr txBox="1"/>
          <p:nvPr>
            <p:ph idx="4294967295" type="ctrTitle"/>
          </p:nvPr>
        </p:nvSpPr>
        <p:spPr>
          <a:xfrm>
            <a:off x="1160100" y="3486200"/>
            <a:ext cx="3977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1400">
                <a:solidFill>
                  <a:schemeClr val="accent1"/>
                </a:solidFill>
              </a:rPr>
              <a:t>When unit testing class A, our focus is on testing A, as isolated as possible from the rest! </a:t>
            </a:r>
            <a:br>
              <a:rPr b="0" lang="es" sz="1400">
                <a:solidFill>
                  <a:schemeClr val="accent1"/>
                </a:solidFill>
              </a:rPr>
            </a:br>
            <a:r>
              <a:rPr b="0" lang="es" sz="1400">
                <a:solidFill>
                  <a:schemeClr val="accent1"/>
                </a:solidFill>
              </a:rPr>
              <a:t>If A depends on other classes, we have to decide whether to </a:t>
            </a:r>
            <a:r>
              <a:rPr lang="es" sz="1400">
                <a:solidFill>
                  <a:schemeClr val="accent1"/>
                </a:solidFill>
              </a:rPr>
              <a:t>simulate them</a:t>
            </a:r>
            <a:r>
              <a:rPr b="0" lang="es" sz="1400">
                <a:solidFill>
                  <a:schemeClr val="accent1"/>
                </a:solidFill>
              </a:rPr>
              <a:t> or </a:t>
            </a:r>
            <a:r>
              <a:rPr lang="es" sz="1400">
                <a:solidFill>
                  <a:schemeClr val="accent1"/>
                </a:solidFill>
              </a:rPr>
              <a:t>to make our unit test a bit bigger</a:t>
            </a:r>
            <a:r>
              <a:rPr b="0" lang="es" sz="1400">
                <a:solidFill>
                  <a:schemeClr val="accent1"/>
                </a:solidFill>
              </a:rPr>
              <a:t>.</a:t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4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4" name="Shape 4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5" name="Google Shape;4745;p206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6" name="Google Shape;4746;p20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Frontend</a:t>
            </a:r>
            <a:endParaRPr/>
          </a:p>
        </p:txBody>
      </p:sp>
      <p:sp>
        <p:nvSpPr>
          <p:cNvPr id="4747" name="Google Shape;4747;p2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748" name="Google Shape;4748;p206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9" name="Google Shape;4749;p206"/>
          <p:cNvSpPr/>
          <p:nvPr/>
        </p:nvSpPr>
        <p:spPr>
          <a:xfrm>
            <a:off x="3270149" y="2367175"/>
            <a:ext cx="9495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0" name="Google Shape;4750;p206"/>
          <p:cNvSpPr/>
          <p:nvPr/>
        </p:nvSpPr>
        <p:spPr>
          <a:xfrm>
            <a:off x="5280625" y="1209100"/>
            <a:ext cx="12717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1" name="Google Shape;4751;p206"/>
          <p:cNvSpPr/>
          <p:nvPr/>
        </p:nvSpPr>
        <p:spPr>
          <a:xfrm>
            <a:off x="5280622" y="3173275"/>
            <a:ext cx="12243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52" name="Google Shape;4752;p206"/>
          <p:cNvCxnSpPr>
            <a:endCxn id="4749" idx="1"/>
          </p:cNvCxnSpPr>
          <p:nvPr/>
        </p:nvCxnSpPr>
        <p:spPr>
          <a:xfrm>
            <a:off x="2356349" y="2710825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3" name="Google Shape;4753;p206"/>
          <p:cNvCxnSpPr>
            <a:stCxn id="4745" idx="3"/>
            <a:endCxn id="4750" idx="1"/>
          </p:cNvCxnSpPr>
          <p:nvPr/>
        </p:nvCxnSpPr>
        <p:spPr>
          <a:xfrm flipH="1" rot="10800000">
            <a:off x="4331275" y="1495488"/>
            <a:ext cx="949500" cy="12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4" name="Google Shape;4754;p206"/>
          <p:cNvCxnSpPr>
            <a:endCxn id="4751" idx="1"/>
          </p:cNvCxnSpPr>
          <p:nvPr/>
        </p:nvCxnSpPr>
        <p:spPr>
          <a:xfrm>
            <a:off x="4331122" y="2710825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5" name="Google Shape;4755;p206"/>
          <p:cNvSpPr txBox="1"/>
          <p:nvPr>
            <p:ph idx="4294967295" type="ctrTitle"/>
          </p:nvPr>
        </p:nvSpPr>
        <p:spPr>
          <a:xfrm>
            <a:off x="1798025" y="1712925"/>
            <a:ext cx="194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Interact with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6" name="Google Shape;4756;p206"/>
          <p:cNvSpPr txBox="1"/>
          <p:nvPr/>
        </p:nvSpPr>
        <p:spPr>
          <a:xfrm>
            <a:off x="1562575" y="3516925"/>
            <a:ext cx="3228900" cy="141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Un componente contiene funciones</a:t>
            </a:r>
            <a:endParaRPr sz="2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funciones cuyo output es tipo string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0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20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Frontend - DOM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62" name="Google Shape;4762;p2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63" name="Google Shape;4763;p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175" y="938400"/>
            <a:ext cx="57150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7" name="Shape 4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8" name="Google Shape;4768;p20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React DOM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69" name="Google Shape;4769;p2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70" name="Google Shape;4770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975" y="1099025"/>
            <a:ext cx="66675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1" name="Google Shape;4771;p208"/>
          <p:cNvSpPr/>
          <p:nvPr/>
        </p:nvSpPr>
        <p:spPr>
          <a:xfrm>
            <a:off x="1240700" y="2875750"/>
            <a:ext cx="451800" cy="443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2" name="Google Shape;4772;p208"/>
          <p:cNvSpPr/>
          <p:nvPr/>
        </p:nvSpPr>
        <p:spPr>
          <a:xfrm>
            <a:off x="3833400" y="1906600"/>
            <a:ext cx="603600" cy="39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3" name="Google Shape;4773;p208"/>
          <p:cNvSpPr txBox="1"/>
          <p:nvPr/>
        </p:nvSpPr>
        <p:spPr>
          <a:xfrm>
            <a:off x="1068150" y="3574150"/>
            <a:ext cx="6909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Cada nodo contiene labels y textos.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Lo que hace React es cambiar el texto de cada uno de estos nodos.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Por lo que para verificar si todo es correcto debemos comprobar el texto de cada uno de estos nodos.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7" name="Shape 4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8" name="Google Shape;4778;p20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Frontend - DOM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79" name="Google Shape;4779;p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780" name="Google Shape;4780;p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750" y="1316350"/>
            <a:ext cx="5715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1" name="Google Shape;4781;p209"/>
          <p:cNvSpPr/>
          <p:nvPr/>
        </p:nvSpPr>
        <p:spPr>
          <a:xfrm>
            <a:off x="3952150" y="2945950"/>
            <a:ext cx="2111700" cy="137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2" name="Google Shape;4782;p209"/>
          <p:cNvSpPr txBox="1"/>
          <p:nvPr/>
        </p:nvSpPr>
        <p:spPr>
          <a:xfrm>
            <a:off x="5169600" y="938400"/>
            <a:ext cx="3228900" cy="141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Un React component viene a ser un conjunto de nodos a través del árbol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6" name="Shape 4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7" name="Google Shape;4787;p210"/>
          <p:cNvSpPr/>
          <p:nvPr/>
        </p:nvSpPr>
        <p:spPr>
          <a:xfrm>
            <a:off x="5222025" y="955450"/>
            <a:ext cx="16995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8" name="Google Shape;4788;p210"/>
          <p:cNvSpPr/>
          <p:nvPr/>
        </p:nvSpPr>
        <p:spPr>
          <a:xfrm>
            <a:off x="3106975" y="2170788"/>
            <a:ext cx="1224300" cy="10800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9" name="Google Shape;4789;p21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Client side testing</a:t>
            </a:r>
            <a:endParaRPr/>
          </a:p>
        </p:txBody>
      </p:sp>
      <p:sp>
        <p:nvSpPr>
          <p:cNvPr id="4790" name="Google Shape;4790;p2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791" name="Google Shape;4791;p210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2" name="Google Shape;4792;p210"/>
          <p:cNvSpPr/>
          <p:nvPr/>
        </p:nvSpPr>
        <p:spPr>
          <a:xfrm>
            <a:off x="3270149" y="2367175"/>
            <a:ext cx="9495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3" name="Google Shape;4793;p210"/>
          <p:cNvSpPr/>
          <p:nvPr/>
        </p:nvSpPr>
        <p:spPr>
          <a:xfrm>
            <a:off x="5405175" y="1209100"/>
            <a:ext cx="12717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94" name="Google Shape;4794;p210"/>
          <p:cNvCxnSpPr>
            <a:endCxn id="4792" idx="1"/>
          </p:cNvCxnSpPr>
          <p:nvPr/>
        </p:nvCxnSpPr>
        <p:spPr>
          <a:xfrm>
            <a:off x="2356349" y="2710825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5" name="Google Shape;4795;p210"/>
          <p:cNvCxnSpPr>
            <a:stCxn id="4788" idx="3"/>
            <a:endCxn id="4793" idx="1"/>
          </p:cNvCxnSpPr>
          <p:nvPr/>
        </p:nvCxnSpPr>
        <p:spPr>
          <a:xfrm flipH="1" rot="10800000">
            <a:off x="4331275" y="1495488"/>
            <a:ext cx="1074000" cy="12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6" name="Google Shape;4796;p210"/>
          <p:cNvCxnSpPr>
            <a:endCxn id="4797" idx="1"/>
          </p:cNvCxnSpPr>
          <p:nvPr/>
        </p:nvCxnSpPr>
        <p:spPr>
          <a:xfrm>
            <a:off x="4331122" y="2710825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8" name="Google Shape;4798;p210"/>
          <p:cNvSpPr txBox="1"/>
          <p:nvPr>
            <p:ph idx="4294967295" type="ctrTitle"/>
          </p:nvPr>
        </p:nvSpPr>
        <p:spPr>
          <a:xfrm>
            <a:off x="1798025" y="1712925"/>
            <a:ext cx="194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Interact with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9" name="Google Shape;4799;p210"/>
          <p:cNvSpPr txBox="1"/>
          <p:nvPr>
            <p:ph idx="4294967295" type="ctrTitle"/>
          </p:nvPr>
        </p:nvSpPr>
        <p:spPr>
          <a:xfrm>
            <a:off x="2215500" y="3425675"/>
            <a:ext cx="23565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Clicking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Typing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Scrolling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Open something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0" name="Google Shape;4800;p210"/>
          <p:cNvSpPr/>
          <p:nvPr/>
        </p:nvSpPr>
        <p:spPr>
          <a:xfrm>
            <a:off x="7629097" y="1094500"/>
            <a:ext cx="12243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1" name="Google Shape;4801;p210"/>
          <p:cNvSpPr/>
          <p:nvPr/>
        </p:nvSpPr>
        <p:spPr>
          <a:xfrm>
            <a:off x="5312900" y="3267900"/>
            <a:ext cx="12717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802" name="Google Shape;4802;p210"/>
          <p:cNvCxnSpPr/>
          <p:nvPr/>
        </p:nvCxnSpPr>
        <p:spPr>
          <a:xfrm flipH="1" rot="10800000">
            <a:off x="6676872" y="1476600"/>
            <a:ext cx="9276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3" name="Google Shape;4803;p210"/>
          <p:cNvSpPr txBox="1"/>
          <p:nvPr/>
        </p:nvSpPr>
        <p:spPr>
          <a:xfrm>
            <a:off x="5280625" y="3948625"/>
            <a:ext cx="3460500" cy="11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Una página puede interactuar con un componente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7" name="Shape 4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8" name="Google Shape;4808;p211"/>
          <p:cNvSpPr/>
          <p:nvPr/>
        </p:nvSpPr>
        <p:spPr>
          <a:xfrm>
            <a:off x="5133450" y="938400"/>
            <a:ext cx="1771500" cy="3074400"/>
          </a:xfrm>
          <a:prstGeom prst="rect">
            <a:avLst/>
          </a:prstGeom>
          <a:solidFill>
            <a:srgbClr val="97CFF9">
              <a:alpha val="48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9" name="Google Shape;4809;p21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Client side testing</a:t>
            </a:r>
            <a:endParaRPr/>
          </a:p>
        </p:txBody>
      </p:sp>
      <p:sp>
        <p:nvSpPr>
          <p:cNvPr id="4810" name="Google Shape;4810;p2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811" name="Google Shape;4811;p211"/>
          <p:cNvSpPr/>
          <p:nvPr/>
        </p:nvSpPr>
        <p:spPr>
          <a:xfrm>
            <a:off x="1251750" y="2248363"/>
            <a:ext cx="1104600" cy="92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2" name="Google Shape;4812;p211"/>
          <p:cNvSpPr/>
          <p:nvPr/>
        </p:nvSpPr>
        <p:spPr>
          <a:xfrm>
            <a:off x="3270149" y="2367175"/>
            <a:ext cx="9495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3" name="Google Shape;4813;p211"/>
          <p:cNvSpPr/>
          <p:nvPr/>
        </p:nvSpPr>
        <p:spPr>
          <a:xfrm>
            <a:off x="5405175" y="1209100"/>
            <a:ext cx="12717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814" name="Google Shape;4814;p211"/>
          <p:cNvCxnSpPr>
            <a:endCxn id="4812" idx="1"/>
          </p:cNvCxnSpPr>
          <p:nvPr/>
        </p:nvCxnSpPr>
        <p:spPr>
          <a:xfrm>
            <a:off x="2356349" y="2710825"/>
            <a:ext cx="9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5" name="Google Shape;4815;p211"/>
          <p:cNvCxnSpPr>
            <a:stCxn id="4816" idx="3"/>
            <a:endCxn id="4813" idx="1"/>
          </p:cNvCxnSpPr>
          <p:nvPr/>
        </p:nvCxnSpPr>
        <p:spPr>
          <a:xfrm flipH="1" rot="10800000">
            <a:off x="4331175" y="1495450"/>
            <a:ext cx="1074000" cy="12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7" name="Google Shape;4817;p211"/>
          <p:cNvCxnSpPr>
            <a:endCxn id="4818" idx="1"/>
          </p:cNvCxnSpPr>
          <p:nvPr/>
        </p:nvCxnSpPr>
        <p:spPr>
          <a:xfrm>
            <a:off x="4331122" y="2710825"/>
            <a:ext cx="949500" cy="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9" name="Google Shape;4819;p211"/>
          <p:cNvSpPr txBox="1"/>
          <p:nvPr>
            <p:ph idx="4294967295" type="ctrTitle"/>
          </p:nvPr>
        </p:nvSpPr>
        <p:spPr>
          <a:xfrm>
            <a:off x="1798025" y="1712925"/>
            <a:ext cx="194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Interact with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0" name="Google Shape;4820;p211"/>
          <p:cNvSpPr txBox="1"/>
          <p:nvPr>
            <p:ph idx="4294967295" type="ctrTitle"/>
          </p:nvPr>
        </p:nvSpPr>
        <p:spPr>
          <a:xfrm>
            <a:off x="2215500" y="3425675"/>
            <a:ext cx="23565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Clicking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Typing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Scrolling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2300">
                <a:solidFill>
                  <a:schemeClr val="accent1"/>
                </a:solidFill>
              </a:rPr>
              <a:t>Open something</a:t>
            </a:r>
            <a:endParaRPr b="0" sz="23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1" name="Google Shape;4821;p211"/>
          <p:cNvSpPr/>
          <p:nvPr/>
        </p:nvSpPr>
        <p:spPr>
          <a:xfrm>
            <a:off x="7629097" y="1094500"/>
            <a:ext cx="1224300" cy="6873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 b="1" i="0" sz="10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2" name="Google Shape;4822;p211"/>
          <p:cNvSpPr/>
          <p:nvPr/>
        </p:nvSpPr>
        <p:spPr>
          <a:xfrm>
            <a:off x="5312900" y="3267900"/>
            <a:ext cx="1271700" cy="572700"/>
          </a:xfrm>
          <a:prstGeom prst="rect">
            <a:avLst/>
          </a:prstGeom>
          <a:solidFill>
            <a:srgbClr val="CC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823" name="Google Shape;4823;p211"/>
          <p:cNvCxnSpPr/>
          <p:nvPr/>
        </p:nvCxnSpPr>
        <p:spPr>
          <a:xfrm flipH="1" rot="10800000">
            <a:off x="6676872" y="1476600"/>
            <a:ext cx="9276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4" name="Google Shape;4824;p211"/>
          <p:cNvSpPr txBox="1"/>
          <p:nvPr/>
        </p:nvSpPr>
        <p:spPr>
          <a:xfrm>
            <a:off x="5280625" y="3948625"/>
            <a:ext cx="3460500" cy="11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Un componente puede interactuar con un componente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28" name="Shape 4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9" name="Google Shape;4829;p212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Behaviour testing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(Test de comportamiento)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830" name="Google Shape;4830;p2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34" name="Shape 4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5" name="Google Shape;4835;p213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En frontend probamos las interacciones que tiene el usuario con la web app</a:t>
            </a:r>
            <a:endParaRPr sz="4000"/>
          </a:p>
        </p:txBody>
      </p:sp>
      <p:sp>
        <p:nvSpPr>
          <p:cNvPr id="4836" name="Google Shape;4836;p2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40" name="Shape 4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1" name="Google Shape;4841;p214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No probamos la interacción con backend. Eso se puede simular.</a:t>
            </a:r>
            <a:endParaRPr sz="4000"/>
          </a:p>
        </p:txBody>
      </p:sp>
      <p:sp>
        <p:nvSpPr>
          <p:cNvPr id="4842" name="Google Shape;4842;p2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6" name="Shape 4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7" name="Google Shape;4847;p215"/>
          <p:cNvSpPr/>
          <p:nvPr/>
        </p:nvSpPr>
        <p:spPr>
          <a:xfrm>
            <a:off x="1276275" y="483875"/>
            <a:ext cx="2903400" cy="17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Frontend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8" name="Google Shape;4848;p215"/>
          <p:cNvSpPr txBox="1"/>
          <p:nvPr/>
        </p:nvSpPr>
        <p:spPr>
          <a:xfrm>
            <a:off x="5345900" y="537100"/>
            <a:ext cx="31599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Reactivo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Espera input del usuario y reacciona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acción tiene su reacción inmediata</a:t>
            </a:r>
            <a:endParaRPr b="1"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9" name="Google Shape;4849;p215"/>
          <p:cNvSpPr/>
          <p:nvPr/>
        </p:nvSpPr>
        <p:spPr>
          <a:xfrm>
            <a:off x="952350" y="6871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0" name="Google Shape;4850;p215"/>
          <p:cNvSpPr/>
          <p:nvPr/>
        </p:nvSpPr>
        <p:spPr>
          <a:xfrm>
            <a:off x="952350" y="11216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1" name="Google Shape;4851;p215"/>
          <p:cNvSpPr/>
          <p:nvPr/>
        </p:nvSpPr>
        <p:spPr>
          <a:xfrm>
            <a:off x="952350" y="153025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52" name="Google Shape;4852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925" y="2502550"/>
            <a:ext cx="2226099" cy="23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3" name="Google Shape;4853;p215"/>
          <p:cNvSpPr txBox="1"/>
          <p:nvPr/>
        </p:nvSpPr>
        <p:spPr>
          <a:xfrm>
            <a:off x="5067050" y="2614400"/>
            <a:ext cx="31599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input del usuario cambia el DOM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DOM: Document Object Model</a:t>
            </a:r>
            <a:b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Árbol</a:t>
            </a:r>
            <a:endParaRPr b="1"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p216"/>
          <p:cNvSpPr/>
          <p:nvPr/>
        </p:nvSpPr>
        <p:spPr>
          <a:xfrm>
            <a:off x="1320025" y="1677575"/>
            <a:ext cx="2903400" cy="17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Frontend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9" name="Google Shape;4859;p216"/>
          <p:cNvSpPr txBox="1"/>
          <p:nvPr/>
        </p:nvSpPr>
        <p:spPr>
          <a:xfrm>
            <a:off x="5389650" y="1730800"/>
            <a:ext cx="31599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Dado que el frontend es reactivo debemos verificar todas las interacciones del usuario con las vistas</a:t>
            </a:r>
            <a:endParaRPr b="1"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0" name="Google Shape;4860;p216"/>
          <p:cNvSpPr/>
          <p:nvPr/>
        </p:nvSpPr>
        <p:spPr>
          <a:xfrm>
            <a:off x="996100" y="18808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1" name="Google Shape;4861;p216"/>
          <p:cNvSpPr/>
          <p:nvPr/>
        </p:nvSpPr>
        <p:spPr>
          <a:xfrm>
            <a:off x="996100" y="231530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2" name="Google Shape;4862;p216"/>
          <p:cNvSpPr/>
          <p:nvPr/>
        </p:nvSpPr>
        <p:spPr>
          <a:xfrm>
            <a:off x="996100" y="2723950"/>
            <a:ext cx="762600" cy="36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66" name="Shape 4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7" name="Google Shape;4867;p2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4868" name="Google Shape;4868;p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613" y="152400"/>
            <a:ext cx="723332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21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Frontend - DOM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874" name="Google Shape;4874;p2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875" name="Google Shape;4875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750" y="1316350"/>
            <a:ext cx="5715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6" name="Google Shape;4876;p218"/>
          <p:cNvSpPr/>
          <p:nvPr/>
        </p:nvSpPr>
        <p:spPr>
          <a:xfrm>
            <a:off x="3952150" y="2945950"/>
            <a:ext cx="2111700" cy="137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7" name="Google Shape;4877;p218"/>
          <p:cNvSpPr txBox="1"/>
          <p:nvPr/>
        </p:nvSpPr>
        <p:spPr>
          <a:xfrm>
            <a:off x="5169600" y="938400"/>
            <a:ext cx="3228900" cy="11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Deberíamos verificar el estado de cada nodo por cada interacción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8" name="Google Shape;4878;p218"/>
          <p:cNvSpPr txBox="1"/>
          <p:nvPr/>
        </p:nvSpPr>
        <p:spPr>
          <a:xfrm>
            <a:off x="507150" y="1555800"/>
            <a:ext cx="3228900" cy="203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Inter"/>
              <a:buChar char="-"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Recursión</a:t>
            </a:r>
            <a:endParaRPr sz="2000"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Inter"/>
              <a:buChar char="-"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Tree Traversal:</a:t>
            </a:r>
            <a:endParaRPr sz="2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inorder - preorder - postorder</a:t>
            </a:r>
            <a:endParaRPr sz="2000"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Inter"/>
              <a:buChar char="-"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BST (binary search tree)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2" name="Shape 4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3" name="Google Shape;4883;p2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884" name="Google Shape;4884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25" y="1592000"/>
            <a:ext cx="3047524" cy="2705635"/>
          </a:xfrm>
          <a:prstGeom prst="rect">
            <a:avLst/>
          </a:prstGeom>
          <a:noFill/>
          <a:ln>
            <a:noFill/>
          </a:ln>
        </p:spPr>
      </p:pic>
      <p:sp>
        <p:nvSpPr>
          <p:cNvPr id="4885" name="Google Shape;4885;p219"/>
          <p:cNvSpPr txBox="1"/>
          <p:nvPr/>
        </p:nvSpPr>
        <p:spPr>
          <a:xfrm>
            <a:off x="3968550" y="41075"/>
            <a:ext cx="4938000" cy="517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"App-header"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&lt;img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"logo"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"App-logo"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"logo.svg"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Edit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&lt;code&gt;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src/App.js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&lt;/code&gt;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 save to reload.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"App-link"</a:t>
            </a:r>
            <a:endParaRPr sz="11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"https://reactjs.org"</a:t>
            </a:r>
            <a:endParaRPr sz="11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"noopener noreferrer"</a:t>
            </a:r>
            <a:endParaRPr sz="11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"_blank"</a:t>
            </a:r>
            <a:endParaRPr sz="11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Learn React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9" name="Shape 4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0" name="Google Shape;4890;p22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</a:t>
            </a:r>
            <a:endParaRPr/>
          </a:p>
        </p:txBody>
      </p:sp>
      <p:sp>
        <p:nvSpPr>
          <p:cNvPr id="4891" name="Google Shape;4891;p2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892" name="Google Shape;4892;p220"/>
          <p:cNvSpPr/>
          <p:nvPr/>
        </p:nvSpPr>
        <p:spPr>
          <a:xfrm>
            <a:off x="1413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  <p:sp>
        <p:nvSpPr>
          <p:cNvPr id="4893" name="Google Shape;4893;p220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  <p:sp>
        <p:nvSpPr>
          <p:cNvPr id="4894" name="Google Shape;4894;p220"/>
          <p:cNvSpPr/>
          <p:nvPr/>
        </p:nvSpPr>
        <p:spPr>
          <a:xfrm>
            <a:off x="605627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fireEvent</a:t>
            </a:r>
            <a:endParaRPr sz="2200"/>
          </a:p>
        </p:txBody>
      </p:sp>
      <p:sp>
        <p:nvSpPr>
          <p:cNvPr id="4895" name="Google Shape;4895;p220"/>
          <p:cNvSpPr/>
          <p:nvPr/>
        </p:nvSpPr>
        <p:spPr>
          <a:xfrm>
            <a:off x="267450" y="2285400"/>
            <a:ext cx="2468700" cy="24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896" name="Google Shape;4896;p220"/>
          <p:cNvSpPr/>
          <p:nvPr/>
        </p:nvSpPr>
        <p:spPr>
          <a:xfrm>
            <a:off x="457950" y="248957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Component1</a:t>
            </a:r>
            <a:endParaRPr sz="2200"/>
          </a:p>
        </p:txBody>
      </p:sp>
      <p:sp>
        <p:nvSpPr>
          <p:cNvPr id="4897" name="Google Shape;4897;p220"/>
          <p:cNvSpPr/>
          <p:nvPr/>
        </p:nvSpPr>
        <p:spPr>
          <a:xfrm>
            <a:off x="457950" y="3245550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Component2</a:t>
            </a:r>
            <a:endParaRPr sz="2200"/>
          </a:p>
        </p:txBody>
      </p:sp>
      <p:sp>
        <p:nvSpPr>
          <p:cNvPr id="4898" name="Google Shape;4898;p220"/>
          <p:cNvSpPr/>
          <p:nvPr/>
        </p:nvSpPr>
        <p:spPr>
          <a:xfrm>
            <a:off x="457950" y="400152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Component3</a:t>
            </a:r>
            <a:endParaRPr sz="2200"/>
          </a:p>
        </p:txBody>
      </p:sp>
      <p:sp>
        <p:nvSpPr>
          <p:cNvPr id="4899" name="Google Shape;4899;p220"/>
          <p:cNvSpPr/>
          <p:nvPr/>
        </p:nvSpPr>
        <p:spPr>
          <a:xfrm>
            <a:off x="3615250" y="2571750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0" name="Google Shape;4900;p220"/>
          <p:cNvSpPr/>
          <p:nvPr/>
        </p:nvSpPr>
        <p:spPr>
          <a:xfrm>
            <a:off x="31514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1" name="Google Shape;4901;p220"/>
          <p:cNvSpPr/>
          <p:nvPr/>
        </p:nvSpPr>
        <p:spPr>
          <a:xfrm>
            <a:off x="41500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02" name="Google Shape;4902;p220"/>
          <p:cNvCxnSpPr>
            <a:endCxn id="4900" idx="0"/>
          </p:cNvCxnSpPr>
          <p:nvPr/>
        </p:nvCxnSpPr>
        <p:spPr>
          <a:xfrm flipH="1">
            <a:off x="3438975" y="3068725"/>
            <a:ext cx="301500" cy="42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3" name="Google Shape;4903;p220"/>
          <p:cNvCxnSpPr>
            <a:endCxn id="4901" idx="0"/>
          </p:cNvCxnSpPr>
          <p:nvPr/>
        </p:nvCxnSpPr>
        <p:spPr>
          <a:xfrm>
            <a:off x="4056275" y="3043525"/>
            <a:ext cx="381300" cy="4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4" name="Google Shape;4904;p220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  <p:sp>
        <p:nvSpPr>
          <p:cNvPr id="4905" name="Google Shape;4905;p220"/>
          <p:cNvSpPr/>
          <p:nvPr/>
        </p:nvSpPr>
        <p:spPr>
          <a:xfrm>
            <a:off x="1413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9" name="Shape 4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0" name="Google Shape;4910;p22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</a:t>
            </a:r>
            <a:endParaRPr/>
          </a:p>
        </p:txBody>
      </p:sp>
      <p:sp>
        <p:nvSpPr>
          <p:cNvPr id="4911" name="Google Shape;4911;p2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12" name="Google Shape;4912;p221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render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913" name="Google Shape;4913;p221"/>
          <p:cNvSpPr/>
          <p:nvPr/>
        </p:nvSpPr>
        <p:spPr>
          <a:xfrm>
            <a:off x="605627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fireEvent</a:t>
            </a:r>
            <a:endParaRPr sz="2200"/>
          </a:p>
        </p:txBody>
      </p:sp>
      <p:sp>
        <p:nvSpPr>
          <p:cNvPr id="4914" name="Google Shape;4914;p221"/>
          <p:cNvSpPr/>
          <p:nvPr/>
        </p:nvSpPr>
        <p:spPr>
          <a:xfrm>
            <a:off x="267450" y="2285400"/>
            <a:ext cx="2468700" cy="24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915" name="Google Shape;4915;p221"/>
          <p:cNvSpPr/>
          <p:nvPr/>
        </p:nvSpPr>
        <p:spPr>
          <a:xfrm>
            <a:off x="457950" y="248957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Component1</a:t>
            </a:r>
            <a:endParaRPr sz="2200"/>
          </a:p>
        </p:txBody>
      </p:sp>
      <p:sp>
        <p:nvSpPr>
          <p:cNvPr id="4916" name="Google Shape;4916;p221"/>
          <p:cNvSpPr/>
          <p:nvPr/>
        </p:nvSpPr>
        <p:spPr>
          <a:xfrm>
            <a:off x="457950" y="3245550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Component2</a:t>
            </a:r>
            <a:endParaRPr sz="2200"/>
          </a:p>
        </p:txBody>
      </p:sp>
      <p:sp>
        <p:nvSpPr>
          <p:cNvPr id="4917" name="Google Shape;4917;p221"/>
          <p:cNvSpPr/>
          <p:nvPr/>
        </p:nvSpPr>
        <p:spPr>
          <a:xfrm>
            <a:off x="457950" y="400152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Component3</a:t>
            </a:r>
            <a:endParaRPr sz="2200"/>
          </a:p>
        </p:txBody>
      </p:sp>
      <p:sp>
        <p:nvSpPr>
          <p:cNvPr id="4918" name="Google Shape;4918;p221"/>
          <p:cNvSpPr/>
          <p:nvPr/>
        </p:nvSpPr>
        <p:spPr>
          <a:xfrm>
            <a:off x="3615250" y="2571750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9" name="Google Shape;4919;p221"/>
          <p:cNvSpPr/>
          <p:nvPr/>
        </p:nvSpPr>
        <p:spPr>
          <a:xfrm>
            <a:off x="31514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0" name="Google Shape;4920;p221"/>
          <p:cNvSpPr/>
          <p:nvPr/>
        </p:nvSpPr>
        <p:spPr>
          <a:xfrm>
            <a:off x="41500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21" name="Google Shape;4921;p221"/>
          <p:cNvCxnSpPr>
            <a:endCxn id="4919" idx="0"/>
          </p:cNvCxnSpPr>
          <p:nvPr/>
        </p:nvCxnSpPr>
        <p:spPr>
          <a:xfrm flipH="1">
            <a:off x="3438975" y="3068725"/>
            <a:ext cx="301500" cy="42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2" name="Google Shape;4922;p221"/>
          <p:cNvCxnSpPr>
            <a:endCxn id="4920" idx="0"/>
          </p:cNvCxnSpPr>
          <p:nvPr/>
        </p:nvCxnSpPr>
        <p:spPr>
          <a:xfrm>
            <a:off x="4056275" y="3043525"/>
            <a:ext cx="381300" cy="4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3" name="Google Shape;4923;p221"/>
          <p:cNvSpPr/>
          <p:nvPr/>
        </p:nvSpPr>
        <p:spPr>
          <a:xfrm>
            <a:off x="5012025" y="2140750"/>
            <a:ext cx="3845400" cy="263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</a:rPr>
              <a:t>render recibe un componente y sólo recrea su DOM almacenandolo en memoria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4924" name="Google Shape;4924;p221"/>
          <p:cNvSpPr/>
          <p:nvPr/>
        </p:nvSpPr>
        <p:spPr>
          <a:xfrm>
            <a:off x="1484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  <p:sp>
        <p:nvSpPr>
          <p:cNvPr id="4925" name="Google Shape;4925;p221"/>
          <p:cNvSpPr/>
          <p:nvPr/>
        </p:nvSpPr>
        <p:spPr>
          <a:xfrm>
            <a:off x="3734750" y="1174938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  <p:sp>
        <p:nvSpPr>
          <p:cNvPr id="4926" name="Google Shape;4926;p221"/>
          <p:cNvSpPr/>
          <p:nvPr/>
        </p:nvSpPr>
        <p:spPr>
          <a:xfrm>
            <a:off x="1484225" y="1174950"/>
            <a:ext cx="1503600" cy="572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render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0" name="Shape 4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1" name="Google Shape;4931;p22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render</a:t>
            </a:r>
            <a:endParaRPr/>
          </a:p>
        </p:txBody>
      </p:sp>
      <p:sp>
        <p:nvSpPr>
          <p:cNvPr id="4932" name="Google Shape;4932;p2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33" name="Google Shape;4933;p222"/>
          <p:cNvSpPr txBox="1"/>
          <p:nvPr/>
        </p:nvSpPr>
        <p:spPr>
          <a:xfrm>
            <a:off x="3442725" y="1202575"/>
            <a:ext cx="5422800" cy="18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'renders learn react'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2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" sz="21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F00D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4" name="Google Shape;4934;p222"/>
          <p:cNvSpPr txBox="1"/>
          <p:nvPr/>
        </p:nvSpPr>
        <p:spPr>
          <a:xfrm>
            <a:off x="201725" y="1036025"/>
            <a:ext cx="3126000" cy="314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"App-header"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&lt;img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&lt;a&gt; </a:t>
            </a:r>
            <a:r>
              <a:rPr b="1"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 React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b="1"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35" name="Google Shape;4935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825" y="3395100"/>
            <a:ext cx="1871700" cy="16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6" name="Google Shape;4936;p222"/>
          <p:cNvSpPr txBox="1"/>
          <p:nvPr/>
        </p:nvSpPr>
        <p:spPr>
          <a:xfrm>
            <a:off x="3139975" y="3238725"/>
            <a:ext cx="5946900" cy="80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Crea y almacena en memoria el DOM del componente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0" name="Shape 4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1" name="Google Shape;4941;p22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</a:t>
            </a:r>
            <a:endParaRPr/>
          </a:p>
        </p:txBody>
      </p:sp>
      <p:sp>
        <p:nvSpPr>
          <p:cNvPr id="4942" name="Google Shape;4942;p2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43" name="Google Shape;4943;p223"/>
          <p:cNvSpPr/>
          <p:nvPr/>
        </p:nvSpPr>
        <p:spPr>
          <a:xfrm>
            <a:off x="1413225" y="1174950"/>
            <a:ext cx="1503600" cy="572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screen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944" name="Google Shape;4944;p223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  <p:sp>
        <p:nvSpPr>
          <p:cNvPr id="4945" name="Google Shape;4945;p223"/>
          <p:cNvSpPr/>
          <p:nvPr/>
        </p:nvSpPr>
        <p:spPr>
          <a:xfrm>
            <a:off x="605627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fireEvent</a:t>
            </a:r>
            <a:endParaRPr sz="2200"/>
          </a:p>
        </p:txBody>
      </p:sp>
      <p:sp>
        <p:nvSpPr>
          <p:cNvPr id="4946" name="Google Shape;4946;p223"/>
          <p:cNvSpPr/>
          <p:nvPr/>
        </p:nvSpPr>
        <p:spPr>
          <a:xfrm>
            <a:off x="267450" y="2285400"/>
            <a:ext cx="2468700" cy="24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947" name="Google Shape;4947;p223"/>
          <p:cNvSpPr/>
          <p:nvPr/>
        </p:nvSpPr>
        <p:spPr>
          <a:xfrm>
            <a:off x="457950" y="248957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Component1</a:t>
            </a:r>
            <a:endParaRPr sz="2200"/>
          </a:p>
        </p:txBody>
      </p:sp>
      <p:sp>
        <p:nvSpPr>
          <p:cNvPr id="4948" name="Google Shape;4948;p223"/>
          <p:cNvSpPr/>
          <p:nvPr/>
        </p:nvSpPr>
        <p:spPr>
          <a:xfrm>
            <a:off x="457950" y="3245550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Component2</a:t>
            </a:r>
            <a:endParaRPr sz="2200"/>
          </a:p>
        </p:txBody>
      </p:sp>
      <p:sp>
        <p:nvSpPr>
          <p:cNvPr id="4949" name="Google Shape;4949;p223"/>
          <p:cNvSpPr/>
          <p:nvPr/>
        </p:nvSpPr>
        <p:spPr>
          <a:xfrm>
            <a:off x="457950" y="400152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Component3</a:t>
            </a:r>
            <a:endParaRPr sz="2200"/>
          </a:p>
        </p:txBody>
      </p:sp>
      <p:sp>
        <p:nvSpPr>
          <p:cNvPr id="4950" name="Google Shape;4950;p223"/>
          <p:cNvSpPr/>
          <p:nvPr/>
        </p:nvSpPr>
        <p:spPr>
          <a:xfrm>
            <a:off x="3615250" y="2571750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1" name="Google Shape;4951;p223"/>
          <p:cNvSpPr/>
          <p:nvPr/>
        </p:nvSpPr>
        <p:spPr>
          <a:xfrm>
            <a:off x="31514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2" name="Google Shape;4952;p223"/>
          <p:cNvSpPr/>
          <p:nvPr/>
        </p:nvSpPr>
        <p:spPr>
          <a:xfrm>
            <a:off x="41500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3" name="Google Shape;4953;p223"/>
          <p:cNvCxnSpPr>
            <a:endCxn id="4951" idx="0"/>
          </p:cNvCxnSpPr>
          <p:nvPr/>
        </p:nvCxnSpPr>
        <p:spPr>
          <a:xfrm flipH="1">
            <a:off x="3438975" y="3068725"/>
            <a:ext cx="301500" cy="42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4" name="Google Shape;4954;p223"/>
          <p:cNvCxnSpPr>
            <a:endCxn id="4952" idx="0"/>
          </p:cNvCxnSpPr>
          <p:nvPr/>
        </p:nvCxnSpPr>
        <p:spPr>
          <a:xfrm>
            <a:off x="4056275" y="3043525"/>
            <a:ext cx="381300" cy="4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5" name="Google Shape;4955;p223"/>
          <p:cNvSpPr/>
          <p:nvPr/>
        </p:nvSpPr>
        <p:spPr>
          <a:xfrm>
            <a:off x="5012025" y="2140750"/>
            <a:ext cx="3845400" cy="263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</a:rPr>
              <a:t>screen recupera un elemento de la página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4956" name="Google Shape;4956;p223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screen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957" name="Google Shape;4957;p223"/>
          <p:cNvSpPr/>
          <p:nvPr/>
        </p:nvSpPr>
        <p:spPr>
          <a:xfrm>
            <a:off x="1413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2" name="Google Shape;4962;p22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screen</a:t>
            </a:r>
            <a:endParaRPr/>
          </a:p>
        </p:txBody>
      </p:sp>
      <p:sp>
        <p:nvSpPr>
          <p:cNvPr id="4963" name="Google Shape;4963;p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64" name="Google Shape;4964;p224"/>
          <p:cNvSpPr txBox="1"/>
          <p:nvPr/>
        </p:nvSpPr>
        <p:spPr>
          <a:xfrm>
            <a:off x="3442725" y="1202575"/>
            <a:ext cx="5422800" cy="248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'@testing-library/react'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'renders learn react link'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es" sz="13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/&gt;);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getByText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/learn react/</a:t>
            </a:r>
            <a:r>
              <a:rPr b="1"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toBeInTheDocument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5" name="Google Shape;4965;p224"/>
          <p:cNvSpPr txBox="1"/>
          <p:nvPr/>
        </p:nvSpPr>
        <p:spPr>
          <a:xfrm>
            <a:off x="201725" y="1036025"/>
            <a:ext cx="3126000" cy="314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"App-header"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&lt;img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&lt;a&gt; </a:t>
            </a:r>
            <a:r>
              <a:rPr b="1"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 React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b="1"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66" name="Google Shape;4966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825" y="3395100"/>
            <a:ext cx="1871700" cy="16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0" name="Shape 4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1" name="Google Shape;4971;p22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screen</a:t>
            </a:r>
            <a:endParaRPr/>
          </a:p>
        </p:txBody>
      </p:sp>
      <p:sp>
        <p:nvSpPr>
          <p:cNvPr id="4972" name="Google Shape;4972;p2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73" name="Google Shape;4973;p225"/>
          <p:cNvSpPr txBox="1"/>
          <p:nvPr/>
        </p:nvSpPr>
        <p:spPr>
          <a:xfrm>
            <a:off x="3442725" y="1202575"/>
            <a:ext cx="5422800" cy="248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'@testing-library/react'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'renders learn react link'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es" sz="13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/&gt;);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getByText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/learn react/</a:t>
            </a:r>
            <a:r>
              <a:rPr b="1"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toBeInTheDocument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4" name="Google Shape;4974;p225"/>
          <p:cNvSpPr txBox="1"/>
          <p:nvPr/>
        </p:nvSpPr>
        <p:spPr>
          <a:xfrm>
            <a:off x="201725" y="1036025"/>
            <a:ext cx="3126000" cy="314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"App-header"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&lt;img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&lt;a&gt; </a:t>
            </a:r>
            <a:r>
              <a:rPr b="1"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 React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b="1"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75" name="Google Shape;4975;p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825" y="3395100"/>
            <a:ext cx="1871700" cy="16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6" name="Google Shape;4976;p225"/>
          <p:cNvSpPr/>
          <p:nvPr/>
        </p:nvSpPr>
        <p:spPr>
          <a:xfrm>
            <a:off x="5406475" y="2571750"/>
            <a:ext cx="3126000" cy="48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7" name="Google Shape;4977;p225"/>
          <p:cNvSpPr txBox="1"/>
          <p:nvPr/>
        </p:nvSpPr>
        <p:spPr>
          <a:xfrm>
            <a:off x="3074250" y="3911475"/>
            <a:ext cx="5946900" cy="80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Obtiene todos los textos que contengan “learn react”, /i indica caseInsensitive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p22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screen</a:t>
            </a:r>
            <a:endParaRPr/>
          </a:p>
        </p:txBody>
      </p:sp>
      <p:sp>
        <p:nvSpPr>
          <p:cNvPr id="4983" name="Google Shape;4983;p2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84" name="Google Shape;4984;p226"/>
          <p:cNvSpPr txBox="1"/>
          <p:nvPr/>
        </p:nvSpPr>
        <p:spPr>
          <a:xfrm>
            <a:off x="706600" y="1284750"/>
            <a:ext cx="7871400" cy="25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'renders a button'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2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2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" sz="22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2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getByRole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'button'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2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2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2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es" sz="22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toBeInTheDocument</a:t>
            </a: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2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600">
              <a:solidFill>
                <a:srgbClr val="AF00D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8" name="Shape 4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9" name="Google Shape;4989;p227"/>
          <p:cNvSpPr/>
          <p:nvPr/>
        </p:nvSpPr>
        <p:spPr>
          <a:xfrm>
            <a:off x="0" y="0"/>
            <a:ext cx="9144000" cy="4038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0" name="Google Shape;4990;p227"/>
          <p:cNvSpPr txBox="1"/>
          <p:nvPr/>
        </p:nvSpPr>
        <p:spPr>
          <a:xfrm>
            <a:off x="152398" y="-20698"/>
            <a:ext cx="5961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Testing Library: Which query should I use?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1" name="Google Shape;4991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400"/>
            <a:ext cx="1501500" cy="5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2" name="Google Shape;4992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4925" y="543075"/>
            <a:ext cx="4249995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3" name="Google Shape;4993;p227"/>
          <p:cNvSpPr txBox="1"/>
          <p:nvPr/>
        </p:nvSpPr>
        <p:spPr>
          <a:xfrm>
            <a:off x="5819520" y="462361"/>
            <a:ext cx="334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ByRole</a:t>
            </a:r>
            <a:r>
              <a:rPr lang="es" sz="1100">
                <a:solidFill>
                  <a:schemeClr val="dk1"/>
                </a:solidFill>
              </a:rPr>
              <a:t>: top preference for accessible elements (button, checkbox, option, radio, etc.)</a:t>
            </a:r>
            <a:endParaRPr sz="1100"/>
          </a:p>
        </p:txBody>
      </p:sp>
      <p:sp>
        <p:nvSpPr>
          <p:cNvPr id="4994" name="Google Shape;4994;p227"/>
          <p:cNvSpPr txBox="1"/>
          <p:nvPr/>
        </p:nvSpPr>
        <p:spPr>
          <a:xfrm>
            <a:off x="5727550" y="37050"/>
            <a:ext cx="3785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https://testing-library.com/docs/guide-which-query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995" name="Google Shape;4995;p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00" y="1322387"/>
            <a:ext cx="1325293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6" name="Google Shape;4996;p2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925" y="1192000"/>
            <a:ext cx="4250001" cy="66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997" name="Google Shape;4997;p227"/>
          <p:cNvSpPr txBox="1"/>
          <p:nvPr/>
        </p:nvSpPr>
        <p:spPr>
          <a:xfrm>
            <a:off x="5794925" y="1097800"/>
            <a:ext cx="334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ByLabelText</a:t>
            </a:r>
            <a:r>
              <a:rPr lang="es" sz="1100">
                <a:solidFill>
                  <a:schemeClr val="dk1"/>
                </a:solidFill>
              </a:rPr>
              <a:t>: will NOT find the input node for label text broken up by elements. You can use </a:t>
            </a:r>
            <a:r>
              <a:rPr b="1" lang="es" sz="1100">
                <a:solidFill>
                  <a:schemeClr val="dk1"/>
                </a:solidFill>
              </a:rPr>
              <a:t>ByRole.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If you really can’t put a label in your UI, only then use </a:t>
            </a:r>
            <a:r>
              <a:rPr b="1" lang="es" sz="1100">
                <a:solidFill>
                  <a:schemeClr val="dk1"/>
                </a:solidFill>
              </a:rPr>
              <a:t>ByPlaceholderText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4998" name="Google Shape;4998;p2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350" y="2678425"/>
            <a:ext cx="1325300" cy="4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9" name="Google Shape;4999;p2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11087" y="2706684"/>
            <a:ext cx="2174188" cy="3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0" name="Google Shape;5000;p227"/>
          <p:cNvSpPr txBox="1"/>
          <p:nvPr/>
        </p:nvSpPr>
        <p:spPr>
          <a:xfrm>
            <a:off x="5794917" y="2638711"/>
            <a:ext cx="334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ByText</a:t>
            </a:r>
            <a:r>
              <a:rPr lang="es" sz="1100">
                <a:solidFill>
                  <a:schemeClr val="dk1"/>
                </a:solidFill>
              </a:rPr>
              <a:t>: number 1 method for non-interactive elements like divs and spans</a:t>
            </a:r>
            <a:endParaRPr sz="1100"/>
          </a:p>
        </p:txBody>
      </p:sp>
      <p:pic>
        <p:nvPicPr>
          <p:cNvPr id="5001" name="Google Shape;5001;p2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6351" y="2040600"/>
            <a:ext cx="1325300" cy="43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2" name="Google Shape;5002;p2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99045" y="2101700"/>
            <a:ext cx="2958381" cy="3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3" name="Google Shape;5003;p227"/>
          <p:cNvSpPr txBox="1"/>
          <p:nvPr/>
        </p:nvSpPr>
        <p:spPr>
          <a:xfrm>
            <a:off x="5794917" y="2021411"/>
            <a:ext cx="334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ByDisplayValue</a:t>
            </a:r>
            <a:r>
              <a:rPr lang="es" sz="1100">
                <a:solidFill>
                  <a:schemeClr val="dk1"/>
                </a:solidFill>
              </a:rPr>
              <a:t>: when you want to test when user fills data in an input</a:t>
            </a:r>
            <a:endParaRPr sz="1100"/>
          </a:p>
        </p:txBody>
      </p:sp>
      <p:pic>
        <p:nvPicPr>
          <p:cNvPr id="5004" name="Google Shape;5004;p2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9810" y="3280150"/>
            <a:ext cx="661887" cy="4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5" name="Google Shape;5005;p2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51012" y="3353350"/>
            <a:ext cx="2654446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6" name="Google Shape;5006;p2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6350" y="3956375"/>
            <a:ext cx="1587800" cy="5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7" name="Google Shape;5007;p2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96808" y="4108231"/>
            <a:ext cx="2346237" cy="3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8" name="Google Shape;5008;p227"/>
          <p:cNvSpPr txBox="1"/>
          <p:nvPr/>
        </p:nvSpPr>
        <p:spPr>
          <a:xfrm>
            <a:off x="5819517" y="4050611"/>
            <a:ext cx="334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ByTestId</a:t>
            </a:r>
            <a:r>
              <a:rPr lang="es" sz="1100">
                <a:solidFill>
                  <a:schemeClr val="dk1"/>
                </a:solidFill>
              </a:rPr>
              <a:t>: for cases where you can't use previous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matchers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009" name="Google Shape;5009;p2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81850" y="4670000"/>
            <a:ext cx="3832650" cy="4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0" name="Google Shape;5010;p227"/>
          <p:cNvSpPr txBox="1"/>
          <p:nvPr/>
        </p:nvSpPr>
        <p:spPr>
          <a:xfrm>
            <a:off x="5832716" y="4604094"/>
            <a:ext cx="334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querySelector</a:t>
            </a:r>
            <a:r>
              <a:rPr lang="es" sz="1100">
                <a:solidFill>
                  <a:schemeClr val="dk1"/>
                </a:solidFill>
              </a:rPr>
              <a:t>: should be avoided most of the times, query by class or id is a bad practice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011" name="Google Shape;5011;p2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1400" y="4634601"/>
            <a:ext cx="1325299" cy="397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22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screen</a:t>
            </a:r>
            <a:endParaRPr/>
          </a:p>
        </p:txBody>
      </p:sp>
      <p:sp>
        <p:nvSpPr>
          <p:cNvPr id="5017" name="Google Shape;5017;p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18" name="Google Shape;5018;p228"/>
          <p:cNvSpPr txBox="1"/>
          <p:nvPr/>
        </p:nvSpPr>
        <p:spPr>
          <a:xfrm>
            <a:off x="3442725" y="1202575"/>
            <a:ext cx="5422800" cy="248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'@testing-library/react'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'./App'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'renders learn react link'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es" sz="13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/&gt;);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getByText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/learn react/</a:t>
            </a:r>
            <a:r>
              <a:rPr b="1" lang="es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3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linkElement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s" sz="13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toBeInTheDocument</a:t>
            </a:r>
            <a:r>
              <a:rPr b="1"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3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9" name="Google Shape;5019;p228"/>
          <p:cNvSpPr txBox="1"/>
          <p:nvPr/>
        </p:nvSpPr>
        <p:spPr>
          <a:xfrm>
            <a:off x="201725" y="1036025"/>
            <a:ext cx="3126000" cy="314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&lt;div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&lt;header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E5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"App-header"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&lt;img</a:t>
            </a: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&lt;a&gt; </a:t>
            </a:r>
            <a:r>
              <a:rPr b="1"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 React </a:t>
            </a:r>
            <a:r>
              <a:rPr b="1"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b="1"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10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20" name="Google Shape;5020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825" y="3395100"/>
            <a:ext cx="1871700" cy="16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1" name="Google Shape;5021;p228"/>
          <p:cNvSpPr/>
          <p:nvPr/>
        </p:nvSpPr>
        <p:spPr>
          <a:xfrm>
            <a:off x="3582425" y="2966125"/>
            <a:ext cx="3828900" cy="48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Google Shape;5022;p228"/>
          <p:cNvSpPr txBox="1"/>
          <p:nvPr/>
        </p:nvSpPr>
        <p:spPr>
          <a:xfrm>
            <a:off x="3074250" y="3911475"/>
            <a:ext cx="5946900" cy="80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Inter"/>
                <a:ea typeface="Inter"/>
                <a:cs typeface="Inter"/>
                <a:sym typeface="Inter"/>
              </a:rPr>
              <a:t>jestMatcher verifica si se encuentra dentro del DOM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6" name="Shape 5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" name="Google Shape;5027;p22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</a:t>
            </a:r>
            <a:endParaRPr/>
          </a:p>
        </p:txBody>
      </p:sp>
      <p:sp>
        <p:nvSpPr>
          <p:cNvPr id="5028" name="Google Shape;5028;p2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29" name="Google Shape;5029;p229"/>
          <p:cNvSpPr/>
          <p:nvPr/>
        </p:nvSpPr>
        <p:spPr>
          <a:xfrm>
            <a:off x="6056275" y="1174950"/>
            <a:ext cx="1503600" cy="572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fireEvent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5030" name="Google Shape;5030;p229"/>
          <p:cNvSpPr/>
          <p:nvPr/>
        </p:nvSpPr>
        <p:spPr>
          <a:xfrm>
            <a:off x="267450" y="2285400"/>
            <a:ext cx="2468700" cy="24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031" name="Google Shape;5031;p229"/>
          <p:cNvSpPr/>
          <p:nvPr/>
        </p:nvSpPr>
        <p:spPr>
          <a:xfrm>
            <a:off x="457950" y="248957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Component1</a:t>
            </a:r>
            <a:endParaRPr sz="2200"/>
          </a:p>
        </p:txBody>
      </p:sp>
      <p:sp>
        <p:nvSpPr>
          <p:cNvPr id="5032" name="Google Shape;5032;p229"/>
          <p:cNvSpPr/>
          <p:nvPr/>
        </p:nvSpPr>
        <p:spPr>
          <a:xfrm>
            <a:off x="457950" y="3245550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Component2</a:t>
            </a:r>
            <a:endParaRPr sz="2200"/>
          </a:p>
        </p:txBody>
      </p:sp>
      <p:sp>
        <p:nvSpPr>
          <p:cNvPr id="5033" name="Google Shape;5033;p229"/>
          <p:cNvSpPr/>
          <p:nvPr/>
        </p:nvSpPr>
        <p:spPr>
          <a:xfrm>
            <a:off x="457950" y="4001525"/>
            <a:ext cx="2087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Component3</a:t>
            </a:r>
            <a:endParaRPr sz="2200"/>
          </a:p>
        </p:txBody>
      </p:sp>
      <p:sp>
        <p:nvSpPr>
          <p:cNvPr id="5034" name="Google Shape;5034;p229"/>
          <p:cNvSpPr/>
          <p:nvPr/>
        </p:nvSpPr>
        <p:spPr>
          <a:xfrm>
            <a:off x="3615250" y="2571750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5" name="Google Shape;5035;p229"/>
          <p:cNvSpPr/>
          <p:nvPr/>
        </p:nvSpPr>
        <p:spPr>
          <a:xfrm>
            <a:off x="31514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229"/>
          <p:cNvSpPr/>
          <p:nvPr/>
        </p:nvSpPr>
        <p:spPr>
          <a:xfrm>
            <a:off x="4150025" y="3490825"/>
            <a:ext cx="575100" cy="53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37" name="Google Shape;5037;p229"/>
          <p:cNvCxnSpPr>
            <a:endCxn id="5035" idx="0"/>
          </p:cNvCxnSpPr>
          <p:nvPr/>
        </p:nvCxnSpPr>
        <p:spPr>
          <a:xfrm flipH="1">
            <a:off x="3438975" y="3068725"/>
            <a:ext cx="301500" cy="42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8" name="Google Shape;5038;p229"/>
          <p:cNvCxnSpPr>
            <a:endCxn id="5036" idx="0"/>
          </p:cNvCxnSpPr>
          <p:nvPr/>
        </p:nvCxnSpPr>
        <p:spPr>
          <a:xfrm>
            <a:off x="4056275" y="3043525"/>
            <a:ext cx="381300" cy="4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9" name="Google Shape;5039;p229"/>
          <p:cNvSpPr/>
          <p:nvPr/>
        </p:nvSpPr>
        <p:spPr>
          <a:xfrm>
            <a:off x="5012025" y="2140750"/>
            <a:ext cx="3845400" cy="263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</a:rPr>
              <a:t>fireEvent simula interacciones del usuario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040" name="Google Shape;5040;p229"/>
          <p:cNvSpPr/>
          <p:nvPr/>
        </p:nvSpPr>
        <p:spPr>
          <a:xfrm>
            <a:off x="1484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  <p:sp>
        <p:nvSpPr>
          <p:cNvPr id="5041" name="Google Shape;5041;p229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  <p:sp>
        <p:nvSpPr>
          <p:cNvPr id="5042" name="Google Shape;5042;p229"/>
          <p:cNvSpPr/>
          <p:nvPr/>
        </p:nvSpPr>
        <p:spPr>
          <a:xfrm>
            <a:off x="1484225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render</a:t>
            </a:r>
            <a:endParaRPr sz="2200"/>
          </a:p>
        </p:txBody>
      </p:sp>
      <p:sp>
        <p:nvSpPr>
          <p:cNvPr id="5043" name="Google Shape;5043;p229"/>
          <p:cNvSpPr/>
          <p:nvPr/>
        </p:nvSpPr>
        <p:spPr>
          <a:xfrm>
            <a:off x="3734750" y="1174950"/>
            <a:ext cx="150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screen</a:t>
            </a:r>
            <a:endParaRPr sz="220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7" name="Shape 5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p23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fireEvent</a:t>
            </a:r>
            <a:endParaRPr/>
          </a:p>
        </p:txBody>
      </p:sp>
      <p:sp>
        <p:nvSpPr>
          <p:cNvPr id="5049" name="Google Shape;5049;p2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50" name="Google Shape;5050;p230"/>
          <p:cNvSpPr txBox="1"/>
          <p:nvPr/>
        </p:nvSpPr>
        <p:spPr>
          <a:xfrm>
            <a:off x="780550" y="1013600"/>
            <a:ext cx="7871400" cy="387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fireEvent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'@testing-library/react'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'./MyComponent'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'clicking the button triggers event'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5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getByRole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es" sz="15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/&gt;);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getByRole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'button'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fireEvent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assertions here that check the result of the button being clicked</a:t>
            </a:r>
            <a:endParaRPr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400">
              <a:solidFill>
                <a:srgbClr val="795E2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4" name="Shape 5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5" name="Google Shape;5055;p23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Testing Library - fireEvent</a:t>
            </a:r>
            <a:endParaRPr/>
          </a:p>
        </p:txBody>
      </p:sp>
      <p:sp>
        <p:nvSpPr>
          <p:cNvPr id="5056" name="Google Shape;5056;p2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57" name="Google Shape;5057;p231"/>
          <p:cNvSpPr txBox="1"/>
          <p:nvPr/>
        </p:nvSpPr>
        <p:spPr>
          <a:xfrm>
            <a:off x="780550" y="1013600"/>
            <a:ext cx="7871400" cy="387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fireEvent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'@testing-library/react'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'./MyComponent'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'clicking the button triggers event'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" sz="15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getByRole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</a:t>
            </a:r>
            <a:r>
              <a:rPr lang="es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es" sz="15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MyComponent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/&gt;);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70C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getByRole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'button'</a:t>
            </a: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fireEvent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s" sz="15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5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buttonElement</a:t>
            </a:r>
            <a:r>
              <a:rPr b="1"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assertions here that check the result of the button being clicked</a:t>
            </a:r>
            <a:endParaRPr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400">
              <a:solidFill>
                <a:srgbClr val="795E2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8" name="Google Shape;5058;p231"/>
          <p:cNvSpPr/>
          <p:nvPr/>
        </p:nvSpPr>
        <p:spPr>
          <a:xfrm>
            <a:off x="920250" y="3450900"/>
            <a:ext cx="3516600" cy="42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2" name="Shape 5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3" name="Google Shape;5063;p232"/>
          <p:cNvSpPr/>
          <p:nvPr/>
        </p:nvSpPr>
        <p:spPr>
          <a:xfrm>
            <a:off x="0" y="0"/>
            <a:ext cx="9144000" cy="4038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4" name="Google Shape;5064;p232"/>
          <p:cNvSpPr txBox="1"/>
          <p:nvPr/>
        </p:nvSpPr>
        <p:spPr>
          <a:xfrm>
            <a:off x="152400" y="-20700"/>
            <a:ext cx="635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user events with @testing-library/user-event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5" name="Google Shape;5065;p232"/>
          <p:cNvSpPr txBox="1"/>
          <p:nvPr/>
        </p:nvSpPr>
        <p:spPr>
          <a:xfrm>
            <a:off x="207250" y="546400"/>
            <a:ext cx="54261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user-event</a:t>
            </a:r>
            <a:r>
              <a:rPr lang="es" sz="1200"/>
              <a:t> tries to simulate the real events that would happen in the browser as the user interacts with it</a:t>
            </a:r>
            <a:endParaRPr sz="1200"/>
          </a:p>
        </p:txBody>
      </p:sp>
      <p:pic>
        <p:nvPicPr>
          <p:cNvPr id="5066" name="Google Shape;5066;p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050" y="1210675"/>
            <a:ext cx="3785801" cy="25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067" name="Google Shape;5067;p232"/>
          <p:cNvSpPr txBox="1"/>
          <p:nvPr/>
        </p:nvSpPr>
        <p:spPr>
          <a:xfrm>
            <a:off x="6207992" y="37048"/>
            <a:ext cx="28638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https://github.com/testing-library/user-event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068" name="Google Shape;5068;p2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250" y="1223313"/>
            <a:ext cx="5343224" cy="26884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9" name="Google Shape;5069;p232"/>
          <p:cNvSpPr/>
          <p:nvPr/>
        </p:nvSpPr>
        <p:spPr>
          <a:xfrm>
            <a:off x="410825" y="4112550"/>
            <a:ext cx="8183700" cy="66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</a:rPr>
              <a:t>fireEvent antes se llamaba userEvent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3" name="Shape 5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4" name="Google Shape;5074;p233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Real World Examples</a:t>
            </a:r>
            <a:endParaRPr sz="4000"/>
          </a:p>
        </p:txBody>
      </p:sp>
      <p:sp>
        <p:nvSpPr>
          <p:cNvPr id="5075" name="Google Shape;5075;p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9" name="Shape 5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0" name="Google Shape;5080;p2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5081" name="Google Shape;5081;p234"/>
          <p:cNvSpPr/>
          <p:nvPr/>
        </p:nvSpPr>
        <p:spPr>
          <a:xfrm>
            <a:off x="4572000" y="0"/>
            <a:ext cx="4572300" cy="5143500"/>
          </a:xfrm>
          <a:prstGeom prst="rect">
            <a:avLst/>
          </a:prstGeom>
          <a:solidFill>
            <a:srgbClr val="ED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234"/>
          <p:cNvSpPr txBox="1"/>
          <p:nvPr/>
        </p:nvSpPr>
        <p:spPr>
          <a:xfrm>
            <a:off x="369000" y="365700"/>
            <a:ext cx="4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Bitter"/>
                <a:ea typeface="Bitter"/>
                <a:cs typeface="Bitter"/>
                <a:sym typeface="Bitter"/>
              </a:rPr>
              <a:t>Not all is test pyramid</a:t>
            </a:r>
            <a:endParaRPr b="1" sz="280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083" name="Google Shape;5083;p234"/>
          <p:cNvSpPr txBox="1"/>
          <p:nvPr/>
        </p:nvSpPr>
        <p:spPr>
          <a:xfrm>
            <a:off x="651125" y="4438325"/>
            <a:ext cx="32898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Prefers unit testing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84" name="Google Shape;5084;p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00" y="892175"/>
            <a:ext cx="3855452" cy="21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5" name="Google Shape;5085;p2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075" y="2422750"/>
            <a:ext cx="3440748" cy="19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6" name="Google Shape;5086;p2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1200" y="1909050"/>
            <a:ext cx="4410101" cy="13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7" name="Google Shape;5087;p234"/>
          <p:cNvSpPr txBox="1"/>
          <p:nvPr/>
        </p:nvSpPr>
        <p:spPr>
          <a:xfrm>
            <a:off x="5213250" y="4373300"/>
            <a:ext cx="32898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Prefers integration testing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1" name="Shape 5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2" name="Google Shape;5092;p235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3" name="Google Shape;5093;p235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5094" name="Google Shape;5094;p235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5095" name="Google Shape;5095;p235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235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235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235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235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235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235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235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235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235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235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235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235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235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235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235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235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235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235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235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235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235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235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235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235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235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235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235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235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235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235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235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235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235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235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235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235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235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235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235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235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235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235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8" name="Google Shape;5138;p235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9" name="Google Shape;5139;p235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0" name="Google Shape;5140;p235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1" name="Google Shape;5141;p235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2" name="Google Shape;5142;p235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3" name="Google Shape;5143;p235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4" name="Google Shape;5144;p235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5" name="Google Shape;5145;p235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6" name="Google Shape;5146;p235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7" name="Google Shape;5147;p235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8" name="Google Shape;5148;p235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9" name="Google Shape;5149;p235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0" name="Google Shape;5150;p235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1" name="Google Shape;5151;p235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2" name="Google Shape;5152;p235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3" name="Google Shape;5153;p235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4" name="Google Shape;5154;p235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5" name="Google Shape;5155;p235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235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235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235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235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235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235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2" name="Google Shape;5162;p235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3" name="Google Shape;5163;p235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4" name="Google Shape;5164;p235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235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235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235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235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69" name="Google Shape;5169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0" name="Google Shape;5170;p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W Master - Black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oughtworks Master 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DF1F3"/>
      </a:lt2>
      <a:accent1>
        <a:srgbClr val="003D4F"/>
      </a:accent1>
      <a:accent2>
        <a:srgbClr val="F2617A"/>
      </a:accent2>
      <a:accent3>
        <a:srgbClr val="CC850A"/>
      </a:accent3>
      <a:accent4>
        <a:srgbClr val="6B9E78"/>
      </a:accent4>
      <a:accent5>
        <a:srgbClr val="47A1AD"/>
      </a:accent5>
      <a:accent6>
        <a:srgbClr val="634F7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dustrial Processes Class for College by Slidesgo">
  <a:themeElements>
    <a:clrScheme name="Simple Light">
      <a:dk1>
        <a:srgbClr val="3F232A"/>
      </a:dk1>
      <a:lt1>
        <a:srgbClr val="FFF4E9"/>
      </a:lt1>
      <a:dk2>
        <a:srgbClr val="FFDFD0"/>
      </a:dk2>
      <a:lt2>
        <a:srgbClr val="FFA386"/>
      </a:lt2>
      <a:accent1>
        <a:srgbClr val="FF973C"/>
      </a:accent1>
      <a:accent2>
        <a:srgbClr val="C9E8FF"/>
      </a:accent2>
      <a:accent3>
        <a:srgbClr val="7575D3"/>
      </a:accent3>
      <a:accent4>
        <a:srgbClr val="8AD280"/>
      </a:accent4>
      <a:accent5>
        <a:srgbClr val="97CFF9"/>
      </a:accent5>
      <a:accent6>
        <a:srgbClr val="131353"/>
      </a:accent6>
      <a:hlink>
        <a:srgbClr val="1313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